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Default Extension="jpg" ContentType="image/jpg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99364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940" y="63500"/>
            <a:ext cx="6751955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3746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3746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99364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8785" y="1129029"/>
            <a:ext cx="4337050" cy="429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3746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92564"/>
            <a:ext cx="12192000" cy="106831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2967228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3746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3746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3500"/>
            <a:ext cx="929894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3534" y="1215034"/>
            <a:ext cx="8367395" cy="1560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44173" y="6444131"/>
            <a:ext cx="269240" cy="19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3746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9.jpg"/><Relationship Id="rId4" Type="http://schemas.openxmlformats.org/officeDocument/2006/relationships/hyperlink" Target="https://professorkhancom.files.wordpress.com/2020/09/gephi.jpg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2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2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2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31617"/>
            <a:ext cx="17284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Graphs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ct val="100000"/>
              </a:lnSpc>
            </a:pPr>
            <a:r>
              <a:rPr dirty="0" spc="-25"/>
              <a:t>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Graphs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43534" y="1215034"/>
            <a:ext cx="8423910" cy="222885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6F2F9F"/>
                </a:solidFill>
                <a:latin typeface="Franklin Gothic Medium"/>
                <a:cs typeface="Franklin Gothic Medium"/>
              </a:rPr>
              <a:t>Graphs</a:t>
            </a:r>
            <a:r>
              <a:rPr dirty="0" sz="2800" spc="-80">
                <a:solidFill>
                  <a:srgbClr val="6F2F9F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very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useful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structures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35">
                <a:latin typeface="Franklin Gothic Medium"/>
                <a:cs typeface="Franklin Gothic Medium"/>
              </a:rPr>
              <a:t>Computer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Science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They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have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sorts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applications:</a:t>
            </a:r>
            <a:endParaRPr sz="2800">
              <a:latin typeface="Franklin Gothic Medium"/>
              <a:cs typeface="Franklin Gothic Medium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Scheduling</a:t>
            </a:r>
            <a:endParaRPr sz="2400">
              <a:latin typeface="Franklin Gothic Medium"/>
              <a:cs typeface="Franklin Gothic Medium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Optimization</a:t>
            </a:r>
            <a:endParaRPr sz="2400">
              <a:latin typeface="Franklin Gothic Medium"/>
              <a:cs typeface="Franklin Gothic Medium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Communication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840226" y="3366261"/>
            <a:ext cx="5831840" cy="2885440"/>
            <a:chOff x="3840226" y="3366261"/>
            <a:chExt cx="5831840" cy="288544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1238" y="3366261"/>
              <a:ext cx="213867" cy="21386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0226" y="4204461"/>
              <a:ext cx="213868" cy="2138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4734" y="4096257"/>
              <a:ext cx="213868" cy="21386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8090" y="6037833"/>
              <a:ext cx="213868" cy="21386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3974" y="4497069"/>
              <a:ext cx="213867" cy="21386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9366" y="5681217"/>
              <a:ext cx="213867" cy="21386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7690" y="4527550"/>
              <a:ext cx="213867" cy="21386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018026" y="3545585"/>
              <a:ext cx="5476875" cy="2600325"/>
            </a:xfrm>
            <a:custGeom>
              <a:avLst/>
              <a:gdLst/>
              <a:ahLst/>
              <a:cxnLst/>
              <a:rect l="l" t="t" r="r" b="b"/>
              <a:pathLst>
                <a:path w="5476875" h="2600325">
                  <a:moveTo>
                    <a:pt x="1859661" y="0"/>
                  </a:moveTo>
                  <a:lnTo>
                    <a:pt x="0" y="695325"/>
                  </a:lnTo>
                </a:path>
                <a:path w="5476875" h="2600325">
                  <a:moveTo>
                    <a:pt x="0" y="838200"/>
                  </a:moveTo>
                  <a:lnTo>
                    <a:pt x="1025906" y="2599880"/>
                  </a:lnTo>
                </a:path>
                <a:path w="5476875" h="2600325">
                  <a:moveTo>
                    <a:pt x="1197864" y="2528252"/>
                  </a:moveTo>
                  <a:lnTo>
                    <a:pt x="3993388" y="758951"/>
                  </a:lnTo>
                </a:path>
                <a:path w="5476875" h="2600325">
                  <a:moveTo>
                    <a:pt x="2002536" y="0"/>
                  </a:moveTo>
                  <a:lnTo>
                    <a:pt x="3922649" y="587120"/>
                  </a:lnTo>
                </a:path>
                <a:path w="5476875" h="2600325">
                  <a:moveTo>
                    <a:pt x="1228344" y="2599461"/>
                  </a:moveTo>
                  <a:lnTo>
                    <a:pt x="4378833" y="2243328"/>
                  </a:lnTo>
                </a:path>
                <a:path w="5476875" h="2600325">
                  <a:moveTo>
                    <a:pt x="4478528" y="2142515"/>
                  </a:moveTo>
                  <a:lnTo>
                    <a:pt x="1793748" y="1130808"/>
                  </a:lnTo>
                </a:path>
                <a:path w="5476875" h="2600325">
                  <a:moveTo>
                    <a:pt x="4550664" y="2171471"/>
                  </a:moveTo>
                  <a:lnTo>
                    <a:pt x="5476748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6110" y="4673853"/>
              <a:ext cx="213868" cy="213868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ct val="100000"/>
              </a:lnSpc>
            </a:pPr>
            <a:r>
              <a:rPr dirty="0" spc="-25"/>
              <a:t>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/>
              <a:t>Def:</a:t>
            </a:r>
            <a:r>
              <a:rPr dirty="0" spc="-100"/>
              <a:t> </a:t>
            </a:r>
            <a:r>
              <a:rPr dirty="0" spc="-204"/>
              <a:t>A</a:t>
            </a:r>
            <a:r>
              <a:rPr dirty="0" spc="10"/>
              <a:t> </a:t>
            </a:r>
            <a:r>
              <a:rPr dirty="0" spc="-10"/>
              <a:t>graph</a:t>
            </a:r>
            <a:r>
              <a:rPr dirty="0" spc="-20"/>
              <a:t> </a:t>
            </a:r>
            <a:r>
              <a:rPr dirty="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pc="1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pair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sets</a:t>
            </a:r>
            <a:r>
              <a:rPr dirty="0" spc="-30"/>
              <a:t> </a:t>
            </a:r>
            <a:r>
              <a:rPr dirty="0"/>
              <a:t>(</a:t>
            </a:r>
            <a:r>
              <a:rPr dirty="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/>
              <a:t>,</a:t>
            </a:r>
            <a:r>
              <a:rPr dirty="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/>
              <a:t>)</a:t>
            </a:r>
            <a:r>
              <a:rPr dirty="0" spc="-40"/>
              <a:t> </a:t>
            </a:r>
            <a:r>
              <a:rPr dirty="0" spc="-10"/>
              <a:t>where: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pos="240029" algn="l"/>
              </a:tabLst>
            </a:pPr>
            <a:r>
              <a:rPr dirty="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pc="7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40"/>
              <a:t>nonempty</a:t>
            </a:r>
            <a:r>
              <a:rPr dirty="0" spc="-65"/>
              <a:t> </a:t>
            </a:r>
            <a:r>
              <a:rPr dirty="0"/>
              <a:t>set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35"/>
              <a:t>items</a:t>
            </a:r>
            <a:r>
              <a:rPr dirty="0" spc="-75"/>
              <a:t> </a:t>
            </a:r>
            <a:r>
              <a:rPr dirty="0"/>
              <a:t>called</a:t>
            </a:r>
            <a:r>
              <a:rPr dirty="0" spc="-75"/>
              <a:t> </a:t>
            </a:r>
            <a:r>
              <a:rPr dirty="0"/>
              <a:t>vertices</a:t>
            </a:r>
            <a:r>
              <a:rPr dirty="0" spc="-60"/>
              <a:t> </a:t>
            </a:r>
            <a:r>
              <a:rPr dirty="0"/>
              <a:t>(or</a:t>
            </a:r>
            <a:r>
              <a:rPr dirty="0" spc="-80"/>
              <a:t> </a:t>
            </a:r>
            <a:r>
              <a:rPr dirty="0" spc="-10"/>
              <a:t>nodes)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pos="240029" algn="l"/>
              </a:tabLst>
            </a:pPr>
            <a:r>
              <a:rPr dirty="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pc="114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/>
              <a:t>set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2-</a:t>
            </a:r>
            <a:r>
              <a:rPr dirty="0" spc="-60"/>
              <a:t>item</a:t>
            </a:r>
            <a:r>
              <a:rPr dirty="0" spc="-70"/>
              <a:t> </a:t>
            </a:r>
            <a:r>
              <a:rPr dirty="0"/>
              <a:t>subsets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pc="10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/>
              <a:t>called</a:t>
            </a:r>
            <a:r>
              <a:rPr dirty="0" spc="-75"/>
              <a:t> </a:t>
            </a:r>
            <a:r>
              <a:rPr dirty="0" spc="-10"/>
              <a:t>edges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Graphs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937005" y="3366261"/>
            <a:ext cx="5831840" cy="2885440"/>
            <a:chOff x="937005" y="3366261"/>
            <a:chExt cx="5831840" cy="288544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9541" y="3366261"/>
              <a:ext cx="213868" cy="21386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7005" y="4204461"/>
              <a:ext cx="213868" cy="2138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1514" y="4096257"/>
              <a:ext cx="213868" cy="21386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869" y="6037833"/>
              <a:ext cx="213868" cy="21386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0754" y="4497069"/>
              <a:ext cx="213868" cy="21386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146" y="5681217"/>
              <a:ext cx="213867" cy="21386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4470" y="4527550"/>
              <a:ext cx="213868" cy="21386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116329" y="3545585"/>
              <a:ext cx="5475605" cy="2600325"/>
            </a:xfrm>
            <a:custGeom>
              <a:avLst/>
              <a:gdLst/>
              <a:ahLst/>
              <a:cxnLst/>
              <a:rect l="l" t="t" r="r" b="b"/>
              <a:pathLst>
                <a:path w="5475605" h="2600325">
                  <a:moveTo>
                    <a:pt x="1859661" y="0"/>
                  </a:moveTo>
                  <a:lnTo>
                    <a:pt x="0" y="695325"/>
                  </a:lnTo>
                </a:path>
                <a:path w="5475605" h="2600325">
                  <a:moveTo>
                    <a:pt x="0" y="838200"/>
                  </a:moveTo>
                  <a:lnTo>
                    <a:pt x="1025906" y="2599880"/>
                  </a:lnTo>
                </a:path>
                <a:path w="5475605" h="2600325">
                  <a:moveTo>
                    <a:pt x="1197864" y="2528252"/>
                  </a:moveTo>
                  <a:lnTo>
                    <a:pt x="3993387" y="758951"/>
                  </a:lnTo>
                </a:path>
                <a:path w="5475605" h="2600325">
                  <a:moveTo>
                    <a:pt x="2001012" y="0"/>
                  </a:moveTo>
                  <a:lnTo>
                    <a:pt x="3921125" y="587120"/>
                  </a:lnTo>
                </a:path>
                <a:path w="5475605" h="2600325">
                  <a:moveTo>
                    <a:pt x="1226820" y="2599461"/>
                  </a:moveTo>
                  <a:lnTo>
                    <a:pt x="4377308" y="2243328"/>
                  </a:lnTo>
                </a:path>
                <a:path w="5475605" h="2600325">
                  <a:moveTo>
                    <a:pt x="4478528" y="2142515"/>
                  </a:moveTo>
                  <a:lnTo>
                    <a:pt x="1793747" y="1130808"/>
                  </a:lnTo>
                </a:path>
                <a:path w="5475605" h="2600325">
                  <a:moveTo>
                    <a:pt x="4549140" y="2171471"/>
                  </a:moveTo>
                  <a:lnTo>
                    <a:pt x="5475224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59917" y="4041140"/>
            <a:ext cx="292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562098" y="309841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895220" y="6159500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91938" y="3783838"/>
            <a:ext cx="286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515355" y="5853480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466720" y="425538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279134" y="4312742"/>
            <a:ext cx="29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7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053071" y="3827475"/>
            <a:ext cx="49434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2800" spc="32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22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2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4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6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7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0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8</a:t>
            </a:r>
            <a:r>
              <a:rPr dirty="0" sz="2800" spc="-25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7942580" y="4621021"/>
            <a:ext cx="1076960" cy="330835"/>
          </a:xfrm>
          <a:custGeom>
            <a:avLst/>
            <a:gdLst/>
            <a:ahLst/>
            <a:cxnLst/>
            <a:rect l="l" t="t" r="r" b="b"/>
            <a:pathLst>
              <a:path w="1076959" h="330835">
                <a:moveTo>
                  <a:pt x="970788" y="0"/>
                </a:moveTo>
                <a:lnTo>
                  <a:pt x="966343" y="0"/>
                </a:lnTo>
                <a:lnTo>
                  <a:pt x="966343" y="13080"/>
                </a:lnTo>
                <a:lnTo>
                  <a:pt x="968883" y="13080"/>
                </a:lnTo>
                <a:lnTo>
                  <a:pt x="980767" y="13912"/>
                </a:lnTo>
                <a:lnTo>
                  <a:pt x="1014493" y="33857"/>
                </a:lnTo>
                <a:lnTo>
                  <a:pt x="1022476" y="69468"/>
                </a:lnTo>
                <a:lnTo>
                  <a:pt x="1022371" y="72643"/>
                </a:lnTo>
                <a:lnTo>
                  <a:pt x="1022262" y="75920"/>
                </a:lnTo>
                <a:lnTo>
                  <a:pt x="1021619" y="83073"/>
                </a:lnTo>
                <a:lnTo>
                  <a:pt x="1020548" y="90918"/>
                </a:lnTo>
                <a:lnTo>
                  <a:pt x="1019048" y="99440"/>
                </a:lnTo>
                <a:lnTo>
                  <a:pt x="1017474" y="107751"/>
                </a:lnTo>
                <a:lnTo>
                  <a:pt x="1016365" y="114776"/>
                </a:lnTo>
                <a:lnTo>
                  <a:pt x="1015708" y="120515"/>
                </a:lnTo>
                <a:lnTo>
                  <a:pt x="1015492" y="124967"/>
                </a:lnTo>
                <a:lnTo>
                  <a:pt x="1016039" y="131988"/>
                </a:lnTo>
                <a:lnTo>
                  <a:pt x="1017568" y="137921"/>
                </a:lnTo>
                <a:lnTo>
                  <a:pt x="1017682" y="138366"/>
                </a:lnTo>
                <a:lnTo>
                  <a:pt x="1044828" y="163067"/>
                </a:lnTo>
                <a:lnTo>
                  <a:pt x="1044828" y="166242"/>
                </a:lnTo>
                <a:lnTo>
                  <a:pt x="1016039" y="197322"/>
                </a:lnTo>
                <a:lnTo>
                  <a:pt x="1015492" y="204342"/>
                </a:lnTo>
                <a:lnTo>
                  <a:pt x="1015708" y="208795"/>
                </a:lnTo>
                <a:lnTo>
                  <a:pt x="1016365" y="214534"/>
                </a:lnTo>
                <a:lnTo>
                  <a:pt x="1017474" y="221559"/>
                </a:lnTo>
                <a:lnTo>
                  <a:pt x="1019048" y="229869"/>
                </a:lnTo>
                <a:lnTo>
                  <a:pt x="1020548" y="238446"/>
                </a:lnTo>
                <a:lnTo>
                  <a:pt x="1021619" y="246284"/>
                </a:lnTo>
                <a:lnTo>
                  <a:pt x="1022262" y="253408"/>
                </a:lnTo>
                <a:lnTo>
                  <a:pt x="1022375" y="256794"/>
                </a:lnTo>
                <a:lnTo>
                  <a:pt x="1022476" y="259841"/>
                </a:lnTo>
                <a:lnTo>
                  <a:pt x="1021608" y="274175"/>
                </a:lnTo>
                <a:lnTo>
                  <a:pt x="1021593" y="274413"/>
                </a:lnTo>
                <a:lnTo>
                  <a:pt x="1000440" y="310032"/>
                </a:lnTo>
                <a:lnTo>
                  <a:pt x="968883" y="317372"/>
                </a:lnTo>
                <a:lnTo>
                  <a:pt x="966343" y="317372"/>
                </a:lnTo>
                <a:lnTo>
                  <a:pt x="966343" y="330580"/>
                </a:lnTo>
                <a:lnTo>
                  <a:pt x="970788" y="330580"/>
                </a:lnTo>
                <a:lnTo>
                  <a:pt x="989885" y="329199"/>
                </a:lnTo>
                <a:lnTo>
                  <a:pt x="1031748" y="311911"/>
                </a:lnTo>
                <a:lnTo>
                  <a:pt x="1050618" y="274413"/>
                </a:lnTo>
                <a:lnTo>
                  <a:pt x="1051941" y="256794"/>
                </a:lnTo>
                <a:lnTo>
                  <a:pt x="1051681" y="249316"/>
                </a:lnTo>
                <a:lnTo>
                  <a:pt x="1050909" y="241363"/>
                </a:lnTo>
                <a:lnTo>
                  <a:pt x="1049637" y="232933"/>
                </a:lnTo>
                <a:lnTo>
                  <a:pt x="1047876" y="224027"/>
                </a:lnTo>
                <a:lnTo>
                  <a:pt x="1045210" y="211708"/>
                </a:lnTo>
                <a:lnTo>
                  <a:pt x="1043813" y="203453"/>
                </a:lnTo>
                <a:lnTo>
                  <a:pt x="1043813" y="191388"/>
                </a:lnTo>
                <a:lnTo>
                  <a:pt x="1046479" y="184911"/>
                </a:lnTo>
                <a:lnTo>
                  <a:pt x="1076960" y="171830"/>
                </a:lnTo>
                <a:lnTo>
                  <a:pt x="1076960" y="157606"/>
                </a:lnTo>
                <a:lnTo>
                  <a:pt x="1043813" y="137921"/>
                </a:lnTo>
                <a:lnTo>
                  <a:pt x="1043813" y="125856"/>
                </a:lnTo>
                <a:lnTo>
                  <a:pt x="1045210" y="117601"/>
                </a:lnTo>
                <a:lnTo>
                  <a:pt x="1047876" y="105409"/>
                </a:lnTo>
                <a:lnTo>
                  <a:pt x="1049637" y="96432"/>
                </a:lnTo>
                <a:lnTo>
                  <a:pt x="1050909" y="87979"/>
                </a:lnTo>
                <a:lnTo>
                  <a:pt x="1051681" y="80049"/>
                </a:lnTo>
                <a:lnTo>
                  <a:pt x="1051825" y="75920"/>
                </a:lnTo>
                <a:lnTo>
                  <a:pt x="1051941" y="72643"/>
                </a:lnTo>
                <a:lnTo>
                  <a:pt x="1050678" y="55707"/>
                </a:lnTo>
                <a:lnTo>
                  <a:pt x="1031748" y="18541"/>
                </a:lnTo>
                <a:lnTo>
                  <a:pt x="989885" y="1379"/>
                </a:lnTo>
                <a:lnTo>
                  <a:pt x="970788" y="0"/>
                </a:lnTo>
                <a:close/>
              </a:path>
              <a:path w="1076959" h="330835">
                <a:moveTo>
                  <a:pt x="110617" y="0"/>
                </a:moveTo>
                <a:lnTo>
                  <a:pt x="106172" y="0"/>
                </a:lnTo>
                <a:lnTo>
                  <a:pt x="87074" y="1379"/>
                </a:lnTo>
                <a:lnTo>
                  <a:pt x="45212" y="18541"/>
                </a:lnTo>
                <a:lnTo>
                  <a:pt x="26342" y="55364"/>
                </a:lnTo>
                <a:lnTo>
                  <a:pt x="26281" y="55600"/>
                </a:lnTo>
                <a:lnTo>
                  <a:pt x="25248" y="69341"/>
                </a:lnTo>
                <a:lnTo>
                  <a:pt x="25134" y="75721"/>
                </a:lnTo>
                <a:lnTo>
                  <a:pt x="25278" y="79867"/>
                </a:lnTo>
                <a:lnTo>
                  <a:pt x="26050" y="87820"/>
                </a:lnTo>
                <a:lnTo>
                  <a:pt x="27322" y="96250"/>
                </a:lnTo>
                <a:lnTo>
                  <a:pt x="29083" y="105155"/>
                </a:lnTo>
                <a:lnTo>
                  <a:pt x="31750" y="117475"/>
                </a:lnTo>
                <a:lnTo>
                  <a:pt x="33147" y="125602"/>
                </a:lnTo>
                <a:lnTo>
                  <a:pt x="33147" y="137794"/>
                </a:lnTo>
                <a:lnTo>
                  <a:pt x="30479" y="144271"/>
                </a:lnTo>
                <a:lnTo>
                  <a:pt x="0" y="157352"/>
                </a:lnTo>
                <a:lnTo>
                  <a:pt x="0" y="171576"/>
                </a:lnTo>
                <a:lnTo>
                  <a:pt x="33147" y="191261"/>
                </a:lnTo>
                <a:lnTo>
                  <a:pt x="33147" y="203326"/>
                </a:lnTo>
                <a:lnTo>
                  <a:pt x="31750" y="211581"/>
                </a:lnTo>
                <a:lnTo>
                  <a:pt x="29083" y="223773"/>
                </a:lnTo>
                <a:lnTo>
                  <a:pt x="27322" y="232751"/>
                </a:lnTo>
                <a:lnTo>
                  <a:pt x="26050" y="241204"/>
                </a:lnTo>
                <a:lnTo>
                  <a:pt x="25278" y="249134"/>
                </a:lnTo>
                <a:lnTo>
                  <a:pt x="25134" y="253263"/>
                </a:lnTo>
                <a:lnTo>
                  <a:pt x="25019" y="256539"/>
                </a:lnTo>
                <a:lnTo>
                  <a:pt x="26281" y="274067"/>
                </a:lnTo>
                <a:lnTo>
                  <a:pt x="45212" y="311911"/>
                </a:lnTo>
                <a:lnTo>
                  <a:pt x="87074" y="329199"/>
                </a:lnTo>
                <a:lnTo>
                  <a:pt x="106172" y="330580"/>
                </a:lnTo>
                <a:lnTo>
                  <a:pt x="110617" y="330580"/>
                </a:lnTo>
                <a:lnTo>
                  <a:pt x="110617" y="317372"/>
                </a:lnTo>
                <a:lnTo>
                  <a:pt x="108076" y="317372"/>
                </a:lnTo>
                <a:lnTo>
                  <a:pt x="96192" y="316561"/>
                </a:lnTo>
                <a:lnTo>
                  <a:pt x="62466" y="296630"/>
                </a:lnTo>
                <a:lnTo>
                  <a:pt x="54483" y="259714"/>
                </a:lnTo>
                <a:lnTo>
                  <a:pt x="54588" y="256539"/>
                </a:lnTo>
                <a:lnTo>
                  <a:pt x="54697" y="253263"/>
                </a:lnTo>
                <a:lnTo>
                  <a:pt x="55340" y="246110"/>
                </a:lnTo>
                <a:lnTo>
                  <a:pt x="56411" y="238265"/>
                </a:lnTo>
                <a:lnTo>
                  <a:pt x="57912" y="229742"/>
                </a:lnTo>
                <a:lnTo>
                  <a:pt x="59485" y="221432"/>
                </a:lnTo>
                <a:lnTo>
                  <a:pt x="60594" y="214407"/>
                </a:lnTo>
                <a:lnTo>
                  <a:pt x="61251" y="208668"/>
                </a:lnTo>
                <a:lnTo>
                  <a:pt x="61468" y="204215"/>
                </a:lnTo>
                <a:lnTo>
                  <a:pt x="60920" y="197193"/>
                </a:lnTo>
                <a:lnTo>
                  <a:pt x="59395" y="191261"/>
                </a:lnTo>
                <a:lnTo>
                  <a:pt x="59277" y="190801"/>
                </a:lnTo>
                <a:lnTo>
                  <a:pt x="32130" y="166115"/>
                </a:lnTo>
                <a:lnTo>
                  <a:pt x="32130" y="162940"/>
                </a:lnTo>
                <a:lnTo>
                  <a:pt x="60920" y="131843"/>
                </a:lnTo>
                <a:lnTo>
                  <a:pt x="61468" y="124840"/>
                </a:lnTo>
                <a:lnTo>
                  <a:pt x="61251" y="120388"/>
                </a:lnTo>
                <a:lnTo>
                  <a:pt x="60594" y="114649"/>
                </a:lnTo>
                <a:lnTo>
                  <a:pt x="59485" y="107624"/>
                </a:lnTo>
                <a:lnTo>
                  <a:pt x="57912" y="99313"/>
                </a:lnTo>
                <a:lnTo>
                  <a:pt x="56411" y="90719"/>
                </a:lnTo>
                <a:lnTo>
                  <a:pt x="55340" y="82851"/>
                </a:lnTo>
                <a:lnTo>
                  <a:pt x="54697" y="75721"/>
                </a:lnTo>
                <a:lnTo>
                  <a:pt x="54585" y="72389"/>
                </a:lnTo>
                <a:lnTo>
                  <a:pt x="54483" y="69341"/>
                </a:lnTo>
                <a:lnTo>
                  <a:pt x="55351" y="55600"/>
                </a:lnTo>
                <a:lnTo>
                  <a:pt x="55366" y="55364"/>
                </a:lnTo>
                <a:lnTo>
                  <a:pt x="58023" y="43529"/>
                </a:lnTo>
                <a:lnTo>
                  <a:pt x="85677" y="16398"/>
                </a:lnTo>
                <a:lnTo>
                  <a:pt x="108076" y="13080"/>
                </a:lnTo>
                <a:lnTo>
                  <a:pt x="110617" y="13080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9184640" y="4621021"/>
            <a:ext cx="1078865" cy="330835"/>
          </a:xfrm>
          <a:custGeom>
            <a:avLst/>
            <a:gdLst/>
            <a:ahLst/>
            <a:cxnLst/>
            <a:rect l="l" t="t" r="r" b="b"/>
            <a:pathLst>
              <a:path w="1078865" h="330835">
                <a:moveTo>
                  <a:pt x="972311" y="0"/>
                </a:moveTo>
                <a:lnTo>
                  <a:pt x="967866" y="0"/>
                </a:lnTo>
                <a:lnTo>
                  <a:pt x="967866" y="13080"/>
                </a:lnTo>
                <a:lnTo>
                  <a:pt x="970406" y="13080"/>
                </a:lnTo>
                <a:lnTo>
                  <a:pt x="982291" y="13912"/>
                </a:lnTo>
                <a:lnTo>
                  <a:pt x="1016017" y="33857"/>
                </a:lnTo>
                <a:lnTo>
                  <a:pt x="1024001" y="69468"/>
                </a:lnTo>
                <a:lnTo>
                  <a:pt x="1023895" y="72643"/>
                </a:lnTo>
                <a:lnTo>
                  <a:pt x="1018998" y="107751"/>
                </a:lnTo>
                <a:lnTo>
                  <a:pt x="1017889" y="114776"/>
                </a:lnTo>
                <a:lnTo>
                  <a:pt x="1017232" y="120515"/>
                </a:lnTo>
                <a:lnTo>
                  <a:pt x="1017015" y="124967"/>
                </a:lnTo>
                <a:lnTo>
                  <a:pt x="1017563" y="131988"/>
                </a:lnTo>
                <a:lnTo>
                  <a:pt x="1019092" y="137921"/>
                </a:lnTo>
                <a:lnTo>
                  <a:pt x="1019206" y="138366"/>
                </a:lnTo>
                <a:lnTo>
                  <a:pt x="1046352" y="163067"/>
                </a:lnTo>
                <a:lnTo>
                  <a:pt x="1046352" y="166242"/>
                </a:lnTo>
                <a:lnTo>
                  <a:pt x="1017563" y="197322"/>
                </a:lnTo>
                <a:lnTo>
                  <a:pt x="1017015" y="204342"/>
                </a:lnTo>
                <a:lnTo>
                  <a:pt x="1017232" y="208795"/>
                </a:lnTo>
                <a:lnTo>
                  <a:pt x="1017889" y="214534"/>
                </a:lnTo>
                <a:lnTo>
                  <a:pt x="1018998" y="221559"/>
                </a:lnTo>
                <a:lnTo>
                  <a:pt x="1020571" y="229869"/>
                </a:lnTo>
                <a:lnTo>
                  <a:pt x="1022072" y="238446"/>
                </a:lnTo>
                <a:lnTo>
                  <a:pt x="1023143" y="246284"/>
                </a:lnTo>
                <a:lnTo>
                  <a:pt x="1023786" y="253408"/>
                </a:lnTo>
                <a:lnTo>
                  <a:pt x="1023899" y="256794"/>
                </a:lnTo>
                <a:lnTo>
                  <a:pt x="1024001" y="259841"/>
                </a:lnTo>
                <a:lnTo>
                  <a:pt x="1023132" y="274175"/>
                </a:lnTo>
                <a:lnTo>
                  <a:pt x="1023117" y="274413"/>
                </a:lnTo>
                <a:lnTo>
                  <a:pt x="1001964" y="310032"/>
                </a:lnTo>
                <a:lnTo>
                  <a:pt x="970406" y="317372"/>
                </a:lnTo>
                <a:lnTo>
                  <a:pt x="967866" y="317372"/>
                </a:lnTo>
                <a:lnTo>
                  <a:pt x="967866" y="330580"/>
                </a:lnTo>
                <a:lnTo>
                  <a:pt x="972311" y="330580"/>
                </a:lnTo>
                <a:lnTo>
                  <a:pt x="991409" y="329199"/>
                </a:lnTo>
                <a:lnTo>
                  <a:pt x="1033271" y="311911"/>
                </a:lnTo>
                <a:lnTo>
                  <a:pt x="1052142" y="274413"/>
                </a:lnTo>
                <a:lnTo>
                  <a:pt x="1053464" y="256794"/>
                </a:lnTo>
                <a:lnTo>
                  <a:pt x="1053205" y="249316"/>
                </a:lnTo>
                <a:lnTo>
                  <a:pt x="1052433" y="241363"/>
                </a:lnTo>
                <a:lnTo>
                  <a:pt x="1051161" y="232933"/>
                </a:lnTo>
                <a:lnTo>
                  <a:pt x="1049401" y="224027"/>
                </a:lnTo>
                <a:lnTo>
                  <a:pt x="1046733" y="211708"/>
                </a:lnTo>
                <a:lnTo>
                  <a:pt x="1045336" y="203453"/>
                </a:lnTo>
                <a:lnTo>
                  <a:pt x="1045336" y="191388"/>
                </a:lnTo>
                <a:lnTo>
                  <a:pt x="1048003" y="184911"/>
                </a:lnTo>
                <a:lnTo>
                  <a:pt x="1078483" y="171830"/>
                </a:lnTo>
                <a:lnTo>
                  <a:pt x="1078483" y="157606"/>
                </a:lnTo>
                <a:lnTo>
                  <a:pt x="1045336" y="137921"/>
                </a:lnTo>
                <a:lnTo>
                  <a:pt x="1045336" y="125856"/>
                </a:lnTo>
                <a:lnTo>
                  <a:pt x="1046733" y="117601"/>
                </a:lnTo>
                <a:lnTo>
                  <a:pt x="1049401" y="105409"/>
                </a:lnTo>
                <a:lnTo>
                  <a:pt x="1051161" y="96432"/>
                </a:lnTo>
                <a:lnTo>
                  <a:pt x="1052433" y="87979"/>
                </a:lnTo>
                <a:lnTo>
                  <a:pt x="1053205" y="80049"/>
                </a:lnTo>
                <a:lnTo>
                  <a:pt x="1053349" y="75920"/>
                </a:lnTo>
                <a:lnTo>
                  <a:pt x="1053464" y="72643"/>
                </a:lnTo>
                <a:lnTo>
                  <a:pt x="1052202" y="55707"/>
                </a:lnTo>
                <a:lnTo>
                  <a:pt x="1033271" y="18541"/>
                </a:lnTo>
                <a:lnTo>
                  <a:pt x="991409" y="1379"/>
                </a:lnTo>
                <a:lnTo>
                  <a:pt x="972311" y="0"/>
                </a:lnTo>
                <a:close/>
              </a:path>
              <a:path w="1078865" h="330835">
                <a:moveTo>
                  <a:pt x="110616" y="0"/>
                </a:moveTo>
                <a:lnTo>
                  <a:pt x="106171" y="0"/>
                </a:lnTo>
                <a:lnTo>
                  <a:pt x="87074" y="1379"/>
                </a:lnTo>
                <a:lnTo>
                  <a:pt x="45211" y="18541"/>
                </a:lnTo>
                <a:lnTo>
                  <a:pt x="26342" y="55364"/>
                </a:lnTo>
                <a:lnTo>
                  <a:pt x="26281" y="55600"/>
                </a:lnTo>
                <a:lnTo>
                  <a:pt x="25248" y="69341"/>
                </a:lnTo>
                <a:lnTo>
                  <a:pt x="25134" y="75721"/>
                </a:lnTo>
                <a:lnTo>
                  <a:pt x="25278" y="79867"/>
                </a:lnTo>
                <a:lnTo>
                  <a:pt x="26050" y="87820"/>
                </a:lnTo>
                <a:lnTo>
                  <a:pt x="27322" y="96250"/>
                </a:lnTo>
                <a:lnTo>
                  <a:pt x="29082" y="105155"/>
                </a:lnTo>
                <a:lnTo>
                  <a:pt x="31750" y="117475"/>
                </a:lnTo>
                <a:lnTo>
                  <a:pt x="33146" y="125602"/>
                </a:lnTo>
                <a:lnTo>
                  <a:pt x="33146" y="137794"/>
                </a:lnTo>
                <a:lnTo>
                  <a:pt x="30479" y="144271"/>
                </a:lnTo>
                <a:lnTo>
                  <a:pt x="0" y="157352"/>
                </a:lnTo>
                <a:lnTo>
                  <a:pt x="0" y="171576"/>
                </a:lnTo>
                <a:lnTo>
                  <a:pt x="33146" y="191261"/>
                </a:lnTo>
                <a:lnTo>
                  <a:pt x="33146" y="203326"/>
                </a:lnTo>
                <a:lnTo>
                  <a:pt x="31750" y="211581"/>
                </a:lnTo>
                <a:lnTo>
                  <a:pt x="29082" y="223773"/>
                </a:lnTo>
                <a:lnTo>
                  <a:pt x="27322" y="232751"/>
                </a:lnTo>
                <a:lnTo>
                  <a:pt x="26050" y="241204"/>
                </a:lnTo>
                <a:lnTo>
                  <a:pt x="25278" y="249134"/>
                </a:lnTo>
                <a:lnTo>
                  <a:pt x="25134" y="253263"/>
                </a:lnTo>
                <a:lnTo>
                  <a:pt x="25018" y="256539"/>
                </a:lnTo>
                <a:lnTo>
                  <a:pt x="26281" y="274067"/>
                </a:lnTo>
                <a:lnTo>
                  <a:pt x="45211" y="311911"/>
                </a:lnTo>
                <a:lnTo>
                  <a:pt x="87074" y="329199"/>
                </a:lnTo>
                <a:lnTo>
                  <a:pt x="106171" y="330580"/>
                </a:lnTo>
                <a:lnTo>
                  <a:pt x="110616" y="330580"/>
                </a:lnTo>
                <a:lnTo>
                  <a:pt x="110616" y="317372"/>
                </a:lnTo>
                <a:lnTo>
                  <a:pt x="108076" y="317372"/>
                </a:lnTo>
                <a:lnTo>
                  <a:pt x="96192" y="316561"/>
                </a:lnTo>
                <a:lnTo>
                  <a:pt x="62466" y="296630"/>
                </a:lnTo>
                <a:lnTo>
                  <a:pt x="54482" y="259714"/>
                </a:lnTo>
                <a:lnTo>
                  <a:pt x="54588" y="256539"/>
                </a:lnTo>
                <a:lnTo>
                  <a:pt x="59485" y="221432"/>
                </a:lnTo>
                <a:lnTo>
                  <a:pt x="60594" y="214407"/>
                </a:lnTo>
                <a:lnTo>
                  <a:pt x="61251" y="208668"/>
                </a:lnTo>
                <a:lnTo>
                  <a:pt x="61467" y="204215"/>
                </a:lnTo>
                <a:lnTo>
                  <a:pt x="60920" y="197193"/>
                </a:lnTo>
                <a:lnTo>
                  <a:pt x="59395" y="191261"/>
                </a:lnTo>
                <a:lnTo>
                  <a:pt x="59277" y="190801"/>
                </a:lnTo>
                <a:lnTo>
                  <a:pt x="32130" y="166115"/>
                </a:lnTo>
                <a:lnTo>
                  <a:pt x="32130" y="162940"/>
                </a:lnTo>
                <a:lnTo>
                  <a:pt x="60920" y="131843"/>
                </a:lnTo>
                <a:lnTo>
                  <a:pt x="61467" y="124840"/>
                </a:lnTo>
                <a:lnTo>
                  <a:pt x="61251" y="120388"/>
                </a:lnTo>
                <a:lnTo>
                  <a:pt x="60594" y="114649"/>
                </a:lnTo>
                <a:lnTo>
                  <a:pt x="59485" y="107624"/>
                </a:lnTo>
                <a:lnTo>
                  <a:pt x="57911" y="99313"/>
                </a:lnTo>
                <a:lnTo>
                  <a:pt x="56411" y="90719"/>
                </a:lnTo>
                <a:lnTo>
                  <a:pt x="55340" y="82851"/>
                </a:lnTo>
                <a:lnTo>
                  <a:pt x="54697" y="75721"/>
                </a:lnTo>
                <a:lnTo>
                  <a:pt x="54585" y="72389"/>
                </a:lnTo>
                <a:lnTo>
                  <a:pt x="54482" y="69341"/>
                </a:lnTo>
                <a:lnTo>
                  <a:pt x="55351" y="55600"/>
                </a:lnTo>
                <a:lnTo>
                  <a:pt x="55366" y="55364"/>
                </a:lnTo>
                <a:lnTo>
                  <a:pt x="58023" y="43529"/>
                </a:lnTo>
                <a:lnTo>
                  <a:pt x="85677" y="16398"/>
                </a:lnTo>
                <a:lnTo>
                  <a:pt x="108076" y="13080"/>
                </a:lnTo>
                <a:lnTo>
                  <a:pt x="110616" y="13080"/>
                </a:lnTo>
                <a:lnTo>
                  <a:pt x="110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0428223" y="4621021"/>
            <a:ext cx="1071245" cy="330835"/>
          </a:xfrm>
          <a:custGeom>
            <a:avLst/>
            <a:gdLst/>
            <a:ahLst/>
            <a:cxnLst/>
            <a:rect l="l" t="t" r="r" b="b"/>
            <a:pathLst>
              <a:path w="1071245" h="330835">
                <a:moveTo>
                  <a:pt x="964692" y="0"/>
                </a:moveTo>
                <a:lnTo>
                  <a:pt x="960247" y="0"/>
                </a:lnTo>
                <a:lnTo>
                  <a:pt x="960247" y="13080"/>
                </a:lnTo>
                <a:lnTo>
                  <a:pt x="962786" y="13080"/>
                </a:lnTo>
                <a:lnTo>
                  <a:pt x="974671" y="13912"/>
                </a:lnTo>
                <a:lnTo>
                  <a:pt x="1008397" y="33857"/>
                </a:lnTo>
                <a:lnTo>
                  <a:pt x="1016380" y="69468"/>
                </a:lnTo>
                <a:lnTo>
                  <a:pt x="1016275" y="72643"/>
                </a:lnTo>
                <a:lnTo>
                  <a:pt x="1011378" y="107751"/>
                </a:lnTo>
                <a:lnTo>
                  <a:pt x="1010269" y="114776"/>
                </a:lnTo>
                <a:lnTo>
                  <a:pt x="1009612" y="120515"/>
                </a:lnTo>
                <a:lnTo>
                  <a:pt x="1009396" y="124967"/>
                </a:lnTo>
                <a:lnTo>
                  <a:pt x="1009943" y="131988"/>
                </a:lnTo>
                <a:lnTo>
                  <a:pt x="1011472" y="137921"/>
                </a:lnTo>
                <a:lnTo>
                  <a:pt x="1011586" y="138366"/>
                </a:lnTo>
                <a:lnTo>
                  <a:pt x="1038732" y="163067"/>
                </a:lnTo>
                <a:lnTo>
                  <a:pt x="1038732" y="166242"/>
                </a:lnTo>
                <a:lnTo>
                  <a:pt x="1009943" y="197322"/>
                </a:lnTo>
                <a:lnTo>
                  <a:pt x="1009396" y="204342"/>
                </a:lnTo>
                <a:lnTo>
                  <a:pt x="1009612" y="208795"/>
                </a:lnTo>
                <a:lnTo>
                  <a:pt x="1010269" y="214534"/>
                </a:lnTo>
                <a:lnTo>
                  <a:pt x="1011378" y="221559"/>
                </a:lnTo>
                <a:lnTo>
                  <a:pt x="1012951" y="229869"/>
                </a:lnTo>
                <a:lnTo>
                  <a:pt x="1014452" y="238446"/>
                </a:lnTo>
                <a:lnTo>
                  <a:pt x="1015523" y="246284"/>
                </a:lnTo>
                <a:lnTo>
                  <a:pt x="1016166" y="253408"/>
                </a:lnTo>
                <a:lnTo>
                  <a:pt x="1016279" y="256794"/>
                </a:lnTo>
                <a:lnTo>
                  <a:pt x="1016380" y="259841"/>
                </a:lnTo>
                <a:lnTo>
                  <a:pt x="1015512" y="274175"/>
                </a:lnTo>
                <a:lnTo>
                  <a:pt x="1015497" y="274413"/>
                </a:lnTo>
                <a:lnTo>
                  <a:pt x="994344" y="310032"/>
                </a:lnTo>
                <a:lnTo>
                  <a:pt x="962786" y="317372"/>
                </a:lnTo>
                <a:lnTo>
                  <a:pt x="960247" y="317372"/>
                </a:lnTo>
                <a:lnTo>
                  <a:pt x="960247" y="330580"/>
                </a:lnTo>
                <a:lnTo>
                  <a:pt x="964692" y="330580"/>
                </a:lnTo>
                <a:lnTo>
                  <a:pt x="983789" y="329199"/>
                </a:lnTo>
                <a:lnTo>
                  <a:pt x="1025651" y="311911"/>
                </a:lnTo>
                <a:lnTo>
                  <a:pt x="1044522" y="274413"/>
                </a:lnTo>
                <a:lnTo>
                  <a:pt x="1045845" y="256794"/>
                </a:lnTo>
                <a:lnTo>
                  <a:pt x="1045585" y="249316"/>
                </a:lnTo>
                <a:lnTo>
                  <a:pt x="1044813" y="241363"/>
                </a:lnTo>
                <a:lnTo>
                  <a:pt x="1043541" y="232933"/>
                </a:lnTo>
                <a:lnTo>
                  <a:pt x="1041780" y="224027"/>
                </a:lnTo>
                <a:lnTo>
                  <a:pt x="1039114" y="211708"/>
                </a:lnTo>
                <a:lnTo>
                  <a:pt x="1037717" y="203453"/>
                </a:lnTo>
                <a:lnTo>
                  <a:pt x="1037717" y="191388"/>
                </a:lnTo>
                <a:lnTo>
                  <a:pt x="1040383" y="184911"/>
                </a:lnTo>
                <a:lnTo>
                  <a:pt x="1070864" y="171830"/>
                </a:lnTo>
                <a:lnTo>
                  <a:pt x="1070864" y="157606"/>
                </a:lnTo>
                <a:lnTo>
                  <a:pt x="1037717" y="137921"/>
                </a:lnTo>
                <a:lnTo>
                  <a:pt x="1037717" y="125856"/>
                </a:lnTo>
                <a:lnTo>
                  <a:pt x="1039114" y="117601"/>
                </a:lnTo>
                <a:lnTo>
                  <a:pt x="1041780" y="105409"/>
                </a:lnTo>
                <a:lnTo>
                  <a:pt x="1043541" y="96432"/>
                </a:lnTo>
                <a:lnTo>
                  <a:pt x="1044813" y="87979"/>
                </a:lnTo>
                <a:lnTo>
                  <a:pt x="1045585" y="80049"/>
                </a:lnTo>
                <a:lnTo>
                  <a:pt x="1045729" y="75920"/>
                </a:lnTo>
                <a:lnTo>
                  <a:pt x="1045845" y="72643"/>
                </a:lnTo>
                <a:lnTo>
                  <a:pt x="1044582" y="55707"/>
                </a:lnTo>
                <a:lnTo>
                  <a:pt x="1025651" y="18541"/>
                </a:lnTo>
                <a:lnTo>
                  <a:pt x="983789" y="1379"/>
                </a:lnTo>
                <a:lnTo>
                  <a:pt x="964692" y="0"/>
                </a:lnTo>
                <a:close/>
              </a:path>
              <a:path w="1071245" h="330835">
                <a:moveTo>
                  <a:pt x="110617" y="0"/>
                </a:moveTo>
                <a:lnTo>
                  <a:pt x="106172" y="0"/>
                </a:lnTo>
                <a:lnTo>
                  <a:pt x="87074" y="1379"/>
                </a:lnTo>
                <a:lnTo>
                  <a:pt x="45211" y="18541"/>
                </a:lnTo>
                <a:lnTo>
                  <a:pt x="26342" y="55364"/>
                </a:lnTo>
                <a:lnTo>
                  <a:pt x="26281" y="55600"/>
                </a:lnTo>
                <a:lnTo>
                  <a:pt x="25248" y="69341"/>
                </a:lnTo>
                <a:lnTo>
                  <a:pt x="25134" y="75721"/>
                </a:lnTo>
                <a:lnTo>
                  <a:pt x="25278" y="79867"/>
                </a:lnTo>
                <a:lnTo>
                  <a:pt x="26050" y="87820"/>
                </a:lnTo>
                <a:lnTo>
                  <a:pt x="27322" y="96250"/>
                </a:lnTo>
                <a:lnTo>
                  <a:pt x="29082" y="105155"/>
                </a:lnTo>
                <a:lnTo>
                  <a:pt x="31750" y="117475"/>
                </a:lnTo>
                <a:lnTo>
                  <a:pt x="33147" y="125602"/>
                </a:lnTo>
                <a:lnTo>
                  <a:pt x="33147" y="137794"/>
                </a:lnTo>
                <a:lnTo>
                  <a:pt x="30479" y="144271"/>
                </a:lnTo>
                <a:lnTo>
                  <a:pt x="0" y="157352"/>
                </a:lnTo>
                <a:lnTo>
                  <a:pt x="0" y="171576"/>
                </a:lnTo>
                <a:lnTo>
                  <a:pt x="33147" y="191261"/>
                </a:lnTo>
                <a:lnTo>
                  <a:pt x="33147" y="203326"/>
                </a:lnTo>
                <a:lnTo>
                  <a:pt x="31750" y="211581"/>
                </a:lnTo>
                <a:lnTo>
                  <a:pt x="29082" y="223773"/>
                </a:lnTo>
                <a:lnTo>
                  <a:pt x="27322" y="232751"/>
                </a:lnTo>
                <a:lnTo>
                  <a:pt x="26050" y="241204"/>
                </a:lnTo>
                <a:lnTo>
                  <a:pt x="25278" y="249134"/>
                </a:lnTo>
                <a:lnTo>
                  <a:pt x="25134" y="253263"/>
                </a:lnTo>
                <a:lnTo>
                  <a:pt x="25019" y="256539"/>
                </a:lnTo>
                <a:lnTo>
                  <a:pt x="26281" y="274067"/>
                </a:lnTo>
                <a:lnTo>
                  <a:pt x="45211" y="311911"/>
                </a:lnTo>
                <a:lnTo>
                  <a:pt x="87074" y="329199"/>
                </a:lnTo>
                <a:lnTo>
                  <a:pt x="106172" y="330580"/>
                </a:lnTo>
                <a:lnTo>
                  <a:pt x="110617" y="330580"/>
                </a:lnTo>
                <a:lnTo>
                  <a:pt x="110617" y="317372"/>
                </a:lnTo>
                <a:lnTo>
                  <a:pt x="108076" y="317372"/>
                </a:lnTo>
                <a:lnTo>
                  <a:pt x="96192" y="316561"/>
                </a:lnTo>
                <a:lnTo>
                  <a:pt x="62466" y="296630"/>
                </a:lnTo>
                <a:lnTo>
                  <a:pt x="54482" y="259714"/>
                </a:lnTo>
                <a:lnTo>
                  <a:pt x="54588" y="256539"/>
                </a:lnTo>
                <a:lnTo>
                  <a:pt x="59485" y="221432"/>
                </a:lnTo>
                <a:lnTo>
                  <a:pt x="60594" y="214407"/>
                </a:lnTo>
                <a:lnTo>
                  <a:pt x="61251" y="208668"/>
                </a:lnTo>
                <a:lnTo>
                  <a:pt x="61468" y="204215"/>
                </a:lnTo>
                <a:lnTo>
                  <a:pt x="60920" y="197193"/>
                </a:lnTo>
                <a:lnTo>
                  <a:pt x="59395" y="191261"/>
                </a:lnTo>
                <a:lnTo>
                  <a:pt x="59277" y="190801"/>
                </a:lnTo>
                <a:lnTo>
                  <a:pt x="32130" y="166115"/>
                </a:lnTo>
                <a:lnTo>
                  <a:pt x="32130" y="162940"/>
                </a:lnTo>
                <a:lnTo>
                  <a:pt x="60920" y="131843"/>
                </a:lnTo>
                <a:lnTo>
                  <a:pt x="61468" y="124840"/>
                </a:lnTo>
                <a:lnTo>
                  <a:pt x="61251" y="120388"/>
                </a:lnTo>
                <a:lnTo>
                  <a:pt x="60594" y="114649"/>
                </a:lnTo>
                <a:lnTo>
                  <a:pt x="59485" y="107624"/>
                </a:lnTo>
                <a:lnTo>
                  <a:pt x="57911" y="99313"/>
                </a:lnTo>
                <a:lnTo>
                  <a:pt x="56411" y="90719"/>
                </a:lnTo>
                <a:lnTo>
                  <a:pt x="55340" y="82851"/>
                </a:lnTo>
                <a:lnTo>
                  <a:pt x="54697" y="75721"/>
                </a:lnTo>
                <a:lnTo>
                  <a:pt x="54585" y="72389"/>
                </a:lnTo>
                <a:lnTo>
                  <a:pt x="54482" y="69341"/>
                </a:lnTo>
                <a:lnTo>
                  <a:pt x="55351" y="55600"/>
                </a:lnTo>
                <a:lnTo>
                  <a:pt x="55366" y="55364"/>
                </a:lnTo>
                <a:lnTo>
                  <a:pt x="58023" y="43529"/>
                </a:lnTo>
                <a:lnTo>
                  <a:pt x="85677" y="16398"/>
                </a:lnTo>
                <a:lnTo>
                  <a:pt x="108076" y="13080"/>
                </a:lnTo>
                <a:lnTo>
                  <a:pt x="110617" y="13080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7802371" y="5046217"/>
            <a:ext cx="1071245" cy="330835"/>
          </a:xfrm>
          <a:custGeom>
            <a:avLst/>
            <a:gdLst/>
            <a:ahLst/>
            <a:cxnLst/>
            <a:rect l="l" t="t" r="r" b="b"/>
            <a:pathLst>
              <a:path w="1071245" h="330835">
                <a:moveTo>
                  <a:pt x="964692" y="0"/>
                </a:moveTo>
                <a:lnTo>
                  <a:pt x="960247" y="0"/>
                </a:lnTo>
                <a:lnTo>
                  <a:pt x="960247" y="13080"/>
                </a:lnTo>
                <a:lnTo>
                  <a:pt x="962786" y="13080"/>
                </a:lnTo>
                <a:lnTo>
                  <a:pt x="974671" y="13912"/>
                </a:lnTo>
                <a:lnTo>
                  <a:pt x="1008397" y="33857"/>
                </a:lnTo>
                <a:lnTo>
                  <a:pt x="1016380" y="69468"/>
                </a:lnTo>
                <a:lnTo>
                  <a:pt x="1016275" y="72643"/>
                </a:lnTo>
                <a:lnTo>
                  <a:pt x="1011378" y="107751"/>
                </a:lnTo>
                <a:lnTo>
                  <a:pt x="1010269" y="114776"/>
                </a:lnTo>
                <a:lnTo>
                  <a:pt x="1009612" y="120515"/>
                </a:lnTo>
                <a:lnTo>
                  <a:pt x="1009396" y="124967"/>
                </a:lnTo>
                <a:lnTo>
                  <a:pt x="1009943" y="131988"/>
                </a:lnTo>
                <a:lnTo>
                  <a:pt x="1011472" y="137921"/>
                </a:lnTo>
                <a:lnTo>
                  <a:pt x="1011586" y="138366"/>
                </a:lnTo>
                <a:lnTo>
                  <a:pt x="1038732" y="163067"/>
                </a:lnTo>
                <a:lnTo>
                  <a:pt x="1038732" y="166242"/>
                </a:lnTo>
                <a:lnTo>
                  <a:pt x="1009943" y="197322"/>
                </a:lnTo>
                <a:lnTo>
                  <a:pt x="1009396" y="204342"/>
                </a:lnTo>
                <a:lnTo>
                  <a:pt x="1009612" y="208795"/>
                </a:lnTo>
                <a:lnTo>
                  <a:pt x="1010269" y="214534"/>
                </a:lnTo>
                <a:lnTo>
                  <a:pt x="1011378" y="221559"/>
                </a:lnTo>
                <a:lnTo>
                  <a:pt x="1012951" y="229869"/>
                </a:lnTo>
                <a:lnTo>
                  <a:pt x="1014452" y="238446"/>
                </a:lnTo>
                <a:lnTo>
                  <a:pt x="1015523" y="246284"/>
                </a:lnTo>
                <a:lnTo>
                  <a:pt x="1016166" y="253408"/>
                </a:lnTo>
                <a:lnTo>
                  <a:pt x="1016279" y="256793"/>
                </a:lnTo>
                <a:lnTo>
                  <a:pt x="1016380" y="259841"/>
                </a:lnTo>
                <a:lnTo>
                  <a:pt x="1015512" y="274175"/>
                </a:lnTo>
                <a:lnTo>
                  <a:pt x="1015497" y="274413"/>
                </a:lnTo>
                <a:lnTo>
                  <a:pt x="994344" y="310032"/>
                </a:lnTo>
                <a:lnTo>
                  <a:pt x="962786" y="317372"/>
                </a:lnTo>
                <a:lnTo>
                  <a:pt x="960247" y="317372"/>
                </a:lnTo>
                <a:lnTo>
                  <a:pt x="960247" y="330580"/>
                </a:lnTo>
                <a:lnTo>
                  <a:pt x="964692" y="330580"/>
                </a:lnTo>
                <a:lnTo>
                  <a:pt x="983789" y="329199"/>
                </a:lnTo>
                <a:lnTo>
                  <a:pt x="1025651" y="311911"/>
                </a:lnTo>
                <a:lnTo>
                  <a:pt x="1044522" y="274413"/>
                </a:lnTo>
                <a:lnTo>
                  <a:pt x="1045845" y="256793"/>
                </a:lnTo>
                <a:lnTo>
                  <a:pt x="1045585" y="249316"/>
                </a:lnTo>
                <a:lnTo>
                  <a:pt x="1044813" y="241363"/>
                </a:lnTo>
                <a:lnTo>
                  <a:pt x="1043541" y="232933"/>
                </a:lnTo>
                <a:lnTo>
                  <a:pt x="1041780" y="224027"/>
                </a:lnTo>
                <a:lnTo>
                  <a:pt x="1039113" y="211708"/>
                </a:lnTo>
                <a:lnTo>
                  <a:pt x="1037717" y="203453"/>
                </a:lnTo>
                <a:lnTo>
                  <a:pt x="1037717" y="191388"/>
                </a:lnTo>
                <a:lnTo>
                  <a:pt x="1040383" y="184911"/>
                </a:lnTo>
                <a:lnTo>
                  <a:pt x="1070863" y="171830"/>
                </a:lnTo>
                <a:lnTo>
                  <a:pt x="1070863" y="157606"/>
                </a:lnTo>
                <a:lnTo>
                  <a:pt x="1037717" y="137921"/>
                </a:lnTo>
                <a:lnTo>
                  <a:pt x="1037717" y="125856"/>
                </a:lnTo>
                <a:lnTo>
                  <a:pt x="1039113" y="117601"/>
                </a:lnTo>
                <a:lnTo>
                  <a:pt x="1041780" y="105409"/>
                </a:lnTo>
                <a:lnTo>
                  <a:pt x="1043541" y="96432"/>
                </a:lnTo>
                <a:lnTo>
                  <a:pt x="1044813" y="87979"/>
                </a:lnTo>
                <a:lnTo>
                  <a:pt x="1045585" y="80049"/>
                </a:lnTo>
                <a:lnTo>
                  <a:pt x="1045729" y="75920"/>
                </a:lnTo>
                <a:lnTo>
                  <a:pt x="1045845" y="72643"/>
                </a:lnTo>
                <a:lnTo>
                  <a:pt x="1044582" y="55707"/>
                </a:lnTo>
                <a:lnTo>
                  <a:pt x="1025651" y="18541"/>
                </a:lnTo>
                <a:lnTo>
                  <a:pt x="983789" y="1379"/>
                </a:lnTo>
                <a:lnTo>
                  <a:pt x="964692" y="0"/>
                </a:lnTo>
                <a:close/>
              </a:path>
              <a:path w="1071245" h="330835">
                <a:moveTo>
                  <a:pt x="110617" y="0"/>
                </a:moveTo>
                <a:lnTo>
                  <a:pt x="106172" y="0"/>
                </a:lnTo>
                <a:lnTo>
                  <a:pt x="87074" y="1379"/>
                </a:lnTo>
                <a:lnTo>
                  <a:pt x="45211" y="18541"/>
                </a:lnTo>
                <a:lnTo>
                  <a:pt x="26342" y="55364"/>
                </a:lnTo>
                <a:lnTo>
                  <a:pt x="26281" y="55600"/>
                </a:lnTo>
                <a:lnTo>
                  <a:pt x="25248" y="69341"/>
                </a:lnTo>
                <a:lnTo>
                  <a:pt x="25134" y="75721"/>
                </a:lnTo>
                <a:lnTo>
                  <a:pt x="25278" y="79867"/>
                </a:lnTo>
                <a:lnTo>
                  <a:pt x="26050" y="87820"/>
                </a:lnTo>
                <a:lnTo>
                  <a:pt x="27322" y="96250"/>
                </a:lnTo>
                <a:lnTo>
                  <a:pt x="29082" y="105155"/>
                </a:lnTo>
                <a:lnTo>
                  <a:pt x="31750" y="117474"/>
                </a:lnTo>
                <a:lnTo>
                  <a:pt x="33147" y="125602"/>
                </a:lnTo>
                <a:lnTo>
                  <a:pt x="33147" y="137794"/>
                </a:lnTo>
                <a:lnTo>
                  <a:pt x="30479" y="144271"/>
                </a:lnTo>
                <a:lnTo>
                  <a:pt x="0" y="157352"/>
                </a:lnTo>
                <a:lnTo>
                  <a:pt x="0" y="171576"/>
                </a:lnTo>
                <a:lnTo>
                  <a:pt x="33147" y="191261"/>
                </a:lnTo>
                <a:lnTo>
                  <a:pt x="33147" y="203326"/>
                </a:lnTo>
                <a:lnTo>
                  <a:pt x="31750" y="211581"/>
                </a:lnTo>
                <a:lnTo>
                  <a:pt x="29082" y="223773"/>
                </a:lnTo>
                <a:lnTo>
                  <a:pt x="27322" y="232751"/>
                </a:lnTo>
                <a:lnTo>
                  <a:pt x="26050" y="241204"/>
                </a:lnTo>
                <a:lnTo>
                  <a:pt x="25278" y="249134"/>
                </a:lnTo>
                <a:lnTo>
                  <a:pt x="25134" y="253263"/>
                </a:lnTo>
                <a:lnTo>
                  <a:pt x="25019" y="256539"/>
                </a:lnTo>
                <a:lnTo>
                  <a:pt x="26281" y="274067"/>
                </a:lnTo>
                <a:lnTo>
                  <a:pt x="45211" y="311911"/>
                </a:lnTo>
                <a:lnTo>
                  <a:pt x="87074" y="329199"/>
                </a:lnTo>
                <a:lnTo>
                  <a:pt x="106172" y="330580"/>
                </a:lnTo>
                <a:lnTo>
                  <a:pt x="110617" y="330580"/>
                </a:lnTo>
                <a:lnTo>
                  <a:pt x="110617" y="317372"/>
                </a:lnTo>
                <a:lnTo>
                  <a:pt x="108076" y="317372"/>
                </a:lnTo>
                <a:lnTo>
                  <a:pt x="96192" y="316561"/>
                </a:lnTo>
                <a:lnTo>
                  <a:pt x="62466" y="296630"/>
                </a:lnTo>
                <a:lnTo>
                  <a:pt x="54482" y="259714"/>
                </a:lnTo>
                <a:lnTo>
                  <a:pt x="54588" y="256539"/>
                </a:lnTo>
                <a:lnTo>
                  <a:pt x="59485" y="221432"/>
                </a:lnTo>
                <a:lnTo>
                  <a:pt x="60594" y="214407"/>
                </a:lnTo>
                <a:lnTo>
                  <a:pt x="61251" y="208668"/>
                </a:lnTo>
                <a:lnTo>
                  <a:pt x="61468" y="204215"/>
                </a:lnTo>
                <a:lnTo>
                  <a:pt x="60920" y="197193"/>
                </a:lnTo>
                <a:lnTo>
                  <a:pt x="59395" y="191261"/>
                </a:lnTo>
                <a:lnTo>
                  <a:pt x="59277" y="190801"/>
                </a:lnTo>
                <a:lnTo>
                  <a:pt x="32130" y="166115"/>
                </a:lnTo>
                <a:lnTo>
                  <a:pt x="32130" y="162940"/>
                </a:lnTo>
                <a:lnTo>
                  <a:pt x="60920" y="131843"/>
                </a:lnTo>
                <a:lnTo>
                  <a:pt x="61468" y="124840"/>
                </a:lnTo>
                <a:lnTo>
                  <a:pt x="61251" y="120388"/>
                </a:lnTo>
                <a:lnTo>
                  <a:pt x="60594" y="114649"/>
                </a:lnTo>
                <a:lnTo>
                  <a:pt x="59485" y="107624"/>
                </a:lnTo>
                <a:lnTo>
                  <a:pt x="57911" y="99313"/>
                </a:lnTo>
                <a:lnTo>
                  <a:pt x="56411" y="90719"/>
                </a:lnTo>
                <a:lnTo>
                  <a:pt x="55340" y="82851"/>
                </a:lnTo>
                <a:lnTo>
                  <a:pt x="54697" y="75721"/>
                </a:lnTo>
                <a:lnTo>
                  <a:pt x="54585" y="72389"/>
                </a:lnTo>
                <a:lnTo>
                  <a:pt x="54482" y="69341"/>
                </a:lnTo>
                <a:lnTo>
                  <a:pt x="55351" y="55600"/>
                </a:lnTo>
                <a:lnTo>
                  <a:pt x="55366" y="55364"/>
                </a:lnTo>
                <a:lnTo>
                  <a:pt x="58023" y="43529"/>
                </a:lnTo>
                <a:lnTo>
                  <a:pt x="85677" y="16398"/>
                </a:lnTo>
                <a:lnTo>
                  <a:pt x="108076" y="13080"/>
                </a:lnTo>
                <a:lnTo>
                  <a:pt x="110617" y="13080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9038335" y="5046217"/>
            <a:ext cx="1086485" cy="330835"/>
          </a:xfrm>
          <a:custGeom>
            <a:avLst/>
            <a:gdLst/>
            <a:ahLst/>
            <a:cxnLst/>
            <a:rect l="l" t="t" r="r" b="b"/>
            <a:pathLst>
              <a:path w="1086484" h="330835">
                <a:moveTo>
                  <a:pt x="979932" y="0"/>
                </a:moveTo>
                <a:lnTo>
                  <a:pt x="975487" y="0"/>
                </a:lnTo>
                <a:lnTo>
                  <a:pt x="975487" y="13080"/>
                </a:lnTo>
                <a:lnTo>
                  <a:pt x="978027" y="13080"/>
                </a:lnTo>
                <a:lnTo>
                  <a:pt x="989911" y="13912"/>
                </a:lnTo>
                <a:lnTo>
                  <a:pt x="1023637" y="33857"/>
                </a:lnTo>
                <a:lnTo>
                  <a:pt x="1031621" y="69468"/>
                </a:lnTo>
                <a:lnTo>
                  <a:pt x="1031515" y="72643"/>
                </a:lnTo>
                <a:lnTo>
                  <a:pt x="1031406" y="75920"/>
                </a:lnTo>
                <a:lnTo>
                  <a:pt x="1030763" y="83073"/>
                </a:lnTo>
                <a:lnTo>
                  <a:pt x="1029692" y="90918"/>
                </a:lnTo>
                <a:lnTo>
                  <a:pt x="1028192" y="99440"/>
                </a:lnTo>
                <a:lnTo>
                  <a:pt x="1026618" y="107751"/>
                </a:lnTo>
                <a:lnTo>
                  <a:pt x="1025509" y="114776"/>
                </a:lnTo>
                <a:lnTo>
                  <a:pt x="1024852" y="120515"/>
                </a:lnTo>
                <a:lnTo>
                  <a:pt x="1024636" y="124967"/>
                </a:lnTo>
                <a:lnTo>
                  <a:pt x="1025183" y="131988"/>
                </a:lnTo>
                <a:lnTo>
                  <a:pt x="1026712" y="137921"/>
                </a:lnTo>
                <a:lnTo>
                  <a:pt x="1026826" y="138366"/>
                </a:lnTo>
                <a:lnTo>
                  <a:pt x="1053973" y="163067"/>
                </a:lnTo>
                <a:lnTo>
                  <a:pt x="1053973" y="166242"/>
                </a:lnTo>
                <a:lnTo>
                  <a:pt x="1025183" y="197322"/>
                </a:lnTo>
                <a:lnTo>
                  <a:pt x="1024636" y="204342"/>
                </a:lnTo>
                <a:lnTo>
                  <a:pt x="1024852" y="208795"/>
                </a:lnTo>
                <a:lnTo>
                  <a:pt x="1025509" y="214534"/>
                </a:lnTo>
                <a:lnTo>
                  <a:pt x="1026618" y="221559"/>
                </a:lnTo>
                <a:lnTo>
                  <a:pt x="1028192" y="229869"/>
                </a:lnTo>
                <a:lnTo>
                  <a:pt x="1029692" y="238446"/>
                </a:lnTo>
                <a:lnTo>
                  <a:pt x="1030763" y="246284"/>
                </a:lnTo>
                <a:lnTo>
                  <a:pt x="1031406" y="253408"/>
                </a:lnTo>
                <a:lnTo>
                  <a:pt x="1031519" y="256793"/>
                </a:lnTo>
                <a:lnTo>
                  <a:pt x="1031621" y="259841"/>
                </a:lnTo>
                <a:lnTo>
                  <a:pt x="1030752" y="274175"/>
                </a:lnTo>
                <a:lnTo>
                  <a:pt x="1030737" y="274413"/>
                </a:lnTo>
                <a:lnTo>
                  <a:pt x="1009584" y="310032"/>
                </a:lnTo>
                <a:lnTo>
                  <a:pt x="978027" y="317372"/>
                </a:lnTo>
                <a:lnTo>
                  <a:pt x="975487" y="317372"/>
                </a:lnTo>
                <a:lnTo>
                  <a:pt x="975487" y="330580"/>
                </a:lnTo>
                <a:lnTo>
                  <a:pt x="979932" y="330580"/>
                </a:lnTo>
                <a:lnTo>
                  <a:pt x="999029" y="329199"/>
                </a:lnTo>
                <a:lnTo>
                  <a:pt x="1040892" y="311911"/>
                </a:lnTo>
                <a:lnTo>
                  <a:pt x="1059762" y="274413"/>
                </a:lnTo>
                <a:lnTo>
                  <a:pt x="1061085" y="256793"/>
                </a:lnTo>
                <a:lnTo>
                  <a:pt x="1060825" y="249316"/>
                </a:lnTo>
                <a:lnTo>
                  <a:pt x="1060053" y="241363"/>
                </a:lnTo>
                <a:lnTo>
                  <a:pt x="1058781" y="232933"/>
                </a:lnTo>
                <a:lnTo>
                  <a:pt x="1057021" y="224027"/>
                </a:lnTo>
                <a:lnTo>
                  <a:pt x="1054354" y="211708"/>
                </a:lnTo>
                <a:lnTo>
                  <a:pt x="1052957" y="203453"/>
                </a:lnTo>
                <a:lnTo>
                  <a:pt x="1052957" y="191388"/>
                </a:lnTo>
                <a:lnTo>
                  <a:pt x="1055624" y="184911"/>
                </a:lnTo>
                <a:lnTo>
                  <a:pt x="1086104" y="171830"/>
                </a:lnTo>
                <a:lnTo>
                  <a:pt x="1086104" y="157606"/>
                </a:lnTo>
                <a:lnTo>
                  <a:pt x="1052957" y="137921"/>
                </a:lnTo>
                <a:lnTo>
                  <a:pt x="1052957" y="125856"/>
                </a:lnTo>
                <a:lnTo>
                  <a:pt x="1054354" y="117601"/>
                </a:lnTo>
                <a:lnTo>
                  <a:pt x="1057021" y="105409"/>
                </a:lnTo>
                <a:lnTo>
                  <a:pt x="1058781" y="96432"/>
                </a:lnTo>
                <a:lnTo>
                  <a:pt x="1060053" y="87979"/>
                </a:lnTo>
                <a:lnTo>
                  <a:pt x="1060825" y="80049"/>
                </a:lnTo>
                <a:lnTo>
                  <a:pt x="1060969" y="75920"/>
                </a:lnTo>
                <a:lnTo>
                  <a:pt x="1061085" y="72643"/>
                </a:lnTo>
                <a:lnTo>
                  <a:pt x="1059822" y="55707"/>
                </a:lnTo>
                <a:lnTo>
                  <a:pt x="1040892" y="18541"/>
                </a:lnTo>
                <a:lnTo>
                  <a:pt x="999029" y="1379"/>
                </a:lnTo>
                <a:lnTo>
                  <a:pt x="979932" y="0"/>
                </a:lnTo>
                <a:close/>
              </a:path>
              <a:path w="1086484" h="330835">
                <a:moveTo>
                  <a:pt x="110617" y="0"/>
                </a:moveTo>
                <a:lnTo>
                  <a:pt x="106172" y="0"/>
                </a:lnTo>
                <a:lnTo>
                  <a:pt x="87074" y="1379"/>
                </a:lnTo>
                <a:lnTo>
                  <a:pt x="45212" y="18541"/>
                </a:lnTo>
                <a:lnTo>
                  <a:pt x="26342" y="55364"/>
                </a:lnTo>
                <a:lnTo>
                  <a:pt x="26281" y="55600"/>
                </a:lnTo>
                <a:lnTo>
                  <a:pt x="25248" y="69341"/>
                </a:lnTo>
                <a:lnTo>
                  <a:pt x="25134" y="75721"/>
                </a:lnTo>
                <a:lnTo>
                  <a:pt x="25278" y="79867"/>
                </a:lnTo>
                <a:lnTo>
                  <a:pt x="26050" y="87820"/>
                </a:lnTo>
                <a:lnTo>
                  <a:pt x="27322" y="96250"/>
                </a:lnTo>
                <a:lnTo>
                  <a:pt x="29083" y="105155"/>
                </a:lnTo>
                <a:lnTo>
                  <a:pt x="31750" y="117474"/>
                </a:lnTo>
                <a:lnTo>
                  <a:pt x="33147" y="125602"/>
                </a:lnTo>
                <a:lnTo>
                  <a:pt x="33147" y="137794"/>
                </a:lnTo>
                <a:lnTo>
                  <a:pt x="30480" y="144271"/>
                </a:lnTo>
                <a:lnTo>
                  <a:pt x="0" y="157352"/>
                </a:lnTo>
                <a:lnTo>
                  <a:pt x="0" y="171576"/>
                </a:lnTo>
                <a:lnTo>
                  <a:pt x="33147" y="191261"/>
                </a:lnTo>
                <a:lnTo>
                  <a:pt x="33147" y="203326"/>
                </a:lnTo>
                <a:lnTo>
                  <a:pt x="31750" y="211581"/>
                </a:lnTo>
                <a:lnTo>
                  <a:pt x="29083" y="223773"/>
                </a:lnTo>
                <a:lnTo>
                  <a:pt x="27322" y="232751"/>
                </a:lnTo>
                <a:lnTo>
                  <a:pt x="26050" y="241204"/>
                </a:lnTo>
                <a:lnTo>
                  <a:pt x="25278" y="249134"/>
                </a:lnTo>
                <a:lnTo>
                  <a:pt x="25134" y="253263"/>
                </a:lnTo>
                <a:lnTo>
                  <a:pt x="25019" y="256539"/>
                </a:lnTo>
                <a:lnTo>
                  <a:pt x="26281" y="274067"/>
                </a:lnTo>
                <a:lnTo>
                  <a:pt x="45212" y="311911"/>
                </a:lnTo>
                <a:lnTo>
                  <a:pt x="87074" y="329199"/>
                </a:lnTo>
                <a:lnTo>
                  <a:pt x="106172" y="330580"/>
                </a:lnTo>
                <a:lnTo>
                  <a:pt x="110617" y="330580"/>
                </a:lnTo>
                <a:lnTo>
                  <a:pt x="110617" y="317372"/>
                </a:lnTo>
                <a:lnTo>
                  <a:pt x="108077" y="317372"/>
                </a:lnTo>
                <a:lnTo>
                  <a:pt x="96192" y="316561"/>
                </a:lnTo>
                <a:lnTo>
                  <a:pt x="62466" y="296630"/>
                </a:lnTo>
                <a:lnTo>
                  <a:pt x="54483" y="259714"/>
                </a:lnTo>
                <a:lnTo>
                  <a:pt x="54588" y="256539"/>
                </a:lnTo>
                <a:lnTo>
                  <a:pt x="54697" y="253263"/>
                </a:lnTo>
                <a:lnTo>
                  <a:pt x="55340" y="246110"/>
                </a:lnTo>
                <a:lnTo>
                  <a:pt x="56411" y="238265"/>
                </a:lnTo>
                <a:lnTo>
                  <a:pt x="57912" y="229742"/>
                </a:lnTo>
                <a:lnTo>
                  <a:pt x="59485" y="221432"/>
                </a:lnTo>
                <a:lnTo>
                  <a:pt x="60594" y="214407"/>
                </a:lnTo>
                <a:lnTo>
                  <a:pt x="61251" y="208668"/>
                </a:lnTo>
                <a:lnTo>
                  <a:pt x="61468" y="204215"/>
                </a:lnTo>
                <a:lnTo>
                  <a:pt x="60920" y="197193"/>
                </a:lnTo>
                <a:lnTo>
                  <a:pt x="59395" y="191261"/>
                </a:lnTo>
                <a:lnTo>
                  <a:pt x="59277" y="190801"/>
                </a:lnTo>
                <a:lnTo>
                  <a:pt x="32131" y="166115"/>
                </a:lnTo>
                <a:lnTo>
                  <a:pt x="32131" y="162940"/>
                </a:lnTo>
                <a:lnTo>
                  <a:pt x="60920" y="131843"/>
                </a:lnTo>
                <a:lnTo>
                  <a:pt x="61468" y="124840"/>
                </a:lnTo>
                <a:lnTo>
                  <a:pt x="61251" y="120388"/>
                </a:lnTo>
                <a:lnTo>
                  <a:pt x="60594" y="114649"/>
                </a:lnTo>
                <a:lnTo>
                  <a:pt x="59485" y="107624"/>
                </a:lnTo>
                <a:lnTo>
                  <a:pt x="57912" y="99313"/>
                </a:lnTo>
                <a:lnTo>
                  <a:pt x="56411" y="90719"/>
                </a:lnTo>
                <a:lnTo>
                  <a:pt x="55340" y="82851"/>
                </a:lnTo>
                <a:lnTo>
                  <a:pt x="54697" y="75721"/>
                </a:lnTo>
                <a:lnTo>
                  <a:pt x="54585" y="72389"/>
                </a:lnTo>
                <a:lnTo>
                  <a:pt x="54483" y="69341"/>
                </a:lnTo>
                <a:lnTo>
                  <a:pt x="55351" y="55600"/>
                </a:lnTo>
                <a:lnTo>
                  <a:pt x="55366" y="55364"/>
                </a:lnTo>
                <a:lnTo>
                  <a:pt x="58023" y="43529"/>
                </a:lnTo>
                <a:lnTo>
                  <a:pt x="85677" y="16398"/>
                </a:lnTo>
                <a:lnTo>
                  <a:pt x="108077" y="13080"/>
                </a:lnTo>
                <a:lnTo>
                  <a:pt x="110617" y="13080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0289540" y="5046217"/>
            <a:ext cx="1086485" cy="330835"/>
          </a:xfrm>
          <a:custGeom>
            <a:avLst/>
            <a:gdLst/>
            <a:ahLst/>
            <a:cxnLst/>
            <a:rect l="l" t="t" r="r" b="b"/>
            <a:pathLst>
              <a:path w="1086484" h="330835">
                <a:moveTo>
                  <a:pt x="979931" y="0"/>
                </a:moveTo>
                <a:lnTo>
                  <a:pt x="975486" y="0"/>
                </a:lnTo>
                <a:lnTo>
                  <a:pt x="975486" y="13080"/>
                </a:lnTo>
                <a:lnTo>
                  <a:pt x="978026" y="13080"/>
                </a:lnTo>
                <a:lnTo>
                  <a:pt x="989911" y="13912"/>
                </a:lnTo>
                <a:lnTo>
                  <a:pt x="1023637" y="33857"/>
                </a:lnTo>
                <a:lnTo>
                  <a:pt x="1031620" y="69468"/>
                </a:lnTo>
                <a:lnTo>
                  <a:pt x="1031515" y="72643"/>
                </a:lnTo>
                <a:lnTo>
                  <a:pt x="1031406" y="75920"/>
                </a:lnTo>
                <a:lnTo>
                  <a:pt x="1030763" y="83073"/>
                </a:lnTo>
                <a:lnTo>
                  <a:pt x="1029692" y="90918"/>
                </a:lnTo>
                <a:lnTo>
                  <a:pt x="1028191" y="99440"/>
                </a:lnTo>
                <a:lnTo>
                  <a:pt x="1026618" y="107751"/>
                </a:lnTo>
                <a:lnTo>
                  <a:pt x="1025509" y="114776"/>
                </a:lnTo>
                <a:lnTo>
                  <a:pt x="1024852" y="120515"/>
                </a:lnTo>
                <a:lnTo>
                  <a:pt x="1024635" y="124967"/>
                </a:lnTo>
                <a:lnTo>
                  <a:pt x="1025183" y="131988"/>
                </a:lnTo>
                <a:lnTo>
                  <a:pt x="1026712" y="137921"/>
                </a:lnTo>
                <a:lnTo>
                  <a:pt x="1026826" y="138366"/>
                </a:lnTo>
                <a:lnTo>
                  <a:pt x="1053973" y="163067"/>
                </a:lnTo>
                <a:lnTo>
                  <a:pt x="1053973" y="166242"/>
                </a:lnTo>
                <a:lnTo>
                  <a:pt x="1025183" y="197322"/>
                </a:lnTo>
                <a:lnTo>
                  <a:pt x="1024635" y="204342"/>
                </a:lnTo>
                <a:lnTo>
                  <a:pt x="1024852" y="208795"/>
                </a:lnTo>
                <a:lnTo>
                  <a:pt x="1025509" y="214534"/>
                </a:lnTo>
                <a:lnTo>
                  <a:pt x="1026618" y="221559"/>
                </a:lnTo>
                <a:lnTo>
                  <a:pt x="1028191" y="229869"/>
                </a:lnTo>
                <a:lnTo>
                  <a:pt x="1029692" y="238446"/>
                </a:lnTo>
                <a:lnTo>
                  <a:pt x="1030763" y="246284"/>
                </a:lnTo>
                <a:lnTo>
                  <a:pt x="1031406" y="253408"/>
                </a:lnTo>
                <a:lnTo>
                  <a:pt x="1031519" y="256793"/>
                </a:lnTo>
                <a:lnTo>
                  <a:pt x="1031620" y="259841"/>
                </a:lnTo>
                <a:lnTo>
                  <a:pt x="1030752" y="274175"/>
                </a:lnTo>
                <a:lnTo>
                  <a:pt x="1030737" y="274413"/>
                </a:lnTo>
                <a:lnTo>
                  <a:pt x="1009584" y="310032"/>
                </a:lnTo>
                <a:lnTo>
                  <a:pt x="978026" y="317372"/>
                </a:lnTo>
                <a:lnTo>
                  <a:pt x="975486" y="317372"/>
                </a:lnTo>
                <a:lnTo>
                  <a:pt x="975486" y="330580"/>
                </a:lnTo>
                <a:lnTo>
                  <a:pt x="979931" y="330580"/>
                </a:lnTo>
                <a:lnTo>
                  <a:pt x="999029" y="329199"/>
                </a:lnTo>
                <a:lnTo>
                  <a:pt x="1040891" y="311911"/>
                </a:lnTo>
                <a:lnTo>
                  <a:pt x="1059762" y="274413"/>
                </a:lnTo>
                <a:lnTo>
                  <a:pt x="1061084" y="256793"/>
                </a:lnTo>
                <a:lnTo>
                  <a:pt x="1060825" y="249316"/>
                </a:lnTo>
                <a:lnTo>
                  <a:pt x="1060053" y="241363"/>
                </a:lnTo>
                <a:lnTo>
                  <a:pt x="1058781" y="232933"/>
                </a:lnTo>
                <a:lnTo>
                  <a:pt x="1057020" y="224027"/>
                </a:lnTo>
                <a:lnTo>
                  <a:pt x="1054353" y="211708"/>
                </a:lnTo>
                <a:lnTo>
                  <a:pt x="1052956" y="203453"/>
                </a:lnTo>
                <a:lnTo>
                  <a:pt x="1052956" y="191388"/>
                </a:lnTo>
                <a:lnTo>
                  <a:pt x="1055624" y="184911"/>
                </a:lnTo>
                <a:lnTo>
                  <a:pt x="1086103" y="171830"/>
                </a:lnTo>
                <a:lnTo>
                  <a:pt x="1086103" y="157606"/>
                </a:lnTo>
                <a:lnTo>
                  <a:pt x="1052956" y="137921"/>
                </a:lnTo>
                <a:lnTo>
                  <a:pt x="1052956" y="125856"/>
                </a:lnTo>
                <a:lnTo>
                  <a:pt x="1054353" y="117601"/>
                </a:lnTo>
                <a:lnTo>
                  <a:pt x="1057020" y="105409"/>
                </a:lnTo>
                <a:lnTo>
                  <a:pt x="1058781" y="96432"/>
                </a:lnTo>
                <a:lnTo>
                  <a:pt x="1060053" y="87979"/>
                </a:lnTo>
                <a:lnTo>
                  <a:pt x="1060825" y="80049"/>
                </a:lnTo>
                <a:lnTo>
                  <a:pt x="1060969" y="75920"/>
                </a:lnTo>
                <a:lnTo>
                  <a:pt x="1061084" y="72643"/>
                </a:lnTo>
                <a:lnTo>
                  <a:pt x="1059822" y="55707"/>
                </a:lnTo>
                <a:lnTo>
                  <a:pt x="1040891" y="18541"/>
                </a:lnTo>
                <a:lnTo>
                  <a:pt x="999029" y="1379"/>
                </a:lnTo>
                <a:lnTo>
                  <a:pt x="979931" y="0"/>
                </a:lnTo>
                <a:close/>
              </a:path>
              <a:path w="1086484" h="330835">
                <a:moveTo>
                  <a:pt x="110616" y="0"/>
                </a:moveTo>
                <a:lnTo>
                  <a:pt x="106171" y="0"/>
                </a:lnTo>
                <a:lnTo>
                  <a:pt x="87074" y="1379"/>
                </a:lnTo>
                <a:lnTo>
                  <a:pt x="45211" y="18541"/>
                </a:lnTo>
                <a:lnTo>
                  <a:pt x="26342" y="55364"/>
                </a:lnTo>
                <a:lnTo>
                  <a:pt x="26281" y="55600"/>
                </a:lnTo>
                <a:lnTo>
                  <a:pt x="25248" y="69341"/>
                </a:lnTo>
                <a:lnTo>
                  <a:pt x="25134" y="75721"/>
                </a:lnTo>
                <a:lnTo>
                  <a:pt x="25278" y="79867"/>
                </a:lnTo>
                <a:lnTo>
                  <a:pt x="26050" y="87820"/>
                </a:lnTo>
                <a:lnTo>
                  <a:pt x="27322" y="96250"/>
                </a:lnTo>
                <a:lnTo>
                  <a:pt x="29082" y="105155"/>
                </a:lnTo>
                <a:lnTo>
                  <a:pt x="31750" y="117474"/>
                </a:lnTo>
                <a:lnTo>
                  <a:pt x="33146" y="125602"/>
                </a:lnTo>
                <a:lnTo>
                  <a:pt x="33146" y="137794"/>
                </a:lnTo>
                <a:lnTo>
                  <a:pt x="30479" y="144271"/>
                </a:lnTo>
                <a:lnTo>
                  <a:pt x="0" y="157352"/>
                </a:lnTo>
                <a:lnTo>
                  <a:pt x="0" y="171576"/>
                </a:lnTo>
                <a:lnTo>
                  <a:pt x="33146" y="191261"/>
                </a:lnTo>
                <a:lnTo>
                  <a:pt x="33146" y="203326"/>
                </a:lnTo>
                <a:lnTo>
                  <a:pt x="31750" y="211581"/>
                </a:lnTo>
                <a:lnTo>
                  <a:pt x="29082" y="223773"/>
                </a:lnTo>
                <a:lnTo>
                  <a:pt x="27322" y="232751"/>
                </a:lnTo>
                <a:lnTo>
                  <a:pt x="26050" y="241204"/>
                </a:lnTo>
                <a:lnTo>
                  <a:pt x="25278" y="249134"/>
                </a:lnTo>
                <a:lnTo>
                  <a:pt x="25134" y="253263"/>
                </a:lnTo>
                <a:lnTo>
                  <a:pt x="25018" y="256539"/>
                </a:lnTo>
                <a:lnTo>
                  <a:pt x="26281" y="274067"/>
                </a:lnTo>
                <a:lnTo>
                  <a:pt x="45211" y="311911"/>
                </a:lnTo>
                <a:lnTo>
                  <a:pt x="87074" y="329199"/>
                </a:lnTo>
                <a:lnTo>
                  <a:pt x="106171" y="330580"/>
                </a:lnTo>
                <a:lnTo>
                  <a:pt x="110616" y="330580"/>
                </a:lnTo>
                <a:lnTo>
                  <a:pt x="110616" y="317372"/>
                </a:lnTo>
                <a:lnTo>
                  <a:pt x="108076" y="317372"/>
                </a:lnTo>
                <a:lnTo>
                  <a:pt x="96192" y="316561"/>
                </a:lnTo>
                <a:lnTo>
                  <a:pt x="62466" y="296630"/>
                </a:lnTo>
                <a:lnTo>
                  <a:pt x="54482" y="259714"/>
                </a:lnTo>
                <a:lnTo>
                  <a:pt x="54588" y="256539"/>
                </a:lnTo>
                <a:lnTo>
                  <a:pt x="59485" y="221432"/>
                </a:lnTo>
                <a:lnTo>
                  <a:pt x="60594" y="214407"/>
                </a:lnTo>
                <a:lnTo>
                  <a:pt x="61251" y="208668"/>
                </a:lnTo>
                <a:lnTo>
                  <a:pt x="61467" y="204215"/>
                </a:lnTo>
                <a:lnTo>
                  <a:pt x="60920" y="197193"/>
                </a:lnTo>
                <a:lnTo>
                  <a:pt x="59395" y="191261"/>
                </a:lnTo>
                <a:lnTo>
                  <a:pt x="59277" y="190801"/>
                </a:lnTo>
                <a:lnTo>
                  <a:pt x="32130" y="166115"/>
                </a:lnTo>
                <a:lnTo>
                  <a:pt x="32130" y="162940"/>
                </a:lnTo>
                <a:lnTo>
                  <a:pt x="60920" y="131843"/>
                </a:lnTo>
                <a:lnTo>
                  <a:pt x="61467" y="124840"/>
                </a:lnTo>
                <a:lnTo>
                  <a:pt x="61251" y="120388"/>
                </a:lnTo>
                <a:lnTo>
                  <a:pt x="60594" y="114649"/>
                </a:lnTo>
                <a:lnTo>
                  <a:pt x="59485" y="107624"/>
                </a:lnTo>
                <a:lnTo>
                  <a:pt x="57911" y="99313"/>
                </a:lnTo>
                <a:lnTo>
                  <a:pt x="56411" y="90719"/>
                </a:lnTo>
                <a:lnTo>
                  <a:pt x="55340" y="82851"/>
                </a:lnTo>
                <a:lnTo>
                  <a:pt x="54697" y="75721"/>
                </a:lnTo>
                <a:lnTo>
                  <a:pt x="54585" y="72389"/>
                </a:lnTo>
                <a:lnTo>
                  <a:pt x="54482" y="69341"/>
                </a:lnTo>
                <a:lnTo>
                  <a:pt x="55351" y="55600"/>
                </a:lnTo>
                <a:lnTo>
                  <a:pt x="55366" y="55364"/>
                </a:lnTo>
                <a:lnTo>
                  <a:pt x="58023" y="43529"/>
                </a:lnTo>
                <a:lnTo>
                  <a:pt x="85677" y="16398"/>
                </a:lnTo>
                <a:lnTo>
                  <a:pt x="108076" y="13080"/>
                </a:lnTo>
                <a:lnTo>
                  <a:pt x="110616" y="13080"/>
                </a:lnTo>
                <a:lnTo>
                  <a:pt x="110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7802371" y="5472938"/>
            <a:ext cx="1086485" cy="330835"/>
          </a:xfrm>
          <a:custGeom>
            <a:avLst/>
            <a:gdLst/>
            <a:ahLst/>
            <a:cxnLst/>
            <a:rect l="l" t="t" r="r" b="b"/>
            <a:pathLst>
              <a:path w="1086484" h="330835">
                <a:moveTo>
                  <a:pt x="979931" y="0"/>
                </a:moveTo>
                <a:lnTo>
                  <a:pt x="975486" y="0"/>
                </a:lnTo>
                <a:lnTo>
                  <a:pt x="975486" y="13081"/>
                </a:lnTo>
                <a:lnTo>
                  <a:pt x="978026" y="13081"/>
                </a:lnTo>
                <a:lnTo>
                  <a:pt x="989911" y="13912"/>
                </a:lnTo>
                <a:lnTo>
                  <a:pt x="1023637" y="33857"/>
                </a:lnTo>
                <a:lnTo>
                  <a:pt x="1031621" y="69468"/>
                </a:lnTo>
                <a:lnTo>
                  <a:pt x="1031515" y="72643"/>
                </a:lnTo>
                <a:lnTo>
                  <a:pt x="1026618" y="107751"/>
                </a:lnTo>
                <a:lnTo>
                  <a:pt x="1025509" y="114776"/>
                </a:lnTo>
                <a:lnTo>
                  <a:pt x="1024852" y="120515"/>
                </a:lnTo>
                <a:lnTo>
                  <a:pt x="1024635" y="124968"/>
                </a:lnTo>
                <a:lnTo>
                  <a:pt x="1025183" y="132009"/>
                </a:lnTo>
                <a:lnTo>
                  <a:pt x="1026719" y="137972"/>
                </a:lnTo>
                <a:lnTo>
                  <a:pt x="1026826" y="138388"/>
                </a:lnTo>
                <a:lnTo>
                  <a:pt x="1053973" y="163118"/>
                </a:lnTo>
                <a:lnTo>
                  <a:pt x="1053973" y="166230"/>
                </a:lnTo>
                <a:lnTo>
                  <a:pt x="1025183" y="197339"/>
                </a:lnTo>
                <a:lnTo>
                  <a:pt x="1024703" y="203517"/>
                </a:lnTo>
                <a:lnTo>
                  <a:pt x="1024635" y="204381"/>
                </a:lnTo>
                <a:lnTo>
                  <a:pt x="1024852" y="208831"/>
                </a:lnTo>
                <a:lnTo>
                  <a:pt x="1025509" y="214563"/>
                </a:lnTo>
                <a:lnTo>
                  <a:pt x="1026618" y="221576"/>
                </a:lnTo>
                <a:lnTo>
                  <a:pt x="1028192" y="229870"/>
                </a:lnTo>
                <a:lnTo>
                  <a:pt x="1029692" y="238437"/>
                </a:lnTo>
                <a:lnTo>
                  <a:pt x="1030763" y="246292"/>
                </a:lnTo>
                <a:lnTo>
                  <a:pt x="1031406" y="253435"/>
                </a:lnTo>
                <a:lnTo>
                  <a:pt x="1031516" y="256743"/>
                </a:lnTo>
                <a:lnTo>
                  <a:pt x="1031621" y="259867"/>
                </a:lnTo>
                <a:lnTo>
                  <a:pt x="1030752" y="274174"/>
                </a:lnTo>
                <a:lnTo>
                  <a:pt x="1030737" y="274412"/>
                </a:lnTo>
                <a:lnTo>
                  <a:pt x="1009584" y="310062"/>
                </a:lnTo>
                <a:lnTo>
                  <a:pt x="978026" y="317423"/>
                </a:lnTo>
                <a:lnTo>
                  <a:pt x="975486" y="317423"/>
                </a:lnTo>
                <a:lnTo>
                  <a:pt x="975486" y="330606"/>
                </a:lnTo>
                <a:lnTo>
                  <a:pt x="979931" y="330606"/>
                </a:lnTo>
                <a:lnTo>
                  <a:pt x="999029" y="329177"/>
                </a:lnTo>
                <a:lnTo>
                  <a:pt x="1040892" y="311962"/>
                </a:lnTo>
                <a:lnTo>
                  <a:pt x="1059762" y="274412"/>
                </a:lnTo>
                <a:lnTo>
                  <a:pt x="1059822" y="274174"/>
                </a:lnTo>
                <a:lnTo>
                  <a:pt x="1061084" y="256743"/>
                </a:lnTo>
                <a:lnTo>
                  <a:pt x="1060825" y="249294"/>
                </a:lnTo>
                <a:lnTo>
                  <a:pt x="1060053" y="241350"/>
                </a:lnTo>
                <a:lnTo>
                  <a:pt x="1058781" y="232911"/>
                </a:lnTo>
                <a:lnTo>
                  <a:pt x="1057021" y="223977"/>
                </a:lnTo>
                <a:lnTo>
                  <a:pt x="1054353" y="211721"/>
                </a:lnTo>
                <a:lnTo>
                  <a:pt x="1052956" y="203517"/>
                </a:lnTo>
                <a:lnTo>
                  <a:pt x="1052956" y="191376"/>
                </a:lnTo>
                <a:lnTo>
                  <a:pt x="1055624" y="184873"/>
                </a:lnTo>
                <a:lnTo>
                  <a:pt x="1086103" y="171780"/>
                </a:lnTo>
                <a:lnTo>
                  <a:pt x="1086103" y="157568"/>
                </a:lnTo>
                <a:lnTo>
                  <a:pt x="1052956" y="137972"/>
                </a:lnTo>
                <a:lnTo>
                  <a:pt x="1052956" y="125831"/>
                </a:lnTo>
                <a:lnTo>
                  <a:pt x="1054353" y="117627"/>
                </a:lnTo>
                <a:lnTo>
                  <a:pt x="1057021" y="105409"/>
                </a:lnTo>
                <a:lnTo>
                  <a:pt x="1058781" y="96432"/>
                </a:lnTo>
                <a:lnTo>
                  <a:pt x="1060053" y="87979"/>
                </a:lnTo>
                <a:lnTo>
                  <a:pt x="1060825" y="80049"/>
                </a:lnTo>
                <a:lnTo>
                  <a:pt x="1060969" y="75920"/>
                </a:lnTo>
                <a:lnTo>
                  <a:pt x="1061084" y="72643"/>
                </a:lnTo>
                <a:lnTo>
                  <a:pt x="1059822" y="55707"/>
                </a:lnTo>
                <a:lnTo>
                  <a:pt x="1040892" y="18542"/>
                </a:lnTo>
                <a:lnTo>
                  <a:pt x="999029" y="1379"/>
                </a:lnTo>
                <a:lnTo>
                  <a:pt x="979931" y="0"/>
                </a:lnTo>
                <a:close/>
              </a:path>
              <a:path w="1086484" h="330835">
                <a:moveTo>
                  <a:pt x="110617" y="0"/>
                </a:moveTo>
                <a:lnTo>
                  <a:pt x="106172" y="0"/>
                </a:lnTo>
                <a:lnTo>
                  <a:pt x="87074" y="1379"/>
                </a:lnTo>
                <a:lnTo>
                  <a:pt x="45211" y="18542"/>
                </a:lnTo>
                <a:lnTo>
                  <a:pt x="26342" y="55364"/>
                </a:lnTo>
                <a:lnTo>
                  <a:pt x="26281" y="55600"/>
                </a:lnTo>
                <a:lnTo>
                  <a:pt x="25248" y="69342"/>
                </a:lnTo>
                <a:lnTo>
                  <a:pt x="25134" y="75721"/>
                </a:lnTo>
                <a:lnTo>
                  <a:pt x="25278" y="79867"/>
                </a:lnTo>
                <a:lnTo>
                  <a:pt x="26050" y="87820"/>
                </a:lnTo>
                <a:lnTo>
                  <a:pt x="27322" y="96250"/>
                </a:lnTo>
                <a:lnTo>
                  <a:pt x="29082" y="105156"/>
                </a:lnTo>
                <a:lnTo>
                  <a:pt x="31750" y="117449"/>
                </a:lnTo>
                <a:lnTo>
                  <a:pt x="33147" y="125666"/>
                </a:lnTo>
                <a:lnTo>
                  <a:pt x="33147" y="137795"/>
                </a:lnTo>
                <a:lnTo>
                  <a:pt x="30479" y="144297"/>
                </a:lnTo>
                <a:lnTo>
                  <a:pt x="0" y="157391"/>
                </a:lnTo>
                <a:lnTo>
                  <a:pt x="0" y="171615"/>
                </a:lnTo>
                <a:lnTo>
                  <a:pt x="33147" y="191198"/>
                </a:lnTo>
                <a:lnTo>
                  <a:pt x="33147" y="203339"/>
                </a:lnTo>
                <a:lnTo>
                  <a:pt x="31750" y="211543"/>
                </a:lnTo>
                <a:lnTo>
                  <a:pt x="29082" y="223799"/>
                </a:lnTo>
                <a:lnTo>
                  <a:pt x="27322" y="232740"/>
                </a:lnTo>
                <a:lnTo>
                  <a:pt x="26050" y="241182"/>
                </a:lnTo>
                <a:lnTo>
                  <a:pt x="25278" y="249123"/>
                </a:lnTo>
                <a:lnTo>
                  <a:pt x="25134" y="253264"/>
                </a:lnTo>
                <a:lnTo>
                  <a:pt x="25019" y="256565"/>
                </a:lnTo>
                <a:lnTo>
                  <a:pt x="26281" y="274072"/>
                </a:lnTo>
                <a:lnTo>
                  <a:pt x="45211" y="311962"/>
                </a:lnTo>
                <a:lnTo>
                  <a:pt x="87074" y="329177"/>
                </a:lnTo>
                <a:lnTo>
                  <a:pt x="106172" y="330606"/>
                </a:lnTo>
                <a:lnTo>
                  <a:pt x="110617" y="330606"/>
                </a:lnTo>
                <a:lnTo>
                  <a:pt x="110617" y="317423"/>
                </a:lnTo>
                <a:lnTo>
                  <a:pt x="108076" y="317423"/>
                </a:lnTo>
                <a:lnTo>
                  <a:pt x="96192" y="316606"/>
                </a:lnTo>
                <a:lnTo>
                  <a:pt x="62466" y="296631"/>
                </a:lnTo>
                <a:lnTo>
                  <a:pt x="54482" y="259689"/>
                </a:lnTo>
                <a:lnTo>
                  <a:pt x="54587" y="256565"/>
                </a:lnTo>
                <a:lnTo>
                  <a:pt x="54697" y="253264"/>
                </a:lnTo>
                <a:lnTo>
                  <a:pt x="55340" y="246124"/>
                </a:lnTo>
                <a:lnTo>
                  <a:pt x="56411" y="238267"/>
                </a:lnTo>
                <a:lnTo>
                  <a:pt x="57911" y="229692"/>
                </a:lnTo>
                <a:lnTo>
                  <a:pt x="59485" y="221405"/>
                </a:lnTo>
                <a:lnTo>
                  <a:pt x="60594" y="214395"/>
                </a:lnTo>
                <a:lnTo>
                  <a:pt x="61251" y="208661"/>
                </a:lnTo>
                <a:lnTo>
                  <a:pt x="61468" y="204203"/>
                </a:lnTo>
                <a:lnTo>
                  <a:pt x="60920" y="197169"/>
                </a:lnTo>
                <a:lnTo>
                  <a:pt x="32130" y="166065"/>
                </a:lnTo>
                <a:lnTo>
                  <a:pt x="32130" y="162940"/>
                </a:lnTo>
                <a:lnTo>
                  <a:pt x="60920" y="131831"/>
                </a:lnTo>
                <a:lnTo>
                  <a:pt x="61399" y="125666"/>
                </a:lnTo>
                <a:lnTo>
                  <a:pt x="61468" y="124790"/>
                </a:lnTo>
                <a:lnTo>
                  <a:pt x="61251" y="120345"/>
                </a:lnTo>
                <a:lnTo>
                  <a:pt x="60594" y="114623"/>
                </a:lnTo>
                <a:lnTo>
                  <a:pt x="59485" y="107616"/>
                </a:lnTo>
                <a:lnTo>
                  <a:pt x="57911" y="99314"/>
                </a:lnTo>
                <a:lnTo>
                  <a:pt x="56411" y="90719"/>
                </a:lnTo>
                <a:lnTo>
                  <a:pt x="55340" y="82851"/>
                </a:lnTo>
                <a:lnTo>
                  <a:pt x="54697" y="75721"/>
                </a:lnTo>
                <a:lnTo>
                  <a:pt x="54585" y="72390"/>
                </a:lnTo>
                <a:lnTo>
                  <a:pt x="54482" y="69342"/>
                </a:lnTo>
                <a:lnTo>
                  <a:pt x="55351" y="55600"/>
                </a:lnTo>
                <a:lnTo>
                  <a:pt x="55366" y="55364"/>
                </a:lnTo>
                <a:lnTo>
                  <a:pt x="58023" y="43529"/>
                </a:lnTo>
                <a:lnTo>
                  <a:pt x="85677" y="16398"/>
                </a:lnTo>
                <a:lnTo>
                  <a:pt x="108076" y="13081"/>
                </a:lnTo>
                <a:lnTo>
                  <a:pt x="110617" y="13081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7014082" y="4520946"/>
            <a:ext cx="4652010" cy="1304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6200">
              <a:lnSpc>
                <a:spcPts val="3354"/>
              </a:lnSpc>
              <a:spcBef>
                <a:spcPts val="95"/>
              </a:spcBef>
              <a:tabLst>
                <a:tab pos="1049655" algn="l"/>
                <a:tab pos="2023745" algn="l"/>
                <a:tab pos="2293620" algn="l"/>
                <a:tab pos="3265804" algn="l"/>
                <a:tab pos="3535679" algn="l"/>
                <a:tab pos="4502150" algn="l"/>
              </a:tabLst>
            </a:pP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254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{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1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1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3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3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4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  <a:p>
            <a:pPr marL="909319">
              <a:lnSpc>
                <a:spcPts val="3354"/>
              </a:lnSpc>
              <a:tabLst>
                <a:tab pos="1875789" algn="l"/>
                <a:tab pos="2145665" algn="l"/>
                <a:tab pos="3127375" algn="l"/>
                <a:tab pos="3396615" algn="l"/>
                <a:tab pos="4378960" algn="l"/>
              </a:tabLst>
            </a:pP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4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5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4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6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  <a:p>
            <a:pPr marL="909319">
              <a:lnSpc>
                <a:spcPct val="100000"/>
              </a:lnSpc>
              <a:tabLst>
                <a:tab pos="1891030" algn="l"/>
              </a:tabLst>
            </a:pP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4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7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415148" y="5971743"/>
            <a:ext cx="3535045" cy="760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Edges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also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represented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by:</a:t>
            </a:r>
            <a:endParaRPr sz="2400">
              <a:latin typeface="Franklin Gothic Medium"/>
              <a:cs typeface="Franklin Gothic Medium"/>
            </a:endParaRPr>
          </a:p>
          <a:p>
            <a:pPr marL="234315">
              <a:lnSpc>
                <a:spcPct val="100000"/>
              </a:lnSpc>
              <a:spcBef>
                <a:spcPts val="25"/>
              </a:spcBef>
            </a:pPr>
            <a:r>
              <a:rPr dirty="0" sz="2400">
                <a:latin typeface="Cambria Math"/>
                <a:cs typeface="Cambria Math"/>
              </a:rPr>
              <a:t>𝑣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0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</a:t>
            </a:r>
            <a:r>
              <a:rPr dirty="0" sz="2400" spc="-25">
                <a:latin typeface="Cambria Math"/>
                <a:cs typeface="Cambria Math"/>
              </a:rPr>
              <a:t> </a:t>
            </a:r>
            <a:r>
              <a:rPr dirty="0" sz="2400" spc="-35">
                <a:latin typeface="Cambria Math"/>
                <a:cs typeface="Cambria Math"/>
              </a:rPr>
              <a:t>𝑣</a:t>
            </a:r>
            <a:r>
              <a:rPr dirty="0" baseline="-15873" sz="2625" spc="-52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053198" y="2999358"/>
            <a:ext cx="18542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3200" spc="34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215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(</a:t>
            </a:r>
            <a:r>
              <a:rPr dirty="0" sz="32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3200">
                <a:latin typeface="Cambria Math"/>
                <a:cs typeface="Cambria Math"/>
              </a:rPr>
              <a:t>,</a:t>
            </a:r>
            <a:r>
              <a:rPr dirty="0" sz="3200" spc="-150">
                <a:latin typeface="Cambria Math"/>
                <a:cs typeface="Cambria Math"/>
              </a:rPr>
              <a:t> </a:t>
            </a:r>
            <a:r>
              <a:rPr dirty="0" sz="3200" spc="35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3200" spc="35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2890" y="4673853"/>
            <a:ext cx="213868" cy="213868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5068315" y="4402328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191759" y="4510532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8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1069573" y="6431381"/>
            <a:ext cx="205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23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/>
              <a:t>Def:</a:t>
            </a:r>
            <a:r>
              <a:rPr dirty="0" spc="-100"/>
              <a:t> </a:t>
            </a:r>
            <a:r>
              <a:rPr dirty="0" spc="-204"/>
              <a:t>A</a:t>
            </a:r>
            <a:r>
              <a:rPr dirty="0" spc="10"/>
              <a:t> </a:t>
            </a:r>
            <a:r>
              <a:rPr dirty="0" spc="-10"/>
              <a:t>graph</a:t>
            </a:r>
            <a:r>
              <a:rPr dirty="0" spc="-20"/>
              <a:t> </a:t>
            </a:r>
            <a:r>
              <a:rPr dirty="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pc="1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pair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sets</a:t>
            </a:r>
            <a:r>
              <a:rPr dirty="0" spc="-30"/>
              <a:t> </a:t>
            </a:r>
            <a:r>
              <a:rPr dirty="0"/>
              <a:t>(</a:t>
            </a:r>
            <a:r>
              <a:rPr dirty="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/>
              <a:t>,</a:t>
            </a:r>
            <a:r>
              <a:rPr dirty="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/>
              <a:t>)</a:t>
            </a:r>
            <a:r>
              <a:rPr dirty="0" spc="-40"/>
              <a:t> </a:t>
            </a:r>
            <a:r>
              <a:rPr dirty="0" spc="-10"/>
              <a:t>where: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pos="240029" algn="l"/>
              </a:tabLst>
            </a:pPr>
            <a:r>
              <a:rPr dirty="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pc="7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40"/>
              <a:t>nonempty</a:t>
            </a:r>
            <a:r>
              <a:rPr dirty="0" spc="-65"/>
              <a:t> </a:t>
            </a:r>
            <a:r>
              <a:rPr dirty="0"/>
              <a:t>set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35"/>
              <a:t>items</a:t>
            </a:r>
            <a:r>
              <a:rPr dirty="0" spc="-75"/>
              <a:t> </a:t>
            </a:r>
            <a:r>
              <a:rPr dirty="0"/>
              <a:t>called</a:t>
            </a:r>
            <a:r>
              <a:rPr dirty="0" spc="-75"/>
              <a:t> </a:t>
            </a:r>
            <a:r>
              <a:rPr dirty="0"/>
              <a:t>vertices</a:t>
            </a:r>
            <a:r>
              <a:rPr dirty="0" spc="-60"/>
              <a:t> </a:t>
            </a:r>
            <a:r>
              <a:rPr dirty="0"/>
              <a:t>(or</a:t>
            </a:r>
            <a:r>
              <a:rPr dirty="0" spc="-80"/>
              <a:t> </a:t>
            </a:r>
            <a:r>
              <a:rPr dirty="0" spc="-10"/>
              <a:t>nodes)</a:t>
            </a: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pos="240029" algn="l"/>
              </a:tabLst>
            </a:pPr>
            <a:r>
              <a:rPr dirty="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pc="114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/>
              <a:t>is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/>
              <a:t>set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2-</a:t>
            </a:r>
            <a:r>
              <a:rPr dirty="0" spc="-60"/>
              <a:t>item</a:t>
            </a:r>
            <a:r>
              <a:rPr dirty="0" spc="-70"/>
              <a:t> </a:t>
            </a:r>
            <a:r>
              <a:rPr dirty="0"/>
              <a:t>subsets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pc="10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/>
              <a:t>called</a:t>
            </a:r>
            <a:r>
              <a:rPr dirty="0" spc="-75"/>
              <a:t> </a:t>
            </a:r>
            <a:r>
              <a:rPr dirty="0" spc="-10"/>
              <a:t>edges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Graphs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9542" y="3366261"/>
            <a:ext cx="213868" cy="21386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005" y="4204461"/>
            <a:ext cx="213868" cy="21386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1514" y="4096258"/>
            <a:ext cx="213868" cy="21386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34870" y="6037834"/>
            <a:ext cx="213868" cy="21386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0754" y="4497070"/>
            <a:ext cx="213868" cy="21386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86146" y="5681217"/>
            <a:ext cx="213867" cy="213868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54469" y="4527550"/>
            <a:ext cx="213868" cy="213868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59917" y="4041140"/>
            <a:ext cx="292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62098" y="309841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91938" y="3783838"/>
            <a:ext cx="286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466720" y="425538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279134" y="4312742"/>
            <a:ext cx="29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7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049516" y="5241137"/>
            <a:ext cx="9467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25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060183" y="3681425"/>
            <a:ext cx="18542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3200" spc="34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210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(</a:t>
            </a:r>
            <a:r>
              <a:rPr dirty="0" sz="32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3200">
                <a:latin typeface="Cambria Math"/>
                <a:cs typeface="Cambria Math"/>
              </a:rPr>
              <a:t>,</a:t>
            </a:r>
            <a:r>
              <a:rPr dirty="0" sz="3200" spc="-150">
                <a:latin typeface="Cambria Math"/>
                <a:cs typeface="Cambria Math"/>
              </a:rPr>
              <a:t> </a:t>
            </a:r>
            <a:r>
              <a:rPr dirty="0" sz="3200" spc="35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3200" spc="35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517892" y="2851404"/>
            <a:ext cx="448818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2000" spc="-140">
                <a:latin typeface="Franklin Gothic Medium"/>
                <a:cs typeface="Franklin Gothic Medium"/>
              </a:rPr>
              <a:t>A</a:t>
            </a:r>
            <a:r>
              <a:rPr dirty="0" sz="2000" spc="-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graph</a:t>
            </a:r>
            <a:r>
              <a:rPr dirty="0" sz="2000" spc="-114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doesn’t</a:t>
            </a:r>
            <a:r>
              <a:rPr dirty="0" sz="2000" spc="-114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need</a:t>
            </a:r>
            <a:r>
              <a:rPr dirty="0" sz="2000" spc="-9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to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have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any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edges</a:t>
            </a:r>
            <a:endParaRPr sz="2000">
              <a:latin typeface="Franklin Gothic Medium"/>
              <a:cs typeface="Franklin Gothic Medium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2890" y="4673853"/>
            <a:ext cx="213868" cy="213868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5068315" y="4402328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540755" y="5904268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920620" y="6210287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ct val="100000"/>
              </a:lnSpc>
            </a:pPr>
            <a:r>
              <a:rPr dirty="0" spc="-25"/>
              <a:t>24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5191759" y="4510532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8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053071" y="4492828"/>
            <a:ext cx="49434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2800" spc="3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22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2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4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3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6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7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0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8</a:t>
            </a:r>
            <a:r>
              <a:rPr dirty="0" sz="2800" spc="-25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32482" y="1796923"/>
            <a:ext cx="984250" cy="427355"/>
          </a:xfrm>
          <a:custGeom>
            <a:avLst/>
            <a:gdLst/>
            <a:ahLst/>
            <a:cxnLst/>
            <a:rect l="l" t="t" r="r" b="b"/>
            <a:pathLst>
              <a:path w="984250" h="427355">
                <a:moveTo>
                  <a:pt x="877697" y="0"/>
                </a:moveTo>
                <a:lnTo>
                  <a:pt x="873252" y="0"/>
                </a:lnTo>
                <a:lnTo>
                  <a:pt x="873252" y="13080"/>
                </a:lnTo>
                <a:lnTo>
                  <a:pt x="875792" y="13080"/>
                </a:lnTo>
                <a:lnTo>
                  <a:pt x="887694" y="14150"/>
                </a:lnTo>
                <a:lnTo>
                  <a:pt x="921402" y="40217"/>
                </a:lnTo>
                <a:lnTo>
                  <a:pt x="929386" y="90169"/>
                </a:lnTo>
                <a:lnTo>
                  <a:pt x="929209" y="97027"/>
                </a:lnTo>
                <a:lnTo>
                  <a:pt x="929171" y="98474"/>
                </a:lnTo>
                <a:lnTo>
                  <a:pt x="928604" y="106652"/>
                </a:lnTo>
                <a:lnTo>
                  <a:pt x="928528" y="107743"/>
                </a:lnTo>
                <a:lnTo>
                  <a:pt x="927569" y="116871"/>
                </a:lnTo>
                <a:lnTo>
                  <a:pt x="927457" y="117941"/>
                </a:lnTo>
                <a:lnTo>
                  <a:pt x="925957" y="129031"/>
                </a:lnTo>
                <a:lnTo>
                  <a:pt x="924544" y="139191"/>
                </a:lnTo>
                <a:lnTo>
                  <a:pt x="924456" y="139821"/>
                </a:lnTo>
                <a:lnTo>
                  <a:pt x="923385" y="148955"/>
                </a:lnTo>
                <a:lnTo>
                  <a:pt x="922742" y="156446"/>
                </a:lnTo>
                <a:lnTo>
                  <a:pt x="922652" y="158892"/>
                </a:lnTo>
                <a:lnTo>
                  <a:pt x="922528" y="162305"/>
                </a:lnTo>
                <a:lnTo>
                  <a:pt x="923014" y="170687"/>
                </a:lnTo>
                <a:lnTo>
                  <a:pt x="923055" y="171402"/>
                </a:lnTo>
                <a:lnTo>
                  <a:pt x="924655" y="179641"/>
                </a:lnTo>
                <a:lnTo>
                  <a:pt x="951738" y="211709"/>
                </a:lnTo>
                <a:lnTo>
                  <a:pt x="951738" y="214756"/>
                </a:lnTo>
                <a:lnTo>
                  <a:pt x="924655" y="246491"/>
                </a:lnTo>
                <a:lnTo>
                  <a:pt x="922528" y="263651"/>
                </a:lnTo>
                <a:lnTo>
                  <a:pt x="922660" y="267207"/>
                </a:lnTo>
                <a:lnTo>
                  <a:pt x="922742" y="269416"/>
                </a:lnTo>
                <a:lnTo>
                  <a:pt x="923312" y="275970"/>
                </a:lnTo>
                <a:lnTo>
                  <a:pt x="923385" y="276812"/>
                </a:lnTo>
                <a:lnTo>
                  <a:pt x="924456" y="285851"/>
                </a:lnTo>
                <a:lnTo>
                  <a:pt x="925957" y="296544"/>
                </a:lnTo>
                <a:lnTo>
                  <a:pt x="927457" y="307574"/>
                </a:lnTo>
                <a:lnTo>
                  <a:pt x="928528" y="317626"/>
                </a:lnTo>
                <a:lnTo>
                  <a:pt x="929171" y="326727"/>
                </a:lnTo>
                <a:lnTo>
                  <a:pt x="929386" y="334899"/>
                </a:lnTo>
                <a:lnTo>
                  <a:pt x="928502" y="355691"/>
                </a:lnTo>
                <a:lnTo>
                  <a:pt x="915162" y="396875"/>
                </a:lnTo>
                <a:lnTo>
                  <a:pt x="875792" y="413638"/>
                </a:lnTo>
                <a:lnTo>
                  <a:pt x="873252" y="413638"/>
                </a:lnTo>
                <a:lnTo>
                  <a:pt x="873252" y="426847"/>
                </a:lnTo>
                <a:lnTo>
                  <a:pt x="877697" y="426847"/>
                </a:lnTo>
                <a:lnTo>
                  <a:pt x="896794" y="425013"/>
                </a:lnTo>
                <a:lnTo>
                  <a:pt x="938657" y="403225"/>
                </a:lnTo>
                <a:lnTo>
                  <a:pt x="957587" y="352540"/>
                </a:lnTo>
                <a:lnTo>
                  <a:pt x="958850" y="328294"/>
                </a:lnTo>
                <a:lnTo>
                  <a:pt x="958607" y="318839"/>
                </a:lnTo>
                <a:lnTo>
                  <a:pt x="957865" y="308752"/>
                </a:lnTo>
                <a:lnTo>
                  <a:pt x="956599" y="298023"/>
                </a:lnTo>
                <a:lnTo>
                  <a:pt x="954786" y="286638"/>
                </a:lnTo>
                <a:lnTo>
                  <a:pt x="953025" y="275970"/>
                </a:lnTo>
                <a:lnTo>
                  <a:pt x="951753" y="267207"/>
                </a:lnTo>
                <a:lnTo>
                  <a:pt x="950981" y="260350"/>
                </a:lnTo>
                <a:lnTo>
                  <a:pt x="950722" y="255397"/>
                </a:lnTo>
                <a:lnTo>
                  <a:pt x="951243" y="248132"/>
                </a:lnTo>
                <a:lnTo>
                  <a:pt x="983869" y="220344"/>
                </a:lnTo>
                <a:lnTo>
                  <a:pt x="983869" y="206121"/>
                </a:lnTo>
                <a:lnTo>
                  <a:pt x="951243" y="178046"/>
                </a:lnTo>
                <a:lnTo>
                  <a:pt x="950722" y="170687"/>
                </a:lnTo>
                <a:lnTo>
                  <a:pt x="950981" y="165784"/>
                </a:lnTo>
                <a:lnTo>
                  <a:pt x="951753" y="158892"/>
                </a:lnTo>
                <a:lnTo>
                  <a:pt x="953025" y="150024"/>
                </a:lnTo>
                <a:lnTo>
                  <a:pt x="954683" y="139821"/>
                </a:lnTo>
                <a:lnTo>
                  <a:pt x="956599" y="127710"/>
                </a:lnTo>
                <a:lnTo>
                  <a:pt x="958850" y="97027"/>
                </a:lnTo>
                <a:lnTo>
                  <a:pt x="957587" y="73667"/>
                </a:lnTo>
                <a:lnTo>
                  <a:pt x="938657" y="23875"/>
                </a:lnTo>
                <a:lnTo>
                  <a:pt x="896794" y="1783"/>
                </a:lnTo>
                <a:lnTo>
                  <a:pt x="877697" y="0"/>
                </a:lnTo>
                <a:close/>
              </a:path>
              <a:path w="984250" h="427355">
                <a:moveTo>
                  <a:pt x="110617" y="0"/>
                </a:moveTo>
                <a:lnTo>
                  <a:pt x="106044" y="0"/>
                </a:lnTo>
                <a:lnTo>
                  <a:pt x="86947" y="1783"/>
                </a:lnTo>
                <a:lnTo>
                  <a:pt x="45085" y="23875"/>
                </a:lnTo>
                <a:lnTo>
                  <a:pt x="26154" y="73667"/>
                </a:lnTo>
                <a:lnTo>
                  <a:pt x="24892" y="97027"/>
                </a:lnTo>
                <a:lnTo>
                  <a:pt x="25151" y="106652"/>
                </a:lnTo>
                <a:lnTo>
                  <a:pt x="25923" y="116871"/>
                </a:lnTo>
                <a:lnTo>
                  <a:pt x="27195" y="127710"/>
                </a:lnTo>
                <a:lnTo>
                  <a:pt x="28956" y="139191"/>
                </a:lnTo>
                <a:lnTo>
                  <a:pt x="30789" y="150024"/>
                </a:lnTo>
                <a:lnTo>
                  <a:pt x="32099" y="158892"/>
                </a:lnTo>
                <a:lnTo>
                  <a:pt x="32885" y="165784"/>
                </a:lnTo>
                <a:lnTo>
                  <a:pt x="33147" y="170687"/>
                </a:lnTo>
                <a:lnTo>
                  <a:pt x="32625" y="178046"/>
                </a:lnTo>
                <a:lnTo>
                  <a:pt x="0" y="206121"/>
                </a:lnTo>
                <a:lnTo>
                  <a:pt x="0" y="220344"/>
                </a:lnTo>
                <a:lnTo>
                  <a:pt x="32625" y="248132"/>
                </a:lnTo>
                <a:lnTo>
                  <a:pt x="33093" y="254648"/>
                </a:lnTo>
                <a:lnTo>
                  <a:pt x="33147" y="255397"/>
                </a:lnTo>
                <a:lnTo>
                  <a:pt x="32885" y="260350"/>
                </a:lnTo>
                <a:lnTo>
                  <a:pt x="32099" y="267207"/>
                </a:lnTo>
                <a:lnTo>
                  <a:pt x="30789" y="275970"/>
                </a:lnTo>
                <a:lnTo>
                  <a:pt x="28956" y="286638"/>
                </a:lnTo>
                <a:lnTo>
                  <a:pt x="27195" y="298023"/>
                </a:lnTo>
                <a:lnTo>
                  <a:pt x="25923" y="308752"/>
                </a:lnTo>
                <a:lnTo>
                  <a:pt x="25244" y="317626"/>
                </a:lnTo>
                <a:lnTo>
                  <a:pt x="25151" y="318839"/>
                </a:lnTo>
                <a:lnTo>
                  <a:pt x="24935" y="326727"/>
                </a:lnTo>
                <a:lnTo>
                  <a:pt x="24892" y="328294"/>
                </a:lnTo>
                <a:lnTo>
                  <a:pt x="26154" y="352540"/>
                </a:lnTo>
                <a:lnTo>
                  <a:pt x="36250" y="389981"/>
                </a:lnTo>
                <a:lnTo>
                  <a:pt x="70421" y="420465"/>
                </a:lnTo>
                <a:lnTo>
                  <a:pt x="106044" y="426847"/>
                </a:lnTo>
                <a:lnTo>
                  <a:pt x="110617" y="426847"/>
                </a:lnTo>
                <a:lnTo>
                  <a:pt x="110617" y="413638"/>
                </a:lnTo>
                <a:lnTo>
                  <a:pt x="107950" y="413638"/>
                </a:lnTo>
                <a:lnTo>
                  <a:pt x="96065" y="412591"/>
                </a:lnTo>
                <a:lnTo>
                  <a:pt x="62392" y="386655"/>
                </a:lnTo>
                <a:lnTo>
                  <a:pt x="57995" y="373094"/>
                </a:lnTo>
                <a:lnTo>
                  <a:pt x="57943" y="372935"/>
                </a:lnTo>
                <a:lnTo>
                  <a:pt x="55256" y="355691"/>
                </a:lnTo>
                <a:lnTo>
                  <a:pt x="54356" y="334899"/>
                </a:lnTo>
                <a:lnTo>
                  <a:pt x="54545" y="328294"/>
                </a:lnTo>
                <a:lnTo>
                  <a:pt x="54590" y="326727"/>
                </a:lnTo>
                <a:lnTo>
                  <a:pt x="55185" y="318839"/>
                </a:lnTo>
                <a:lnTo>
                  <a:pt x="55276" y="317626"/>
                </a:lnTo>
                <a:lnTo>
                  <a:pt x="56391" y="307574"/>
                </a:lnTo>
                <a:lnTo>
                  <a:pt x="57912" y="296544"/>
                </a:lnTo>
                <a:lnTo>
                  <a:pt x="59301" y="286638"/>
                </a:lnTo>
                <a:lnTo>
                  <a:pt x="59412" y="285851"/>
                </a:lnTo>
                <a:lnTo>
                  <a:pt x="60483" y="276812"/>
                </a:lnTo>
                <a:lnTo>
                  <a:pt x="61126" y="269416"/>
                </a:lnTo>
                <a:lnTo>
                  <a:pt x="61341" y="263651"/>
                </a:lnTo>
                <a:lnTo>
                  <a:pt x="60840" y="255397"/>
                </a:lnTo>
                <a:lnTo>
                  <a:pt x="37792" y="218019"/>
                </a:lnTo>
                <a:lnTo>
                  <a:pt x="32004" y="214756"/>
                </a:lnTo>
                <a:lnTo>
                  <a:pt x="32004" y="211709"/>
                </a:lnTo>
                <a:lnTo>
                  <a:pt x="59166" y="179641"/>
                </a:lnTo>
                <a:lnTo>
                  <a:pt x="61341" y="162305"/>
                </a:lnTo>
                <a:lnTo>
                  <a:pt x="61216" y="158892"/>
                </a:lnTo>
                <a:lnTo>
                  <a:pt x="61126" y="156446"/>
                </a:lnTo>
                <a:lnTo>
                  <a:pt x="60575" y="150024"/>
                </a:lnTo>
                <a:lnTo>
                  <a:pt x="60483" y="148955"/>
                </a:lnTo>
                <a:lnTo>
                  <a:pt x="59412" y="139821"/>
                </a:lnTo>
                <a:lnTo>
                  <a:pt x="56391" y="117941"/>
                </a:lnTo>
                <a:lnTo>
                  <a:pt x="55276" y="107743"/>
                </a:lnTo>
                <a:lnTo>
                  <a:pt x="54590" y="98474"/>
                </a:lnTo>
                <a:lnTo>
                  <a:pt x="54356" y="90169"/>
                </a:lnTo>
                <a:lnTo>
                  <a:pt x="55256" y="70264"/>
                </a:lnTo>
                <a:lnTo>
                  <a:pt x="68580" y="30099"/>
                </a:lnTo>
                <a:lnTo>
                  <a:pt x="107950" y="13080"/>
                </a:lnTo>
                <a:lnTo>
                  <a:pt x="110617" y="13080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18134" y="1304036"/>
            <a:ext cx="10890885" cy="89217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65430" marR="30480" indent="-227329">
              <a:lnSpc>
                <a:spcPts val="3470"/>
              </a:lnSpc>
              <a:spcBef>
                <a:spcPts val="80"/>
              </a:spcBef>
              <a:buFont typeface="Arial MT"/>
              <a:buChar char="•"/>
              <a:tabLst>
                <a:tab pos="266700" algn="l"/>
                <a:tab pos="1336675" algn="l"/>
                <a:tab pos="2313305" algn="l"/>
              </a:tabLst>
            </a:pPr>
            <a:r>
              <a:rPr dirty="0" sz="2800" spc="-30">
                <a:latin typeface="Franklin Gothic Medium"/>
                <a:cs typeface="Franklin Gothic Medium"/>
              </a:rPr>
              <a:t>Adjacent: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0">
                <a:latin typeface="Franklin Gothic Medium"/>
                <a:cs typeface="Franklin Gothic Medium"/>
              </a:rPr>
              <a:t>Two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nodes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𝑗</a:t>
            </a:r>
            <a:r>
              <a:rPr dirty="0" baseline="-16260" sz="3075" spc="50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adjacent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they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connected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an </a:t>
            </a:r>
            <a:r>
              <a:rPr dirty="0" sz="2800" spc="-25">
                <a:latin typeface="Franklin Gothic Medium"/>
                <a:cs typeface="Franklin Gothic Medium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edge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(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65">
                <a:latin typeface="Cambria Math"/>
                <a:cs typeface="Cambria Math"/>
              </a:rPr>
              <a:t>𝑣</a:t>
            </a:r>
            <a:r>
              <a:rPr dirty="0" baseline="-16260" sz="3075" spc="97">
                <a:latin typeface="Cambria Math"/>
                <a:cs typeface="Cambria Math"/>
              </a:rPr>
              <a:t>𝑖</a:t>
            </a:r>
            <a:r>
              <a:rPr dirty="0" sz="2800" spc="65">
                <a:latin typeface="Cambria Math"/>
                <a:cs typeface="Cambria Math"/>
              </a:rPr>
              <a:t>,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𝑗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-25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937005" y="3366261"/>
            <a:ext cx="5831840" cy="2885440"/>
            <a:chOff x="937005" y="3366261"/>
            <a:chExt cx="5831840" cy="288544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9541" y="3366261"/>
              <a:ext cx="213868" cy="21386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7005" y="4204461"/>
              <a:ext cx="213868" cy="21386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1514" y="4096257"/>
              <a:ext cx="213868" cy="2138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869" y="6037833"/>
              <a:ext cx="213868" cy="21386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0754" y="4497069"/>
              <a:ext cx="213868" cy="21386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146" y="5681217"/>
              <a:ext cx="213867" cy="213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4470" y="4527550"/>
              <a:ext cx="213868" cy="213868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116329" y="3545585"/>
              <a:ext cx="5475605" cy="2600325"/>
            </a:xfrm>
            <a:custGeom>
              <a:avLst/>
              <a:gdLst/>
              <a:ahLst/>
              <a:cxnLst/>
              <a:rect l="l" t="t" r="r" b="b"/>
              <a:pathLst>
                <a:path w="5475605" h="2600325">
                  <a:moveTo>
                    <a:pt x="1859661" y="0"/>
                  </a:moveTo>
                  <a:lnTo>
                    <a:pt x="0" y="695325"/>
                  </a:lnTo>
                </a:path>
                <a:path w="5475605" h="2600325">
                  <a:moveTo>
                    <a:pt x="0" y="838200"/>
                  </a:moveTo>
                  <a:lnTo>
                    <a:pt x="1025906" y="2599880"/>
                  </a:lnTo>
                </a:path>
                <a:path w="5475605" h="2600325">
                  <a:moveTo>
                    <a:pt x="1197864" y="2528252"/>
                  </a:moveTo>
                  <a:lnTo>
                    <a:pt x="3993387" y="758951"/>
                  </a:lnTo>
                </a:path>
                <a:path w="5475605" h="2600325">
                  <a:moveTo>
                    <a:pt x="2001012" y="0"/>
                  </a:moveTo>
                  <a:lnTo>
                    <a:pt x="3921125" y="587120"/>
                  </a:lnTo>
                </a:path>
                <a:path w="5475605" h="2600325">
                  <a:moveTo>
                    <a:pt x="1226820" y="2599461"/>
                  </a:moveTo>
                  <a:lnTo>
                    <a:pt x="4377308" y="2243328"/>
                  </a:lnTo>
                </a:path>
                <a:path w="5475605" h="2600325">
                  <a:moveTo>
                    <a:pt x="4478528" y="2142515"/>
                  </a:moveTo>
                  <a:lnTo>
                    <a:pt x="1793747" y="1130808"/>
                  </a:lnTo>
                </a:path>
                <a:path w="5475605" h="2600325">
                  <a:moveTo>
                    <a:pt x="4549140" y="2171471"/>
                  </a:moveTo>
                  <a:lnTo>
                    <a:pt x="5475224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59917" y="4041140"/>
            <a:ext cx="292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091938" y="3783838"/>
            <a:ext cx="286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466720" y="425538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279134" y="4312742"/>
            <a:ext cx="29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7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481316" y="3430523"/>
            <a:ext cx="269494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Cambria Math"/>
                <a:cs typeface="Cambria Math"/>
              </a:rPr>
              <a:t>𝑣</a:t>
            </a:r>
            <a:r>
              <a:rPr dirty="0" baseline="-15873" sz="2625">
                <a:latin typeface="Cambria Math"/>
                <a:cs typeface="Cambria Math"/>
              </a:rPr>
              <a:t>5</a:t>
            </a:r>
            <a:r>
              <a:rPr dirty="0" baseline="-15873" sz="2625" spc="34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adjacent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𝑣</a:t>
            </a:r>
            <a:r>
              <a:rPr dirty="0" baseline="-15873" sz="2625" spc="-37">
                <a:latin typeface="Cambria Math"/>
                <a:cs typeface="Cambria Math"/>
              </a:rPr>
              <a:t>7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481316" y="4308347"/>
            <a:ext cx="317754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dirty="0" sz="2400">
                <a:latin typeface="Cambria Math"/>
                <a:cs typeface="Cambria Math"/>
              </a:rPr>
              <a:t>𝑣</a:t>
            </a:r>
            <a:r>
              <a:rPr dirty="0" baseline="-15873" sz="2625">
                <a:latin typeface="Cambria Math"/>
                <a:cs typeface="Cambria Math"/>
              </a:rPr>
              <a:t>5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not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adjacent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𝑣</a:t>
            </a:r>
            <a:r>
              <a:rPr dirty="0" baseline="-15873" sz="2625" spc="-37">
                <a:latin typeface="Cambria Math"/>
                <a:cs typeface="Cambria Math"/>
              </a:rPr>
              <a:t>4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562098" y="309841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2890" y="4673853"/>
            <a:ext cx="213868" cy="213868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5042915" y="4402328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8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540755" y="5904268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920620" y="6210287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ct val="100000"/>
              </a:lnSpc>
            </a:pPr>
            <a:r>
              <a:rPr dirty="0" spc="-25"/>
              <a:t>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32482" y="1796923"/>
            <a:ext cx="984250" cy="427355"/>
          </a:xfrm>
          <a:custGeom>
            <a:avLst/>
            <a:gdLst/>
            <a:ahLst/>
            <a:cxnLst/>
            <a:rect l="l" t="t" r="r" b="b"/>
            <a:pathLst>
              <a:path w="984250" h="427355">
                <a:moveTo>
                  <a:pt x="877697" y="0"/>
                </a:moveTo>
                <a:lnTo>
                  <a:pt x="873252" y="0"/>
                </a:lnTo>
                <a:lnTo>
                  <a:pt x="873252" y="13080"/>
                </a:lnTo>
                <a:lnTo>
                  <a:pt x="875792" y="13080"/>
                </a:lnTo>
                <a:lnTo>
                  <a:pt x="887694" y="14150"/>
                </a:lnTo>
                <a:lnTo>
                  <a:pt x="921402" y="40217"/>
                </a:lnTo>
                <a:lnTo>
                  <a:pt x="929386" y="90169"/>
                </a:lnTo>
                <a:lnTo>
                  <a:pt x="929209" y="97027"/>
                </a:lnTo>
                <a:lnTo>
                  <a:pt x="929171" y="98474"/>
                </a:lnTo>
                <a:lnTo>
                  <a:pt x="928604" y="106652"/>
                </a:lnTo>
                <a:lnTo>
                  <a:pt x="928528" y="107743"/>
                </a:lnTo>
                <a:lnTo>
                  <a:pt x="927569" y="116871"/>
                </a:lnTo>
                <a:lnTo>
                  <a:pt x="927457" y="117941"/>
                </a:lnTo>
                <a:lnTo>
                  <a:pt x="925957" y="129031"/>
                </a:lnTo>
                <a:lnTo>
                  <a:pt x="924544" y="139191"/>
                </a:lnTo>
                <a:lnTo>
                  <a:pt x="924456" y="139821"/>
                </a:lnTo>
                <a:lnTo>
                  <a:pt x="923385" y="148955"/>
                </a:lnTo>
                <a:lnTo>
                  <a:pt x="922742" y="156446"/>
                </a:lnTo>
                <a:lnTo>
                  <a:pt x="922652" y="158892"/>
                </a:lnTo>
                <a:lnTo>
                  <a:pt x="922528" y="162305"/>
                </a:lnTo>
                <a:lnTo>
                  <a:pt x="923014" y="170687"/>
                </a:lnTo>
                <a:lnTo>
                  <a:pt x="923055" y="171402"/>
                </a:lnTo>
                <a:lnTo>
                  <a:pt x="924655" y="179641"/>
                </a:lnTo>
                <a:lnTo>
                  <a:pt x="951738" y="211709"/>
                </a:lnTo>
                <a:lnTo>
                  <a:pt x="951738" y="214756"/>
                </a:lnTo>
                <a:lnTo>
                  <a:pt x="924655" y="246491"/>
                </a:lnTo>
                <a:lnTo>
                  <a:pt x="922528" y="263651"/>
                </a:lnTo>
                <a:lnTo>
                  <a:pt x="922660" y="267207"/>
                </a:lnTo>
                <a:lnTo>
                  <a:pt x="922742" y="269416"/>
                </a:lnTo>
                <a:lnTo>
                  <a:pt x="923312" y="275970"/>
                </a:lnTo>
                <a:lnTo>
                  <a:pt x="923385" y="276812"/>
                </a:lnTo>
                <a:lnTo>
                  <a:pt x="924456" y="285851"/>
                </a:lnTo>
                <a:lnTo>
                  <a:pt x="925957" y="296544"/>
                </a:lnTo>
                <a:lnTo>
                  <a:pt x="927457" y="307574"/>
                </a:lnTo>
                <a:lnTo>
                  <a:pt x="928528" y="317626"/>
                </a:lnTo>
                <a:lnTo>
                  <a:pt x="929171" y="326727"/>
                </a:lnTo>
                <a:lnTo>
                  <a:pt x="929386" y="334899"/>
                </a:lnTo>
                <a:lnTo>
                  <a:pt x="928502" y="355691"/>
                </a:lnTo>
                <a:lnTo>
                  <a:pt x="915162" y="396875"/>
                </a:lnTo>
                <a:lnTo>
                  <a:pt x="875792" y="413638"/>
                </a:lnTo>
                <a:lnTo>
                  <a:pt x="873252" y="413638"/>
                </a:lnTo>
                <a:lnTo>
                  <a:pt x="873252" y="426847"/>
                </a:lnTo>
                <a:lnTo>
                  <a:pt x="877697" y="426847"/>
                </a:lnTo>
                <a:lnTo>
                  <a:pt x="896794" y="425013"/>
                </a:lnTo>
                <a:lnTo>
                  <a:pt x="938657" y="403225"/>
                </a:lnTo>
                <a:lnTo>
                  <a:pt x="957587" y="352540"/>
                </a:lnTo>
                <a:lnTo>
                  <a:pt x="958850" y="328294"/>
                </a:lnTo>
                <a:lnTo>
                  <a:pt x="958607" y="318839"/>
                </a:lnTo>
                <a:lnTo>
                  <a:pt x="957865" y="308752"/>
                </a:lnTo>
                <a:lnTo>
                  <a:pt x="956599" y="298023"/>
                </a:lnTo>
                <a:lnTo>
                  <a:pt x="954786" y="286638"/>
                </a:lnTo>
                <a:lnTo>
                  <a:pt x="953025" y="275970"/>
                </a:lnTo>
                <a:lnTo>
                  <a:pt x="951753" y="267207"/>
                </a:lnTo>
                <a:lnTo>
                  <a:pt x="950981" y="260350"/>
                </a:lnTo>
                <a:lnTo>
                  <a:pt x="950722" y="255397"/>
                </a:lnTo>
                <a:lnTo>
                  <a:pt x="951243" y="248132"/>
                </a:lnTo>
                <a:lnTo>
                  <a:pt x="983869" y="220344"/>
                </a:lnTo>
                <a:lnTo>
                  <a:pt x="983869" y="206121"/>
                </a:lnTo>
                <a:lnTo>
                  <a:pt x="951243" y="178046"/>
                </a:lnTo>
                <a:lnTo>
                  <a:pt x="950722" y="170687"/>
                </a:lnTo>
                <a:lnTo>
                  <a:pt x="950981" y="165784"/>
                </a:lnTo>
                <a:lnTo>
                  <a:pt x="951753" y="158892"/>
                </a:lnTo>
                <a:lnTo>
                  <a:pt x="953025" y="150024"/>
                </a:lnTo>
                <a:lnTo>
                  <a:pt x="954683" y="139821"/>
                </a:lnTo>
                <a:lnTo>
                  <a:pt x="956599" y="127710"/>
                </a:lnTo>
                <a:lnTo>
                  <a:pt x="958850" y="97027"/>
                </a:lnTo>
                <a:lnTo>
                  <a:pt x="957587" y="73667"/>
                </a:lnTo>
                <a:lnTo>
                  <a:pt x="938657" y="23875"/>
                </a:lnTo>
                <a:lnTo>
                  <a:pt x="896794" y="1783"/>
                </a:lnTo>
                <a:lnTo>
                  <a:pt x="877697" y="0"/>
                </a:lnTo>
                <a:close/>
              </a:path>
              <a:path w="984250" h="427355">
                <a:moveTo>
                  <a:pt x="110617" y="0"/>
                </a:moveTo>
                <a:lnTo>
                  <a:pt x="106044" y="0"/>
                </a:lnTo>
                <a:lnTo>
                  <a:pt x="86947" y="1783"/>
                </a:lnTo>
                <a:lnTo>
                  <a:pt x="45085" y="23875"/>
                </a:lnTo>
                <a:lnTo>
                  <a:pt x="26154" y="73667"/>
                </a:lnTo>
                <a:lnTo>
                  <a:pt x="24892" y="97027"/>
                </a:lnTo>
                <a:lnTo>
                  <a:pt x="25151" y="106652"/>
                </a:lnTo>
                <a:lnTo>
                  <a:pt x="25923" y="116871"/>
                </a:lnTo>
                <a:lnTo>
                  <a:pt x="27195" y="127710"/>
                </a:lnTo>
                <a:lnTo>
                  <a:pt x="28956" y="139191"/>
                </a:lnTo>
                <a:lnTo>
                  <a:pt x="30789" y="150024"/>
                </a:lnTo>
                <a:lnTo>
                  <a:pt x="32099" y="158892"/>
                </a:lnTo>
                <a:lnTo>
                  <a:pt x="32885" y="165784"/>
                </a:lnTo>
                <a:lnTo>
                  <a:pt x="33147" y="170687"/>
                </a:lnTo>
                <a:lnTo>
                  <a:pt x="32625" y="178046"/>
                </a:lnTo>
                <a:lnTo>
                  <a:pt x="0" y="206121"/>
                </a:lnTo>
                <a:lnTo>
                  <a:pt x="0" y="220344"/>
                </a:lnTo>
                <a:lnTo>
                  <a:pt x="32625" y="248132"/>
                </a:lnTo>
                <a:lnTo>
                  <a:pt x="33093" y="254648"/>
                </a:lnTo>
                <a:lnTo>
                  <a:pt x="33147" y="255397"/>
                </a:lnTo>
                <a:lnTo>
                  <a:pt x="32885" y="260350"/>
                </a:lnTo>
                <a:lnTo>
                  <a:pt x="32099" y="267207"/>
                </a:lnTo>
                <a:lnTo>
                  <a:pt x="30789" y="275970"/>
                </a:lnTo>
                <a:lnTo>
                  <a:pt x="28956" y="286638"/>
                </a:lnTo>
                <a:lnTo>
                  <a:pt x="27195" y="298023"/>
                </a:lnTo>
                <a:lnTo>
                  <a:pt x="25923" y="308752"/>
                </a:lnTo>
                <a:lnTo>
                  <a:pt x="25244" y="317626"/>
                </a:lnTo>
                <a:lnTo>
                  <a:pt x="25151" y="318839"/>
                </a:lnTo>
                <a:lnTo>
                  <a:pt x="24935" y="326727"/>
                </a:lnTo>
                <a:lnTo>
                  <a:pt x="24892" y="328294"/>
                </a:lnTo>
                <a:lnTo>
                  <a:pt x="26154" y="352540"/>
                </a:lnTo>
                <a:lnTo>
                  <a:pt x="36250" y="389981"/>
                </a:lnTo>
                <a:lnTo>
                  <a:pt x="70421" y="420465"/>
                </a:lnTo>
                <a:lnTo>
                  <a:pt x="106044" y="426847"/>
                </a:lnTo>
                <a:lnTo>
                  <a:pt x="110617" y="426847"/>
                </a:lnTo>
                <a:lnTo>
                  <a:pt x="110617" y="413638"/>
                </a:lnTo>
                <a:lnTo>
                  <a:pt x="107950" y="413638"/>
                </a:lnTo>
                <a:lnTo>
                  <a:pt x="96065" y="412591"/>
                </a:lnTo>
                <a:lnTo>
                  <a:pt x="62392" y="386655"/>
                </a:lnTo>
                <a:lnTo>
                  <a:pt x="57995" y="373094"/>
                </a:lnTo>
                <a:lnTo>
                  <a:pt x="57943" y="372935"/>
                </a:lnTo>
                <a:lnTo>
                  <a:pt x="55256" y="355691"/>
                </a:lnTo>
                <a:lnTo>
                  <a:pt x="54356" y="334899"/>
                </a:lnTo>
                <a:lnTo>
                  <a:pt x="54545" y="328294"/>
                </a:lnTo>
                <a:lnTo>
                  <a:pt x="54590" y="326727"/>
                </a:lnTo>
                <a:lnTo>
                  <a:pt x="55185" y="318839"/>
                </a:lnTo>
                <a:lnTo>
                  <a:pt x="55276" y="317626"/>
                </a:lnTo>
                <a:lnTo>
                  <a:pt x="56391" y="307574"/>
                </a:lnTo>
                <a:lnTo>
                  <a:pt x="57912" y="296544"/>
                </a:lnTo>
                <a:lnTo>
                  <a:pt x="59301" y="286638"/>
                </a:lnTo>
                <a:lnTo>
                  <a:pt x="59412" y="285851"/>
                </a:lnTo>
                <a:lnTo>
                  <a:pt x="60483" y="276812"/>
                </a:lnTo>
                <a:lnTo>
                  <a:pt x="61126" y="269416"/>
                </a:lnTo>
                <a:lnTo>
                  <a:pt x="61341" y="263651"/>
                </a:lnTo>
                <a:lnTo>
                  <a:pt x="60840" y="255397"/>
                </a:lnTo>
                <a:lnTo>
                  <a:pt x="37792" y="218019"/>
                </a:lnTo>
                <a:lnTo>
                  <a:pt x="32004" y="214756"/>
                </a:lnTo>
                <a:lnTo>
                  <a:pt x="32004" y="211709"/>
                </a:lnTo>
                <a:lnTo>
                  <a:pt x="59166" y="179641"/>
                </a:lnTo>
                <a:lnTo>
                  <a:pt x="61341" y="162305"/>
                </a:lnTo>
                <a:lnTo>
                  <a:pt x="61216" y="158892"/>
                </a:lnTo>
                <a:lnTo>
                  <a:pt x="61126" y="156446"/>
                </a:lnTo>
                <a:lnTo>
                  <a:pt x="60575" y="150024"/>
                </a:lnTo>
                <a:lnTo>
                  <a:pt x="60483" y="148955"/>
                </a:lnTo>
                <a:lnTo>
                  <a:pt x="59412" y="139821"/>
                </a:lnTo>
                <a:lnTo>
                  <a:pt x="56391" y="117941"/>
                </a:lnTo>
                <a:lnTo>
                  <a:pt x="55276" y="107743"/>
                </a:lnTo>
                <a:lnTo>
                  <a:pt x="54590" y="98474"/>
                </a:lnTo>
                <a:lnTo>
                  <a:pt x="54356" y="90169"/>
                </a:lnTo>
                <a:lnTo>
                  <a:pt x="55256" y="70264"/>
                </a:lnTo>
                <a:lnTo>
                  <a:pt x="68580" y="30099"/>
                </a:lnTo>
                <a:lnTo>
                  <a:pt x="107950" y="13080"/>
                </a:lnTo>
                <a:lnTo>
                  <a:pt x="110617" y="13080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937005" y="3366261"/>
            <a:ext cx="5831840" cy="2885440"/>
            <a:chOff x="937005" y="3366261"/>
            <a:chExt cx="5831840" cy="288544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9541" y="3366261"/>
              <a:ext cx="213868" cy="21386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7005" y="4204461"/>
              <a:ext cx="213868" cy="2138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1514" y="4096257"/>
              <a:ext cx="213868" cy="21386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869" y="6037833"/>
              <a:ext cx="213868" cy="21386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0754" y="4497069"/>
              <a:ext cx="213868" cy="21386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146" y="5681217"/>
              <a:ext cx="213867" cy="21386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4470" y="4527550"/>
              <a:ext cx="213868" cy="21386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116329" y="3545585"/>
              <a:ext cx="5475605" cy="2600325"/>
            </a:xfrm>
            <a:custGeom>
              <a:avLst/>
              <a:gdLst/>
              <a:ahLst/>
              <a:cxnLst/>
              <a:rect l="l" t="t" r="r" b="b"/>
              <a:pathLst>
                <a:path w="5475605" h="2600325">
                  <a:moveTo>
                    <a:pt x="1859661" y="0"/>
                  </a:moveTo>
                  <a:lnTo>
                    <a:pt x="0" y="695325"/>
                  </a:lnTo>
                </a:path>
                <a:path w="5475605" h="2600325">
                  <a:moveTo>
                    <a:pt x="0" y="838200"/>
                  </a:moveTo>
                  <a:lnTo>
                    <a:pt x="1025906" y="2599880"/>
                  </a:lnTo>
                </a:path>
                <a:path w="5475605" h="2600325">
                  <a:moveTo>
                    <a:pt x="1197864" y="2528252"/>
                  </a:moveTo>
                  <a:lnTo>
                    <a:pt x="3993387" y="758951"/>
                  </a:lnTo>
                </a:path>
                <a:path w="5475605" h="2600325">
                  <a:moveTo>
                    <a:pt x="2001012" y="0"/>
                  </a:moveTo>
                  <a:lnTo>
                    <a:pt x="3921125" y="587120"/>
                  </a:lnTo>
                </a:path>
                <a:path w="5475605" h="2600325">
                  <a:moveTo>
                    <a:pt x="1226820" y="2599461"/>
                  </a:moveTo>
                  <a:lnTo>
                    <a:pt x="4377308" y="2243328"/>
                  </a:lnTo>
                </a:path>
                <a:path w="5475605" h="2600325">
                  <a:moveTo>
                    <a:pt x="4478528" y="2142515"/>
                  </a:moveTo>
                  <a:lnTo>
                    <a:pt x="1793747" y="1130808"/>
                  </a:lnTo>
                </a:path>
                <a:path w="5475605" h="2600325">
                  <a:moveTo>
                    <a:pt x="4549140" y="2171471"/>
                  </a:moveTo>
                  <a:lnTo>
                    <a:pt x="5475224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466720" y="425538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279134" y="4312742"/>
            <a:ext cx="29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7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47217" y="1304036"/>
            <a:ext cx="10987405" cy="30372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35915" marR="55880" indent="-227329">
              <a:lnSpc>
                <a:spcPts val="3470"/>
              </a:lnSpc>
              <a:spcBef>
                <a:spcPts val="120"/>
              </a:spcBef>
              <a:buFont typeface="Arial MT"/>
              <a:buChar char="•"/>
              <a:tabLst>
                <a:tab pos="337185" algn="l"/>
                <a:tab pos="1407160" algn="l"/>
                <a:tab pos="2384425" algn="l"/>
              </a:tabLst>
            </a:pPr>
            <a:r>
              <a:rPr dirty="0" sz="2800" spc="-30">
                <a:latin typeface="Franklin Gothic Medium"/>
                <a:cs typeface="Franklin Gothic Medium"/>
              </a:rPr>
              <a:t>Adjacent: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0">
                <a:latin typeface="Franklin Gothic Medium"/>
                <a:cs typeface="Franklin Gothic Medium"/>
              </a:rPr>
              <a:t>Two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nodes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𝑗</a:t>
            </a:r>
            <a:r>
              <a:rPr dirty="0" baseline="-16260" sz="3075" spc="50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adjacent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they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connected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an </a:t>
            </a:r>
            <a:r>
              <a:rPr dirty="0" sz="2800" spc="-25">
                <a:latin typeface="Franklin Gothic Medium"/>
                <a:cs typeface="Franklin Gothic Medium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edge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(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65">
                <a:latin typeface="Cambria Math"/>
                <a:cs typeface="Cambria Math"/>
              </a:rPr>
              <a:t>𝑣</a:t>
            </a:r>
            <a:r>
              <a:rPr dirty="0" baseline="-16260" sz="3075" spc="97">
                <a:latin typeface="Cambria Math"/>
                <a:cs typeface="Cambria Math"/>
              </a:rPr>
              <a:t>𝑖</a:t>
            </a:r>
            <a:r>
              <a:rPr dirty="0" sz="2800" spc="65">
                <a:latin typeface="Cambria Math"/>
                <a:cs typeface="Cambria Math"/>
              </a:rPr>
              <a:t>,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𝑗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-25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marL="335915" indent="-227329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3591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Incident: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An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</a:t>
            </a:r>
            <a:r>
              <a:rPr dirty="0" sz="2800" spc="-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𝑒</a:t>
            </a:r>
            <a:r>
              <a:rPr dirty="0" sz="2800" spc="1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2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𝑗</a:t>
            </a:r>
            <a:r>
              <a:rPr dirty="0" sz="2800">
                <a:latin typeface="Cambria Math"/>
                <a:cs typeface="Cambria Math"/>
              </a:rPr>
              <a:t>}</a:t>
            </a:r>
            <a:r>
              <a:rPr dirty="0" sz="2800" spc="4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incident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baseline="-16260" sz="3075" spc="56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𝑗</a:t>
            </a:r>
            <a:endParaRPr baseline="-16260" sz="3075">
              <a:latin typeface="Cambria Math"/>
              <a:cs typeface="Cambria Math"/>
            </a:endParaRPr>
          </a:p>
          <a:p>
            <a:pPr marL="2052955">
              <a:lnSpc>
                <a:spcPct val="100000"/>
              </a:lnSpc>
              <a:spcBef>
                <a:spcPts val="3015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800">
              <a:latin typeface="Cambria Math"/>
              <a:cs typeface="Cambria Math"/>
            </a:endParaRPr>
          </a:p>
          <a:p>
            <a:pPr algn="ctr" marR="1604010">
              <a:lnSpc>
                <a:spcPts val="2095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  <a:p>
            <a:pPr algn="ctr" marR="10661650">
              <a:lnSpc>
                <a:spcPts val="2095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72311" y="5140452"/>
            <a:ext cx="460375" cy="5245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5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285"/>
              </a:spcBef>
            </a:pPr>
            <a:r>
              <a:rPr dirty="0" sz="2800" spc="-50">
                <a:solidFill>
                  <a:srgbClr val="2D75B6"/>
                </a:solidFill>
                <a:latin typeface="Cambria Math"/>
                <a:cs typeface="Cambria Math"/>
              </a:rPr>
              <a:t>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559040" y="4303776"/>
            <a:ext cx="3945890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𝑒</a:t>
            </a:r>
            <a:r>
              <a:rPr dirty="0" sz="2800" spc="7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incident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45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3</a:t>
            </a:r>
            <a:endParaRPr baseline="-16260" sz="3075">
              <a:latin typeface="Cambria Math"/>
              <a:cs typeface="Cambria Math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2890" y="4673853"/>
            <a:ext cx="213868" cy="21386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5068315" y="4402328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540755" y="5904268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920620" y="6210287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ct val="100000"/>
              </a:lnSpc>
            </a:pPr>
            <a:r>
              <a:rPr dirty="0" spc="-25"/>
              <a:t>26</a:t>
            </a:r>
          </a:p>
        </p:txBody>
      </p:sp>
      <p:sp>
        <p:nvSpPr>
          <p:cNvPr id="23" name="object 23" descr=""/>
          <p:cNvSpPr txBox="1"/>
          <p:nvPr/>
        </p:nvSpPr>
        <p:spPr>
          <a:xfrm>
            <a:off x="5191759" y="4510532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8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32482" y="1796923"/>
            <a:ext cx="984250" cy="427355"/>
          </a:xfrm>
          <a:custGeom>
            <a:avLst/>
            <a:gdLst/>
            <a:ahLst/>
            <a:cxnLst/>
            <a:rect l="l" t="t" r="r" b="b"/>
            <a:pathLst>
              <a:path w="984250" h="427355">
                <a:moveTo>
                  <a:pt x="877697" y="0"/>
                </a:moveTo>
                <a:lnTo>
                  <a:pt x="873252" y="0"/>
                </a:lnTo>
                <a:lnTo>
                  <a:pt x="873252" y="13080"/>
                </a:lnTo>
                <a:lnTo>
                  <a:pt x="875792" y="13080"/>
                </a:lnTo>
                <a:lnTo>
                  <a:pt x="887694" y="14150"/>
                </a:lnTo>
                <a:lnTo>
                  <a:pt x="921402" y="40217"/>
                </a:lnTo>
                <a:lnTo>
                  <a:pt x="929386" y="90169"/>
                </a:lnTo>
                <a:lnTo>
                  <a:pt x="929209" y="97027"/>
                </a:lnTo>
                <a:lnTo>
                  <a:pt x="929171" y="98474"/>
                </a:lnTo>
                <a:lnTo>
                  <a:pt x="928604" y="106652"/>
                </a:lnTo>
                <a:lnTo>
                  <a:pt x="928528" y="107743"/>
                </a:lnTo>
                <a:lnTo>
                  <a:pt x="927569" y="116871"/>
                </a:lnTo>
                <a:lnTo>
                  <a:pt x="927457" y="117941"/>
                </a:lnTo>
                <a:lnTo>
                  <a:pt x="925957" y="129031"/>
                </a:lnTo>
                <a:lnTo>
                  <a:pt x="924544" y="139191"/>
                </a:lnTo>
                <a:lnTo>
                  <a:pt x="924456" y="139821"/>
                </a:lnTo>
                <a:lnTo>
                  <a:pt x="923385" y="148955"/>
                </a:lnTo>
                <a:lnTo>
                  <a:pt x="922742" y="156446"/>
                </a:lnTo>
                <a:lnTo>
                  <a:pt x="922652" y="158892"/>
                </a:lnTo>
                <a:lnTo>
                  <a:pt x="922528" y="162305"/>
                </a:lnTo>
                <a:lnTo>
                  <a:pt x="923014" y="170687"/>
                </a:lnTo>
                <a:lnTo>
                  <a:pt x="923055" y="171402"/>
                </a:lnTo>
                <a:lnTo>
                  <a:pt x="924655" y="179641"/>
                </a:lnTo>
                <a:lnTo>
                  <a:pt x="951738" y="211709"/>
                </a:lnTo>
                <a:lnTo>
                  <a:pt x="951738" y="214756"/>
                </a:lnTo>
                <a:lnTo>
                  <a:pt x="924655" y="246491"/>
                </a:lnTo>
                <a:lnTo>
                  <a:pt x="922528" y="263651"/>
                </a:lnTo>
                <a:lnTo>
                  <a:pt x="922660" y="267207"/>
                </a:lnTo>
                <a:lnTo>
                  <a:pt x="922742" y="269416"/>
                </a:lnTo>
                <a:lnTo>
                  <a:pt x="923312" y="275970"/>
                </a:lnTo>
                <a:lnTo>
                  <a:pt x="923385" y="276812"/>
                </a:lnTo>
                <a:lnTo>
                  <a:pt x="924456" y="285851"/>
                </a:lnTo>
                <a:lnTo>
                  <a:pt x="925957" y="296544"/>
                </a:lnTo>
                <a:lnTo>
                  <a:pt x="927457" y="307574"/>
                </a:lnTo>
                <a:lnTo>
                  <a:pt x="928528" y="317626"/>
                </a:lnTo>
                <a:lnTo>
                  <a:pt x="929171" y="326727"/>
                </a:lnTo>
                <a:lnTo>
                  <a:pt x="929386" y="334899"/>
                </a:lnTo>
                <a:lnTo>
                  <a:pt x="928502" y="355691"/>
                </a:lnTo>
                <a:lnTo>
                  <a:pt x="915162" y="396875"/>
                </a:lnTo>
                <a:lnTo>
                  <a:pt x="875792" y="413638"/>
                </a:lnTo>
                <a:lnTo>
                  <a:pt x="873252" y="413638"/>
                </a:lnTo>
                <a:lnTo>
                  <a:pt x="873252" y="426847"/>
                </a:lnTo>
                <a:lnTo>
                  <a:pt x="877697" y="426847"/>
                </a:lnTo>
                <a:lnTo>
                  <a:pt x="896794" y="425013"/>
                </a:lnTo>
                <a:lnTo>
                  <a:pt x="938657" y="403225"/>
                </a:lnTo>
                <a:lnTo>
                  <a:pt x="957587" y="352540"/>
                </a:lnTo>
                <a:lnTo>
                  <a:pt x="958850" y="328294"/>
                </a:lnTo>
                <a:lnTo>
                  <a:pt x="958607" y="318839"/>
                </a:lnTo>
                <a:lnTo>
                  <a:pt x="957865" y="308752"/>
                </a:lnTo>
                <a:lnTo>
                  <a:pt x="956599" y="298023"/>
                </a:lnTo>
                <a:lnTo>
                  <a:pt x="954786" y="286638"/>
                </a:lnTo>
                <a:lnTo>
                  <a:pt x="953025" y="275970"/>
                </a:lnTo>
                <a:lnTo>
                  <a:pt x="951753" y="267207"/>
                </a:lnTo>
                <a:lnTo>
                  <a:pt x="950981" y="260350"/>
                </a:lnTo>
                <a:lnTo>
                  <a:pt x="950722" y="255397"/>
                </a:lnTo>
                <a:lnTo>
                  <a:pt x="951243" y="248132"/>
                </a:lnTo>
                <a:lnTo>
                  <a:pt x="983869" y="220344"/>
                </a:lnTo>
                <a:lnTo>
                  <a:pt x="983869" y="206121"/>
                </a:lnTo>
                <a:lnTo>
                  <a:pt x="951243" y="178046"/>
                </a:lnTo>
                <a:lnTo>
                  <a:pt x="950722" y="170687"/>
                </a:lnTo>
                <a:lnTo>
                  <a:pt x="950981" y="165784"/>
                </a:lnTo>
                <a:lnTo>
                  <a:pt x="951753" y="158892"/>
                </a:lnTo>
                <a:lnTo>
                  <a:pt x="953025" y="150024"/>
                </a:lnTo>
                <a:lnTo>
                  <a:pt x="954683" y="139821"/>
                </a:lnTo>
                <a:lnTo>
                  <a:pt x="956599" y="127710"/>
                </a:lnTo>
                <a:lnTo>
                  <a:pt x="958850" y="97027"/>
                </a:lnTo>
                <a:lnTo>
                  <a:pt x="957587" y="73667"/>
                </a:lnTo>
                <a:lnTo>
                  <a:pt x="938657" y="23875"/>
                </a:lnTo>
                <a:lnTo>
                  <a:pt x="896794" y="1783"/>
                </a:lnTo>
                <a:lnTo>
                  <a:pt x="877697" y="0"/>
                </a:lnTo>
                <a:close/>
              </a:path>
              <a:path w="984250" h="427355">
                <a:moveTo>
                  <a:pt x="110617" y="0"/>
                </a:moveTo>
                <a:lnTo>
                  <a:pt x="106044" y="0"/>
                </a:lnTo>
                <a:lnTo>
                  <a:pt x="86947" y="1783"/>
                </a:lnTo>
                <a:lnTo>
                  <a:pt x="45085" y="23875"/>
                </a:lnTo>
                <a:lnTo>
                  <a:pt x="26154" y="73667"/>
                </a:lnTo>
                <a:lnTo>
                  <a:pt x="24892" y="97027"/>
                </a:lnTo>
                <a:lnTo>
                  <a:pt x="25151" y="106652"/>
                </a:lnTo>
                <a:lnTo>
                  <a:pt x="25923" y="116871"/>
                </a:lnTo>
                <a:lnTo>
                  <a:pt x="27195" y="127710"/>
                </a:lnTo>
                <a:lnTo>
                  <a:pt x="28956" y="139191"/>
                </a:lnTo>
                <a:lnTo>
                  <a:pt x="30789" y="150024"/>
                </a:lnTo>
                <a:lnTo>
                  <a:pt x="32099" y="158892"/>
                </a:lnTo>
                <a:lnTo>
                  <a:pt x="32885" y="165784"/>
                </a:lnTo>
                <a:lnTo>
                  <a:pt x="33147" y="170687"/>
                </a:lnTo>
                <a:lnTo>
                  <a:pt x="32625" y="178046"/>
                </a:lnTo>
                <a:lnTo>
                  <a:pt x="0" y="206121"/>
                </a:lnTo>
                <a:lnTo>
                  <a:pt x="0" y="220344"/>
                </a:lnTo>
                <a:lnTo>
                  <a:pt x="32625" y="248132"/>
                </a:lnTo>
                <a:lnTo>
                  <a:pt x="33093" y="254648"/>
                </a:lnTo>
                <a:lnTo>
                  <a:pt x="33147" y="255397"/>
                </a:lnTo>
                <a:lnTo>
                  <a:pt x="32885" y="260350"/>
                </a:lnTo>
                <a:lnTo>
                  <a:pt x="32099" y="267207"/>
                </a:lnTo>
                <a:lnTo>
                  <a:pt x="30789" y="275970"/>
                </a:lnTo>
                <a:lnTo>
                  <a:pt x="28956" y="286638"/>
                </a:lnTo>
                <a:lnTo>
                  <a:pt x="27195" y="298023"/>
                </a:lnTo>
                <a:lnTo>
                  <a:pt x="25923" y="308752"/>
                </a:lnTo>
                <a:lnTo>
                  <a:pt x="25244" y="317626"/>
                </a:lnTo>
                <a:lnTo>
                  <a:pt x="25151" y="318839"/>
                </a:lnTo>
                <a:lnTo>
                  <a:pt x="24935" y="326727"/>
                </a:lnTo>
                <a:lnTo>
                  <a:pt x="24892" y="328294"/>
                </a:lnTo>
                <a:lnTo>
                  <a:pt x="26154" y="352540"/>
                </a:lnTo>
                <a:lnTo>
                  <a:pt x="36250" y="389981"/>
                </a:lnTo>
                <a:lnTo>
                  <a:pt x="70421" y="420465"/>
                </a:lnTo>
                <a:lnTo>
                  <a:pt x="106044" y="426847"/>
                </a:lnTo>
                <a:lnTo>
                  <a:pt x="110617" y="426847"/>
                </a:lnTo>
                <a:lnTo>
                  <a:pt x="110617" y="413638"/>
                </a:lnTo>
                <a:lnTo>
                  <a:pt x="107950" y="413638"/>
                </a:lnTo>
                <a:lnTo>
                  <a:pt x="96065" y="412591"/>
                </a:lnTo>
                <a:lnTo>
                  <a:pt x="62392" y="386655"/>
                </a:lnTo>
                <a:lnTo>
                  <a:pt x="57995" y="373094"/>
                </a:lnTo>
                <a:lnTo>
                  <a:pt x="57943" y="372935"/>
                </a:lnTo>
                <a:lnTo>
                  <a:pt x="55256" y="355691"/>
                </a:lnTo>
                <a:lnTo>
                  <a:pt x="54356" y="334899"/>
                </a:lnTo>
                <a:lnTo>
                  <a:pt x="54545" y="328294"/>
                </a:lnTo>
                <a:lnTo>
                  <a:pt x="54590" y="326727"/>
                </a:lnTo>
                <a:lnTo>
                  <a:pt x="55185" y="318839"/>
                </a:lnTo>
                <a:lnTo>
                  <a:pt x="55276" y="317626"/>
                </a:lnTo>
                <a:lnTo>
                  <a:pt x="56391" y="307574"/>
                </a:lnTo>
                <a:lnTo>
                  <a:pt x="57912" y="296544"/>
                </a:lnTo>
                <a:lnTo>
                  <a:pt x="59301" y="286638"/>
                </a:lnTo>
                <a:lnTo>
                  <a:pt x="59412" y="285851"/>
                </a:lnTo>
                <a:lnTo>
                  <a:pt x="60483" y="276812"/>
                </a:lnTo>
                <a:lnTo>
                  <a:pt x="61126" y="269416"/>
                </a:lnTo>
                <a:lnTo>
                  <a:pt x="61341" y="263651"/>
                </a:lnTo>
                <a:lnTo>
                  <a:pt x="60840" y="255397"/>
                </a:lnTo>
                <a:lnTo>
                  <a:pt x="37792" y="218019"/>
                </a:lnTo>
                <a:lnTo>
                  <a:pt x="32004" y="214756"/>
                </a:lnTo>
                <a:lnTo>
                  <a:pt x="32004" y="211709"/>
                </a:lnTo>
                <a:lnTo>
                  <a:pt x="59166" y="179641"/>
                </a:lnTo>
                <a:lnTo>
                  <a:pt x="61341" y="162305"/>
                </a:lnTo>
                <a:lnTo>
                  <a:pt x="61216" y="158892"/>
                </a:lnTo>
                <a:lnTo>
                  <a:pt x="61126" y="156446"/>
                </a:lnTo>
                <a:lnTo>
                  <a:pt x="60575" y="150024"/>
                </a:lnTo>
                <a:lnTo>
                  <a:pt x="60483" y="148955"/>
                </a:lnTo>
                <a:lnTo>
                  <a:pt x="59412" y="139821"/>
                </a:lnTo>
                <a:lnTo>
                  <a:pt x="56391" y="117941"/>
                </a:lnTo>
                <a:lnTo>
                  <a:pt x="55276" y="107743"/>
                </a:lnTo>
                <a:lnTo>
                  <a:pt x="54590" y="98474"/>
                </a:lnTo>
                <a:lnTo>
                  <a:pt x="54356" y="90169"/>
                </a:lnTo>
                <a:lnTo>
                  <a:pt x="55256" y="70264"/>
                </a:lnTo>
                <a:lnTo>
                  <a:pt x="68580" y="30099"/>
                </a:lnTo>
                <a:lnTo>
                  <a:pt x="107950" y="13080"/>
                </a:lnTo>
                <a:lnTo>
                  <a:pt x="110617" y="13080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18134" y="1304036"/>
            <a:ext cx="10890885" cy="14363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65430" marR="30480" indent="-227329">
              <a:lnSpc>
                <a:spcPts val="3470"/>
              </a:lnSpc>
              <a:spcBef>
                <a:spcPts val="120"/>
              </a:spcBef>
              <a:buFont typeface="Arial MT"/>
              <a:buChar char="•"/>
              <a:tabLst>
                <a:tab pos="266700" algn="l"/>
                <a:tab pos="1336675" algn="l"/>
                <a:tab pos="2313305" algn="l"/>
              </a:tabLst>
            </a:pPr>
            <a:r>
              <a:rPr dirty="0" sz="2800" spc="-30">
                <a:latin typeface="Franklin Gothic Medium"/>
                <a:cs typeface="Franklin Gothic Medium"/>
              </a:rPr>
              <a:t>Adjacent: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0">
                <a:latin typeface="Franklin Gothic Medium"/>
                <a:cs typeface="Franklin Gothic Medium"/>
              </a:rPr>
              <a:t>Two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nodes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baseline="-16260" sz="3075" spc="48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𝑗</a:t>
            </a:r>
            <a:r>
              <a:rPr dirty="0" baseline="-16260" sz="3075" spc="50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adjacent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they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connected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an </a:t>
            </a:r>
            <a:r>
              <a:rPr dirty="0" sz="2800" spc="-25">
                <a:latin typeface="Franklin Gothic Medium"/>
                <a:cs typeface="Franklin Gothic Medium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edge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(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65">
                <a:latin typeface="Cambria Math"/>
                <a:cs typeface="Cambria Math"/>
              </a:rPr>
              <a:t>𝑣</a:t>
            </a:r>
            <a:r>
              <a:rPr dirty="0" baseline="-16260" sz="3075" spc="97">
                <a:latin typeface="Cambria Math"/>
                <a:cs typeface="Cambria Math"/>
              </a:rPr>
              <a:t>𝑖</a:t>
            </a:r>
            <a:r>
              <a:rPr dirty="0" sz="2800" spc="65">
                <a:latin typeface="Cambria Math"/>
                <a:cs typeface="Cambria Math"/>
              </a:rPr>
              <a:t>,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𝑗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∈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-25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marL="265430" indent="-227329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Incident: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An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</a:t>
            </a:r>
            <a:r>
              <a:rPr dirty="0" sz="2800" spc="-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𝑒</a:t>
            </a:r>
            <a:r>
              <a:rPr dirty="0" sz="2800" spc="1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2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𝑗</a:t>
            </a:r>
            <a:r>
              <a:rPr dirty="0" sz="2800">
                <a:latin typeface="Cambria Math"/>
                <a:cs typeface="Cambria Math"/>
              </a:rPr>
              <a:t>}</a:t>
            </a:r>
            <a:r>
              <a:rPr dirty="0" sz="2800" spc="4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incident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baseline="-16260" sz="3075" spc="562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𝑗</a:t>
            </a:r>
            <a:endParaRPr baseline="-16260" sz="3075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3534" y="2826766"/>
            <a:ext cx="108972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Isolated: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vertex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isolated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there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no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edges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connecting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vertex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937005" y="3366261"/>
            <a:ext cx="5831840" cy="2885440"/>
            <a:chOff x="937005" y="3366261"/>
            <a:chExt cx="5831840" cy="288544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9541" y="3366261"/>
              <a:ext cx="213868" cy="21386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7005" y="4204461"/>
              <a:ext cx="213868" cy="2138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1514" y="4096257"/>
              <a:ext cx="213868" cy="21386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869" y="6037833"/>
              <a:ext cx="213868" cy="21386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0754" y="4497069"/>
              <a:ext cx="213868" cy="213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146" y="5681217"/>
              <a:ext cx="213867" cy="21386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4470" y="4527550"/>
              <a:ext cx="213868" cy="213868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116329" y="3545585"/>
              <a:ext cx="5475605" cy="2600325"/>
            </a:xfrm>
            <a:custGeom>
              <a:avLst/>
              <a:gdLst/>
              <a:ahLst/>
              <a:cxnLst/>
              <a:rect l="l" t="t" r="r" b="b"/>
              <a:pathLst>
                <a:path w="5475605" h="2600325">
                  <a:moveTo>
                    <a:pt x="1859661" y="0"/>
                  </a:moveTo>
                  <a:lnTo>
                    <a:pt x="0" y="695325"/>
                  </a:lnTo>
                </a:path>
                <a:path w="5475605" h="2600325">
                  <a:moveTo>
                    <a:pt x="0" y="838200"/>
                  </a:moveTo>
                  <a:lnTo>
                    <a:pt x="1025906" y="2599880"/>
                  </a:lnTo>
                </a:path>
                <a:path w="5475605" h="2600325">
                  <a:moveTo>
                    <a:pt x="1197864" y="2528252"/>
                  </a:moveTo>
                  <a:lnTo>
                    <a:pt x="3993387" y="758951"/>
                  </a:lnTo>
                </a:path>
                <a:path w="5475605" h="2600325">
                  <a:moveTo>
                    <a:pt x="2001012" y="0"/>
                  </a:moveTo>
                  <a:lnTo>
                    <a:pt x="3921125" y="587120"/>
                  </a:lnTo>
                </a:path>
                <a:path w="5475605" h="2600325">
                  <a:moveTo>
                    <a:pt x="1226820" y="2599461"/>
                  </a:moveTo>
                  <a:lnTo>
                    <a:pt x="4377308" y="2243328"/>
                  </a:lnTo>
                </a:path>
                <a:path w="5475605" h="2600325">
                  <a:moveTo>
                    <a:pt x="4549140" y="2171471"/>
                  </a:moveTo>
                  <a:lnTo>
                    <a:pt x="5475224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59917" y="4041140"/>
            <a:ext cx="292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91938" y="3783838"/>
            <a:ext cx="286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466720" y="425538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279134" y="4312742"/>
            <a:ext cx="29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7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676388" y="4366259"/>
            <a:ext cx="216598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8</a:t>
            </a:r>
            <a:r>
              <a:rPr dirty="0" baseline="-16260" sz="3075" spc="494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isolated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562098" y="309841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900552" y="4666869"/>
            <a:ext cx="2703830" cy="1031240"/>
            <a:chOff x="2900552" y="4666869"/>
            <a:chExt cx="2703830" cy="1031240"/>
          </a:xfrm>
        </p:grpSpPr>
        <p:sp>
          <p:nvSpPr>
            <p:cNvPr id="25" name="object 25" descr=""/>
            <p:cNvSpPr/>
            <p:nvPr/>
          </p:nvSpPr>
          <p:spPr>
            <a:xfrm>
              <a:off x="2910077" y="4676394"/>
              <a:ext cx="2684780" cy="1012190"/>
            </a:xfrm>
            <a:custGeom>
              <a:avLst/>
              <a:gdLst/>
              <a:ahLst/>
              <a:cxnLst/>
              <a:rect l="l" t="t" r="r" b="b"/>
              <a:pathLst>
                <a:path w="2684779" h="1012189">
                  <a:moveTo>
                    <a:pt x="2684780" y="101170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2889" y="4673854"/>
              <a:ext cx="213868" cy="213868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5042915" y="4402328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8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540755" y="5904268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920620" y="6210287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ct val="100000"/>
              </a:lnSpc>
            </a:pPr>
            <a:r>
              <a:rPr dirty="0" spc="-25"/>
              <a:t>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3534" y="1300987"/>
            <a:ext cx="92671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Degree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vertex: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number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incident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vertex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937005" y="3366261"/>
            <a:ext cx="5831840" cy="2885440"/>
            <a:chOff x="937005" y="3366261"/>
            <a:chExt cx="5831840" cy="288544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9541" y="3366261"/>
              <a:ext cx="213868" cy="21386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7005" y="4204461"/>
              <a:ext cx="213868" cy="2138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1514" y="4096257"/>
              <a:ext cx="213868" cy="21386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869" y="6037833"/>
              <a:ext cx="213868" cy="21386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0754" y="4497069"/>
              <a:ext cx="213868" cy="21386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146" y="5681217"/>
              <a:ext cx="213867" cy="21386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4470" y="4527550"/>
              <a:ext cx="213868" cy="21386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116329" y="3545585"/>
              <a:ext cx="5475605" cy="2600325"/>
            </a:xfrm>
            <a:custGeom>
              <a:avLst/>
              <a:gdLst/>
              <a:ahLst/>
              <a:cxnLst/>
              <a:rect l="l" t="t" r="r" b="b"/>
              <a:pathLst>
                <a:path w="5475605" h="2600325">
                  <a:moveTo>
                    <a:pt x="1859661" y="0"/>
                  </a:moveTo>
                  <a:lnTo>
                    <a:pt x="0" y="695325"/>
                  </a:lnTo>
                </a:path>
                <a:path w="5475605" h="2600325">
                  <a:moveTo>
                    <a:pt x="0" y="838200"/>
                  </a:moveTo>
                  <a:lnTo>
                    <a:pt x="1025906" y="2599880"/>
                  </a:lnTo>
                </a:path>
                <a:path w="5475605" h="2600325">
                  <a:moveTo>
                    <a:pt x="1197864" y="2528252"/>
                  </a:moveTo>
                  <a:lnTo>
                    <a:pt x="3993387" y="758951"/>
                  </a:lnTo>
                </a:path>
                <a:path w="5475605" h="2600325">
                  <a:moveTo>
                    <a:pt x="2001012" y="0"/>
                  </a:moveTo>
                  <a:lnTo>
                    <a:pt x="3921125" y="587120"/>
                  </a:lnTo>
                </a:path>
                <a:path w="5475605" h="2600325">
                  <a:moveTo>
                    <a:pt x="1226820" y="2599461"/>
                  </a:moveTo>
                  <a:lnTo>
                    <a:pt x="4377308" y="2243328"/>
                  </a:lnTo>
                </a:path>
                <a:path w="5475605" h="2600325">
                  <a:moveTo>
                    <a:pt x="4549140" y="2171471"/>
                  </a:moveTo>
                  <a:lnTo>
                    <a:pt x="5475224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59917" y="4041140"/>
            <a:ext cx="292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91938" y="3783838"/>
            <a:ext cx="286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492120" y="4255389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615564" y="4363592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6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279134" y="4312742"/>
            <a:ext cx="29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7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562098" y="3098419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900552" y="4666869"/>
            <a:ext cx="2703830" cy="1031240"/>
            <a:chOff x="2900552" y="4666869"/>
            <a:chExt cx="2703830" cy="1031240"/>
          </a:xfrm>
        </p:grpSpPr>
        <p:sp>
          <p:nvSpPr>
            <p:cNvPr id="23" name="object 23" descr=""/>
            <p:cNvSpPr/>
            <p:nvPr/>
          </p:nvSpPr>
          <p:spPr>
            <a:xfrm>
              <a:off x="2910077" y="4676394"/>
              <a:ext cx="2684780" cy="1012190"/>
            </a:xfrm>
            <a:custGeom>
              <a:avLst/>
              <a:gdLst/>
              <a:ahLst/>
              <a:cxnLst/>
              <a:rect l="l" t="t" r="r" b="b"/>
              <a:pathLst>
                <a:path w="2684779" h="1012189">
                  <a:moveTo>
                    <a:pt x="2684780" y="101170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2889" y="4673854"/>
              <a:ext cx="213868" cy="213868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5042915" y="4402328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8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540755" y="5904268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920620" y="6210287"/>
            <a:ext cx="246379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7465">
              <a:lnSpc>
                <a:spcPct val="100000"/>
              </a:lnSpc>
            </a:pPr>
            <a:r>
              <a:rPr dirty="0" spc="-25"/>
              <a:t>28</a:t>
            </a:r>
          </a:p>
        </p:txBody>
      </p:sp>
      <p:graphicFrame>
        <p:nvGraphicFramePr>
          <p:cNvPr id="26" name="object 26" descr=""/>
          <p:cNvGraphicFramePr>
            <a:graphicFrameLocks noGrp="1"/>
          </p:cNvGraphicFramePr>
          <p:nvPr/>
        </p:nvGraphicFramePr>
        <p:xfrm>
          <a:off x="8058721" y="3366515"/>
          <a:ext cx="2234565" cy="2607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7520"/>
                <a:gridCol w="409575"/>
              </a:tblGrid>
              <a:tr h="5238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Deg(</a:t>
                      </a:r>
                      <a:r>
                        <a:rPr dirty="0" sz="280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6260" sz="3075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dirty="0" sz="280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2800" spc="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 spc="-50">
                          <a:latin typeface="Cambria Math"/>
                          <a:cs typeface="Cambria Math"/>
                        </a:rPr>
                        <a:t>=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B="0" marT="355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 spc="-50">
                          <a:latin typeface="Franklin Gothic Medium"/>
                          <a:cs typeface="Franklin Gothic Medium"/>
                        </a:rPr>
                        <a:t>2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5560">
                    <a:solidFill>
                      <a:srgbClr val="D9D9D9"/>
                    </a:solidFill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22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Deg(</a:t>
                      </a:r>
                      <a:r>
                        <a:rPr dirty="0" sz="280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6260" sz="3075">
                          <a:latin typeface="Cambria Math"/>
                          <a:cs typeface="Cambria Math"/>
                        </a:rPr>
                        <a:t>5</a:t>
                      </a:r>
                      <a:r>
                        <a:rPr dirty="0" sz="280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2800" spc="7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 spc="-50">
                          <a:latin typeface="Cambria Math"/>
                          <a:cs typeface="Cambria Math"/>
                        </a:rPr>
                        <a:t>=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B="0" marT="3429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800" spc="-50">
                          <a:latin typeface="Franklin Gothic Medium"/>
                          <a:cs typeface="Franklin Gothic Medium"/>
                        </a:rPr>
                        <a:t>3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4290">
                    <a:solidFill>
                      <a:srgbClr val="D9D9D9"/>
                    </a:solidFill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22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Deg(</a:t>
                      </a:r>
                      <a:r>
                        <a:rPr dirty="0" sz="280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6260" sz="3075">
                          <a:latin typeface="Cambria Math"/>
                          <a:cs typeface="Cambria Math"/>
                        </a:rPr>
                        <a:t>7</a:t>
                      </a:r>
                      <a:r>
                        <a:rPr dirty="0" sz="280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2800" spc="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 spc="-50">
                          <a:latin typeface="Cambria Math"/>
                          <a:cs typeface="Cambria Math"/>
                        </a:rPr>
                        <a:t>=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B="0" marT="355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 spc="-50">
                          <a:latin typeface="Franklin Gothic Medium"/>
                          <a:cs typeface="Franklin Gothic Medium"/>
                        </a:rPr>
                        <a:t>1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5560">
                    <a:solidFill>
                      <a:srgbClr val="D9D9D9"/>
                    </a:solidFill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22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>
                          <a:latin typeface="Franklin Gothic Medium"/>
                          <a:cs typeface="Franklin Gothic Medium"/>
                        </a:rPr>
                        <a:t>Deg(</a:t>
                      </a:r>
                      <a:r>
                        <a:rPr dirty="0" sz="280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6260" sz="3075">
                          <a:latin typeface="Cambria Math"/>
                          <a:cs typeface="Cambria Math"/>
                        </a:rPr>
                        <a:t>8</a:t>
                      </a:r>
                      <a:r>
                        <a:rPr dirty="0" sz="280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2800" spc="6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800" spc="-50">
                          <a:latin typeface="Cambria Math"/>
                          <a:cs typeface="Cambria Math"/>
                        </a:rPr>
                        <a:t>=</a:t>
                      </a:r>
                      <a:endParaRPr sz="2800">
                        <a:latin typeface="Cambria Math"/>
                        <a:cs typeface="Cambria Math"/>
                      </a:endParaRPr>
                    </a:p>
                  </a:txBody>
                  <a:tcPr marL="0" marR="0" marB="0" marT="3556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800" spc="-50">
                          <a:latin typeface="Franklin Gothic Medium"/>
                          <a:cs typeface="Franklin Gothic Medium"/>
                        </a:rPr>
                        <a:t>0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556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3534" y="1215034"/>
            <a:ext cx="9629775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Degree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vertex: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number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incident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vertex</a:t>
            </a:r>
            <a:endParaRPr sz="2800">
              <a:latin typeface="Franklin Gothic Medium"/>
              <a:cs typeface="Franklin Gothic Medium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latin typeface="Franklin Gothic Medium"/>
                <a:cs typeface="Franklin Gothic Medium"/>
              </a:rPr>
              <a:t>Simple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Graph: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Undirected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with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loop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or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multiple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edges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8957" y="4379721"/>
            <a:ext cx="213868" cy="213867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7939785" y="4391914"/>
            <a:ext cx="1466850" cy="213995"/>
            <a:chOff x="7939785" y="4391914"/>
            <a:chExt cx="1466850" cy="21399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9785" y="4391914"/>
              <a:ext cx="213868" cy="2138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2513" y="4391914"/>
              <a:ext cx="213867" cy="213868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3023616" y="4111497"/>
            <a:ext cx="292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489200" y="4164329"/>
            <a:ext cx="464184" cy="658495"/>
          </a:xfrm>
          <a:custGeom>
            <a:avLst/>
            <a:gdLst/>
            <a:ahLst/>
            <a:cxnLst/>
            <a:rect l="l" t="t" r="r" b="b"/>
            <a:pathLst>
              <a:path w="464185" h="658495">
                <a:moveTo>
                  <a:pt x="464057" y="429895"/>
                </a:moveTo>
                <a:lnTo>
                  <a:pt x="458849" y="472534"/>
                </a:lnTo>
                <a:lnTo>
                  <a:pt x="444126" y="513834"/>
                </a:lnTo>
                <a:lnTo>
                  <a:pt x="421249" y="552454"/>
                </a:lnTo>
                <a:lnTo>
                  <a:pt x="391572" y="587057"/>
                </a:lnTo>
                <a:lnTo>
                  <a:pt x="356455" y="616302"/>
                </a:lnTo>
                <a:lnTo>
                  <a:pt x="317253" y="638849"/>
                </a:lnTo>
                <a:lnTo>
                  <a:pt x="275326" y="653360"/>
                </a:lnTo>
                <a:lnTo>
                  <a:pt x="232029" y="658495"/>
                </a:lnTo>
                <a:lnTo>
                  <a:pt x="193533" y="652624"/>
                </a:lnTo>
                <a:lnTo>
                  <a:pt x="155984" y="635917"/>
                </a:lnTo>
                <a:lnTo>
                  <a:pt x="120339" y="609727"/>
                </a:lnTo>
                <a:lnTo>
                  <a:pt x="87554" y="575408"/>
                </a:lnTo>
                <a:lnTo>
                  <a:pt x="58585" y="534317"/>
                </a:lnTo>
                <a:lnTo>
                  <a:pt x="34388" y="487807"/>
                </a:lnTo>
                <a:lnTo>
                  <a:pt x="15921" y="437232"/>
                </a:lnTo>
                <a:lnTo>
                  <a:pt x="4139" y="383949"/>
                </a:lnTo>
                <a:lnTo>
                  <a:pt x="0" y="329311"/>
                </a:lnTo>
                <a:lnTo>
                  <a:pt x="4026" y="274634"/>
                </a:lnTo>
                <a:lnTo>
                  <a:pt x="15485" y="221321"/>
                </a:lnTo>
                <a:lnTo>
                  <a:pt x="33448" y="170725"/>
                </a:lnTo>
                <a:lnTo>
                  <a:pt x="56982" y="124199"/>
                </a:lnTo>
                <a:lnTo>
                  <a:pt x="85158" y="83097"/>
                </a:lnTo>
                <a:lnTo>
                  <a:pt x="117046" y="48772"/>
                </a:lnTo>
                <a:lnTo>
                  <a:pt x="151716" y="22579"/>
                </a:lnTo>
                <a:lnTo>
                  <a:pt x="188237" y="5870"/>
                </a:lnTo>
                <a:lnTo>
                  <a:pt x="225679" y="0"/>
                </a:lnTo>
                <a:lnTo>
                  <a:pt x="267791" y="5134"/>
                </a:lnTo>
                <a:lnTo>
                  <a:pt x="308572" y="19645"/>
                </a:lnTo>
                <a:lnTo>
                  <a:pt x="346700" y="42192"/>
                </a:lnTo>
                <a:lnTo>
                  <a:pt x="380857" y="71437"/>
                </a:lnTo>
                <a:lnTo>
                  <a:pt x="409721" y="106040"/>
                </a:lnTo>
                <a:lnTo>
                  <a:pt x="431972" y="144660"/>
                </a:lnTo>
                <a:lnTo>
                  <a:pt x="446291" y="185960"/>
                </a:lnTo>
                <a:lnTo>
                  <a:pt x="451357" y="228600"/>
                </a:lnTo>
              </a:path>
            </a:pathLst>
          </a:custGeom>
          <a:ln w="19050">
            <a:solidFill>
              <a:srgbClr val="2D75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788922" y="2953892"/>
            <a:ext cx="263271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Loop: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only </a:t>
            </a:r>
            <a:r>
              <a:rPr dirty="0" sz="2400">
                <a:latin typeface="Franklin Gothic Medium"/>
                <a:cs typeface="Franklin Gothic Medium"/>
              </a:rPr>
              <a:t>connects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vertex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21805" y="2955163"/>
            <a:ext cx="4037965" cy="1433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Multiple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edges: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0">
                <a:latin typeface="Franklin Gothic Medium"/>
                <a:cs typeface="Franklin Gothic Medium"/>
              </a:rPr>
              <a:t>Two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edges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that </a:t>
            </a:r>
            <a:r>
              <a:rPr dirty="0" sz="2400">
                <a:latin typeface="Franklin Gothic Medium"/>
                <a:cs typeface="Franklin Gothic Medium"/>
              </a:rPr>
              <a:t>connect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same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vertexes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2400">
              <a:latin typeface="Franklin Gothic Medium"/>
              <a:cs typeface="Franklin Gothic Medium"/>
            </a:endParaRPr>
          </a:p>
          <a:p>
            <a:pPr marL="1279525">
              <a:lnSpc>
                <a:spcPct val="100000"/>
              </a:lnSpc>
              <a:tabLst>
                <a:tab pos="3074035" algn="l"/>
              </a:tabLst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8053578" y="4177029"/>
            <a:ext cx="1252855" cy="645795"/>
          </a:xfrm>
          <a:custGeom>
            <a:avLst/>
            <a:gdLst/>
            <a:ahLst/>
            <a:cxnLst/>
            <a:rect l="l" t="t" r="r" b="b"/>
            <a:pathLst>
              <a:path w="1252854" h="645795">
                <a:moveTo>
                  <a:pt x="0" y="417068"/>
                </a:moveTo>
                <a:lnTo>
                  <a:pt x="15954" y="462517"/>
                </a:lnTo>
                <a:lnTo>
                  <a:pt x="60851" y="506340"/>
                </a:lnTo>
                <a:lnTo>
                  <a:pt x="130239" y="546912"/>
                </a:lnTo>
                <a:lnTo>
                  <a:pt x="172726" y="565471"/>
                </a:lnTo>
                <a:lnTo>
                  <a:pt x="219667" y="582608"/>
                </a:lnTo>
                <a:lnTo>
                  <a:pt x="270506" y="598119"/>
                </a:lnTo>
                <a:lnTo>
                  <a:pt x="324687" y="611801"/>
                </a:lnTo>
                <a:lnTo>
                  <a:pt x="381652" y="623451"/>
                </a:lnTo>
                <a:lnTo>
                  <a:pt x="440846" y="632866"/>
                </a:lnTo>
                <a:lnTo>
                  <a:pt x="501712" y="639842"/>
                </a:lnTo>
                <a:lnTo>
                  <a:pt x="563695" y="644177"/>
                </a:lnTo>
                <a:lnTo>
                  <a:pt x="626237" y="645668"/>
                </a:lnTo>
                <a:lnTo>
                  <a:pt x="688756" y="644260"/>
                </a:lnTo>
                <a:lnTo>
                  <a:pt x="750723" y="640166"/>
                </a:lnTo>
                <a:lnTo>
                  <a:pt x="811578" y="633577"/>
                </a:lnTo>
                <a:lnTo>
                  <a:pt x="870766" y="624685"/>
                </a:lnTo>
                <a:lnTo>
                  <a:pt x="927730" y="613682"/>
                </a:lnTo>
                <a:lnTo>
                  <a:pt x="981912" y="600760"/>
                </a:lnTo>
                <a:lnTo>
                  <a:pt x="1032755" y="586111"/>
                </a:lnTo>
                <a:lnTo>
                  <a:pt x="1079703" y="569927"/>
                </a:lnTo>
                <a:lnTo>
                  <a:pt x="1122198" y="552399"/>
                </a:lnTo>
                <a:lnTo>
                  <a:pt x="1159684" y="533719"/>
                </a:lnTo>
                <a:lnTo>
                  <a:pt x="1217398" y="493674"/>
                </a:lnTo>
                <a:lnTo>
                  <a:pt x="1248391" y="451326"/>
                </a:lnTo>
                <a:lnTo>
                  <a:pt x="1252474" y="429768"/>
                </a:lnTo>
              </a:path>
              <a:path w="1252854" h="645795">
                <a:moveTo>
                  <a:pt x="1252474" y="228600"/>
                </a:moveTo>
                <a:lnTo>
                  <a:pt x="1236513" y="183150"/>
                </a:lnTo>
                <a:lnTo>
                  <a:pt x="1191603" y="139327"/>
                </a:lnTo>
                <a:lnTo>
                  <a:pt x="1122198" y="98755"/>
                </a:lnTo>
                <a:lnTo>
                  <a:pt x="1079703" y="80196"/>
                </a:lnTo>
                <a:lnTo>
                  <a:pt x="1032755" y="63059"/>
                </a:lnTo>
                <a:lnTo>
                  <a:pt x="981912" y="47548"/>
                </a:lnTo>
                <a:lnTo>
                  <a:pt x="927730" y="33866"/>
                </a:lnTo>
                <a:lnTo>
                  <a:pt x="870766" y="22216"/>
                </a:lnTo>
                <a:lnTo>
                  <a:pt x="811578" y="12801"/>
                </a:lnTo>
                <a:lnTo>
                  <a:pt x="750723" y="5825"/>
                </a:lnTo>
                <a:lnTo>
                  <a:pt x="688756" y="1490"/>
                </a:lnTo>
                <a:lnTo>
                  <a:pt x="626237" y="0"/>
                </a:lnTo>
                <a:lnTo>
                  <a:pt x="563695" y="1407"/>
                </a:lnTo>
                <a:lnTo>
                  <a:pt x="501712" y="5501"/>
                </a:lnTo>
                <a:lnTo>
                  <a:pt x="440846" y="12090"/>
                </a:lnTo>
                <a:lnTo>
                  <a:pt x="381652" y="20982"/>
                </a:lnTo>
                <a:lnTo>
                  <a:pt x="324687" y="31985"/>
                </a:lnTo>
                <a:lnTo>
                  <a:pt x="270506" y="44907"/>
                </a:lnTo>
                <a:lnTo>
                  <a:pt x="219667" y="59556"/>
                </a:lnTo>
                <a:lnTo>
                  <a:pt x="172726" y="75740"/>
                </a:lnTo>
                <a:lnTo>
                  <a:pt x="130239" y="93268"/>
                </a:lnTo>
                <a:lnTo>
                  <a:pt x="92761" y="111948"/>
                </a:lnTo>
                <a:lnTo>
                  <a:pt x="35063" y="151993"/>
                </a:lnTo>
                <a:lnTo>
                  <a:pt x="4081" y="194341"/>
                </a:lnTo>
                <a:lnTo>
                  <a:pt x="0" y="215900"/>
                </a:lnTo>
              </a:path>
            </a:pathLst>
          </a:custGeom>
          <a:ln w="19050">
            <a:solidFill>
              <a:srgbClr val="2D75B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3534" y="1300987"/>
            <a:ext cx="11251565" cy="1951989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Graph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(digraphs):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Consists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nonempty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vertices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28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a </a:t>
            </a:r>
            <a:r>
              <a:rPr dirty="0" sz="2800" spc="-50">
                <a:latin typeface="Franklin Gothic Medium"/>
                <a:cs typeface="Franklin Gothic Medium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3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3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  <a:p>
            <a:pPr lvl="1" marL="697230" indent="-227329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directed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associated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with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ordered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pair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vertices.</a:t>
            </a:r>
            <a:endParaRPr sz="2400">
              <a:latin typeface="Franklin Gothic Medium"/>
              <a:cs typeface="Franklin Gothic Medium"/>
            </a:endParaRPr>
          </a:p>
          <a:p>
            <a:pPr lvl="1" marL="696595" marR="214629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directed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associated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with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ordered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pair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𝑢,</a:t>
            </a:r>
            <a:r>
              <a:rPr dirty="0" sz="2400" spc="-13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2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said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at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𝑢</a:t>
            </a:r>
            <a:r>
              <a:rPr dirty="0" sz="24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and </a:t>
            </a:r>
            <a:r>
              <a:rPr dirty="0" sz="2400" spc="-25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end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4779009" y="4202938"/>
            <a:ext cx="2571750" cy="476250"/>
            <a:chOff x="4779009" y="4202938"/>
            <a:chExt cx="2571750" cy="476250"/>
          </a:xfrm>
        </p:grpSpPr>
        <p:sp>
          <p:nvSpPr>
            <p:cNvPr id="8" name="object 8" descr=""/>
            <p:cNvSpPr/>
            <p:nvPr/>
          </p:nvSpPr>
          <p:spPr>
            <a:xfrm>
              <a:off x="4785359" y="4212336"/>
              <a:ext cx="460375" cy="460375"/>
            </a:xfrm>
            <a:custGeom>
              <a:avLst/>
              <a:gdLst/>
              <a:ahLst/>
              <a:cxnLst/>
              <a:rect l="l" t="t" r="r" b="b"/>
              <a:pathLst>
                <a:path w="460375" h="460375">
                  <a:moveTo>
                    <a:pt x="230124" y="0"/>
                  </a:moveTo>
                  <a:lnTo>
                    <a:pt x="183736" y="4673"/>
                  </a:lnTo>
                  <a:lnTo>
                    <a:pt x="140535" y="18079"/>
                  </a:lnTo>
                  <a:lnTo>
                    <a:pt x="101444" y="39292"/>
                  </a:lnTo>
                  <a:lnTo>
                    <a:pt x="67389" y="67389"/>
                  </a:lnTo>
                  <a:lnTo>
                    <a:pt x="39292" y="101444"/>
                  </a:lnTo>
                  <a:lnTo>
                    <a:pt x="18079" y="140535"/>
                  </a:lnTo>
                  <a:lnTo>
                    <a:pt x="4673" y="183736"/>
                  </a:lnTo>
                  <a:lnTo>
                    <a:pt x="0" y="230124"/>
                  </a:lnTo>
                  <a:lnTo>
                    <a:pt x="4673" y="276511"/>
                  </a:lnTo>
                  <a:lnTo>
                    <a:pt x="18079" y="319712"/>
                  </a:lnTo>
                  <a:lnTo>
                    <a:pt x="39292" y="358803"/>
                  </a:lnTo>
                  <a:lnTo>
                    <a:pt x="67389" y="392858"/>
                  </a:lnTo>
                  <a:lnTo>
                    <a:pt x="101444" y="420955"/>
                  </a:lnTo>
                  <a:lnTo>
                    <a:pt x="140535" y="442168"/>
                  </a:lnTo>
                  <a:lnTo>
                    <a:pt x="183736" y="455574"/>
                  </a:lnTo>
                  <a:lnTo>
                    <a:pt x="230124" y="460247"/>
                  </a:lnTo>
                  <a:lnTo>
                    <a:pt x="276511" y="455574"/>
                  </a:lnTo>
                  <a:lnTo>
                    <a:pt x="319712" y="442168"/>
                  </a:lnTo>
                  <a:lnTo>
                    <a:pt x="358803" y="420955"/>
                  </a:lnTo>
                  <a:lnTo>
                    <a:pt x="392858" y="392858"/>
                  </a:lnTo>
                  <a:lnTo>
                    <a:pt x="420955" y="358803"/>
                  </a:lnTo>
                  <a:lnTo>
                    <a:pt x="442168" y="319712"/>
                  </a:lnTo>
                  <a:lnTo>
                    <a:pt x="455574" y="276511"/>
                  </a:lnTo>
                  <a:lnTo>
                    <a:pt x="460248" y="230124"/>
                  </a:lnTo>
                  <a:lnTo>
                    <a:pt x="455574" y="183736"/>
                  </a:lnTo>
                  <a:lnTo>
                    <a:pt x="442168" y="140535"/>
                  </a:lnTo>
                  <a:lnTo>
                    <a:pt x="420955" y="101444"/>
                  </a:lnTo>
                  <a:lnTo>
                    <a:pt x="392858" y="67389"/>
                  </a:lnTo>
                  <a:lnTo>
                    <a:pt x="358803" y="39292"/>
                  </a:lnTo>
                  <a:lnTo>
                    <a:pt x="319712" y="18079"/>
                  </a:lnTo>
                  <a:lnTo>
                    <a:pt x="276511" y="4673"/>
                  </a:lnTo>
                  <a:lnTo>
                    <a:pt x="23012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85359" y="4212336"/>
              <a:ext cx="460375" cy="460375"/>
            </a:xfrm>
            <a:custGeom>
              <a:avLst/>
              <a:gdLst/>
              <a:ahLst/>
              <a:cxnLst/>
              <a:rect l="l" t="t" r="r" b="b"/>
              <a:pathLst>
                <a:path w="460375" h="460375">
                  <a:moveTo>
                    <a:pt x="0" y="230124"/>
                  </a:moveTo>
                  <a:lnTo>
                    <a:pt x="4673" y="183736"/>
                  </a:lnTo>
                  <a:lnTo>
                    <a:pt x="18079" y="140535"/>
                  </a:lnTo>
                  <a:lnTo>
                    <a:pt x="39292" y="101444"/>
                  </a:lnTo>
                  <a:lnTo>
                    <a:pt x="67389" y="67389"/>
                  </a:lnTo>
                  <a:lnTo>
                    <a:pt x="101444" y="39292"/>
                  </a:lnTo>
                  <a:lnTo>
                    <a:pt x="140535" y="18079"/>
                  </a:lnTo>
                  <a:lnTo>
                    <a:pt x="183736" y="4673"/>
                  </a:lnTo>
                  <a:lnTo>
                    <a:pt x="230124" y="0"/>
                  </a:lnTo>
                  <a:lnTo>
                    <a:pt x="276511" y="4673"/>
                  </a:lnTo>
                  <a:lnTo>
                    <a:pt x="319712" y="18079"/>
                  </a:lnTo>
                  <a:lnTo>
                    <a:pt x="358803" y="39292"/>
                  </a:lnTo>
                  <a:lnTo>
                    <a:pt x="392858" y="67389"/>
                  </a:lnTo>
                  <a:lnTo>
                    <a:pt x="420955" y="101444"/>
                  </a:lnTo>
                  <a:lnTo>
                    <a:pt x="442168" y="140535"/>
                  </a:lnTo>
                  <a:lnTo>
                    <a:pt x="455574" y="183736"/>
                  </a:lnTo>
                  <a:lnTo>
                    <a:pt x="460248" y="230124"/>
                  </a:lnTo>
                  <a:lnTo>
                    <a:pt x="455574" y="276511"/>
                  </a:lnTo>
                  <a:lnTo>
                    <a:pt x="442168" y="319712"/>
                  </a:lnTo>
                  <a:lnTo>
                    <a:pt x="420955" y="358803"/>
                  </a:lnTo>
                  <a:lnTo>
                    <a:pt x="392858" y="392858"/>
                  </a:lnTo>
                  <a:lnTo>
                    <a:pt x="358803" y="420955"/>
                  </a:lnTo>
                  <a:lnTo>
                    <a:pt x="319712" y="442168"/>
                  </a:lnTo>
                  <a:lnTo>
                    <a:pt x="276511" y="455574"/>
                  </a:lnTo>
                  <a:lnTo>
                    <a:pt x="230124" y="460247"/>
                  </a:lnTo>
                  <a:lnTo>
                    <a:pt x="183736" y="455574"/>
                  </a:lnTo>
                  <a:lnTo>
                    <a:pt x="140535" y="442168"/>
                  </a:lnTo>
                  <a:lnTo>
                    <a:pt x="101444" y="420955"/>
                  </a:lnTo>
                  <a:lnTo>
                    <a:pt x="67389" y="392858"/>
                  </a:lnTo>
                  <a:lnTo>
                    <a:pt x="39292" y="358803"/>
                  </a:lnTo>
                  <a:lnTo>
                    <a:pt x="18079" y="319712"/>
                  </a:lnTo>
                  <a:lnTo>
                    <a:pt x="4673" y="276511"/>
                  </a:lnTo>
                  <a:lnTo>
                    <a:pt x="0" y="23012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80859" y="4209288"/>
              <a:ext cx="463550" cy="463550"/>
            </a:xfrm>
            <a:custGeom>
              <a:avLst/>
              <a:gdLst/>
              <a:ahLst/>
              <a:cxnLst/>
              <a:rect l="l" t="t" r="r" b="b"/>
              <a:pathLst>
                <a:path w="463550" h="463550">
                  <a:moveTo>
                    <a:pt x="231648" y="0"/>
                  </a:moveTo>
                  <a:lnTo>
                    <a:pt x="184976" y="4708"/>
                  </a:lnTo>
                  <a:lnTo>
                    <a:pt x="141499" y="18210"/>
                  </a:lnTo>
                  <a:lnTo>
                    <a:pt x="102151" y="39574"/>
                  </a:lnTo>
                  <a:lnTo>
                    <a:pt x="67865" y="67865"/>
                  </a:lnTo>
                  <a:lnTo>
                    <a:pt x="39574" y="102151"/>
                  </a:lnTo>
                  <a:lnTo>
                    <a:pt x="18210" y="141499"/>
                  </a:lnTo>
                  <a:lnTo>
                    <a:pt x="4708" y="184976"/>
                  </a:lnTo>
                  <a:lnTo>
                    <a:pt x="0" y="231648"/>
                  </a:lnTo>
                  <a:lnTo>
                    <a:pt x="4708" y="278319"/>
                  </a:lnTo>
                  <a:lnTo>
                    <a:pt x="18210" y="321796"/>
                  </a:lnTo>
                  <a:lnTo>
                    <a:pt x="39574" y="361144"/>
                  </a:lnTo>
                  <a:lnTo>
                    <a:pt x="67865" y="395430"/>
                  </a:lnTo>
                  <a:lnTo>
                    <a:pt x="102151" y="423721"/>
                  </a:lnTo>
                  <a:lnTo>
                    <a:pt x="141499" y="445085"/>
                  </a:lnTo>
                  <a:lnTo>
                    <a:pt x="184976" y="458587"/>
                  </a:lnTo>
                  <a:lnTo>
                    <a:pt x="231648" y="463295"/>
                  </a:lnTo>
                  <a:lnTo>
                    <a:pt x="278319" y="458587"/>
                  </a:lnTo>
                  <a:lnTo>
                    <a:pt x="321796" y="445085"/>
                  </a:lnTo>
                  <a:lnTo>
                    <a:pt x="361144" y="423721"/>
                  </a:lnTo>
                  <a:lnTo>
                    <a:pt x="395430" y="395430"/>
                  </a:lnTo>
                  <a:lnTo>
                    <a:pt x="423721" y="361144"/>
                  </a:lnTo>
                  <a:lnTo>
                    <a:pt x="445085" y="321796"/>
                  </a:lnTo>
                  <a:lnTo>
                    <a:pt x="458587" y="278319"/>
                  </a:lnTo>
                  <a:lnTo>
                    <a:pt x="463296" y="231648"/>
                  </a:lnTo>
                  <a:lnTo>
                    <a:pt x="458587" y="184976"/>
                  </a:lnTo>
                  <a:lnTo>
                    <a:pt x="445085" y="141499"/>
                  </a:lnTo>
                  <a:lnTo>
                    <a:pt x="423721" y="102151"/>
                  </a:lnTo>
                  <a:lnTo>
                    <a:pt x="395430" y="67865"/>
                  </a:lnTo>
                  <a:lnTo>
                    <a:pt x="361144" y="39574"/>
                  </a:lnTo>
                  <a:lnTo>
                    <a:pt x="321796" y="18210"/>
                  </a:lnTo>
                  <a:lnTo>
                    <a:pt x="278319" y="4708"/>
                  </a:lnTo>
                  <a:lnTo>
                    <a:pt x="231648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880859" y="4209288"/>
              <a:ext cx="463550" cy="463550"/>
            </a:xfrm>
            <a:custGeom>
              <a:avLst/>
              <a:gdLst/>
              <a:ahLst/>
              <a:cxnLst/>
              <a:rect l="l" t="t" r="r" b="b"/>
              <a:pathLst>
                <a:path w="463550" h="463550">
                  <a:moveTo>
                    <a:pt x="0" y="231648"/>
                  </a:moveTo>
                  <a:lnTo>
                    <a:pt x="4708" y="184976"/>
                  </a:lnTo>
                  <a:lnTo>
                    <a:pt x="18210" y="141499"/>
                  </a:lnTo>
                  <a:lnTo>
                    <a:pt x="39574" y="102151"/>
                  </a:lnTo>
                  <a:lnTo>
                    <a:pt x="67865" y="67865"/>
                  </a:lnTo>
                  <a:lnTo>
                    <a:pt x="102151" y="39574"/>
                  </a:lnTo>
                  <a:lnTo>
                    <a:pt x="141499" y="18210"/>
                  </a:lnTo>
                  <a:lnTo>
                    <a:pt x="184976" y="4708"/>
                  </a:lnTo>
                  <a:lnTo>
                    <a:pt x="231648" y="0"/>
                  </a:lnTo>
                  <a:lnTo>
                    <a:pt x="278319" y="4708"/>
                  </a:lnTo>
                  <a:lnTo>
                    <a:pt x="321796" y="18210"/>
                  </a:lnTo>
                  <a:lnTo>
                    <a:pt x="361144" y="39574"/>
                  </a:lnTo>
                  <a:lnTo>
                    <a:pt x="395430" y="67865"/>
                  </a:lnTo>
                  <a:lnTo>
                    <a:pt x="423721" y="102151"/>
                  </a:lnTo>
                  <a:lnTo>
                    <a:pt x="445085" y="141499"/>
                  </a:lnTo>
                  <a:lnTo>
                    <a:pt x="458587" y="184976"/>
                  </a:lnTo>
                  <a:lnTo>
                    <a:pt x="463296" y="231648"/>
                  </a:lnTo>
                  <a:lnTo>
                    <a:pt x="458587" y="278319"/>
                  </a:lnTo>
                  <a:lnTo>
                    <a:pt x="445085" y="321796"/>
                  </a:lnTo>
                  <a:lnTo>
                    <a:pt x="423721" y="361144"/>
                  </a:lnTo>
                  <a:lnTo>
                    <a:pt x="395430" y="395430"/>
                  </a:lnTo>
                  <a:lnTo>
                    <a:pt x="361144" y="423721"/>
                  </a:lnTo>
                  <a:lnTo>
                    <a:pt x="321796" y="445085"/>
                  </a:lnTo>
                  <a:lnTo>
                    <a:pt x="278319" y="458587"/>
                  </a:lnTo>
                  <a:lnTo>
                    <a:pt x="231648" y="463295"/>
                  </a:lnTo>
                  <a:lnTo>
                    <a:pt x="184976" y="458587"/>
                  </a:lnTo>
                  <a:lnTo>
                    <a:pt x="141499" y="445085"/>
                  </a:lnTo>
                  <a:lnTo>
                    <a:pt x="102151" y="423721"/>
                  </a:lnTo>
                  <a:lnTo>
                    <a:pt x="67865" y="395430"/>
                  </a:lnTo>
                  <a:lnTo>
                    <a:pt x="39574" y="361144"/>
                  </a:lnTo>
                  <a:lnTo>
                    <a:pt x="18210" y="321796"/>
                  </a:lnTo>
                  <a:lnTo>
                    <a:pt x="4708" y="278319"/>
                  </a:lnTo>
                  <a:lnTo>
                    <a:pt x="0" y="23164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46369" y="4378325"/>
              <a:ext cx="1635125" cy="127000"/>
            </a:xfrm>
            <a:custGeom>
              <a:avLst/>
              <a:gdLst/>
              <a:ahLst/>
              <a:cxnLst/>
              <a:rect l="l" t="t" r="r" b="b"/>
              <a:pathLst>
                <a:path w="1635125" h="127000">
                  <a:moveTo>
                    <a:pt x="1507616" y="0"/>
                  </a:moveTo>
                  <a:lnTo>
                    <a:pt x="1507670" y="53984"/>
                  </a:lnTo>
                  <a:lnTo>
                    <a:pt x="1507744" y="127000"/>
                  </a:lnTo>
                  <a:lnTo>
                    <a:pt x="1615351" y="73034"/>
                  </a:lnTo>
                  <a:lnTo>
                    <a:pt x="1520444" y="73034"/>
                  </a:lnTo>
                  <a:lnTo>
                    <a:pt x="1520324" y="55118"/>
                  </a:lnTo>
                  <a:lnTo>
                    <a:pt x="1520317" y="53984"/>
                  </a:lnTo>
                  <a:lnTo>
                    <a:pt x="1615802" y="53984"/>
                  </a:lnTo>
                  <a:lnTo>
                    <a:pt x="1507616" y="0"/>
                  </a:lnTo>
                  <a:close/>
                </a:path>
                <a:path w="1635125" h="127000">
                  <a:moveTo>
                    <a:pt x="1507670" y="53984"/>
                  </a:moveTo>
                  <a:lnTo>
                    <a:pt x="0" y="55118"/>
                  </a:lnTo>
                  <a:lnTo>
                    <a:pt x="0" y="74168"/>
                  </a:lnTo>
                  <a:lnTo>
                    <a:pt x="1507690" y="73034"/>
                  </a:lnTo>
                  <a:lnTo>
                    <a:pt x="1507670" y="53984"/>
                  </a:lnTo>
                  <a:close/>
                </a:path>
                <a:path w="1635125" h="127000">
                  <a:moveTo>
                    <a:pt x="1615802" y="53984"/>
                  </a:moveTo>
                  <a:lnTo>
                    <a:pt x="1520317" y="53984"/>
                  </a:lnTo>
                  <a:lnTo>
                    <a:pt x="1520324" y="55118"/>
                  </a:lnTo>
                  <a:lnTo>
                    <a:pt x="1520444" y="73034"/>
                  </a:lnTo>
                  <a:lnTo>
                    <a:pt x="1615351" y="73034"/>
                  </a:lnTo>
                  <a:lnTo>
                    <a:pt x="1634616" y="63373"/>
                  </a:lnTo>
                  <a:lnTo>
                    <a:pt x="1615802" y="53984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762368" y="4761992"/>
            <a:ext cx="691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Cambria Math"/>
                <a:cs typeface="Cambria Math"/>
              </a:rPr>
              <a:t>ℎ𝑒𝑎𝑑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30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4747640" y="4751958"/>
            <a:ext cx="507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Cambria Math"/>
                <a:cs typeface="Cambria Math"/>
              </a:rPr>
              <a:t>𝑡𝑎𝑖𝑙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903470" y="3716273"/>
            <a:ext cx="200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55A11"/>
                </a:solidFill>
                <a:latin typeface="Cambria Math"/>
                <a:cs typeface="Cambria Math"/>
              </a:rPr>
              <a:t>𝑢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046721" y="3733545"/>
            <a:ext cx="191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64173" y="4002100"/>
            <a:ext cx="17716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2D75B6"/>
                </a:solidFill>
                <a:latin typeface="Cambria Math"/>
                <a:cs typeface="Cambria Math"/>
              </a:rPr>
              <a:t>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189988" y="5762244"/>
            <a:ext cx="781050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2D75B6"/>
                </a:solidFill>
                <a:latin typeface="Cambria Math"/>
                <a:cs typeface="Cambria Math"/>
              </a:rPr>
              <a:t>𝑒</a:t>
            </a:r>
            <a:r>
              <a:rPr dirty="0" sz="2400" spc="5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at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tail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𝑢</a:t>
            </a:r>
            <a:r>
              <a:rPr dirty="0" sz="2400" spc="6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ends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head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3534" y="1300987"/>
            <a:ext cx="11251565" cy="31305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Graph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(digraphs):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Consists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nonempty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vertices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28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a </a:t>
            </a:r>
            <a:r>
              <a:rPr dirty="0" sz="2800" spc="-50">
                <a:latin typeface="Franklin Gothic Medium"/>
                <a:cs typeface="Franklin Gothic Medium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3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3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  <a:p>
            <a:pPr lvl="1" marL="697230" indent="-227329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directed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associated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with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ordered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pair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vertices.</a:t>
            </a:r>
            <a:endParaRPr sz="2400">
              <a:latin typeface="Franklin Gothic Medium"/>
              <a:cs typeface="Franklin Gothic Medium"/>
            </a:endParaRPr>
          </a:p>
          <a:p>
            <a:pPr lvl="1" marL="696595" marR="214629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directed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associated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with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ordered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pair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(</a:t>
            </a:r>
            <a:r>
              <a:rPr dirty="0" sz="2400" spc="-10">
                <a:solidFill>
                  <a:srgbClr val="C55A11"/>
                </a:solidFill>
                <a:latin typeface="Cambria Math"/>
                <a:cs typeface="Cambria Math"/>
              </a:rPr>
              <a:t>𝑢,</a:t>
            </a:r>
            <a:r>
              <a:rPr dirty="0" sz="2400" spc="-13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>
                <a:latin typeface="Cambria Math"/>
                <a:cs typeface="Cambria Math"/>
              </a:rPr>
              <a:t>)</a:t>
            </a:r>
            <a:r>
              <a:rPr dirty="0" sz="2400" spc="2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said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at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𝑢</a:t>
            </a:r>
            <a:r>
              <a:rPr dirty="0" sz="24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and </a:t>
            </a:r>
            <a:r>
              <a:rPr dirty="0" sz="2400" spc="-25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end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at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 spc="-25">
                <a:latin typeface="Franklin Gothic Medium"/>
                <a:cs typeface="Franklin Gothic Medium"/>
              </a:rPr>
              <a:t>.</a:t>
            </a:r>
            <a:endParaRPr sz="2400">
              <a:latin typeface="Franklin Gothic Medium"/>
              <a:cs typeface="Franklin Gothic Medium"/>
            </a:endParaRPr>
          </a:p>
          <a:p>
            <a:pPr lvl="1" marL="697230" indent="-227329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𝑢</a:t>
            </a:r>
            <a:r>
              <a:rPr dirty="0" sz="24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adjacent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adjacent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 i="1">
                <a:latin typeface="Franklin Gothic Medium"/>
                <a:cs typeface="Franklin Gothic Medium"/>
              </a:rPr>
              <a:t>from</a:t>
            </a:r>
            <a:r>
              <a:rPr dirty="0" sz="2400" spc="-50" i="1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solidFill>
                  <a:srgbClr val="C55A11"/>
                </a:solidFill>
                <a:latin typeface="Cambria Math"/>
                <a:cs typeface="Cambria Math"/>
              </a:rPr>
              <a:t>𝑢</a:t>
            </a:r>
            <a:endParaRPr sz="2400">
              <a:latin typeface="Cambria Math"/>
              <a:cs typeface="Cambria Math"/>
            </a:endParaRPr>
          </a:p>
          <a:p>
            <a:pPr lvl="1" marL="697230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In-</a:t>
            </a:r>
            <a:r>
              <a:rPr dirty="0" sz="2400">
                <a:latin typeface="Franklin Gothic Medium"/>
                <a:cs typeface="Franklin Gothic Medium"/>
              </a:rPr>
              <a:t>degree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vertex: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#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with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 spc="6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as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terminal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vertex.</a:t>
            </a:r>
            <a:endParaRPr sz="2400">
              <a:latin typeface="Franklin Gothic Medium"/>
              <a:cs typeface="Franklin Gothic Medium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30">
                <a:latin typeface="Franklin Gothic Medium"/>
                <a:cs typeface="Franklin Gothic Medium"/>
              </a:rPr>
              <a:t>Out-</a:t>
            </a:r>
            <a:r>
              <a:rPr dirty="0" sz="2400" spc="-10">
                <a:latin typeface="Franklin Gothic Medium"/>
                <a:cs typeface="Franklin Gothic Medium"/>
              </a:rPr>
              <a:t>degree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vertex: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#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edges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with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55A11"/>
                </a:solidFill>
                <a:latin typeface="Cambria Math"/>
                <a:cs typeface="Cambria Math"/>
              </a:rPr>
              <a:t>𝑣</a:t>
            </a:r>
            <a:r>
              <a:rPr dirty="0" sz="2400" spc="6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as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initial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vertex.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975105" y="4734814"/>
            <a:ext cx="4919980" cy="1557020"/>
            <a:chOff x="975105" y="4734814"/>
            <a:chExt cx="4919980" cy="155702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1922" y="4734814"/>
              <a:ext cx="175767" cy="17576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5105" y="5166106"/>
              <a:ext cx="175768" cy="1757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3585" y="4946650"/>
              <a:ext cx="175767" cy="17576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2386" y="6115558"/>
              <a:ext cx="175768" cy="1757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8794" y="5294122"/>
              <a:ext cx="175768" cy="17576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69994" y="6027166"/>
              <a:ext cx="175767" cy="17576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9317" y="5266690"/>
              <a:ext cx="175768" cy="17576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119289" y="4839588"/>
              <a:ext cx="4630420" cy="1374775"/>
            </a:xfrm>
            <a:custGeom>
              <a:avLst/>
              <a:gdLst/>
              <a:ahLst/>
              <a:cxnLst/>
              <a:rect l="l" t="t" r="r" b="b"/>
              <a:pathLst>
                <a:path w="4630420" h="1374775">
                  <a:moveTo>
                    <a:pt x="966685" y="1358569"/>
                  </a:moveTo>
                  <a:lnTo>
                    <a:pt x="101079" y="553351"/>
                  </a:lnTo>
                  <a:lnTo>
                    <a:pt x="109118" y="544703"/>
                  </a:lnTo>
                  <a:lnTo>
                    <a:pt x="137845" y="513842"/>
                  </a:lnTo>
                  <a:lnTo>
                    <a:pt x="1612" y="473837"/>
                  </a:lnTo>
                  <a:lnTo>
                    <a:pt x="51346" y="606806"/>
                  </a:lnTo>
                  <a:lnTo>
                    <a:pt x="88087" y="567309"/>
                  </a:lnTo>
                  <a:lnTo>
                    <a:pt x="953731" y="1372514"/>
                  </a:lnTo>
                  <a:lnTo>
                    <a:pt x="966685" y="1358569"/>
                  </a:lnTo>
                  <a:close/>
                </a:path>
                <a:path w="4630420" h="1374775">
                  <a:moveTo>
                    <a:pt x="1842858" y="41021"/>
                  </a:moveTo>
                  <a:lnTo>
                    <a:pt x="1706968" y="0"/>
                  </a:lnTo>
                  <a:lnTo>
                    <a:pt x="1716151" y="53213"/>
                  </a:lnTo>
                  <a:lnTo>
                    <a:pt x="0" y="348615"/>
                  </a:lnTo>
                  <a:lnTo>
                    <a:pt x="3225" y="367411"/>
                  </a:lnTo>
                  <a:lnTo>
                    <a:pt x="1719389" y="71996"/>
                  </a:lnTo>
                  <a:lnTo>
                    <a:pt x="1728558" y="125095"/>
                  </a:lnTo>
                  <a:lnTo>
                    <a:pt x="1829206" y="51054"/>
                  </a:lnTo>
                  <a:lnTo>
                    <a:pt x="1842858" y="41021"/>
                  </a:lnTo>
                  <a:close/>
                </a:path>
                <a:path w="4630420" h="1374775">
                  <a:moveTo>
                    <a:pt x="2960852" y="134810"/>
                  </a:moveTo>
                  <a:lnTo>
                    <a:pt x="2844635" y="62103"/>
                  </a:lnTo>
                  <a:lnTo>
                    <a:pt x="2839491" y="115887"/>
                  </a:lnTo>
                  <a:lnTo>
                    <a:pt x="1959317" y="31496"/>
                  </a:lnTo>
                  <a:lnTo>
                    <a:pt x="1957539" y="50546"/>
                  </a:lnTo>
                  <a:lnTo>
                    <a:pt x="2837688" y="134810"/>
                  </a:lnTo>
                  <a:lnTo>
                    <a:pt x="2850451" y="134810"/>
                  </a:lnTo>
                  <a:lnTo>
                    <a:pt x="2960852" y="134810"/>
                  </a:lnTo>
                  <a:close/>
                </a:path>
                <a:path w="4630420" h="1374775">
                  <a:moveTo>
                    <a:pt x="2965031" y="137414"/>
                  </a:moveTo>
                  <a:lnTo>
                    <a:pt x="2962795" y="136017"/>
                  </a:lnTo>
                  <a:lnTo>
                    <a:pt x="2850350" y="136017"/>
                  </a:lnTo>
                  <a:lnTo>
                    <a:pt x="2837573" y="136017"/>
                  </a:lnTo>
                  <a:lnTo>
                    <a:pt x="2832570" y="188468"/>
                  </a:lnTo>
                  <a:lnTo>
                    <a:pt x="2965031" y="137414"/>
                  </a:lnTo>
                  <a:close/>
                </a:path>
                <a:path w="4630420" h="1374775">
                  <a:moveTo>
                    <a:pt x="3023451" y="277241"/>
                  </a:moveTo>
                  <a:lnTo>
                    <a:pt x="2881465" y="281305"/>
                  </a:lnTo>
                  <a:lnTo>
                    <a:pt x="2906979" y="328841"/>
                  </a:lnTo>
                  <a:lnTo>
                    <a:pt x="1095971" y="1299591"/>
                  </a:lnTo>
                  <a:lnTo>
                    <a:pt x="1104861" y="1316380"/>
                  </a:lnTo>
                  <a:lnTo>
                    <a:pt x="2915983" y="345605"/>
                  </a:lnTo>
                  <a:lnTo>
                    <a:pt x="2941536" y="393192"/>
                  </a:lnTo>
                  <a:lnTo>
                    <a:pt x="2991231" y="322834"/>
                  </a:lnTo>
                  <a:lnTo>
                    <a:pt x="3023451" y="277241"/>
                  </a:lnTo>
                  <a:close/>
                </a:path>
                <a:path w="4630420" h="1374775">
                  <a:moveTo>
                    <a:pt x="3031223" y="1292009"/>
                  </a:moveTo>
                  <a:lnTo>
                    <a:pt x="3030397" y="1272984"/>
                  </a:lnTo>
                  <a:lnTo>
                    <a:pt x="1122895" y="1355699"/>
                  </a:lnTo>
                  <a:lnTo>
                    <a:pt x="1123657" y="1374736"/>
                  </a:lnTo>
                  <a:lnTo>
                    <a:pt x="3031223" y="1292009"/>
                  </a:lnTo>
                  <a:close/>
                </a:path>
                <a:path w="4630420" h="1374775">
                  <a:moveTo>
                    <a:pt x="3157690" y="1276985"/>
                  </a:moveTo>
                  <a:lnTo>
                    <a:pt x="3147479" y="1272425"/>
                  </a:lnTo>
                  <a:lnTo>
                    <a:pt x="3028023" y="1219047"/>
                  </a:lnTo>
                  <a:lnTo>
                    <a:pt x="3030372" y="1272425"/>
                  </a:lnTo>
                  <a:lnTo>
                    <a:pt x="3030397" y="1272984"/>
                  </a:lnTo>
                  <a:lnTo>
                    <a:pt x="3031210" y="1291450"/>
                  </a:lnTo>
                  <a:lnTo>
                    <a:pt x="3031223" y="1292009"/>
                  </a:lnTo>
                  <a:lnTo>
                    <a:pt x="3033611" y="1345933"/>
                  </a:lnTo>
                  <a:lnTo>
                    <a:pt x="3157690" y="1276985"/>
                  </a:lnTo>
                  <a:close/>
                </a:path>
                <a:path w="4630420" h="1374775">
                  <a:moveTo>
                    <a:pt x="4630128" y="572897"/>
                  </a:moveTo>
                  <a:lnTo>
                    <a:pt x="4488142" y="571119"/>
                  </a:lnTo>
                  <a:lnTo>
                    <a:pt x="4511687" y="619747"/>
                  </a:lnTo>
                  <a:lnTo>
                    <a:pt x="3292310" y="1210030"/>
                  </a:lnTo>
                  <a:lnTo>
                    <a:pt x="3300692" y="1227175"/>
                  </a:lnTo>
                  <a:lnTo>
                    <a:pt x="4519981" y="636866"/>
                  </a:lnTo>
                  <a:lnTo>
                    <a:pt x="4543514" y="685419"/>
                  </a:lnTo>
                  <a:lnTo>
                    <a:pt x="4598352" y="614172"/>
                  </a:lnTo>
                  <a:lnTo>
                    <a:pt x="4630128" y="572897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8134" y="5035677"/>
            <a:ext cx="290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54707" y="6270447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88714" y="4666233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301490" y="4774438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320285" y="6232042"/>
            <a:ext cx="29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046097" y="5084826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464809" y="5084775"/>
            <a:ext cx="297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7</a:t>
            </a:r>
            <a:endParaRPr baseline="-14957" sz="1950">
              <a:latin typeface="Cambria Math"/>
              <a:cs typeface="Cambria Math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434589" y="5418201"/>
            <a:ext cx="2453640" cy="626745"/>
            <a:chOff x="2434589" y="5418201"/>
            <a:chExt cx="2453640" cy="626745"/>
          </a:xfrm>
        </p:grpSpPr>
        <p:sp>
          <p:nvSpPr>
            <p:cNvPr id="24" name="object 24" descr=""/>
            <p:cNvSpPr/>
            <p:nvPr/>
          </p:nvSpPr>
          <p:spPr>
            <a:xfrm>
              <a:off x="2434589" y="5418201"/>
              <a:ext cx="1927225" cy="626745"/>
            </a:xfrm>
            <a:custGeom>
              <a:avLst/>
              <a:gdLst/>
              <a:ahLst/>
              <a:cxnLst/>
              <a:rect l="l" t="t" r="r" b="b"/>
              <a:pathLst>
                <a:path w="1927225" h="626745">
                  <a:moveTo>
                    <a:pt x="124150" y="51624"/>
                  </a:moveTo>
                  <a:lnTo>
                    <a:pt x="118547" y="69781"/>
                  </a:lnTo>
                  <a:lnTo>
                    <a:pt x="1921129" y="626186"/>
                  </a:lnTo>
                  <a:lnTo>
                    <a:pt x="1926717" y="607987"/>
                  </a:lnTo>
                  <a:lnTo>
                    <a:pt x="124150" y="51624"/>
                  </a:lnTo>
                  <a:close/>
                </a:path>
                <a:path w="1927225" h="626745">
                  <a:moveTo>
                    <a:pt x="140081" y="0"/>
                  </a:moveTo>
                  <a:lnTo>
                    <a:pt x="0" y="23240"/>
                  </a:lnTo>
                  <a:lnTo>
                    <a:pt x="102616" y="121412"/>
                  </a:lnTo>
                  <a:lnTo>
                    <a:pt x="118547" y="69781"/>
                  </a:lnTo>
                  <a:lnTo>
                    <a:pt x="106426" y="66040"/>
                  </a:lnTo>
                  <a:lnTo>
                    <a:pt x="112014" y="47879"/>
                  </a:lnTo>
                  <a:lnTo>
                    <a:pt x="125306" y="47879"/>
                  </a:lnTo>
                  <a:lnTo>
                    <a:pt x="140081" y="0"/>
                  </a:lnTo>
                  <a:close/>
                </a:path>
                <a:path w="1927225" h="626745">
                  <a:moveTo>
                    <a:pt x="112014" y="47879"/>
                  </a:moveTo>
                  <a:lnTo>
                    <a:pt x="106426" y="66040"/>
                  </a:lnTo>
                  <a:lnTo>
                    <a:pt x="118547" y="69781"/>
                  </a:lnTo>
                  <a:lnTo>
                    <a:pt x="124150" y="51624"/>
                  </a:lnTo>
                  <a:lnTo>
                    <a:pt x="112014" y="47879"/>
                  </a:lnTo>
                  <a:close/>
                </a:path>
                <a:path w="1927225" h="626745">
                  <a:moveTo>
                    <a:pt x="125306" y="47879"/>
                  </a:moveTo>
                  <a:lnTo>
                    <a:pt x="112014" y="47879"/>
                  </a:lnTo>
                  <a:lnTo>
                    <a:pt x="124150" y="51624"/>
                  </a:lnTo>
                  <a:lnTo>
                    <a:pt x="125306" y="47879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11954" y="5510530"/>
              <a:ext cx="175768" cy="175767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4432427" y="5270372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8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069573" y="6444131"/>
            <a:ext cx="20574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32</a:t>
            </a:r>
            <a:endParaRPr sz="1200">
              <a:latin typeface="Franklin Gothic Medium"/>
              <a:cs typeface="Franklin Gothic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575814" y="4498594"/>
            <a:ext cx="297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7193280" y="4549140"/>
          <a:ext cx="2490470" cy="2018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9145"/>
                <a:gridCol w="364489"/>
              </a:tblGrid>
              <a:tr h="478790">
                <a:tc>
                  <a:txBody>
                    <a:bodyPr/>
                    <a:lstStyle/>
                    <a:p>
                      <a:pPr algn="ctr" marR="17780">
                        <a:lnSpc>
                          <a:spcPct val="100000"/>
                        </a:lnSpc>
                        <a:spcBef>
                          <a:spcPts val="300"/>
                        </a:spcBef>
                        <a:tabLst>
                          <a:tab pos="1626235" algn="l"/>
                        </a:tabLst>
                      </a:pPr>
                      <a:r>
                        <a:rPr dirty="0" sz="2400" spc="-10">
                          <a:latin typeface="Franklin Gothic Medium"/>
                          <a:cs typeface="Franklin Gothic Medium"/>
                        </a:rPr>
                        <a:t>In-Deg(</a:t>
                      </a:r>
                      <a:r>
                        <a:rPr dirty="0" sz="2400" spc="-1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873" sz="2625" spc="-15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dirty="0" sz="2400" spc="-1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3810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400" spc="-50">
                          <a:latin typeface="Franklin Gothic Medium"/>
                          <a:cs typeface="Franklin Gothic Medium"/>
                        </a:rPr>
                        <a:t>1</a:t>
                      </a:r>
                      <a:endParaRPr sz="24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810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2400" spc="-30">
                          <a:latin typeface="Franklin Gothic Medium"/>
                          <a:cs typeface="Franklin Gothic Medium"/>
                        </a:rPr>
                        <a:t>Out-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Deg(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873" sz="2625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2400" spc="14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55244">
                    <a:lnT w="381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2400" spc="-50">
                          <a:latin typeface="Franklin Gothic Medium"/>
                          <a:cs typeface="Franklin Gothic Medium"/>
                        </a:rPr>
                        <a:t>1</a:t>
                      </a:r>
                      <a:endParaRPr sz="24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55244">
                    <a:lnT w="381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565"/>
                        </a:spcBef>
                        <a:tabLst>
                          <a:tab pos="1625600" algn="l"/>
                        </a:tabLst>
                      </a:pPr>
                      <a:r>
                        <a:rPr dirty="0" sz="2400" spc="-10">
                          <a:latin typeface="Franklin Gothic Medium"/>
                          <a:cs typeface="Franklin Gothic Medium"/>
                        </a:rPr>
                        <a:t>In-Deg(</a:t>
                      </a:r>
                      <a:r>
                        <a:rPr dirty="0" sz="2400" spc="-1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873" sz="2625" spc="-15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dirty="0" sz="2400" spc="-1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	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7175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400" spc="-50">
                          <a:latin typeface="Franklin Gothic Medium"/>
                          <a:cs typeface="Franklin Gothic Medium"/>
                        </a:rPr>
                        <a:t>0</a:t>
                      </a:r>
                      <a:endParaRPr sz="24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71755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95934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400" spc="-30">
                          <a:latin typeface="Franklin Gothic Medium"/>
                          <a:cs typeface="Franklin Gothic Medium"/>
                        </a:rPr>
                        <a:t>Out-</a:t>
                      </a:r>
                      <a:r>
                        <a:rPr dirty="0" sz="2400">
                          <a:latin typeface="Franklin Gothic Medium"/>
                          <a:cs typeface="Franklin Gothic Medium"/>
                        </a:rPr>
                        <a:t>Deg(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𝑣</a:t>
                      </a:r>
                      <a:r>
                        <a:rPr dirty="0" baseline="-15873" sz="2625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dirty="0" sz="2400">
                          <a:latin typeface="Cambria Math"/>
                          <a:cs typeface="Cambria Math"/>
                        </a:rPr>
                        <a:t>)</a:t>
                      </a:r>
                      <a:r>
                        <a:rPr dirty="0" sz="2400" spc="125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2400" spc="-50">
                          <a:latin typeface="Cambria Math"/>
                          <a:cs typeface="Cambria Math"/>
                        </a:rPr>
                        <a:t>=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71755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400" spc="-50">
                          <a:latin typeface="Franklin Gothic Medium"/>
                          <a:cs typeface="Franklin Gothic Medium"/>
                        </a:rPr>
                        <a:t>3</a:t>
                      </a:r>
                      <a:endParaRPr sz="24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71755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3534" y="1300987"/>
            <a:ext cx="1125156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Graph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(digraphs):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Consists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nonempty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vertices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28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a </a:t>
            </a:r>
            <a:r>
              <a:rPr dirty="0" sz="2800" spc="-50">
                <a:latin typeface="Franklin Gothic Medium"/>
                <a:cs typeface="Franklin Gothic Medium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3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3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818133" y="3017266"/>
            <a:ext cx="5501005" cy="3041015"/>
            <a:chOff x="818133" y="3017266"/>
            <a:chExt cx="5501005" cy="3041015"/>
          </a:xfrm>
        </p:grpSpPr>
        <p:sp>
          <p:nvSpPr>
            <p:cNvPr id="8" name="object 8" descr=""/>
            <p:cNvSpPr/>
            <p:nvPr/>
          </p:nvSpPr>
          <p:spPr>
            <a:xfrm>
              <a:off x="2781300" y="30236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81300" y="30236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4483" y="3875532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19" h="285114">
                  <a:moveTo>
                    <a:pt x="143256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6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24483" y="3875532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19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6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6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76799" y="377799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7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76799" y="377799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7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23287" y="57668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3"/>
                  </a:lnTo>
                  <a:lnTo>
                    <a:pt x="58320" y="27491"/>
                  </a:lnTo>
                  <a:lnTo>
                    <a:pt x="27480" y="58336"/>
                  </a:lnTo>
                  <a:lnTo>
                    <a:pt x="7260" y="97453"/>
                  </a:lnTo>
                  <a:lnTo>
                    <a:pt x="0" y="142494"/>
                  </a:lnTo>
                  <a:lnTo>
                    <a:pt x="7260" y="187534"/>
                  </a:lnTo>
                  <a:lnTo>
                    <a:pt x="27480" y="226651"/>
                  </a:lnTo>
                  <a:lnTo>
                    <a:pt x="58320" y="257496"/>
                  </a:lnTo>
                  <a:lnTo>
                    <a:pt x="97438" y="277724"/>
                  </a:lnTo>
                  <a:lnTo>
                    <a:pt x="142494" y="284988"/>
                  </a:lnTo>
                  <a:lnTo>
                    <a:pt x="187549" y="277724"/>
                  </a:lnTo>
                  <a:lnTo>
                    <a:pt x="226667" y="257496"/>
                  </a:lnTo>
                  <a:lnTo>
                    <a:pt x="257507" y="226651"/>
                  </a:lnTo>
                  <a:lnTo>
                    <a:pt x="277727" y="187534"/>
                  </a:lnTo>
                  <a:lnTo>
                    <a:pt x="284988" y="142494"/>
                  </a:lnTo>
                  <a:lnTo>
                    <a:pt x="277727" y="97453"/>
                  </a:lnTo>
                  <a:lnTo>
                    <a:pt x="257507" y="58336"/>
                  </a:lnTo>
                  <a:lnTo>
                    <a:pt x="226667" y="27491"/>
                  </a:lnTo>
                  <a:lnTo>
                    <a:pt x="187549" y="726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23287" y="57668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53"/>
                  </a:lnTo>
                  <a:lnTo>
                    <a:pt x="27480" y="58336"/>
                  </a:lnTo>
                  <a:lnTo>
                    <a:pt x="58320" y="27491"/>
                  </a:lnTo>
                  <a:lnTo>
                    <a:pt x="97438" y="7263"/>
                  </a:lnTo>
                  <a:lnTo>
                    <a:pt x="142494" y="0"/>
                  </a:lnTo>
                  <a:lnTo>
                    <a:pt x="187549" y="7263"/>
                  </a:lnTo>
                  <a:lnTo>
                    <a:pt x="226667" y="27491"/>
                  </a:lnTo>
                  <a:lnTo>
                    <a:pt x="257507" y="58336"/>
                  </a:lnTo>
                  <a:lnTo>
                    <a:pt x="277727" y="97453"/>
                  </a:lnTo>
                  <a:lnTo>
                    <a:pt x="284988" y="142494"/>
                  </a:lnTo>
                  <a:lnTo>
                    <a:pt x="277727" y="187534"/>
                  </a:lnTo>
                  <a:lnTo>
                    <a:pt x="257507" y="226651"/>
                  </a:lnTo>
                  <a:lnTo>
                    <a:pt x="226667" y="257496"/>
                  </a:lnTo>
                  <a:lnTo>
                    <a:pt x="187549" y="277724"/>
                  </a:lnTo>
                  <a:lnTo>
                    <a:pt x="142494" y="284988"/>
                  </a:lnTo>
                  <a:lnTo>
                    <a:pt x="97438" y="277724"/>
                  </a:lnTo>
                  <a:lnTo>
                    <a:pt x="58320" y="257496"/>
                  </a:lnTo>
                  <a:lnTo>
                    <a:pt x="27480" y="226651"/>
                  </a:lnTo>
                  <a:lnTo>
                    <a:pt x="7260" y="187534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604516" y="4155948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604516" y="4155948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120895" y="567842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3"/>
                  </a:lnTo>
                  <a:lnTo>
                    <a:pt x="58320" y="27491"/>
                  </a:lnTo>
                  <a:lnTo>
                    <a:pt x="27480" y="58336"/>
                  </a:lnTo>
                  <a:lnTo>
                    <a:pt x="7260" y="97453"/>
                  </a:lnTo>
                  <a:lnTo>
                    <a:pt x="0" y="142494"/>
                  </a:lnTo>
                  <a:lnTo>
                    <a:pt x="7260" y="187534"/>
                  </a:lnTo>
                  <a:lnTo>
                    <a:pt x="27480" y="226651"/>
                  </a:lnTo>
                  <a:lnTo>
                    <a:pt x="58320" y="257496"/>
                  </a:lnTo>
                  <a:lnTo>
                    <a:pt x="97438" y="277724"/>
                  </a:lnTo>
                  <a:lnTo>
                    <a:pt x="142493" y="284988"/>
                  </a:lnTo>
                  <a:lnTo>
                    <a:pt x="187549" y="277724"/>
                  </a:lnTo>
                  <a:lnTo>
                    <a:pt x="226667" y="257496"/>
                  </a:lnTo>
                  <a:lnTo>
                    <a:pt x="257507" y="226651"/>
                  </a:lnTo>
                  <a:lnTo>
                    <a:pt x="277727" y="187534"/>
                  </a:lnTo>
                  <a:lnTo>
                    <a:pt x="284988" y="142494"/>
                  </a:lnTo>
                  <a:lnTo>
                    <a:pt x="277727" y="97453"/>
                  </a:lnTo>
                  <a:lnTo>
                    <a:pt x="257507" y="58336"/>
                  </a:lnTo>
                  <a:lnTo>
                    <a:pt x="226667" y="27491"/>
                  </a:lnTo>
                  <a:lnTo>
                    <a:pt x="187549" y="7263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120895" y="567842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53"/>
                  </a:lnTo>
                  <a:lnTo>
                    <a:pt x="27480" y="58336"/>
                  </a:lnTo>
                  <a:lnTo>
                    <a:pt x="58320" y="27491"/>
                  </a:lnTo>
                  <a:lnTo>
                    <a:pt x="97438" y="7263"/>
                  </a:lnTo>
                  <a:lnTo>
                    <a:pt x="142493" y="0"/>
                  </a:lnTo>
                  <a:lnTo>
                    <a:pt x="187549" y="7263"/>
                  </a:lnTo>
                  <a:lnTo>
                    <a:pt x="226667" y="27491"/>
                  </a:lnTo>
                  <a:lnTo>
                    <a:pt x="257507" y="58336"/>
                  </a:lnTo>
                  <a:lnTo>
                    <a:pt x="277727" y="97453"/>
                  </a:lnTo>
                  <a:lnTo>
                    <a:pt x="284988" y="142494"/>
                  </a:lnTo>
                  <a:lnTo>
                    <a:pt x="277727" y="187534"/>
                  </a:lnTo>
                  <a:lnTo>
                    <a:pt x="257507" y="226651"/>
                  </a:lnTo>
                  <a:lnTo>
                    <a:pt x="226667" y="257496"/>
                  </a:lnTo>
                  <a:lnTo>
                    <a:pt x="187549" y="277724"/>
                  </a:lnTo>
                  <a:lnTo>
                    <a:pt x="142493" y="284988"/>
                  </a:lnTo>
                  <a:lnTo>
                    <a:pt x="97438" y="277724"/>
                  </a:lnTo>
                  <a:lnTo>
                    <a:pt x="58320" y="257496"/>
                  </a:lnTo>
                  <a:lnTo>
                    <a:pt x="27480" y="226651"/>
                  </a:lnTo>
                  <a:lnTo>
                    <a:pt x="7260" y="187534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27419" y="4276344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3" y="284987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27419" y="4276344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3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3" y="284987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65784" y="3252723"/>
              <a:ext cx="5003800" cy="2666365"/>
            </a:xfrm>
            <a:custGeom>
              <a:avLst/>
              <a:gdLst/>
              <a:ahLst/>
              <a:cxnLst/>
              <a:rect l="l" t="t" r="r" b="b"/>
              <a:pathLst>
                <a:path w="5003800" h="2666365">
                  <a:moveTo>
                    <a:pt x="866267" y="2652941"/>
                  </a:moveTo>
                  <a:lnTo>
                    <a:pt x="66598" y="977925"/>
                  </a:lnTo>
                  <a:lnTo>
                    <a:pt x="90576" y="966470"/>
                  </a:lnTo>
                  <a:lnTo>
                    <a:pt x="115316" y="954659"/>
                  </a:lnTo>
                  <a:lnTo>
                    <a:pt x="3302" y="867410"/>
                  </a:lnTo>
                  <a:lnTo>
                    <a:pt x="711" y="1009396"/>
                  </a:lnTo>
                  <a:lnTo>
                    <a:pt x="49403" y="986142"/>
                  </a:lnTo>
                  <a:lnTo>
                    <a:pt x="848995" y="2661158"/>
                  </a:lnTo>
                  <a:lnTo>
                    <a:pt x="866267" y="2652941"/>
                  </a:lnTo>
                  <a:close/>
                </a:path>
                <a:path w="5003800" h="2666365">
                  <a:moveTo>
                    <a:pt x="1758188" y="15494"/>
                  </a:moveTo>
                  <a:lnTo>
                    <a:pt x="1617091" y="0"/>
                  </a:lnTo>
                  <a:lnTo>
                    <a:pt x="1635810" y="50634"/>
                  </a:lnTo>
                  <a:lnTo>
                    <a:pt x="0" y="656336"/>
                  </a:lnTo>
                  <a:lnTo>
                    <a:pt x="6604" y="674243"/>
                  </a:lnTo>
                  <a:lnTo>
                    <a:pt x="1642440" y="68529"/>
                  </a:lnTo>
                  <a:lnTo>
                    <a:pt x="1661160" y="119126"/>
                  </a:lnTo>
                  <a:lnTo>
                    <a:pt x="1729409" y="46228"/>
                  </a:lnTo>
                  <a:lnTo>
                    <a:pt x="1758188" y="15494"/>
                  </a:lnTo>
                  <a:close/>
                </a:path>
                <a:path w="5003800" h="2666365">
                  <a:moveTo>
                    <a:pt x="2929051" y="2583573"/>
                  </a:moveTo>
                  <a:lnTo>
                    <a:pt x="2928175" y="2564549"/>
                  </a:lnTo>
                  <a:lnTo>
                    <a:pt x="1142873" y="2646908"/>
                  </a:lnTo>
                  <a:lnTo>
                    <a:pt x="1143635" y="2665946"/>
                  </a:lnTo>
                  <a:lnTo>
                    <a:pt x="2929051" y="2583573"/>
                  </a:lnTo>
                  <a:close/>
                </a:path>
                <a:path w="5003800" h="2666365">
                  <a:moveTo>
                    <a:pt x="3055493" y="2568194"/>
                  </a:moveTo>
                  <a:lnTo>
                    <a:pt x="3045930" y="2563952"/>
                  </a:lnTo>
                  <a:lnTo>
                    <a:pt x="2925699" y="2510612"/>
                  </a:lnTo>
                  <a:lnTo>
                    <a:pt x="2928150" y="2563952"/>
                  </a:lnTo>
                  <a:lnTo>
                    <a:pt x="2928175" y="2564549"/>
                  </a:lnTo>
                  <a:lnTo>
                    <a:pt x="2929026" y="2582976"/>
                  </a:lnTo>
                  <a:lnTo>
                    <a:pt x="2929051" y="2583573"/>
                  </a:lnTo>
                  <a:lnTo>
                    <a:pt x="2931541" y="2637485"/>
                  </a:lnTo>
                  <a:lnTo>
                    <a:pt x="3055493" y="2568194"/>
                  </a:lnTo>
                  <a:close/>
                </a:path>
                <a:path w="5003800" h="2666365">
                  <a:moveTo>
                    <a:pt x="3852926" y="567182"/>
                  </a:moveTo>
                  <a:lnTo>
                    <a:pt x="3828250" y="544322"/>
                  </a:lnTo>
                  <a:lnTo>
                    <a:pt x="3748786" y="470662"/>
                  </a:lnTo>
                  <a:lnTo>
                    <a:pt x="3733660" y="522490"/>
                  </a:lnTo>
                  <a:lnTo>
                    <a:pt x="1962785" y="6350"/>
                  </a:lnTo>
                  <a:lnTo>
                    <a:pt x="1957451" y="24638"/>
                  </a:lnTo>
                  <a:lnTo>
                    <a:pt x="3728326" y="540778"/>
                  </a:lnTo>
                  <a:lnTo>
                    <a:pt x="3713226" y="592582"/>
                  </a:lnTo>
                  <a:lnTo>
                    <a:pt x="3852926" y="567182"/>
                  </a:lnTo>
                  <a:close/>
                </a:path>
                <a:path w="5003800" h="2666365">
                  <a:moveTo>
                    <a:pt x="3953002" y="811022"/>
                  </a:moveTo>
                  <a:lnTo>
                    <a:pt x="3811524" y="823087"/>
                  </a:lnTo>
                  <a:lnTo>
                    <a:pt x="3839730" y="869188"/>
                  </a:lnTo>
                  <a:lnTo>
                    <a:pt x="1095629" y="2548013"/>
                  </a:lnTo>
                  <a:lnTo>
                    <a:pt x="1105535" y="2564257"/>
                  </a:lnTo>
                  <a:lnTo>
                    <a:pt x="3849662" y="885418"/>
                  </a:lnTo>
                  <a:lnTo>
                    <a:pt x="3877818" y="931418"/>
                  </a:lnTo>
                  <a:lnTo>
                    <a:pt x="3920794" y="862584"/>
                  </a:lnTo>
                  <a:lnTo>
                    <a:pt x="3953002" y="811022"/>
                  </a:lnTo>
                  <a:close/>
                </a:path>
                <a:path w="5003800" h="2666365">
                  <a:moveTo>
                    <a:pt x="5003292" y="1268222"/>
                  </a:moveTo>
                  <a:lnTo>
                    <a:pt x="4862830" y="1289304"/>
                  </a:lnTo>
                  <a:lnTo>
                    <a:pt x="4893919" y="1333474"/>
                  </a:lnTo>
                  <a:lnTo>
                    <a:pt x="3292729" y="2459825"/>
                  </a:lnTo>
                  <a:lnTo>
                    <a:pt x="3303651" y="2475407"/>
                  </a:lnTo>
                  <a:lnTo>
                    <a:pt x="4904892" y="1349057"/>
                  </a:lnTo>
                  <a:lnTo>
                    <a:pt x="4935982" y="1393190"/>
                  </a:lnTo>
                  <a:lnTo>
                    <a:pt x="4972088" y="1326134"/>
                  </a:lnTo>
                  <a:lnTo>
                    <a:pt x="5003292" y="1268222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09320" y="3660775"/>
            <a:ext cx="290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052440" y="3413886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166740" y="3522090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402713" y="3862578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838825" y="4011295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60745" y="4119498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7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849117" y="4400550"/>
            <a:ext cx="2355850" cy="1285240"/>
            <a:chOff x="2849117" y="4400550"/>
            <a:chExt cx="2355850" cy="1285240"/>
          </a:xfrm>
        </p:grpSpPr>
        <p:sp>
          <p:nvSpPr>
            <p:cNvPr id="30" name="object 30" descr=""/>
            <p:cNvSpPr/>
            <p:nvPr/>
          </p:nvSpPr>
          <p:spPr>
            <a:xfrm>
              <a:off x="2849117" y="4400550"/>
              <a:ext cx="1421765" cy="1285240"/>
            </a:xfrm>
            <a:custGeom>
              <a:avLst/>
              <a:gdLst/>
              <a:ahLst/>
              <a:cxnLst/>
              <a:rect l="l" t="t" r="r" b="b"/>
              <a:pathLst>
                <a:path w="1421764" h="1285239">
                  <a:moveTo>
                    <a:pt x="100571" y="78071"/>
                  </a:moveTo>
                  <a:lnTo>
                    <a:pt x="87854" y="92154"/>
                  </a:lnTo>
                  <a:lnTo>
                    <a:pt x="1408683" y="1285087"/>
                  </a:lnTo>
                  <a:lnTo>
                    <a:pt x="1421510" y="1270952"/>
                  </a:lnTo>
                  <a:lnTo>
                    <a:pt x="100571" y="78071"/>
                  </a:lnTo>
                  <a:close/>
                </a:path>
                <a:path w="1421764" h="1285239">
                  <a:moveTo>
                    <a:pt x="0" y="0"/>
                  </a:moveTo>
                  <a:lnTo>
                    <a:pt x="51688" y="132206"/>
                  </a:lnTo>
                  <a:lnTo>
                    <a:pt x="87854" y="92154"/>
                  </a:lnTo>
                  <a:lnTo>
                    <a:pt x="78486" y="83693"/>
                  </a:lnTo>
                  <a:lnTo>
                    <a:pt x="91186" y="69595"/>
                  </a:lnTo>
                  <a:lnTo>
                    <a:pt x="108224" y="69595"/>
                  </a:lnTo>
                  <a:lnTo>
                    <a:pt x="136779" y="37973"/>
                  </a:lnTo>
                  <a:lnTo>
                    <a:pt x="0" y="0"/>
                  </a:lnTo>
                  <a:close/>
                </a:path>
                <a:path w="1421764" h="1285239">
                  <a:moveTo>
                    <a:pt x="91186" y="69595"/>
                  </a:moveTo>
                  <a:lnTo>
                    <a:pt x="78486" y="83693"/>
                  </a:lnTo>
                  <a:lnTo>
                    <a:pt x="87854" y="92154"/>
                  </a:lnTo>
                  <a:lnTo>
                    <a:pt x="100571" y="78071"/>
                  </a:lnTo>
                  <a:lnTo>
                    <a:pt x="91186" y="69595"/>
                  </a:lnTo>
                  <a:close/>
                </a:path>
                <a:path w="1421764" h="1285239">
                  <a:moveTo>
                    <a:pt x="108224" y="69595"/>
                  </a:moveTo>
                  <a:lnTo>
                    <a:pt x="91186" y="69595"/>
                  </a:lnTo>
                  <a:lnTo>
                    <a:pt x="100571" y="78071"/>
                  </a:lnTo>
                  <a:lnTo>
                    <a:pt x="108224" y="69595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913375" y="461314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913375" y="461314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675632" y="4288917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8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449067" y="2664714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55307" y="3147136"/>
            <a:ext cx="49434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2800" spc="3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22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2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4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6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7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0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8</a:t>
            </a:r>
            <a:r>
              <a:rPr dirty="0" sz="2800" spc="-25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7539608" y="3943096"/>
            <a:ext cx="1047750" cy="324485"/>
          </a:xfrm>
          <a:custGeom>
            <a:avLst/>
            <a:gdLst/>
            <a:ahLst/>
            <a:cxnLst/>
            <a:rect l="l" t="t" r="r" b="b"/>
            <a:pathLst>
              <a:path w="1047750" h="324485">
                <a:moveTo>
                  <a:pt x="978408" y="0"/>
                </a:moveTo>
                <a:lnTo>
                  <a:pt x="959866" y="6222"/>
                </a:lnTo>
                <a:lnTo>
                  <a:pt x="1015492" y="162051"/>
                </a:lnTo>
                <a:lnTo>
                  <a:pt x="959866" y="317753"/>
                </a:lnTo>
                <a:lnTo>
                  <a:pt x="978408" y="324357"/>
                </a:lnTo>
                <a:lnTo>
                  <a:pt x="1047623" y="168528"/>
                </a:lnTo>
                <a:lnTo>
                  <a:pt x="1047623" y="155701"/>
                </a:lnTo>
                <a:lnTo>
                  <a:pt x="978408" y="0"/>
                </a:lnTo>
                <a:close/>
              </a:path>
              <a:path w="1047750" h="324485">
                <a:moveTo>
                  <a:pt x="69215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5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8763381" y="3943096"/>
            <a:ext cx="1047750" cy="324485"/>
          </a:xfrm>
          <a:custGeom>
            <a:avLst/>
            <a:gdLst/>
            <a:ahLst/>
            <a:cxnLst/>
            <a:rect l="l" t="t" r="r" b="b"/>
            <a:pathLst>
              <a:path w="1047750" h="324485">
                <a:moveTo>
                  <a:pt x="978408" y="0"/>
                </a:moveTo>
                <a:lnTo>
                  <a:pt x="959866" y="6222"/>
                </a:lnTo>
                <a:lnTo>
                  <a:pt x="1015492" y="162051"/>
                </a:lnTo>
                <a:lnTo>
                  <a:pt x="959866" y="317753"/>
                </a:lnTo>
                <a:lnTo>
                  <a:pt x="978408" y="324357"/>
                </a:lnTo>
                <a:lnTo>
                  <a:pt x="1047623" y="168528"/>
                </a:lnTo>
                <a:lnTo>
                  <a:pt x="1047623" y="155701"/>
                </a:lnTo>
                <a:lnTo>
                  <a:pt x="978408" y="0"/>
                </a:lnTo>
                <a:close/>
              </a:path>
              <a:path w="1047750" h="324485">
                <a:moveTo>
                  <a:pt x="69215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5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9981945" y="3940809"/>
            <a:ext cx="1071245" cy="330835"/>
          </a:xfrm>
          <a:custGeom>
            <a:avLst/>
            <a:gdLst/>
            <a:ahLst/>
            <a:cxnLst/>
            <a:rect l="l" t="t" r="r" b="b"/>
            <a:pathLst>
              <a:path w="1071245" h="330835">
                <a:moveTo>
                  <a:pt x="964692" y="0"/>
                </a:moveTo>
                <a:lnTo>
                  <a:pt x="960120" y="0"/>
                </a:lnTo>
                <a:lnTo>
                  <a:pt x="960120" y="13207"/>
                </a:lnTo>
                <a:lnTo>
                  <a:pt x="962786" y="13207"/>
                </a:lnTo>
                <a:lnTo>
                  <a:pt x="974671" y="14019"/>
                </a:lnTo>
                <a:lnTo>
                  <a:pt x="1008344" y="33912"/>
                </a:lnTo>
                <a:lnTo>
                  <a:pt x="1016380" y="69595"/>
                </a:lnTo>
                <a:lnTo>
                  <a:pt x="1016269" y="72643"/>
                </a:lnTo>
                <a:lnTo>
                  <a:pt x="1011324" y="107805"/>
                </a:lnTo>
                <a:lnTo>
                  <a:pt x="1010253" y="114792"/>
                </a:lnTo>
                <a:lnTo>
                  <a:pt x="1009610" y="120517"/>
                </a:lnTo>
                <a:lnTo>
                  <a:pt x="1009396" y="124967"/>
                </a:lnTo>
                <a:lnTo>
                  <a:pt x="1009941" y="132044"/>
                </a:lnTo>
                <a:lnTo>
                  <a:pt x="1011473" y="138048"/>
                </a:lnTo>
                <a:lnTo>
                  <a:pt x="1011570" y="138430"/>
                </a:lnTo>
                <a:lnTo>
                  <a:pt x="1038732" y="163194"/>
                </a:lnTo>
                <a:lnTo>
                  <a:pt x="1038732" y="166242"/>
                </a:lnTo>
                <a:lnTo>
                  <a:pt x="1009941" y="197393"/>
                </a:lnTo>
                <a:lnTo>
                  <a:pt x="1009464" y="203581"/>
                </a:lnTo>
                <a:lnTo>
                  <a:pt x="1009396" y="204469"/>
                </a:lnTo>
                <a:lnTo>
                  <a:pt x="1009610" y="208920"/>
                </a:lnTo>
                <a:lnTo>
                  <a:pt x="1010253" y="214645"/>
                </a:lnTo>
                <a:lnTo>
                  <a:pt x="1011324" y="221632"/>
                </a:lnTo>
                <a:lnTo>
                  <a:pt x="1012825" y="229869"/>
                </a:lnTo>
                <a:lnTo>
                  <a:pt x="1014345" y="238466"/>
                </a:lnTo>
                <a:lnTo>
                  <a:pt x="1015460" y="246348"/>
                </a:lnTo>
                <a:lnTo>
                  <a:pt x="1016146" y="253515"/>
                </a:lnTo>
                <a:lnTo>
                  <a:pt x="1016265" y="256794"/>
                </a:lnTo>
                <a:lnTo>
                  <a:pt x="1016380" y="259969"/>
                </a:lnTo>
                <a:lnTo>
                  <a:pt x="1015493" y="274248"/>
                </a:lnTo>
                <a:lnTo>
                  <a:pt x="994344" y="310106"/>
                </a:lnTo>
                <a:lnTo>
                  <a:pt x="962786" y="317500"/>
                </a:lnTo>
                <a:lnTo>
                  <a:pt x="960120" y="317500"/>
                </a:lnTo>
                <a:lnTo>
                  <a:pt x="960120" y="330707"/>
                </a:lnTo>
                <a:lnTo>
                  <a:pt x="964692" y="330707"/>
                </a:lnTo>
                <a:lnTo>
                  <a:pt x="983789" y="329255"/>
                </a:lnTo>
                <a:lnTo>
                  <a:pt x="1025651" y="312038"/>
                </a:lnTo>
                <a:lnTo>
                  <a:pt x="1044527" y="274468"/>
                </a:lnTo>
                <a:lnTo>
                  <a:pt x="1045845" y="256794"/>
                </a:lnTo>
                <a:lnTo>
                  <a:pt x="1045585" y="249316"/>
                </a:lnTo>
                <a:lnTo>
                  <a:pt x="1044813" y="241363"/>
                </a:lnTo>
                <a:lnTo>
                  <a:pt x="1043541" y="232933"/>
                </a:lnTo>
                <a:lnTo>
                  <a:pt x="1041780" y="224027"/>
                </a:lnTo>
                <a:lnTo>
                  <a:pt x="1038986" y="211708"/>
                </a:lnTo>
                <a:lnTo>
                  <a:pt x="1037589" y="203581"/>
                </a:lnTo>
                <a:lnTo>
                  <a:pt x="1037589" y="191388"/>
                </a:lnTo>
                <a:lnTo>
                  <a:pt x="1040383" y="184912"/>
                </a:lnTo>
                <a:lnTo>
                  <a:pt x="1070736" y="171831"/>
                </a:lnTo>
                <a:lnTo>
                  <a:pt x="1070736" y="157606"/>
                </a:lnTo>
                <a:lnTo>
                  <a:pt x="1062972" y="156892"/>
                </a:lnTo>
                <a:lnTo>
                  <a:pt x="1056786" y="155447"/>
                </a:lnTo>
                <a:lnTo>
                  <a:pt x="1056541" y="155447"/>
                </a:lnTo>
                <a:lnTo>
                  <a:pt x="1050538" y="152892"/>
                </a:lnTo>
                <a:lnTo>
                  <a:pt x="1045845" y="149606"/>
                </a:lnTo>
                <a:lnTo>
                  <a:pt x="1040383" y="144525"/>
                </a:lnTo>
                <a:lnTo>
                  <a:pt x="1037589" y="138048"/>
                </a:lnTo>
                <a:lnTo>
                  <a:pt x="1037589" y="125856"/>
                </a:lnTo>
                <a:lnTo>
                  <a:pt x="1038986" y="117728"/>
                </a:lnTo>
                <a:lnTo>
                  <a:pt x="1041780" y="105409"/>
                </a:lnTo>
                <a:lnTo>
                  <a:pt x="1043541" y="96504"/>
                </a:lnTo>
                <a:lnTo>
                  <a:pt x="1044813" y="88074"/>
                </a:lnTo>
                <a:lnTo>
                  <a:pt x="1045585" y="80121"/>
                </a:lnTo>
                <a:lnTo>
                  <a:pt x="1045729" y="75975"/>
                </a:lnTo>
                <a:lnTo>
                  <a:pt x="1045845" y="72643"/>
                </a:lnTo>
                <a:lnTo>
                  <a:pt x="1034486" y="28763"/>
                </a:lnTo>
                <a:lnTo>
                  <a:pt x="1000315" y="5048"/>
                </a:lnTo>
                <a:lnTo>
                  <a:pt x="983789" y="1452"/>
                </a:lnTo>
                <a:lnTo>
                  <a:pt x="964692" y="0"/>
                </a:lnTo>
                <a:close/>
              </a:path>
              <a:path w="1071245" h="330835">
                <a:moveTo>
                  <a:pt x="110617" y="0"/>
                </a:moveTo>
                <a:lnTo>
                  <a:pt x="106045" y="0"/>
                </a:lnTo>
                <a:lnTo>
                  <a:pt x="87020" y="1452"/>
                </a:lnTo>
                <a:lnTo>
                  <a:pt x="45211" y="18668"/>
                </a:lnTo>
                <a:lnTo>
                  <a:pt x="26338" y="55435"/>
                </a:lnTo>
                <a:lnTo>
                  <a:pt x="26281" y="55655"/>
                </a:lnTo>
                <a:lnTo>
                  <a:pt x="25019" y="72516"/>
                </a:lnTo>
                <a:lnTo>
                  <a:pt x="25261" y="79922"/>
                </a:lnTo>
                <a:lnTo>
                  <a:pt x="26003" y="87852"/>
                </a:lnTo>
                <a:lnTo>
                  <a:pt x="27269" y="96305"/>
                </a:lnTo>
                <a:lnTo>
                  <a:pt x="29082" y="105282"/>
                </a:lnTo>
                <a:lnTo>
                  <a:pt x="31750" y="117475"/>
                </a:lnTo>
                <a:lnTo>
                  <a:pt x="33147" y="125729"/>
                </a:lnTo>
                <a:lnTo>
                  <a:pt x="33147" y="137794"/>
                </a:lnTo>
                <a:lnTo>
                  <a:pt x="30352" y="144398"/>
                </a:lnTo>
                <a:lnTo>
                  <a:pt x="0" y="157479"/>
                </a:lnTo>
                <a:lnTo>
                  <a:pt x="0" y="171703"/>
                </a:lnTo>
                <a:lnTo>
                  <a:pt x="33147" y="191262"/>
                </a:lnTo>
                <a:lnTo>
                  <a:pt x="33147" y="203326"/>
                </a:lnTo>
                <a:lnTo>
                  <a:pt x="31750" y="211581"/>
                </a:lnTo>
                <a:lnTo>
                  <a:pt x="29082" y="223900"/>
                </a:lnTo>
                <a:lnTo>
                  <a:pt x="27269" y="232806"/>
                </a:lnTo>
                <a:lnTo>
                  <a:pt x="26003" y="241236"/>
                </a:lnTo>
                <a:lnTo>
                  <a:pt x="25261" y="249189"/>
                </a:lnTo>
                <a:lnTo>
                  <a:pt x="25128" y="253281"/>
                </a:lnTo>
                <a:lnTo>
                  <a:pt x="25019" y="256666"/>
                </a:lnTo>
                <a:lnTo>
                  <a:pt x="26281" y="274141"/>
                </a:lnTo>
                <a:lnTo>
                  <a:pt x="45211" y="312038"/>
                </a:lnTo>
                <a:lnTo>
                  <a:pt x="87020" y="329255"/>
                </a:lnTo>
                <a:lnTo>
                  <a:pt x="106045" y="330707"/>
                </a:lnTo>
                <a:lnTo>
                  <a:pt x="110617" y="330707"/>
                </a:lnTo>
                <a:lnTo>
                  <a:pt x="110617" y="317500"/>
                </a:lnTo>
                <a:lnTo>
                  <a:pt x="108076" y="317500"/>
                </a:lnTo>
                <a:lnTo>
                  <a:pt x="96174" y="316670"/>
                </a:lnTo>
                <a:lnTo>
                  <a:pt x="62466" y="296701"/>
                </a:lnTo>
                <a:lnTo>
                  <a:pt x="54482" y="259714"/>
                </a:lnTo>
                <a:lnTo>
                  <a:pt x="54584" y="256666"/>
                </a:lnTo>
                <a:lnTo>
                  <a:pt x="59412" y="221432"/>
                </a:lnTo>
                <a:lnTo>
                  <a:pt x="60483" y="214407"/>
                </a:lnTo>
                <a:lnTo>
                  <a:pt x="61126" y="208668"/>
                </a:lnTo>
                <a:lnTo>
                  <a:pt x="61340" y="204215"/>
                </a:lnTo>
                <a:lnTo>
                  <a:pt x="60795" y="197195"/>
                </a:lnTo>
                <a:lnTo>
                  <a:pt x="32130" y="166115"/>
                </a:lnTo>
                <a:lnTo>
                  <a:pt x="32130" y="162940"/>
                </a:lnTo>
                <a:lnTo>
                  <a:pt x="60795" y="131861"/>
                </a:lnTo>
                <a:lnTo>
                  <a:pt x="61340" y="124840"/>
                </a:lnTo>
                <a:lnTo>
                  <a:pt x="61126" y="120388"/>
                </a:lnTo>
                <a:lnTo>
                  <a:pt x="60483" y="114649"/>
                </a:lnTo>
                <a:lnTo>
                  <a:pt x="59412" y="107624"/>
                </a:lnTo>
                <a:lnTo>
                  <a:pt x="57911" y="99313"/>
                </a:lnTo>
                <a:lnTo>
                  <a:pt x="56411" y="90791"/>
                </a:lnTo>
                <a:lnTo>
                  <a:pt x="55340" y="82946"/>
                </a:lnTo>
                <a:lnTo>
                  <a:pt x="54697" y="75793"/>
                </a:lnTo>
                <a:lnTo>
                  <a:pt x="54588" y="72516"/>
                </a:lnTo>
                <a:lnTo>
                  <a:pt x="54482" y="69341"/>
                </a:lnTo>
                <a:lnTo>
                  <a:pt x="55352" y="55655"/>
                </a:lnTo>
                <a:lnTo>
                  <a:pt x="55366" y="55435"/>
                </a:lnTo>
                <a:lnTo>
                  <a:pt x="76465" y="20548"/>
                </a:lnTo>
                <a:lnTo>
                  <a:pt x="108076" y="13207"/>
                </a:lnTo>
                <a:lnTo>
                  <a:pt x="110617" y="13207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7553325" y="4368291"/>
            <a:ext cx="1042035" cy="324485"/>
          </a:xfrm>
          <a:custGeom>
            <a:avLst/>
            <a:gdLst/>
            <a:ahLst/>
            <a:cxnLst/>
            <a:rect l="l" t="t" r="r" b="b"/>
            <a:pathLst>
              <a:path w="1042034" h="324485">
                <a:moveTo>
                  <a:pt x="972311" y="0"/>
                </a:moveTo>
                <a:lnTo>
                  <a:pt x="953770" y="6222"/>
                </a:lnTo>
                <a:lnTo>
                  <a:pt x="1009396" y="162051"/>
                </a:lnTo>
                <a:lnTo>
                  <a:pt x="953770" y="317753"/>
                </a:lnTo>
                <a:lnTo>
                  <a:pt x="972311" y="324357"/>
                </a:lnTo>
                <a:lnTo>
                  <a:pt x="1041526" y="168528"/>
                </a:lnTo>
                <a:lnTo>
                  <a:pt x="1041526" y="155701"/>
                </a:lnTo>
                <a:lnTo>
                  <a:pt x="972311" y="0"/>
                </a:lnTo>
                <a:close/>
              </a:path>
              <a:path w="1042034" h="324485">
                <a:moveTo>
                  <a:pt x="69215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5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8771001" y="4368291"/>
            <a:ext cx="1055370" cy="324485"/>
          </a:xfrm>
          <a:custGeom>
            <a:avLst/>
            <a:gdLst/>
            <a:ahLst/>
            <a:cxnLst/>
            <a:rect l="l" t="t" r="r" b="b"/>
            <a:pathLst>
              <a:path w="1055370" h="324485">
                <a:moveTo>
                  <a:pt x="986027" y="0"/>
                </a:moveTo>
                <a:lnTo>
                  <a:pt x="967485" y="6222"/>
                </a:lnTo>
                <a:lnTo>
                  <a:pt x="1023112" y="162051"/>
                </a:lnTo>
                <a:lnTo>
                  <a:pt x="967485" y="317753"/>
                </a:lnTo>
                <a:lnTo>
                  <a:pt x="986027" y="324357"/>
                </a:lnTo>
                <a:lnTo>
                  <a:pt x="1055243" y="168528"/>
                </a:lnTo>
                <a:lnTo>
                  <a:pt x="1055243" y="155701"/>
                </a:lnTo>
                <a:lnTo>
                  <a:pt x="986027" y="0"/>
                </a:lnTo>
                <a:close/>
              </a:path>
              <a:path w="1055370" h="324485">
                <a:moveTo>
                  <a:pt x="69215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5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0002393" y="4368291"/>
            <a:ext cx="1055370" cy="324485"/>
          </a:xfrm>
          <a:custGeom>
            <a:avLst/>
            <a:gdLst/>
            <a:ahLst/>
            <a:cxnLst/>
            <a:rect l="l" t="t" r="r" b="b"/>
            <a:pathLst>
              <a:path w="1055370" h="324485">
                <a:moveTo>
                  <a:pt x="986027" y="0"/>
                </a:moveTo>
                <a:lnTo>
                  <a:pt x="967485" y="6222"/>
                </a:lnTo>
                <a:lnTo>
                  <a:pt x="1023111" y="162051"/>
                </a:lnTo>
                <a:lnTo>
                  <a:pt x="967485" y="317753"/>
                </a:lnTo>
                <a:lnTo>
                  <a:pt x="986027" y="324357"/>
                </a:lnTo>
                <a:lnTo>
                  <a:pt x="1055242" y="168528"/>
                </a:lnTo>
                <a:lnTo>
                  <a:pt x="1055242" y="155701"/>
                </a:lnTo>
                <a:lnTo>
                  <a:pt x="986027" y="0"/>
                </a:lnTo>
                <a:close/>
              </a:path>
              <a:path w="1055370" h="324485">
                <a:moveTo>
                  <a:pt x="69214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4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7498460" y="4795011"/>
            <a:ext cx="1057275" cy="324485"/>
          </a:xfrm>
          <a:custGeom>
            <a:avLst/>
            <a:gdLst/>
            <a:ahLst/>
            <a:cxnLst/>
            <a:rect l="l" t="t" r="r" b="b"/>
            <a:pathLst>
              <a:path w="1057275" h="324485">
                <a:moveTo>
                  <a:pt x="987552" y="0"/>
                </a:moveTo>
                <a:lnTo>
                  <a:pt x="969010" y="6223"/>
                </a:lnTo>
                <a:lnTo>
                  <a:pt x="1024636" y="162051"/>
                </a:lnTo>
                <a:lnTo>
                  <a:pt x="969010" y="317754"/>
                </a:lnTo>
                <a:lnTo>
                  <a:pt x="987552" y="324357"/>
                </a:lnTo>
                <a:lnTo>
                  <a:pt x="1056767" y="168529"/>
                </a:lnTo>
                <a:lnTo>
                  <a:pt x="1056767" y="155701"/>
                </a:lnTo>
                <a:lnTo>
                  <a:pt x="987552" y="0"/>
                </a:lnTo>
                <a:close/>
              </a:path>
              <a:path w="1057275" h="324485">
                <a:moveTo>
                  <a:pt x="69215" y="0"/>
                </a:moveTo>
                <a:lnTo>
                  <a:pt x="0" y="155829"/>
                </a:lnTo>
                <a:lnTo>
                  <a:pt x="0" y="168656"/>
                </a:lnTo>
                <a:lnTo>
                  <a:pt x="69215" y="324357"/>
                </a:lnTo>
                <a:lnTo>
                  <a:pt x="87503" y="318135"/>
                </a:lnTo>
                <a:lnTo>
                  <a:pt x="31877" y="162306"/>
                </a:lnTo>
                <a:lnTo>
                  <a:pt x="87503" y="6604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6618605" y="3840607"/>
            <a:ext cx="4585970" cy="1842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3340">
              <a:lnSpc>
                <a:spcPts val="3354"/>
              </a:lnSpc>
              <a:spcBef>
                <a:spcPts val="95"/>
              </a:spcBef>
              <a:tabLst>
                <a:tab pos="964565" algn="l"/>
                <a:tab pos="1927225" algn="l"/>
                <a:tab pos="2188210" algn="l"/>
                <a:tab pos="3151505" algn="l"/>
                <a:tab pos="3421379" algn="l"/>
                <a:tab pos="4387850" algn="l"/>
              </a:tabLst>
            </a:pP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26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{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1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1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4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  <a:p>
            <a:pPr algn="r" marR="43180">
              <a:lnSpc>
                <a:spcPts val="3354"/>
              </a:lnSpc>
              <a:tabLst>
                <a:tab pos="956944" algn="l"/>
                <a:tab pos="1217930" algn="l"/>
                <a:tab pos="2188210" algn="l"/>
                <a:tab pos="2449195" algn="l"/>
                <a:tab pos="3420110" algn="l"/>
              </a:tabLst>
            </a:pP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4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4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5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6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  <a:p>
            <a:pPr marL="986790">
              <a:lnSpc>
                <a:spcPct val="100000"/>
              </a:lnSpc>
              <a:tabLst>
                <a:tab pos="1958975" algn="l"/>
              </a:tabLst>
            </a:pP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7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  <a:p>
            <a:pPr marL="436880">
              <a:lnSpc>
                <a:spcPct val="100000"/>
              </a:lnSpc>
              <a:spcBef>
                <a:spcPts val="1360"/>
              </a:spcBef>
            </a:pPr>
            <a:r>
              <a:rPr dirty="0" sz="2400">
                <a:latin typeface="Franklin Gothic Medium"/>
                <a:cs typeface="Franklin Gothic Medium"/>
              </a:rPr>
              <a:t>Edges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also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represented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by: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1110665" y="4000500"/>
            <a:ext cx="1043940" cy="1767205"/>
          </a:xfrm>
          <a:custGeom>
            <a:avLst/>
            <a:gdLst/>
            <a:ahLst/>
            <a:cxnLst/>
            <a:rect l="l" t="t" r="r" b="b"/>
            <a:pathLst>
              <a:path w="1043939" h="1767204">
                <a:moveTo>
                  <a:pt x="928975" y="1577442"/>
                </a:moveTo>
                <a:lnTo>
                  <a:pt x="853516" y="1580515"/>
                </a:lnTo>
                <a:lnTo>
                  <a:pt x="956386" y="1766976"/>
                </a:lnTo>
                <a:lnTo>
                  <a:pt x="1032848" y="1597025"/>
                </a:lnTo>
                <a:lnTo>
                  <a:pt x="930351" y="1597025"/>
                </a:lnTo>
                <a:lnTo>
                  <a:pt x="928975" y="1577442"/>
                </a:lnTo>
                <a:close/>
              </a:path>
              <a:path w="1043939" h="1767204">
                <a:moveTo>
                  <a:pt x="967124" y="1575888"/>
                </a:moveTo>
                <a:lnTo>
                  <a:pt x="928975" y="1577442"/>
                </a:lnTo>
                <a:lnTo>
                  <a:pt x="930351" y="1597025"/>
                </a:lnTo>
                <a:lnTo>
                  <a:pt x="968451" y="1594319"/>
                </a:lnTo>
                <a:lnTo>
                  <a:pt x="967236" y="1577442"/>
                </a:lnTo>
                <a:lnTo>
                  <a:pt x="967124" y="1575888"/>
                </a:lnTo>
                <a:close/>
              </a:path>
              <a:path w="1043939" h="1767204">
                <a:moveTo>
                  <a:pt x="1043762" y="1572768"/>
                </a:moveTo>
                <a:lnTo>
                  <a:pt x="967124" y="1575888"/>
                </a:lnTo>
                <a:lnTo>
                  <a:pt x="968451" y="1594319"/>
                </a:lnTo>
                <a:lnTo>
                  <a:pt x="930351" y="1597025"/>
                </a:lnTo>
                <a:lnTo>
                  <a:pt x="1032848" y="1597025"/>
                </a:lnTo>
                <a:lnTo>
                  <a:pt x="1043762" y="1572768"/>
                </a:lnTo>
                <a:close/>
              </a:path>
              <a:path w="1043939" h="1767204">
                <a:moveTo>
                  <a:pt x="286567" y="96144"/>
                </a:moveTo>
                <a:lnTo>
                  <a:pt x="213571" y="96144"/>
                </a:lnTo>
                <a:lnTo>
                  <a:pt x="256997" y="121793"/>
                </a:lnTo>
                <a:lnTo>
                  <a:pt x="256818" y="121793"/>
                </a:lnTo>
                <a:lnTo>
                  <a:pt x="297637" y="150241"/>
                </a:lnTo>
                <a:lnTo>
                  <a:pt x="339166" y="183387"/>
                </a:lnTo>
                <a:lnTo>
                  <a:pt x="380682" y="221106"/>
                </a:lnTo>
                <a:lnTo>
                  <a:pt x="420064" y="261111"/>
                </a:lnTo>
                <a:lnTo>
                  <a:pt x="459435" y="305307"/>
                </a:lnTo>
                <a:lnTo>
                  <a:pt x="497965" y="353000"/>
                </a:lnTo>
                <a:lnTo>
                  <a:pt x="535382" y="403862"/>
                </a:lnTo>
                <a:lnTo>
                  <a:pt x="571830" y="457836"/>
                </a:lnTo>
                <a:lnTo>
                  <a:pt x="607009" y="514476"/>
                </a:lnTo>
                <a:lnTo>
                  <a:pt x="639830" y="572096"/>
                </a:lnTo>
                <a:lnTo>
                  <a:pt x="673700" y="636566"/>
                </a:lnTo>
                <a:lnTo>
                  <a:pt x="704672" y="700787"/>
                </a:lnTo>
                <a:lnTo>
                  <a:pt x="734553" y="768305"/>
                </a:lnTo>
                <a:lnTo>
                  <a:pt x="756735" y="823087"/>
                </a:lnTo>
                <a:lnTo>
                  <a:pt x="762180" y="836658"/>
                </a:lnTo>
                <a:lnTo>
                  <a:pt x="762372" y="837037"/>
                </a:lnTo>
                <a:lnTo>
                  <a:pt x="788173" y="906718"/>
                </a:lnTo>
                <a:lnTo>
                  <a:pt x="812679" y="979478"/>
                </a:lnTo>
                <a:lnTo>
                  <a:pt x="812744" y="979792"/>
                </a:lnTo>
                <a:lnTo>
                  <a:pt x="834422" y="1051122"/>
                </a:lnTo>
                <a:lnTo>
                  <a:pt x="835202" y="1054072"/>
                </a:lnTo>
                <a:lnTo>
                  <a:pt x="835373" y="1054637"/>
                </a:lnTo>
                <a:lnTo>
                  <a:pt x="855675" y="1129664"/>
                </a:lnTo>
                <a:lnTo>
                  <a:pt x="874221" y="1206499"/>
                </a:lnTo>
                <a:lnTo>
                  <a:pt x="890218" y="1283757"/>
                </a:lnTo>
                <a:lnTo>
                  <a:pt x="904246" y="1362871"/>
                </a:lnTo>
                <a:lnTo>
                  <a:pt x="915881" y="1442063"/>
                </a:lnTo>
                <a:lnTo>
                  <a:pt x="916071" y="1443731"/>
                </a:lnTo>
                <a:lnTo>
                  <a:pt x="924956" y="1521921"/>
                </a:lnTo>
                <a:lnTo>
                  <a:pt x="925103" y="1522661"/>
                </a:lnTo>
                <a:lnTo>
                  <a:pt x="928866" y="1575888"/>
                </a:lnTo>
                <a:lnTo>
                  <a:pt x="928975" y="1577442"/>
                </a:lnTo>
                <a:lnTo>
                  <a:pt x="967124" y="1575888"/>
                </a:lnTo>
                <a:lnTo>
                  <a:pt x="963400" y="1524122"/>
                </a:lnTo>
                <a:lnTo>
                  <a:pt x="963295" y="1522661"/>
                </a:lnTo>
                <a:lnTo>
                  <a:pt x="963241" y="1521921"/>
                </a:lnTo>
                <a:lnTo>
                  <a:pt x="953846" y="1438529"/>
                </a:lnTo>
                <a:lnTo>
                  <a:pt x="942035" y="1357630"/>
                </a:lnTo>
                <a:lnTo>
                  <a:pt x="927811" y="1277493"/>
                </a:lnTo>
                <a:lnTo>
                  <a:pt x="911428" y="1198499"/>
                </a:lnTo>
                <a:lnTo>
                  <a:pt x="892759" y="1120520"/>
                </a:lnTo>
                <a:lnTo>
                  <a:pt x="871931" y="1043813"/>
                </a:lnTo>
                <a:lnTo>
                  <a:pt x="849198" y="968501"/>
                </a:lnTo>
                <a:lnTo>
                  <a:pt x="824433" y="894969"/>
                </a:lnTo>
                <a:lnTo>
                  <a:pt x="797763" y="823087"/>
                </a:lnTo>
                <a:lnTo>
                  <a:pt x="769442" y="752982"/>
                </a:lnTo>
                <a:lnTo>
                  <a:pt x="739470" y="685164"/>
                </a:lnTo>
                <a:lnTo>
                  <a:pt x="707720" y="619379"/>
                </a:lnTo>
                <a:lnTo>
                  <a:pt x="674573" y="556132"/>
                </a:lnTo>
                <a:lnTo>
                  <a:pt x="639902" y="495426"/>
                </a:lnTo>
                <a:lnTo>
                  <a:pt x="603961" y="437388"/>
                </a:lnTo>
                <a:lnTo>
                  <a:pt x="566750" y="382269"/>
                </a:lnTo>
                <a:lnTo>
                  <a:pt x="528396" y="330073"/>
                </a:lnTo>
                <a:lnTo>
                  <a:pt x="488772" y="281050"/>
                </a:lnTo>
                <a:lnTo>
                  <a:pt x="448259" y="235331"/>
                </a:lnTo>
                <a:lnTo>
                  <a:pt x="406730" y="193167"/>
                </a:lnTo>
                <a:lnTo>
                  <a:pt x="364312" y="154686"/>
                </a:lnTo>
                <a:lnTo>
                  <a:pt x="322954" y="121793"/>
                </a:lnTo>
                <a:lnTo>
                  <a:pt x="256997" y="121793"/>
                </a:lnTo>
                <a:lnTo>
                  <a:pt x="255855" y="121108"/>
                </a:lnTo>
                <a:lnTo>
                  <a:pt x="322092" y="121108"/>
                </a:lnTo>
                <a:lnTo>
                  <a:pt x="320878" y="120142"/>
                </a:lnTo>
                <a:lnTo>
                  <a:pt x="286567" y="96144"/>
                </a:lnTo>
                <a:close/>
              </a:path>
              <a:path w="1043939" h="1767204">
                <a:moveTo>
                  <a:pt x="170962" y="75465"/>
                </a:moveTo>
                <a:lnTo>
                  <a:pt x="214972" y="96957"/>
                </a:lnTo>
                <a:lnTo>
                  <a:pt x="213571" y="96144"/>
                </a:lnTo>
                <a:lnTo>
                  <a:pt x="286567" y="96144"/>
                </a:lnTo>
                <a:lnTo>
                  <a:pt x="276936" y="89407"/>
                </a:lnTo>
                <a:lnTo>
                  <a:pt x="254369" y="76073"/>
                </a:lnTo>
                <a:lnTo>
                  <a:pt x="172542" y="76073"/>
                </a:lnTo>
                <a:lnTo>
                  <a:pt x="170962" y="75465"/>
                </a:lnTo>
                <a:close/>
              </a:path>
              <a:path w="1043939" h="1767204">
                <a:moveTo>
                  <a:pt x="200365" y="47370"/>
                </a:moveTo>
                <a:lnTo>
                  <a:pt x="85458" y="47370"/>
                </a:lnTo>
                <a:lnTo>
                  <a:pt x="129946" y="59689"/>
                </a:lnTo>
                <a:lnTo>
                  <a:pt x="129539" y="59689"/>
                </a:lnTo>
                <a:lnTo>
                  <a:pt x="172542" y="76073"/>
                </a:lnTo>
                <a:lnTo>
                  <a:pt x="254369" y="76073"/>
                </a:lnTo>
                <a:lnTo>
                  <a:pt x="232232" y="62992"/>
                </a:lnTo>
                <a:lnTo>
                  <a:pt x="225496" y="59689"/>
                </a:lnTo>
                <a:lnTo>
                  <a:pt x="129946" y="59689"/>
                </a:lnTo>
                <a:lnTo>
                  <a:pt x="128535" y="59277"/>
                </a:lnTo>
                <a:lnTo>
                  <a:pt x="224655" y="59277"/>
                </a:lnTo>
                <a:lnTo>
                  <a:pt x="200365" y="47370"/>
                </a:lnTo>
                <a:close/>
              </a:path>
              <a:path w="1043939" h="1767204">
                <a:moveTo>
                  <a:pt x="42735" y="40386"/>
                </a:moveTo>
                <a:lnTo>
                  <a:pt x="87401" y="47879"/>
                </a:lnTo>
                <a:lnTo>
                  <a:pt x="85458" y="47370"/>
                </a:lnTo>
                <a:lnTo>
                  <a:pt x="200365" y="47370"/>
                </a:lnTo>
                <a:lnTo>
                  <a:pt x="186893" y="40767"/>
                </a:lnTo>
                <a:lnTo>
                  <a:pt x="186560" y="40639"/>
                </a:lnTo>
                <a:lnTo>
                  <a:pt x="44767" y="40639"/>
                </a:lnTo>
                <a:lnTo>
                  <a:pt x="42735" y="40386"/>
                </a:lnTo>
                <a:close/>
              </a:path>
              <a:path w="1043939" h="1767204">
                <a:moveTo>
                  <a:pt x="2184" y="0"/>
                </a:moveTo>
                <a:lnTo>
                  <a:pt x="0" y="38100"/>
                </a:lnTo>
                <a:lnTo>
                  <a:pt x="44767" y="40639"/>
                </a:lnTo>
                <a:lnTo>
                  <a:pt x="44249" y="40639"/>
                </a:lnTo>
                <a:lnTo>
                  <a:pt x="42735" y="40386"/>
                </a:lnTo>
                <a:lnTo>
                  <a:pt x="185894" y="40386"/>
                </a:lnTo>
                <a:lnTo>
                  <a:pt x="140970" y="23241"/>
                </a:lnTo>
                <a:lnTo>
                  <a:pt x="94640" y="10413"/>
                </a:lnTo>
                <a:lnTo>
                  <a:pt x="47980" y="2667"/>
                </a:lnTo>
                <a:lnTo>
                  <a:pt x="2184" y="0"/>
                </a:lnTo>
                <a:close/>
              </a:path>
              <a:path w="1043939" h="1767204">
                <a:moveTo>
                  <a:pt x="185894" y="40386"/>
                </a:moveTo>
                <a:lnTo>
                  <a:pt x="42735" y="40386"/>
                </a:lnTo>
                <a:lnTo>
                  <a:pt x="44767" y="40639"/>
                </a:lnTo>
                <a:lnTo>
                  <a:pt x="186560" y="40639"/>
                </a:lnTo>
                <a:lnTo>
                  <a:pt x="185894" y="4038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7239381" y="5790506"/>
            <a:ext cx="1038860" cy="375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>
                <a:latin typeface="Cambria Math"/>
                <a:cs typeface="Cambria Math"/>
              </a:rPr>
              <a:t>𝑣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1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→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𝑣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671320" y="5944806"/>
            <a:ext cx="244475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370959" y="5944806"/>
            <a:ext cx="244475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43534" y="1300987"/>
            <a:ext cx="11251565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Graph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(digraphs):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Consists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nonempty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vertices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2800" spc="70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a </a:t>
            </a:r>
            <a:r>
              <a:rPr dirty="0" sz="2800" spc="-50">
                <a:latin typeface="Franklin Gothic Medium"/>
                <a:cs typeface="Franklin Gothic Medium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edges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3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3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150"/>
              <a:t> </a:t>
            </a:r>
            <a:r>
              <a:rPr dirty="0" spc="-80"/>
              <a:t>Terminology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818133" y="3017266"/>
            <a:ext cx="5501005" cy="3041015"/>
            <a:chOff x="818133" y="3017266"/>
            <a:chExt cx="5501005" cy="3041015"/>
          </a:xfrm>
        </p:grpSpPr>
        <p:sp>
          <p:nvSpPr>
            <p:cNvPr id="8" name="object 8" descr=""/>
            <p:cNvSpPr/>
            <p:nvPr/>
          </p:nvSpPr>
          <p:spPr>
            <a:xfrm>
              <a:off x="2781300" y="30236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781300" y="30236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24483" y="3875532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19" h="285114">
                  <a:moveTo>
                    <a:pt x="143256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6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24483" y="3875532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19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6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6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76799" y="377799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7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76799" y="377799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7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23287" y="57668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3"/>
                  </a:lnTo>
                  <a:lnTo>
                    <a:pt x="58320" y="27491"/>
                  </a:lnTo>
                  <a:lnTo>
                    <a:pt x="27480" y="58336"/>
                  </a:lnTo>
                  <a:lnTo>
                    <a:pt x="7260" y="97453"/>
                  </a:lnTo>
                  <a:lnTo>
                    <a:pt x="0" y="142494"/>
                  </a:lnTo>
                  <a:lnTo>
                    <a:pt x="7260" y="187534"/>
                  </a:lnTo>
                  <a:lnTo>
                    <a:pt x="27480" y="226651"/>
                  </a:lnTo>
                  <a:lnTo>
                    <a:pt x="58320" y="257496"/>
                  </a:lnTo>
                  <a:lnTo>
                    <a:pt x="97438" y="277724"/>
                  </a:lnTo>
                  <a:lnTo>
                    <a:pt x="142494" y="284988"/>
                  </a:lnTo>
                  <a:lnTo>
                    <a:pt x="187549" y="277724"/>
                  </a:lnTo>
                  <a:lnTo>
                    <a:pt x="226667" y="257496"/>
                  </a:lnTo>
                  <a:lnTo>
                    <a:pt x="257507" y="226651"/>
                  </a:lnTo>
                  <a:lnTo>
                    <a:pt x="277727" y="187534"/>
                  </a:lnTo>
                  <a:lnTo>
                    <a:pt x="284988" y="142494"/>
                  </a:lnTo>
                  <a:lnTo>
                    <a:pt x="277727" y="97453"/>
                  </a:lnTo>
                  <a:lnTo>
                    <a:pt x="257507" y="58336"/>
                  </a:lnTo>
                  <a:lnTo>
                    <a:pt x="226667" y="27491"/>
                  </a:lnTo>
                  <a:lnTo>
                    <a:pt x="187549" y="726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923287" y="57668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53"/>
                  </a:lnTo>
                  <a:lnTo>
                    <a:pt x="27480" y="58336"/>
                  </a:lnTo>
                  <a:lnTo>
                    <a:pt x="58320" y="27491"/>
                  </a:lnTo>
                  <a:lnTo>
                    <a:pt x="97438" y="7263"/>
                  </a:lnTo>
                  <a:lnTo>
                    <a:pt x="142494" y="0"/>
                  </a:lnTo>
                  <a:lnTo>
                    <a:pt x="187549" y="7263"/>
                  </a:lnTo>
                  <a:lnTo>
                    <a:pt x="226667" y="27491"/>
                  </a:lnTo>
                  <a:lnTo>
                    <a:pt x="257507" y="58336"/>
                  </a:lnTo>
                  <a:lnTo>
                    <a:pt x="277727" y="97453"/>
                  </a:lnTo>
                  <a:lnTo>
                    <a:pt x="284988" y="142494"/>
                  </a:lnTo>
                  <a:lnTo>
                    <a:pt x="277727" y="187534"/>
                  </a:lnTo>
                  <a:lnTo>
                    <a:pt x="257507" y="226651"/>
                  </a:lnTo>
                  <a:lnTo>
                    <a:pt x="226667" y="257496"/>
                  </a:lnTo>
                  <a:lnTo>
                    <a:pt x="187549" y="277724"/>
                  </a:lnTo>
                  <a:lnTo>
                    <a:pt x="142494" y="284988"/>
                  </a:lnTo>
                  <a:lnTo>
                    <a:pt x="97438" y="277724"/>
                  </a:lnTo>
                  <a:lnTo>
                    <a:pt x="58320" y="257496"/>
                  </a:lnTo>
                  <a:lnTo>
                    <a:pt x="27480" y="226651"/>
                  </a:lnTo>
                  <a:lnTo>
                    <a:pt x="7260" y="187534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604516" y="4155948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604516" y="4155948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120895" y="567842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3"/>
                  </a:lnTo>
                  <a:lnTo>
                    <a:pt x="58320" y="27491"/>
                  </a:lnTo>
                  <a:lnTo>
                    <a:pt x="27480" y="58336"/>
                  </a:lnTo>
                  <a:lnTo>
                    <a:pt x="7260" y="97453"/>
                  </a:lnTo>
                  <a:lnTo>
                    <a:pt x="0" y="142494"/>
                  </a:lnTo>
                  <a:lnTo>
                    <a:pt x="7260" y="187534"/>
                  </a:lnTo>
                  <a:lnTo>
                    <a:pt x="27480" y="226651"/>
                  </a:lnTo>
                  <a:lnTo>
                    <a:pt x="58320" y="257496"/>
                  </a:lnTo>
                  <a:lnTo>
                    <a:pt x="97438" y="277724"/>
                  </a:lnTo>
                  <a:lnTo>
                    <a:pt x="142493" y="284988"/>
                  </a:lnTo>
                  <a:lnTo>
                    <a:pt x="187549" y="277724"/>
                  </a:lnTo>
                  <a:lnTo>
                    <a:pt x="226667" y="257496"/>
                  </a:lnTo>
                  <a:lnTo>
                    <a:pt x="257507" y="226651"/>
                  </a:lnTo>
                  <a:lnTo>
                    <a:pt x="277727" y="187534"/>
                  </a:lnTo>
                  <a:lnTo>
                    <a:pt x="284988" y="142494"/>
                  </a:lnTo>
                  <a:lnTo>
                    <a:pt x="277727" y="97453"/>
                  </a:lnTo>
                  <a:lnTo>
                    <a:pt x="257507" y="58336"/>
                  </a:lnTo>
                  <a:lnTo>
                    <a:pt x="226667" y="27491"/>
                  </a:lnTo>
                  <a:lnTo>
                    <a:pt x="187549" y="7263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120895" y="567842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53"/>
                  </a:lnTo>
                  <a:lnTo>
                    <a:pt x="27480" y="58336"/>
                  </a:lnTo>
                  <a:lnTo>
                    <a:pt x="58320" y="27491"/>
                  </a:lnTo>
                  <a:lnTo>
                    <a:pt x="97438" y="7263"/>
                  </a:lnTo>
                  <a:lnTo>
                    <a:pt x="142493" y="0"/>
                  </a:lnTo>
                  <a:lnTo>
                    <a:pt x="187549" y="7263"/>
                  </a:lnTo>
                  <a:lnTo>
                    <a:pt x="226667" y="27491"/>
                  </a:lnTo>
                  <a:lnTo>
                    <a:pt x="257507" y="58336"/>
                  </a:lnTo>
                  <a:lnTo>
                    <a:pt x="277727" y="97453"/>
                  </a:lnTo>
                  <a:lnTo>
                    <a:pt x="284988" y="142494"/>
                  </a:lnTo>
                  <a:lnTo>
                    <a:pt x="277727" y="187534"/>
                  </a:lnTo>
                  <a:lnTo>
                    <a:pt x="257507" y="226651"/>
                  </a:lnTo>
                  <a:lnTo>
                    <a:pt x="226667" y="257496"/>
                  </a:lnTo>
                  <a:lnTo>
                    <a:pt x="187549" y="277724"/>
                  </a:lnTo>
                  <a:lnTo>
                    <a:pt x="142493" y="284988"/>
                  </a:lnTo>
                  <a:lnTo>
                    <a:pt x="97438" y="277724"/>
                  </a:lnTo>
                  <a:lnTo>
                    <a:pt x="58320" y="257496"/>
                  </a:lnTo>
                  <a:lnTo>
                    <a:pt x="27480" y="226651"/>
                  </a:lnTo>
                  <a:lnTo>
                    <a:pt x="7260" y="187534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27419" y="4276344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3" y="284987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27419" y="4276344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3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3" y="284987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65784" y="3252723"/>
              <a:ext cx="5003800" cy="2666365"/>
            </a:xfrm>
            <a:custGeom>
              <a:avLst/>
              <a:gdLst/>
              <a:ahLst/>
              <a:cxnLst/>
              <a:rect l="l" t="t" r="r" b="b"/>
              <a:pathLst>
                <a:path w="5003800" h="2666365">
                  <a:moveTo>
                    <a:pt x="866267" y="2652941"/>
                  </a:moveTo>
                  <a:lnTo>
                    <a:pt x="66598" y="977925"/>
                  </a:lnTo>
                  <a:lnTo>
                    <a:pt x="90576" y="966470"/>
                  </a:lnTo>
                  <a:lnTo>
                    <a:pt x="115316" y="954659"/>
                  </a:lnTo>
                  <a:lnTo>
                    <a:pt x="3302" y="867410"/>
                  </a:lnTo>
                  <a:lnTo>
                    <a:pt x="711" y="1009396"/>
                  </a:lnTo>
                  <a:lnTo>
                    <a:pt x="49403" y="986142"/>
                  </a:lnTo>
                  <a:lnTo>
                    <a:pt x="848995" y="2661158"/>
                  </a:lnTo>
                  <a:lnTo>
                    <a:pt x="866267" y="2652941"/>
                  </a:lnTo>
                  <a:close/>
                </a:path>
                <a:path w="5003800" h="2666365">
                  <a:moveTo>
                    <a:pt x="1758188" y="15494"/>
                  </a:moveTo>
                  <a:lnTo>
                    <a:pt x="1617091" y="0"/>
                  </a:lnTo>
                  <a:lnTo>
                    <a:pt x="1635810" y="50634"/>
                  </a:lnTo>
                  <a:lnTo>
                    <a:pt x="0" y="656336"/>
                  </a:lnTo>
                  <a:lnTo>
                    <a:pt x="6604" y="674243"/>
                  </a:lnTo>
                  <a:lnTo>
                    <a:pt x="1642440" y="68529"/>
                  </a:lnTo>
                  <a:lnTo>
                    <a:pt x="1661160" y="119126"/>
                  </a:lnTo>
                  <a:lnTo>
                    <a:pt x="1729409" y="46228"/>
                  </a:lnTo>
                  <a:lnTo>
                    <a:pt x="1758188" y="15494"/>
                  </a:lnTo>
                  <a:close/>
                </a:path>
                <a:path w="5003800" h="2666365">
                  <a:moveTo>
                    <a:pt x="2929051" y="2583573"/>
                  </a:moveTo>
                  <a:lnTo>
                    <a:pt x="2928175" y="2564549"/>
                  </a:lnTo>
                  <a:lnTo>
                    <a:pt x="1142873" y="2646908"/>
                  </a:lnTo>
                  <a:lnTo>
                    <a:pt x="1143635" y="2665946"/>
                  </a:lnTo>
                  <a:lnTo>
                    <a:pt x="2929051" y="2583573"/>
                  </a:lnTo>
                  <a:close/>
                </a:path>
                <a:path w="5003800" h="2666365">
                  <a:moveTo>
                    <a:pt x="3055493" y="2568194"/>
                  </a:moveTo>
                  <a:lnTo>
                    <a:pt x="3045930" y="2563952"/>
                  </a:lnTo>
                  <a:lnTo>
                    <a:pt x="2925699" y="2510612"/>
                  </a:lnTo>
                  <a:lnTo>
                    <a:pt x="2928150" y="2563952"/>
                  </a:lnTo>
                  <a:lnTo>
                    <a:pt x="2928175" y="2564549"/>
                  </a:lnTo>
                  <a:lnTo>
                    <a:pt x="2929026" y="2582976"/>
                  </a:lnTo>
                  <a:lnTo>
                    <a:pt x="2929051" y="2583573"/>
                  </a:lnTo>
                  <a:lnTo>
                    <a:pt x="2931541" y="2637485"/>
                  </a:lnTo>
                  <a:lnTo>
                    <a:pt x="3055493" y="2568194"/>
                  </a:lnTo>
                  <a:close/>
                </a:path>
                <a:path w="5003800" h="2666365">
                  <a:moveTo>
                    <a:pt x="3852926" y="567182"/>
                  </a:moveTo>
                  <a:lnTo>
                    <a:pt x="3828250" y="544322"/>
                  </a:lnTo>
                  <a:lnTo>
                    <a:pt x="3748786" y="470662"/>
                  </a:lnTo>
                  <a:lnTo>
                    <a:pt x="3733660" y="522490"/>
                  </a:lnTo>
                  <a:lnTo>
                    <a:pt x="1962785" y="6350"/>
                  </a:lnTo>
                  <a:lnTo>
                    <a:pt x="1957451" y="24638"/>
                  </a:lnTo>
                  <a:lnTo>
                    <a:pt x="3728326" y="540778"/>
                  </a:lnTo>
                  <a:lnTo>
                    <a:pt x="3713226" y="592582"/>
                  </a:lnTo>
                  <a:lnTo>
                    <a:pt x="3852926" y="567182"/>
                  </a:lnTo>
                  <a:close/>
                </a:path>
                <a:path w="5003800" h="2666365">
                  <a:moveTo>
                    <a:pt x="3953002" y="811022"/>
                  </a:moveTo>
                  <a:lnTo>
                    <a:pt x="3811524" y="823087"/>
                  </a:lnTo>
                  <a:lnTo>
                    <a:pt x="3839730" y="869188"/>
                  </a:lnTo>
                  <a:lnTo>
                    <a:pt x="1095629" y="2548013"/>
                  </a:lnTo>
                  <a:lnTo>
                    <a:pt x="1105535" y="2564257"/>
                  </a:lnTo>
                  <a:lnTo>
                    <a:pt x="3849662" y="885418"/>
                  </a:lnTo>
                  <a:lnTo>
                    <a:pt x="3877818" y="931418"/>
                  </a:lnTo>
                  <a:lnTo>
                    <a:pt x="3920794" y="862584"/>
                  </a:lnTo>
                  <a:lnTo>
                    <a:pt x="3953002" y="811022"/>
                  </a:lnTo>
                  <a:close/>
                </a:path>
                <a:path w="5003800" h="2666365">
                  <a:moveTo>
                    <a:pt x="5003292" y="1268222"/>
                  </a:moveTo>
                  <a:lnTo>
                    <a:pt x="4862830" y="1289304"/>
                  </a:lnTo>
                  <a:lnTo>
                    <a:pt x="4893919" y="1333474"/>
                  </a:lnTo>
                  <a:lnTo>
                    <a:pt x="3292729" y="2459825"/>
                  </a:lnTo>
                  <a:lnTo>
                    <a:pt x="3303651" y="2475407"/>
                  </a:lnTo>
                  <a:lnTo>
                    <a:pt x="4904892" y="1349057"/>
                  </a:lnTo>
                  <a:lnTo>
                    <a:pt x="4935982" y="1393190"/>
                  </a:lnTo>
                  <a:lnTo>
                    <a:pt x="4972088" y="1326134"/>
                  </a:lnTo>
                  <a:lnTo>
                    <a:pt x="5003292" y="1268222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509320" y="3660775"/>
            <a:ext cx="290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052440" y="3413886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166740" y="3522090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402713" y="3862578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838825" y="4011295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60745" y="4119498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7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849117" y="4400550"/>
            <a:ext cx="2355850" cy="1285240"/>
            <a:chOff x="2849117" y="4400550"/>
            <a:chExt cx="2355850" cy="1285240"/>
          </a:xfrm>
        </p:grpSpPr>
        <p:sp>
          <p:nvSpPr>
            <p:cNvPr id="30" name="object 30" descr=""/>
            <p:cNvSpPr/>
            <p:nvPr/>
          </p:nvSpPr>
          <p:spPr>
            <a:xfrm>
              <a:off x="2849117" y="4400550"/>
              <a:ext cx="1421765" cy="1285240"/>
            </a:xfrm>
            <a:custGeom>
              <a:avLst/>
              <a:gdLst/>
              <a:ahLst/>
              <a:cxnLst/>
              <a:rect l="l" t="t" r="r" b="b"/>
              <a:pathLst>
                <a:path w="1421764" h="1285239">
                  <a:moveTo>
                    <a:pt x="100571" y="78071"/>
                  </a:moveTo>
                  <a:lnTo>
                    <a:pt x="87854" y="92154"/>
                  </a:lnTo>
                  <a:lnTo>
                    <a:pt x="1408683" y="1285087"/>
                  </a:lnTo>
                  <a:lnTo>
                    <a:pt x="1421510" y="1270952"/>
                  </a:lnTo>
                  <a:lnTo>
                    <a:pt x="100571" y="78071"/>
                  </a:lnTo>
                  <a:close/>
                </a:path>
                <a:path w="1421764" h="1285239">
                  <a:moveTo>
                    <a:pt x="0" y="0"/>
                  </a:moveTo>
                  <a:lnTo>
                    <a:pt x="51688" y="132206"/>
                  </a:lnTo>
                  <a:lnTo>
                    <a:pt x="87854" y="92154"/>
                  </a:lnTo>
                  <a:lnTo>
                    <a:pt x="78486" y="83693"/>
                  </a:lnTo>
                  <a:lnTo>
                    <a:pt x="91186" y="69595"/>
                  </a:lnTo>
                  <a:lnTo>
                    <a:pt x="108224" y="69595"/>
                  </a:lnTo>
                  <a:lnTo>
                    <a:pt x="136779" y="37973"/>
                  </a:lnTo>
                  <a:lnTo>
                    <a:pt x="0" y="0"/>
                  </a:lnTo>
                  <a:close/>
                </a:path>
                <a:path w="1421764" h="1285239">
                  <a:moveTo>
                    <a:pt x="91186" y="69595"/>
                  </a:moveTo>
                  <a:lnTo>
                    <a:pt x="78486" y="83693"/>
                  </a:lnTo>
                  <a:lnTo>
                    <a:pt x="87854" y="92154"/>
                  </a:lnTo>
                  <a:lnTo>
                    <a:pt x="100571" y="78071"/>
                  </a:lnTo>
                  <a:lnTo>
                    <a:pt x="91186" y="69595"/>
                  </a:lnTo>
                  <a:close/>
                </a:path>
                <a:path w="1421764" h="1285239">
                  <a:moveTo>
                    <a:pt x="108224" y="69595"/>
                  </a:moveTo>
                  <a:lnTo>
                    <a:pt x="91186" y="69595"/>
                  </a:lnTo>
                  <a:lnTo>
                    <a:pt x="100571" y="78071"/>
                  </a:lnTo>
                  <a:lnTo>
                    <a:pt x="108224" y="69595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913375" y="461314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913375" y="461314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4675632" y="4288917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8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449067" y="2664714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55307" y="3147136"/>
            <a:ext cx="49434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C55A11"/>
                </a:solidFill>
                <a:latin typeface="Cambria Math"/>
                <a:cs typeface="Cambria Math"/>
              </a:rPr>
              <a:t>𝑉</a:t>
            </a:r>
            <a:r>
              <a:rPr dirty="0" sz="2800" spc="325">
                <a:solidFill>
                  <a:srgbClr val="C55A11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229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2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4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6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7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05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8</a:t>
            </a:r>
            <a:r>
              <a:rPr dirty="0" sz="2800" spc="-25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7539608" y="3943096"/>
            <a:ext cx="1047750" cy="324485"/>
          </a:xfrm>
          <a:custGeom>
            <a:avLst/>
            <a:gdLst/>
            <a:ahLst/>
            <a:cxnLst/>
            <a:rect l="l" t="t" r="r" b="b"/>
            <a:pathLst>
              <a:path w="1047750" h="324485">
                <a:moveTo>
                  <a:pt x="978408" y="0"/>
                </a:moveTo>
                <a:lnTo>
                  <a:pt x="959866" y="6222"/>
                </a:lnTo>
                <a:lnTo>
                  <a:pt x="1015492" y="162051"/>
                </a:lnTo>
                <a:lnTo>
                  <a:pt x="959866" y="317753"/>
                </a:lnTo>
                <a:lnTo>
                  <a:pt x="978408" y="324357"/>
                </a:lnTo>
                <a:lnTo>
                  <a:pt x="1047623" y="168528"/>
                </a:lnTo>
                <a:lnTo>
                  <a:pt x="1047623" y="155701"/>
                </a:lnTo>
                <a:lnTo>
                  <a:pt x="978408" y="0"/>
                </a:lnTo>
                <a:close/>
              </a:path>
              <a:path w="1047750" h="324485">
                <a:moveTo>
                  <a:pt x="69215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5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8763381" y="3943096"/>
            <a:ext cx="1047750" cy="324485"/>
          </a:xfrm>
          <a:custGeom>
            <a:avLst/>
            <a:gdLst/>
            <a:ahLst/>
            <a:cxnLst/>
            <a:rect l="l" t="t" r="r" b="b"/>
            <a:pathLst>
              <a:path w="1047750" h="324485">
                <a:moveTo>
                  <a:pt x="978408" y="0"/>
                </a:moveTo>
                <a:lnTo>
                  <a:pt x="959866" y="6222"/>
                </a:lnTo>
                <a:lnTo>
                  <a:pt x="1015492" y="162051"/>
                </a:lnTo>
                <a:lnTo>
                  <a:pt x="959866" y="317753"/>
                </a:lnTo>
                <a:lnTo>
                  <a:pt x="978408" y="324357"/>
                </a:lnTo>
                <a:lnTo>
                  <a:pt x="1047623" y="168528"/>
                </a:lnTo>
                <a:lnTo>
                  <a:pt x="1047623" y="155701"/>
                </a:lnTo>
                <a:lnTo>
                  <a:pt x="978408" y="0"/>
                </a:lnTo>
                <a:close/>
              </a:path>
              <a:path w="1047750" h="324485">
                <a:moveTo>
                  <a:pt x="69215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5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9981945" y="3940809"/>
            <a:ext cx="1071245" cy="330835"/>
          </a:xfrm>
          <a:custGeom>
            <a:avLst/>
            <a:gdLst/>
            <a:ahLst/>
            <a:cxnLst/>
            <a:rect l="l" t="t" r="r" b="b"/>
            <a:pathLst>
              <a:path w="1071245" h="330835">
                <a:moveTo>
                  <a:pt x="964692" y="0"/>
                </a:moveTo>
                <a:lnTo>
                  <a:pt x="960120" y="0"/>
                </a:lnTo>
                <a:lnTo>
                  <a:pt x="960120" y="13207"/>
                </a:lnTo>
                <a:lnTo>
                  <a:pt x="962786" y="13207"/>
                </a:lnTo>
                <a:lnTo>
                  <a:pt x="974671" y="14019"/>
                </a:lnTo>
                <a:lnTo>
                  <a:pt x="1008344" y="33912"/>
                </a:lnTo>
                <a:lnTo>
                  <a:pt x="1016380" y="69595"/>
                </a:lnTo>
                <a:lnTo>
                  <a:pt x="1016269" y="72643"/>
                </a:lnTo>
                <a:lnTo>
                  <a:pt x="1011324" y="107805"/>
                </a:lnTo>
                <a:lnTo>
                  <a:pt x="1010253" y="114792"/>
                </a:lnTo>
                <a:lnTo>
                  <a:pt x="1009610" y="120517"/>
                </a:lnTo>
                <a:lnTo>
                  <a:pt x="1009396" y="124967"/>
                </a:lnTo>
                <a:lnTo>
                  <a:pt x="1009941" y="132044"/>
                </a:lnTo>
                <a:lnTo>
                  <a:pt x="1011473" y="138048"/>
                </a:lnTo>
                <a:lnTo>
                  <a:pt x="1011570" y="138430"/>
                </a:lnTo>
                <a:lnTo>
                  <a:pt x="1038732" y="163194"/>
                </a:lnTo>
                <a:lnTo>
                  <a:pt x="1038732" y="166242"/>
                </a:lnTo>
                <a:lnTo>
                  <a:pt x="1009941" y="197393"/>
                </a:lnTo>
                <a:lnTo>
                  <a:pt x="1009464" y="203581"/>
                </a:lnTo>
                <a:lnTo>
                  <a:pt x="1009396" y="204469"/>
                </a:lnTo>
                <a:lnTo>
                  <a:pt x="1009610" y="208920"/>
                </a:lnTo>
                <a:lnTo>
                  <a:pt x="1010253" y="214645"/>
                </a:lnTo>
                <a:lnTo>
                  <a:pt x="1011324" y="221632"/>
                </a:lnTo>
                <a:lnTo>
                  <a:pt x="1012825" y="229869"/>
                </a:lnTo>
                <a:lnTo>
                  <a:pt x="1014345" y="238466"/>
                </a:lnTo>
                <a:lnTo>
                  <a:pt x="1015460" y="246348"/>
                </a:lnTo>
                <a:lnTo>
                  <a:pt x="1016146" y="253515"/>
                </a:lnTo>
                <a:lnTo>
                  <a:pt x="1016265" y="256794"/>
                </a:lnTo>
                <a:lnTo>
                  <a:pt x="1016380" y="259969"/>
                </a:lnTo>
                <a:lnTo>
                  <a:pt x="1015493" y="274248"/>
                </a:lnTo>
                <a:lnTo>
                  <a:pt x="994344" y="310106"/>
                </a:lnTo>
                <a:lnTo>
                  <a:pt x="962786" y="317500"/>
                </a:lnTo>
                <a:lnTo>
                  <a:pt x="960120" y="317500"/>
                </a:lnTo>
                <a:lnTo>
                  <a:pt x="960120" y="330707"/>
                </a:lnTo>
                <a:lnTo>
                  <a:pt x="964692" y="330707"/>
                </a:lnTo>
                <a:lnTo>
                  <a:pt x="983789" y="329255"/>
                </a:lnTo>
                <a:lnTo>
                  <a:pt x="1025651" y="312038"/>
                </a:lnTo>
                <a:lnTo>
                  <a:pt x="1044527" y="274468"/>
                </a:lnTo>
                <a:lnTo>
                  <a:pt x="1045845" y="256794"/>
                </a:lnTo>
                <a:lnTo>
                  <a:pt x="1045585" y="249316"/>
                </a:lnTo>
                <a:lnTo>
                  <a:pt x="1044813" y="241363"/>
                </a:lnTo>
                <a:lnTo>
                  <a:pt x="1043541" y="232933"/>
                </a:lnTo>
                <a:lnTo>
                  <a:pt x="1041780" y="224027"/>
                </a:lnTo>
                <a:lnTo>
                  <a:pt x="1038986" y="211708"/>
                </a:lnTo>
                <a:lnTo>
                  <a:pt x="1037589" y="203581"/>
                </a:lnTo>
                <a:lnTo>
                  <a:pt x="1037589" y="191388"/>
                </a:lnTo>
                <a:lnTo>
                  <a:pt x="1040383" y="184912"/>
                </a:lnTo>
                <a:lnTo>
                  <a:pt x="1070736" y="171831"/>
                </a:lnTo>
                <a:lnTo>
                  <a:pt x="1070736" y="157606"/>
                </a:lnTo>
                <a:lnTo>
                  <a:pt x="1062972" y="156892"/>
                </a:lnTo>
                <a:lnTo>
                  <a:pt x="1056786" y="155447"/>
                </a:lnTo>
                <a:lnTo>
                  <a:pt x="1056541" y="155447"/>
                </a:lnTo>
                <a:lnTo>
                  <a:pt x="1050538" y="152892"/>
                </a:lnTo>
                <a:lnTo>
                  <a:pt x="1045845" y="149606"/>
                </a:lnTo>
                <a:lnTo>
                  <a:pt x="1040383" y="144525"/>
                </a:lnTo>
                <a:lnTo>
                  <a:pt x="1037589" y="138048"/>
                </a:lnTo>
                <a:lnTo>
                  <a:pt x="1037589" y="125856"/>
                </a:lnTo>
                <a:lnTo>
                  <a:pt x="1038986" y="117728"/>
                </a:lnTo>
                <a:lnTo>
                  <a:pt x="1041780" y="105409"/>
                </a:lnTo>
                <a:lnTo>
                  <a:pt x="1043541" y="96504"/>
                </a:lnTo>
                <a:lnTo>
                  <a:pt x="1044813" y="88074"/>
                </a:lnTo>
                <a:lnTo>
                  <a:pt x="1045585" y="80121"/>
                </a:lnTo>
                <a:lnTo>
                  <a:pt x="1045729" y="75975"/>
                </a:lnTo>
                <a:lnTo>
                  <a:pt x="1045845" y="72643"/>
                </a:lnTo>
                <a:lnTo>
                  <a:pt x="1034486" y="28763"/>
                </a:lnTo>
                <a:lnTo>
                  <a:pt x="1000315" y="5048"/>
                </a:lnTo>
                <a:lnTo>
                  <a:pt x="983789" y="1452"/>
                </a:lnTo>
                <a:lnTo>
                  <a:pt x="964692" y="0"/>
                </a:lnTo>
                <a:close/>
              </a:path>
              <a:path w="1071245" h="330835">
                <a:moveTo>
                  <a:pt x="110617" y="0"/>
                </a:moveTo>
                <a:lnTo>
                  <a:pt x="106045" y="0"/>
                </a:lnTo>
                <a:lnTo>
                  <a:pt x="87020" y="1452"/>
                </a:lnTo>
                <a:lnTo>
                  <a:pt x="45211" y="18668"/>
                </a:lnTo>
                <a:lnTo>
                  <a:pt x="26338" y="55435"/>
                </a:lnTo>
                <a:lnTo>
                  <a:pt x="26281" y="55655"/>
                </a:lnTo>
                <a:lnTo>
                  <a:pt x="25019" y="72516"/>
                </a:lnTo>
                <a:lnTo>
                  <a:pt x="25261" y="79922"/>
                </a:lnTo>
                <a:lnTo>
                  <a:pt x="26003" y="87852"/>
                </a:lnTo>
                <a:lnTo>
                  <a:pt x="27269" y="96305"/>
                </a:lnTo>
                <a:lnTo>
                  <a:pt x="29082" y="105282"/>
                </a:lnTo>
                <a:lnTo>
                  <a:pt x="31750" y="117475"/>
                </a:lnTo>
                <a:lnTo>
                  <a:pt x="33147" y="125729"/>
                </a:lnTo>
                <a:lnTo>
                  <a:pt x="33147" y="137794"/>
                </a:lnTo>
                <a:lnTo>
                  <a:pt x="30352" y="144398"/>
                </a:lnTo>
                <a:lnTo>
                  <a:pt x="0" y="157479"/>
                </a:lnTo>
                <a:lnTo>
                  <a:pt x="0" y="171703"/>
                </a:lnTo>
                <a:lnTo>
                  <a:pt x="33147" y="191262"/>
                </a:lnTo>
                <a:lnTo>
                  <a:pt x="33147" y="203326"/>
                </a:lnTo>
                <a:lnTo>
                  <a:pt x="31750" y="211581"/>
                </a:lnTo>
                <a:lnTo>
                  <a:pt x="29082" y="223900"/>
                </a:lnTo>
                <a:lnTo>
                  <a:pt x="27269" y="232806"/>
                </a:lnTo>
                <a:lnTo>
                  <a:pt x="26003" y="241236"/>
                </a:lnTo>
                <a:lnTo>
                  <a:pt x="25261" y="249189"/>
                </a:lnTo>
                <a:lnTo>
                  <a:pt x="25128" y="253281"/>
                </a:lnTo>
                <a:lnTo>
                  <a:pt x="25019" y="256666"/>
                </a:lnTo>
                <a:lnTo>
                  <a:pt x="26281" y="274141"/>
                </a:lnTo>
                <a:lnTo>
                  <a:pt x="45211" y="312038"/>
                </a:lnTo>
                <a:lnTo>
                  <a:pt x="87020" y="329255"/>
                </a:lnTo>
                <a:lnTo>
                  <a:pt x="106045" y="330707"/>
                </a:lnTo>
                <a:lnTo>
                  <a:pt x="110617" y="330707"/>
                </a:lnTo>
                <a:lnTo>
                  <a:pt x="110617" y="317500"/>
                </a:lnTo>
                <a:lnTo>
                  <a:pt x="108076" y="317500"/>
                </a:lnTo>
                <a:lnTo>
                  <a:pt x="96174" y="316670"/>
                </a:lnTo>
                <a:lnTo>
                  <a:pt x="62466" y="296701"/>
                </a:lnTo>
                <a:lnTo>
                  <a:pt x="54482" y="259714"/>
                </a:lnTo>
                <a:lnTo>
                  <a:pt x="54584" y="256666"/>
                </a:lnTo>
                <a:lnTo>
                  <a:pt x="59412" y="221432"/>
                </a:lnTo>
                <a:lnTo>
                  <a:pt x="60483" y="214407"/>
                </a:lnTo>
                <a:lnTo>
                  <a:pt x="61126" y="208668"/>
                </a:lnTo>
                <a:lnTo>
                  <a:pt x="61340" y="204215"/>
                </a:lnTo>
                <a:lnTo>
                  <a:pt x="60795" y="197195"/>
                </a:lnTo>
                <a:lnTo>
                  <a:pt x="32130" y="166115"/>
                </a:lnTo>
                <a:lnTo>
                  <a:pt x="32130" y="162940"/>
                </a:lnTo>
                <a:lnTo>
                  <a:pt x="60795" y="131861"/>
                </a:lnTo>
                <a:lnTo>
                  <a:pt x="61340" y="124840"/>
                </a:lnTo>
                <a:lnTo>
                  <a:pt x="61126" y="120388"/>
                </a:lnTo>
                <a:lnTo>
                  <a:pt x="60483" y="114649"/>
                </a:lnTo>
                <a:lnTo>
                  <a:pt x="59412" y="107624"/>
                </a:lnTo>
                <a:lnTo>
                  <a:pt x="57911" y="99313"/>
                </a:lnTo>
                <a:lnTo>
                  <a:pt x="56411" y="90791"/>
                </a:lnTo>
                <a:lnTo>
                  <a:pt x="55340" y="82946"/>
                </a:lnTo>
                <a:lnTo>
                  <a:pt x="54697" y="75793"/>
                </a:lnTo>
                <a:lnTo>
                  <a:pt x="54588" y="72516"/>
                </a:lnTo>
                <a:lnTo>
                  <a:pt x="54482" y="69341"/>
                </a:lnTo>
                <a:lnTo>
                  <a:pt x="55352" y="55655"/>
                </a:lnTo>
                <a:lnTo>
                  <a:pt x="55366" y="55435"/>
                </a:lnTo>
                <a:lnTo>
                  <a:pt x="76465" y="20548"/>
                </a:lnTo>
                <a:lnTo>
                  <a:pt x="108076" y="13207"/>
                </a:lnTo>
                <a:lnTo>
                  <a:pt x="110617" y="13207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7553325" y="4368291"/>
            <a:ext cx="1042035" cy="324485"/>
          </a:xfrm>
          <a:custGeom>
            <a:avLst/>
            <a:gdLst/>
            <a:ahLst/>
            <a:cxnLst/>
            <a:rect l="l" t="t" r="r" b="b"/>
            <a:pathLst>
              <a:path w="1042034" h="324485">
                <a:moveTo>
                  <a:pt x="972311" y="0"/>
                </a:moveTo>
                <a:lnTo>
                  <a:pt x="953770" y="6222"/>
                </a:lnTo>
                <a:lnTo>
                  <a:pt x="1009396" y="162051"/>
                </a:lnTo>
                <a:lnTo>
                  <a:pt x="953770" y="317753"/>
                </a:lnTo>
                <a:lnTo>
                  <a:pt x="972311" y="324357"/>
                </a:lnTo>
                <a:lnTo>
                  <a:pt x="1041526" y="168528"/>
                </a:lnTo>
                <a:lnTo>
                  <a:pt x="1041526" y="155701"/>
                </a:lnTo>
                <a:lnTo>
                  <a:pt x="972311" y="0"/>
                </a:lnTo>
                <a:close/>
              </a:path>
              <a:path w="1042034" h="324485">
                <a:moveTo>
                  <a:pt x="69215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5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8771001" y="4368291"/>
            <a:ext cx="1055370" cy="324485"/>
          </a:xfrm>
          <a:custGeom>
            <a:avLst/>
            <a:gdLst/>
            <a:ahLst/>
            <a:cxnLst/>
            <a:rect l="l" t="t" r="r" b="b"/>
            <a:pathLst>
              <a:path w="1055370" h="324485">
                <a:moveTo>
                  <a:pt x="986027" y="0"/>
                </a:moveTo>
                <a:lnTo>
                  <a:pt x="967485" y="6222"/>
                </a:lnTo>
                <a:lnTo>
                  <a:pt x="1023112" y="162051"/>
                </a:lnTo>
                <a:lnTo>
                  <a:pt x="967485" y="317753"/>
                </a:lnTo>
                <a:lnTo>
                  <a:pt x="986027" y="324357"/>
                </a:lnTo>
                <a:lnTo>
                  <a:pt x="1055243" y="168528"/>
                </a:lnTo>
                <a:lnTo>
                  <a:pt x="1055243" y="155701"/>
                </a:lnTo>
                <a:lnTo>
                  <a:pt x="986027" y="0"/>
                </a:lnTo>
                <a:close/>
              </a:path>
              <a:path w="1055370" h="324485">
                <a:moveTo>
                  <a:pt x="69215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5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10002393" y="4368291"/>
            <a:ext cx="1055370" cy="324485"/>
          </a:xfrm>
          <a:custGeom>
            <a:avLst/>
            <a:gdLst/>
            <a:ahLst/>
            <a:cxnLst/>
            <a:rect l="l" t="t" r="r" b="b"/>
            <a:pathLst>
              <a:path w="1055370" h="324485">
                <a:moveTo>
                  <a:pt x="986027" y="0"/>
                </a:moveTo>
                <a:lnTo>
                  <a:pt x="967485" y="6222"/>
                </a:lnTo>
                <a:lnTo>
                  <a:pt x="1023111" y="162051"/>
                </a:lnTo>
                <a:lnTo>
                  <a:pt x="967485" y="317753"/>
                </a:lnTo>
                <a:lnTo>
                  <a:pt x="986027" y="324357"/>
                </a:lnTo>
                <a:lnTo>
                  <a:pt x="1055242" y="168528"/>
                </a:lnTo>
                <a:lnTo>
                  <a:pt x="1055242" y="155701"/>
                </a:lnTo>
                <a:lnTo>
                  <a:pt x="986027" y="0"/>
                </a:lnTo>
                <a:close/>
              </a:path>
              <a:path w="1055370" h="324485">
                <a:moveTo>
                  <a:pt x="69214" y="0"/>
                </a:moveTo>
                <a:lnTo>
                  <a:pt x="0" y="155828"/>
                </a:lnTo>
                <a:lnTo>
                  <a:pt x="0" y="168655"/>
                </a:lnTo>
                <a:lnTo>
                  <a:pt x="69214" y="324357"/>
                </a:lnTo>
                <a:lnTo>
                  <a:pt x="87502" y="318134"/>
                </a:lnTo>
                <a:lnTo>
                  <a:pt x="31876" y="162305"/>
                </a:lnTo>
                <a:lnTo>
                  <a:pt x="87502" y="6603"/>
                </a:lnTo>
                <a:lnTo>
                  <a:pt x="692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7498460" y="4795011"/>
            <a:ext cx="1057275" cy="324485"/>
          </a:xfrm>
          <a:custGeom>
            <a:avLst/>
            <a:gdLst/>
            <a:ahLst/>
            <a:cxnLst/>
            <a:rect l="l" t="t" r="r" b="b"/>
            <a:pathLst>
              <a:path w="1057275" h="324485">
                <a:moveTo>
                  <a:pt x="987552" y="0"/>
                </a:moveTo>
                <a:lnTo>
                  <a:pt x="969010" y="6223"/>
                </a:lnTo>
                <a:lnTo>
                  <a:pt x="1024636" y="162051"/>
                </a:lnTo>
                <a:lnTo>
                  <a:pt x="969010" y="317754"/>
                </a:lnTo>
                <a:lnTo>
                  <a:pt x="987552" y="324357"/>
                </a:lnTo>
                <a:lnTo>
                  <a:pt x="1056767" y="168529"/>
                </a:lnTo>
                <a:lnTo>
                  <a:pt x="1056767" y="155701"/>
                </a:lnTo>
                <a:lnTo>
                  <a:pt x="987552" y="0"/>
                </a:lnTo>
                <a:close/>
              </a:path>
              <a:path w="1057275" h="324485">
                <a:moveTo>
                  <a:pt x="69215" y="0"/>
                </a:moveTo>
                <a:lnTo>
                  <a:pt x="0" y="155829"/>
                </a:lnTo>
                <a:lnTo>
                  <a:pt x="0" y="168656"/>
                </a:lnTo>
                <a:lnTo>
                  <a:pt x="69215" y="324357"/>
                </a:lnTo>
                <a:lnTo>
                  <a:pt x="87503" y="318135"/>
                </a:lnTo>
                <a:lnTo>
                  <a:pt x="31877" y="162306"/>
                </a:lnTo>
                <a:lnTo>
                  <a:pt x="87503" y="6604"/>
                </a:lnTo>
                <a:lnTo>
                  <a:pt x="692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8729853" y="4795011"/>
            <a:ext cx="1047750" cy="324485"/>
          </a:xfrm>
          <a:custGeom>
            <a:avLst/>
            <a:gdLst/>
            <a:ahLst/>
            <a:cxnLst/>
            <a:rect l="l" t="t" r="r" b="b"/>
            <a:pathLst>
              <a:path w="1047750" h="324485">
                <a:moveTo>
                  <a:pt x="978407" y="0"/>
                </a:moveTo>
                <a:lnTo>
                  <a:pt x="959866" y="6223"/>
                </a:lnTo>
                <a:lnTo>
                  <a:pt x="1015492" y="162051"/>
                </a:lnTo>
                <a:lnTo>
                  <a:pt x="959866" y="317754"/>
                </a:lnTo>
                <a:lnTo>
                  <a:pt x="978407" y="324357"/>
                </a:lnTo>
                <a:lnTo>
                  <a:pt x="1047623" y="168529"/>
                </a:lnTo>
                <a:lnTo>
                  <a:pt x="1047623" y="155701"/>
                </a:lnTo>
                <a:lnTo>
                  <a:pt x="978407" y="0"/>
                </a:lnTo>
                <a:close/>
              </a:path>
              <a:path w="1047750" h="324485">
                <a:moveTo>
                  <a:pt x="69215" y="0"/>
                </a:moveTo>
                <a:lnTo>
                  <a:pt x="0" y="155829"/>
                </a:lnTo>
                <a:lnTo>
                  <a:pt x="0" y="168656"/>
                </a:lnTo>
                <a:lnTo>
                  <a:pt x="69215" y="324357"/>
                </a:lnTo>
                <a:lnTo>
                  <a:pt x="87502" y="318135"/>
                </a:lnTo>
                <a:lnTo>
                  <a:pt x="31876" y="162306"/>
                </a:lnTo>
                <a:lnTo>
                  <a:pt x="87502" y="6604"/>
                </a:lnTo>
                <a:lnTo>
                  <a:pt x="6921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6618605" y="3840607"/>
            <a:ext cx="4585970" cy="1842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3340">
              <a:lnSpc>
                <a:spcPts val="3354"/>
              </a:lnSpc>
              <a:spcBef>
                <a:spcPts val="95"/>
              </a:spcBef>
              <a:tabLst>
                <a:tab pos="964565" algn="l"/>
                <a:tab pos="1927225" algn="l"/>
                <a:tab pos="2188210" algn="l"/>
                <a:tab pos="3151505" algn="l"/>
                <a:tab pos="3421379" algn="l"/>
                <a:tab pos="4387850" algn="l"/>
              </a:tabLst>
            </a:pP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𝐸</a:t>
            </a:r>
            <a:r>
              <a:rPr dirty="0" sz="2800" spc="26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{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1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2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1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2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4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  <a:p>
            <a:pPr algn="r" marR="43180">
              <a:lnSpc>
                <a:spcPts val="3354"/>
              </a:lnSpc>
              <a:tabLst>
                <a:tab pos="956944" algn="l"/>
                <a:tab pos="1217930" algn="l"/>
                <a:tab pos="2188210" algn="l"/>
                <a:tab pos="2449195" algn="l"/>
                <a:tab pos="3420110" algn="l"/>
              </a:tabLst>
            </a:pP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4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4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3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5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6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  <a:p>
            <a:pPr algn="ctr" marR="271145">
              <a:lnSpc>
                <a:spcPct val="100000"/>
              </a:lnSpc>
              <a:tabLst>
                <a:tab pos="972185" algn="l"/>
                <a:tab pos="1231265" algn="l"/>
                <a:tab pos="2194560" algn="l"/>
              </a:tabLst>
            </a:pP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5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50"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latin typeface="Cambria Math"/>
                <a:cs typeface="Cambria Math"/>
              </a:rPr>
              <a:t>7</a:t>
            </a:r>
            <a:r>
              <a:rPr dirty="0" baseline="-16260" sz="3075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𝑣</a:t>
            </a:r>
            <a:r>
              <a:rPr dirty="0" baseline="-16260" sz="3075">
                <a:solidFill>
                  <a:srgbClr val="6F2F9F"/>
                </a:solidFill>
                <a:latin typeface="Cambria Math"/>
                <a:cs typeface="Cambria Math"/>
              </a:rPr>
              <a:t>1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,</a:t>
            </a:r>
            <a:r>
              <a:rPr dirty="0" sz="2800" spc="-11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𝑣</a:t>
            </a:r>
            <a:r>
              <a:rPr dirty="0" baseline="-16260" sz="3075" spc="-37">
                <a:solidFill>
                  <a:srgbClr val="6F2F9F"/>
                </a:solidFill>
                <a:latin typeface="Cambria Math"/>
                <a:cs typeface="Cambria Math"/>
              </a:rPr>
              <a:t>3</a:t>
            </a:r>
            <a:r>
              <a:rPr dirty="0" baseline="-16260" sz="3075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  <a:p>
            <a:pPr algn="ctr" marR="245110">
              <a:lnSpc>
                <a:spcPct val="100000"/>
              </a:lnSpc>
              <a:spcBef>
                <a:spcPts val="1360"/>
              </a:spcBef>
            </a:pPr>
            <a:r>
              <a:rPr dirty="0" sz="2400">
                <a:latin typeface="Franklin Gothic Medium"/>
                <a:cs typeface="Franklin Gothic Medium"/>
              </a:rPr>
              <a:t>Edges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also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represented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by: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391756" y="4010025"/>
            <a:ext cx="1735455" cy="1757680"/>
            <a:chOff x="391756" y="4010025"/>
            <a:chExt cx="1735455" cy="1757680"/>
          </a:xfrm>
        </p:grpSpPr>
        <p:sp>
          <p:nvSpPr>
            <p:cNvPr id="46" name="object 46" descr=""/>
            <p:cNvSpPr/>
            <p:nvPr/>
          </p:nvSpPr>
          <p:spPr>
            <a:xfrm>
              <a:off x="1111211" y="4010025"/>
              <a:ext cx="1016000" cy="1757680"/>
            </a:xfrm>
            <a:custGeom>
              <a:avLst/>
              <a:gdLst/>
              <a:ahLst/>
              <a:cxnLst/>
              <a:rect l="l" t="t" r="r" b="b"/>
              <a:pathLst>
                <a:path w="1016000" h="1757679">
                  <a:moveTo>
                    <a:pt x="942411" y="1630797"/>
                  </a:moveTo>
                  <a:lnTo>
                    <a:pt x="888657" y="1632356"/>
                  </a:lnTo>
                  <a:lnTo>
                    <a:pt x="955840" y="1757451"/>
                  </a:lnTo>
                  <a:lnTo>
                    <a:pt x="1008707" y="1643634"/>
                  </a:lnTo>
                  <a:lnTo>
                    <a:pt x="943013" y="1643634"/>
                  </a:lnTo>
                  <a:lnTo>
                    <a:pt x="942484" y="1632356"/>
                  </a:lnTo>
                  <a:lnTo>
                    <a:pt x="942411" y="1630797"/>
                  </a:lnTo>
                  <a:close/>
                </a:path>
                <a:path w="1016000" h="1757679">
                  <a:moveTo>
                    <a:pt x="961484" y="1630244"/>
                  </a:moveTo>
                  <a:lnTo>
                    <a:pt x="942411" y="1630797"/>
                  </a:lnTo>
                  <a:lnTo>
                    <a:pt x="942973" y="1642783"/>
                  </a:lnTo>
                  <a:lnTo>
                    <a:pt x="943013" y="1643634"/>
                  </a:lnTo>
                  <a:lnTo>
                    <a:pt x="962063" y="1642783"/>
                  </a:lnTo>
                  <a:lnTo>
                    <a:pt x="961582" y="1632356"/>
                  </a:lnTo>
                  <a:lnTo>
                    <a:pt x="961484" y="1630244"/>
                  </a:lnTo>
                  <a:close/>
                </a:path>
                <a:path w="1016000" h="1757679">
                  <a:moveTo>
                    <a:pt x="1015657" y="1628673"/>
                  </a:moveTo>
                  <a:lnTo>
                    <a:pt x="961484" y="1630244"/>
                  </a:lnTo>
                  <a:lnTo>
                    <a:pt x="962063" y="1642783"/>
                  </a:lnTo>
                  <a:lnTo>
                    <a:pt x="943013" y="1643634"/>
                  </a:lnTo>
                  <a:lnTo>
                    <a:pt x="1008707" y="1643634"/>
                  </a:lnTo>
                  <a:lnTo>
                    <a:pt x="1015657" y="1628673"/>
                  </a:lnTo>
                  <a:close/>
                </a:path>
                <a:path w="1016000" h="1757679">
                  <a:moveTo>
                    <a:pt x="255187" y="78358"/>
                  </a:moveTo>
                  <a:lnTo>
                    <a:pt x="217843" y="78358"/>
                  </a:lnTo>
                  <a:lnTo>
                    <a:pt x="260682" y="103786"/>
                  </a:lnTo>
                  <a:lnTo>
                    <a:pt x="303060" y="133223"/>
                  </a:lnTo>
                  <a:lnTo>
                    <a:pt x="344972" y="166753"/>
                  </a:lnTo>
                  <a:lnTo>
                    <a:pt x="386619" y="204469"/>
                  </a:lnTo>
                  <a:lnTo>
                    <a:pt x="426638" y="245237"/>
                  </a:lnTo>
                  <a:lnTo>
                    <a:pt x="467191" y="290819"/>
                  </a:lnTo>
                  <a:lnTo>
                    <a:pt x="504459" y="337099"/>
                  </a:lnTo>
                  <a:lnTo>
                    <a:pt x="542006" y="387959"/>
                  </a:lnTo>
                  <a:lnTo>
                    <a:pt x="572519" y="433069"/>
                  </a:lnTo>
                  <a:lnTo>
                    <a:pt x="579322" y="443290"/>
                  </a:lnTo>
                  <a:lnTo>
                    <a:pt x="580859" y="445568"/>
                  </a:lnTo>
                  <a:lnTo>
                    <a:pt x="608806" y="490727"/>
                  </a:lnTo>
                  <a:lnTo>
                    <a:pt x="649006" y="560448"/>
                  </a:lnTo>
                  <a:lnTo>
                    <a:pt x="680878" y="621226"/>
                  </a:lnTo>
                  <a:lnTo>
                    <a:pt x="712893" y="687451"/>
                  </a:lnTo>
                  <a:lnTo>
                    <a:pt x="742461" y="754146"/>
                  </a:lnTo>
                  <a:lnTo>
                    <a:pt x="770281" y="823003"/>
                  </a:lnTo>
                  <a:lnTo>
                    <a:pt x="796974" y="895127"/>
                  </a:lnTo>
                  <a:lnTo>
                    <a:pt x="820978" y="966396"/>
                  </a:lnTo>
                  <a:lnTo>
                    <a:pt x="842402" y="1036955"/>
                  </a:lnTo>
                  <a:lnTo>
                    <a:pt x="843885" y="1042060"/>
                  </a:lnTo>
                  <a:lnTo>
                    <a:pt x="844010" y="1042271"/>
                  </a:lnTo>
                  <a:lnTo>
                    <a:pt x="863940" y="1115938"/>
                  </a:lnTo>
                  <a:lnTo>
                    <a:pt x="882539" y="1193127"/>
                  </a:lnTo>
                  <a:lnTo>
                    <a:pt x="898452" y="1269746"/>
                  </a:lnTo>
                  <a:lnTo>
                    <a:pt x="912767" y="1349629"/>
                  </a:lnTo>
                  <a:lnTo>
                    <a:pt x="913263" y="1352595"/>
                  </a:lnTo>
                  <a:lnTo>
                    <a:pt x="913325" y="1352798"/>
                  </a:lnTo>
                  <a:lnTo>
                    <a:pt x="924590" y="1430147"/>
                  </a:lnTo>
                  <a:lnTo>
                    <a:pt x="933910" y="1511427"/>
                  </a:lnTo>
                  <a:lnTo>
                    <a:pt x="934108" y="1513278"/>
                  </a:lnTo>
                  <a:lnTo>
                    <a:pt x="934194" y="1514083"/>
                  </a:lnTo>
                  <a:lnTo>
                    <a:pt x="940630" y="1593215"/>
                  </a:lnTo>
                  <a:lnTo>
                    <a:pt x="940714" y="1594246"/>
                  </a:lnTo>
                  <a:lnTo>
                    <a:pt x="942313" y="1628673"/>
                  </a:lnTo>
                  <a:lnTo>
                    <a:pt x="942411" y="1630797"/>
                  </a:lnTo>
                  <a:lnTo>
                    <a:pt x="961484" y="1630244"/>
                  </a:lnTo>
                  <a:lnTo>
                    <a:pt x="959862" y="1595071"/>
                  </a:lnTo>
                  <a:lnTo>
                    <a:pt x="959777" y="1593215"/>
                  </a:lnTo>
                  <a:lnTo>
                    <a:pt x="953046" y="1511427"/>
                  </a:lnTo>
                  <a:lnTo>
                    <a:pt x="943775" y="1430147"/>
                  </a:lnTo>
                  <a:lnTo>
                    <a:pt x="932091" y="1349629"/>
                  </a:lnTo>
                  <a:lnTo>
                    <a:pt x="917867" y="1269746"/>
                  </a:lnTo>
                  <a:lnTo>
                    <a:pt x="901611" y="1191006"/>
                  </a:lnTo>
                  <a:lnTo>
                    <a:pt x="882942" y="1113282"/>
                  </a:lnTo>
                  <a:lnTo>
                    <a:pt x="862241" y="1036955"/>
                  </a:lnTo>
                  <a:lnTo>
                    <a:pt x="839508" y="961898"/>
                  </a:lnTo>
                  <a:lnTo>
                    <a:pt x="814870" y="888619"/>
                  </a:lnTo>
                  <a:lnTo>
                    <a:pt x="788327" y="816991"/>
                  </a:lnTo>
                  <a:lnTo>
                    <a:pt x="760133" y="747268"/>
                  </a:lnTo>
                  <a:lnTo>
                    <a:pt x="730288" y="679576"/>
                  </a:lnTo>
                  <a:lnTo>
                    <a:pt x="698665" y="614172"/>
                  </a:lnTo>
                  <a:lnTo>
                    <a:pt x="665645" y="551180"/>
                  </a:lnTo>
                  <a:lnTo>
                    <a:pt x="631228" y="490727"/>
                  </a:lnTo>
                  <a:lnTo>
                    <a:pt x="595414" y="433069"/>
                  </a:lnTo>
                  <a:lnTo>
                    <a:pt x="558457" y="378206"/>
                  </a:lnTo>
                  <a:lnTo>
                    <a:pt x="520230" y="326263"/>
                  </a:lnTo>
                  <a:lnTo>
                    <a:pt x="480987" y="277622"/>
                  </a:lnTo>
                  <a:lnTo>
                    <a:pt x="440728" y="232410"/>
                  </a:lnTo>
                  <a:lnTo>
                    <a:pt x="399580" y="190626"/>
                  </a:lnTo>
                  <a:lnTo>
                    <a:pt x="357543" y="152526"/>
                  </a:lnTo>
                  <a:lnTo>
                    <a:pt x="314617" y="118237"/>
                  </a:lnTo>
                  <a:lnTo>
                    <a:pt x="271310" y="87883"/>
                  </a:lnTo>
                  <a:lnTo>
                    <a:pt x="255187" y="78358"/>
                  </a:lnTo>
                  <a:close/>
                </a:path>
                <a:path w="1016000" h="1757679">
                  <a:moveTo>
                    <a:pt x="217884" y="57276"/>
                  </a:moveTo>
                  <a:lnTo>
                    <a:pt x="174536" y="57276"/>
                  </a:lnTo>
                  <a:lnTo>
                    <a:pt x="218516" y="78758"/>
                  </a:lnTo>
                  <a:lnTo>
                    <a:pt x="217843" y="78358"/>
                  </a:lnTo>
                  <a:lnTo>
                    <a:pt x="255187" y="78358"/>
                  </a:lnTo>
                  <a:lnTo>
                    <a:pt x="227241" y="61849"/>
                  </a:lnTo>
                  <a:lnTo>
                    <a:pt x="217884" y="57276"/>
                  </a:lnTo>
                  <a:close/>
                </a:path>
                <a:path w="1016000" h="1757679">
                  <a:moveTo>
                    <a:pt x="153024" y="28701"/>
                  </a:moveTo>
                  <a:lnTo>
                    <a:pt x="87452" y="28701"/>
                  </a:lnTo>
                  <a:lnTo>
                    <a:pt x="131927" y="41020"/>
                  </a:lnTo>
                  <a:lnTo>
                    <a:pt x="131729" y="41020"/>
                  </a:lnTo>
                  <a:lnTo>
                    <a:pt x="175380" y="57689"/>
                  </a:lnTo>
                  <a:lnTo>
                    <a:pt x="174536" y="57276"/>
                  </a:lnTo>
                  <a:lnTo>
                    <a:pt x="217884" y="57276"/>
                  </a:lnTo>
                  <a:lnTo>
                    <a:pt x="184616" y="41020"/>
                  </a:lnTo>
                  <a:lnTo>
                    <a:pt x="131927" y="41020"/>
                  </a:lnTo>
                  <a:lnTo>
                    <a:pt x="131247" y="40820"/>
                  </a:lnTo>
                  <a:lnTo>
                    <a:pt x="184206" y="40820"/>
                  </a:lnTo>
                  <a:lnTo>
                    <a:pt x="182537" y="40005"/>
                  </a:lnTo>
                  <a:lnTo>
                    <a:pt x="153024" y="28701"/>
                  </a:lnTo>
                  <a:close/>
                </a:path>
                <a:path w="1016000" h="1757679">
                  <a:moveTo>
                    <a:pt x="1092" y="0"/>
                  </a:moveTo>
                  <a:lnTo>
                    <a:pt x="0" y="19050"/>
                  </a:lnTo>
                  <a:lnTo>
                    <a:pt x="44767" y="21589"/>
                  </a:lnTo>
                  <a:lnTo>
                    <a:pt x="44508" y="21589"/>
                  </a:lnTo>
                  <a:lnTo>
                    <a:pt x="88417" y="28956"/>
                  </a:lnTo>
                  <a:lnTo>
                    <a:pt x="87452" y="28701"/>
                  </a:lnTo>
                  <a:lnTo>
                    <a:pt x="153024" y="28701"/>
                  </a:lnTo>
                  <a:lnTo>
                    <a:pt x="137439" y="22732"/>
                  </a:lnTo>
                  <a:lnTo>
                    <a:pt x="92036" y="10160"/>
                  </a:lnTo>
                  <a:lnTo>
                    <a:pt x="46367" y="2667"/>
                  </a:lnTo>
                  <a:lnTo>
                    <a:pt x="1092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91756" y="4965699"/>
              <a:ext cx="673100" cy="757555"/>
            </a:xfrm>
            <a:custGeom>
              <a:avLst/>
              <a:gdLst/>
              <a:ahLst/>
              <a:cxnLst/>
              <a:rect l="l" t="t" r="r" b="b"/>
              <a:pathLst>
                <a:path w="673100" h="757554">
                  <a:moveTo>
                    <a:pt x="56362" y="552958"/>
                  </a:moveTo>
                  <a:lnTo>
                    <a:pt x="44526" y="548640"/>
                  </a:lnTo>
                  <a:lnTo>
                    <a:pt x="0" y="649008"/>
                  </a:lnTo>
                  <a:lnTo>
                    <a:pt x="0" y="657275"/>
                  </a:lnTo>
                  <a:lnTo>
                    <a:pt x="44526" y="757504"/>
                  </a:lnTo>
                  <a:lnTo>
                    <a:pt x="56362" y="753491"/>
                  </a:lnTo>
                  <a:lnTo>
                    <a:pt x="20535" y="653135"/>
                  </a:lnTo>
                  <a:lnTo>
                    <a:pt x="56362" y="552958"/>
                  </a:lnTo>
                  <a:close/>
                </a:path>
                <a:path w="673100" h="757554">
                  <a:moveTo>
                    <a:pt x="56362" y="4318"/>
                  </a:moveTo>
                  <a:lnTo>
                    <a:pt x="44526" y="0"/>
                  </a:lnTo>
                  <a:lnTo>
                    <a:pt x="0" y="100330"/>
                  </a:lnTo>
                  <a:lnTo>
                    <a:pt x="0" y="108585"/>
                  </a:lnTo>
                  <a:lnTo>
                    <a:pt x="44526" y="208915"/>
                  </a:lnTo>
                  <a:lnTo>
                    <a:pt x="56362" y="204851"/>
                  </a:lnTo>
                  <a:lnTo>
                    <a:pt x="20535" y="104521"/>
                  </a:lnTo>
                  <a:lnTo>
                    <a:pt x="56362" y="4318"/>
                  </a:lnTo>
                  <a:close/>
                </a:path>
                <a:path w="673100" h="757554">
                  <a:moveTo>
                    <a:pt x="673100" y="648906"/>
                  </a:moveTo>
                  <a:lnTo>
                    <a:pt x="628561" y="548640"/>
                  </a:lnTo>
                  <a:lnTo>
                    <a:pt x="616623" y="552704"/>
                  </a:lnTo>
                  <a:lnTo>
                    <a:pt x="652449" y="653034"/>
                  </a:lnTo>
                  <a:lnTo>
                    <a:pt x="616623" y="753262"/>
                  </a:lnTo>
                  <a:lnTo>
                    <a:pt x="628561" y="757504"/>
                  </a:lnTo>
                  <a:lnTo>
                    <a:pt x="673100" y="657161"/>
                  </a:lnTo>
                  <a:lnTo>
                    <a:pt x="673100" y="648906"/>
                  </a:lnTo>
                  <a:close/>
                </a:path>
                <a:path w="673100" h="757554">
                  <a:moveTo>
                    <a:pt x="673100" y="100203"/>
                  </a:moveTo>
                  <a:lnTo>
                    <a:pt x="628561" y="0"/>
                  </a:lnTo>
                  <a:lnTo>
                    <a:pt x="616623" y="4064"/>
                  </a:lnTo>
                  <a:lnTo>
                    <a:pt x="652449" y="104394"/>
                  </a:lnTo>
                  <a:lnTo>
                    <a:pt x="616623" y="204597"/>
                  </a:lnTo>
                  <a:lnTo>
                    <a:pt x="628561" y="208915"/>
                  </a:lnTo>
                  <a:lnTo>
                    <a:pt x="673100" y="108458"/>
                  </a:lnTo>
                  <a:lnTo>
                    <a:pt x="673100" y="100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422148" y="4895215"/>
            <a:ext cx="60452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𝑣</a:t>
            </a:r>
            <a:r>
              <a:rPr dirty="0" baseline="-14957" sz="1950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,</a:t>
            </a:r>
            <a:r>
              <a:rPr dirty="0" sz="1800" spc="-70">
                <a:latin typeface="Cambria Math"/>
                <a:cs typeface="Cambria Math"/>
              </a:rPr>
              <a:t> </a:t>
            </a:r>
            <a:r>
              <a:rPr dirty="0" sz="1800" spc="-35">
                <a:latin typeface="Cambria Math"/>
                <a:cs typeface="Cambria Math"/>
              </a:rPr>
              <a:t>𝑣</a:t>
            </a:r>
            <a:r>
              <a:rPr dirty="0" baseline="-14957" sz="1950" spc="-52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  <a:p>
            <a:pPr algn="ctr" marL="5080">
              <a:lnSpc>
                <a:spcPct val="100000"/>
              </a:lnSpc>
            </a:pPr>
            <a:r>
              <a:rPr dirty="0" sz="1800" spc="-50">
                <a:latin typeface="Cambria Math"/>
                <a:cs typeface="Cambria Math"/>
              </a:rPr>
              <a:t>≠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Cambria Math"/>
                <a:cs typeface="Cambria Math"/>
              </a:rPr>
              <a:t>𝑣</a:t>
            </a:r>
            <a:r>
              <a:rPr dirty="0" baseline="-14957" sz="1950">
                <a:latin typeface="Cambria Math"/>
                <a:cs typeface="Cambria Math"/>
              </a:rPr>
              <a:t>3</a:t>
            </a:r>
            <a:r>
              <a:rPr dirty="0" sz="1800">
                <a:latin typeface="Cambria Math"/>
                <a:cs typeface="Cambria Math"/>
              </a:rPr>
              <a:t>,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7239381" y="5790506"/>
            <a:ext cx="1038860" cy="375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>
                <a:latin typeface="Cambria Math"/>
                <a:cs typeface="Cambria Math"/>
              </a:rPr>
              <a:t>𝑣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51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→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𝑣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671320" y="5944806"/>
            <a:ext cx="244475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4370959" y="5944806"/>
            <a:ext cx="244475" cy="288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2" name="object 5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</a:t>
            </a:r>
            <a:r>
              <a:rPr dirty="0" spc="-135"/>
              <a:t> </a:t>
            </a:r>
            <a:r>
              <a:rPr dirty="0" spc="-10"/>
              <a:t>Models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99643" y="1139698"/>
            <a:ext cx="542036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Social</a:t>
            </a:r>
            <a:r>
              <a:rPr dirty="0" sz="2800" spc="-1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Networks: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Nodes: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Individuals,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organizations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Edges:</a:t>
            </a:r>
            <a:r>
              <a:rPr dirty="0" sz="2800" spc="-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Relationships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583182" y="3154426"/>
            <a:ext cx="2922270" cy="3348990"/>
            <a:chOff x="1583182" y="3154426"/>
            <a:chExt cx="2922270" cy="334899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182" y="3890518"/>
              <a:ext cx="213868" cy="21386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3182" y="4855210"/>
              <a:ext cx="213868" cy="21386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3182" y="5431282"/>
              <a:ext cx="213868" cy="21539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3182" y="6289294"/>
              <a:ext cx="213868" cy="2138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5390" y="5431282"/>
              <a:ext cx="213868" cy="21539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4150" y="6289294"/>
              <a:ext cx="213867" cy="21386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5390" y="4849114"/>
              <a:ext cx="213868" cy="213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74594" y="3154426"/>
              <a:ext cx="213868" cy="21539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5390" y="3890518"/>
              <a:ext cx="213868" cy="21386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87598" y="3890518"/>
              <a:ext cx="215391" cy="21386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1330" y="3890518"/>
              <a:ext cx="213868" cy="21386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0646" y="4849114"/>
              <a:ext cx="213867" cy="21386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690878" y="3333750"/>
              <a:ext cx="2636520" cy="2992120"/>
            </a:xfrm>
            <a:custGeom>
              <a:avLst/>
              <a:gdLst/>
              <a:ahLst/>
              <a:cxnLst/>
              <a:rect l="l" t="t" r="r" b="b"/>
              <a:pathLst>
                <a:path w="2636520" h="2992120">
                  <a:moveTo>
                    <a:pt x="100584" y="664463"/>
                  </a:moveTo>
                  <a:lnTo>
                    <a:pt x="801878" y="664463"/>
                  </a:lnTo>
                </a:path>
                <a:path w="2636520" h="2992120">
                  <a:moveTo>
                    <a:pt x="973836" y="592455"/>
                  </a:moveTo>
                  <a:lnTo>
                    <a:pt x="1320673" y="0"/>
                  </a:lnTo>
                </a:path>
                <a:path w="2636520" h="2992120">
                  <a:moveTo>
                    <a:pt x="1002792" y="664463"/>
                  </a:moveTo>
                  <a:lnTo>
                    <a:pt x="1704086" y="664463"/>
                  </a:lnTo>
                </a:path>
                <a:path w="2636520" h="2992120">
                  <a:moveTo>
                    <a:pt x="1906524" y="664463"/>
                  </a:moveTo>
                  <a:lnTo>
                    <a:pt x="2607818" y="664463"/>
                  </a:lnTo>
                </a:path>
                <a:path w="2636520" h="2992120">
                  <a:moveTo>
                    <a:pt x="903097" y="765048"/>
                  </a:moveTo>
                  <a:lnTo>
                    <a:pt x="71628" y="1558036"/>
                  </a:lnTo>
                </a:path>
                <a:path w="2636520" h="2992120">
                  <a:moveTo>
                    <a:pt x="902208" y="765048"/>
                  </a:moveTo>
                  <a:lnTo>
                    <a:pt x="902208" y="1522983"/>
                  </a:lnTo>
                </a:path>
                <a:path w="2636520" h="2992120">
                  <a:moveTo>
                    <a:pt x="903097" y="765048"/>
                  </a:moveTo>
                  <a:lnTo>
                    <a:pt x="71628" y="2135378"/>
                  </a:lnTo>
                </a:path>
                <a:path w="2636520" h="2992120">
                  <a:moveTo>
                    <a:pt x="1805939" y="765048"/>
                  </a:moveTo>
                  <a:lnTo>
                    <a:pt x="1807718" y="1522983"/>
                  </a:lnTo>
                </a:path>
                <a:path w="2636520" h="2992120">
                  <a:moveTo>
                    <a:pt x="973836" y="1694688"/>
                  </a:moveTo>
                  <a:lnTo>
                    <a:pt x="2339594" y="2991967"/>
                  </a:lnTo>
                </a:path>
                <a:path w="2636520" h="2992120">
                  <a:moveTo>
                    <a:pt x="71628" y="2991269"/>
                  </a:moveTo>
                  <a:lnTo>
                    <a:pt x="831850" y="2276856"/>
                  </a:lnTo>
                </a:path>
                <a:path w="2636520" h="2992120">
                  <a:moveTo>
                    <a:pt x="1877568" y="1551432"/>
                  </a:moveTo>
                  <a:lnTo>
                    <a:pt x="2636139" y="734568"/>
                  </a:lnTo>
                </a:path>
                <a:path w="2636520" h="2992120">
                  <a:moveTo>
                    <a:pt x="100584" y="2206752"/>
                  </a:moveTo>
                  <a:lnTo>
                    <a:pt x="801878" y="2206752"/>
                  </a:lnTo>
                </a:path>
                <a:path w="2636520" h="2992120">
                  <a:moveTo>
                    <a:pt x="0" y="2962770"/>
                  </a:moveTo>
                  <a:lnTo>
                    <a:pt x="0" y="2307336"/>
                  </a:lnTo>
                </a:path>
                <a:path w="2636520" h="2992120">
                  <a:moveTo>
                    <a:pt x="902208" y="2105152"/>
                  </a:moveTo>
                  <a:lnTo>
                    <a:pt x="902208" y="1723644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737360" y="2526792"/>
            <a:ext cx="236410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2400" spc="-20">
                <a:latin typeface="Franklin Gothic Medium"/>
                <a:cs typeface="Franklin Gothic Medium"/>
              </a:rPr>
              <a:t>Friendship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graph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296792" y="3065526"/>
            <a:ext cx="273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Ed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456182" y="3515614"/>
            <a:ext cx="35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Jan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16000" y="4770501"/>
            <a:ext cx="487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Franklin Gothic Medium"/>
                <a:cs typeface="Franklin Gothic Medium"/>
              </a:rPr>
              <a:t>Todd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207514" y="3547109"/>
            <a:ext cx="361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Franklin Gothic Medium"/>
                <a:cs typeface="Franklin Gothic Medium"/>
              </a:rPr>
              <a:t>Lila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99586" y="3554425"/>
            <a:ext cx="47688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Franklin Gothic Medium"/>
                <a:cs typeface="Franklin Gothic Medium"/>
              </a:rPr>
              <a:t>John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391405" y="3562604"/>
            <a:ext cx="286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Liz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056126" y="5983325"/>
            <a:ext cx="3486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Joe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364484" y="5055489"/>
            <a:ext cx="554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Steve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644520" y="4558106"/>
            <a:ext cx="424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latin typeface="Franklin Gothic Medium"/>
                <a:cs typeface="Franklin Gothic Medium"/>
              </a:rPr>
              <a:t>Amy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152245" y="5486501"/>
            <a:ext cx="4146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Franklin Gothic Medium"/>
                <a:cs typeface="Franklin Gothic Medium"/>
              </a:rPr>
              <a:t>Kari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869694" y="6239662"/>
            <a:ext cx="448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Paul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558288" y="5646521"/>
            <a:ext cx="348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Franklin Gothic Medium"/>
                <a:cs typeface="Franklin Gothic Medium"/>
              </a:rPr>
              <a:t>Jim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485633" y="3846321"/>
            <a:ext cx="1515745" cy="1305560"/>
            <a:chOff x="7485633" y="3846321"/>
            <a:chExt cx="1515745" cy="1305560"/>
          </a:xfrm>
        </p:grpSpPr>
        <p:pic>
          <p:nvPicPr>
            <p:cNvPr id="35" name="object 3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5633" y="3846321"/>
              <a:ext cx="213868" cy="213867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5633" y="4937505"/>
              <a:ext cx="213868" cy="213868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7129" y="3846321"/>
              <a:ext cx="213868" cy="21386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7521829" y="3882516"/>
              <a:ext cx="1271905" cy="1234440"/>
            </a:xfrm>
            <a:custGeom>
              <a:avLst/>
              <a:gdLst/>
              <a:ahLst/>
              <a:cxnLst/>
              <a:rect l="l" t="t" r="r" b="b"/>
              <a:pathLst>
                <a:path w="1271904" h="1234439">
                  <a:moveTo>
                    <a:pt x="142875" y="314960"/>
                  </a:moveTo>
                  <a:lnTo>
                    <a:pt x="135763" y="300736"/>
                  </a:lnTo>
                  <a:lnTo>
                    <a:pt x="71501" y="172085"/>
                  </a:lnTo>
                  <a:lnTo>
                    <a:pt x="0" y="314960"/>
                  </a:lnTo>
                  <a:lnTo>
                    <a:pt x="57150" y="314960"/>
                  </a:lnTo>
                  <a:lnTo>
                    <a:pt x="57150" y="1061339"/>
                  </a:lnTo>
                  <a:lnTo>
                    <a:pt x="85725" y="1061339"/>
                  </a:lnTo>
                  <a:lnTo>
                    <a:pt x="85725" y="314960"/>
                  </a:lnTo>
                  <a:lnTo>
                    <a:pt x="142875" y="314960"/>
                  </a:lnTo>
                  <a:close/>
                </a:path>
                <a:path w="1271904" h="1234439">
                  <a:moveTo>
                    <a:pt x="1170940" y="1162685"/>
                  </a:moveTo>
                  <a:lnTo>
                    <a:pt x="1142263" y="1148334"/>
                  </a:lnTo>
                  <a:lnTo>
                    <a:pt x="1028065" y="1091184"/>
                  </a:lnTo>
                  <a:lnTo>
                    <a:pt x="1028065" y="1148334"/>
                  </a:lnTo>
                  <a:lnTo>
                    <a:pt x="172085" y="1148334"/>
                  </a:lnTo>
                  <a:lnTo>
                    <a:pt x="172085" y="1176909"/>
                  </a:lnTo>
                  <a:lnTo>
                    <a:pt x="1028065" y="1176909"/>
                  </a:lnTo>
                  <a:lnTo>
                    <a:pt x="1028065" y="1234059"/>
                  </a:lnTo>
                  <a:lnTo>
                    <a:pt x="1142466" y="1176909"/>
                  </a:lnTo>
                  <a:lnTo>
                    <a:pt x="1170940" y="1162685"/>
                  </a:lnTo>
                  <a:close/>
                </a:path>
                <a:path w="1271904" h="1234439">
                  <a:moveTo>
                    <a:pt x="1271651" y="57150"/>
                  </a:moveTo>
                  <a:lnTo>
                    <a:pt x="314960" y="57150"/>
                  </a:lnTo>
                  <a:lnTo>
                    <a:pt x="314960" y="0"/>
                  </a:lnTo>
                  <a:lnTo>
                    <a:pt x="172085" y="71501"/>
                  </a:lnTo>
                  <a:lnTo>
                    <a:pt x="314960" y="142875"/>
                  </a:lnTo>
                  <a:lnTo>
                    <a:pt x="314960" y="85725"/>
                  </a:lnTo>
                  <a:lnTo>
                    <a:pt x="1271651" y="85725"/>
                  </a:lnTo>
                  <a:lnTo>
                    <a:pt x="1271651" y="571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9753981" y="4662042"/>
            <a:ext cx="273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Ed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973439" y="3539490"/>
            <a:ext cx="286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Liz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065391" y="3600399"/>
            <a:ext cx="4146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Franklin Gothic Medium"/>
                <a:cs typeface="Franklin Gothic Medium"/>
              </a:rPr>
              <a:t>Kari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7354061" y="5142738"/>
            <a:ext cx="448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Paul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8616822" y="5142738"/>
            <a:ext cx="348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Franklin Gothic Medium"/>
                <a:cs typeface="Franklin Gothic Medium"/>
              </a:rPr>
              <a:t>Jim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7655941" y="4018407"/>
            <a:ext cx="2043430" cy="1133475"/>
            <a:chOff x="7655941" y="4018407"/>
            <a:chExt cx="2043430" cy="1133475"/>
          </a:xfrm>
        </p:grpSpPr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86546" y="4937506"/>
              <a:ext cx="213868" cy="213868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8780018" y="4054602"/>
              <a:ext cx="170180" cy="890905"/>
            </a:xfrm>
            <a:custGeom>
              <a:avLst/>
              <a:gdLst/>
              <a:ahLst/>
              <a:cxnLst/>
              <a:rect l="l" t="t" r="r" b="b"/>
              <a:pathLst>
                <a:path w="170179" h="890904">
                  <a:moveTo>
                    <a:pt x="84616" y="140386"/>
                  </a:moveTo>
                  <a:lnTo>
                    <a:pt x="0" y="887730"/>
                  </a:lnTo>
                  <a:lnTo>
                    <a:pt x="28448" y="890905"/>
                  </a:lnTo>
                  <a:lnTo>
                    <a:pt x="113075" y="143594"/>
                  </a:lnTo>
                  <a:lnTo>
                    <a:pt x="84616" y="140386"/>
                  </a:lnTo>
                  <a:close/>
                </a:path>
                <a:path w="170179" h="890904">
                  <a:moveTo>
                    <a:pt x="161065" y="126111"/>
                  </a:moveTo>
                  <a:lnTo>
                    <a:pt x="86232" y="126111"/>
                  </a:lnTo>
                  <a:lnTo>
                    <a:pt x="114680" y="129412"/>
                  </a:lnTo>
                  <a:lnTo>
                    <a:pt x="113075" y="143594"/>
                  </a:lnTo>
                  <a:lnTo>
                    <a:pt x="169799" y="149987"/>
                  </a:lnTo>
                  <a:lnTo>
                    <a:pt x="161065" y="126111"/>
                  </a:lnTo>
                  <a:close/>
                </a:path>
                <a:path w="170179" h="890904">
                  <a:moveTo>
                    <a:pt x="86232" y="126111"/>
                  </a:moveTo>
                  <a:lnTo>
                    <a:pt x="84616" y="140386"/>
                  </a:lnTo>
                  <a:lnTo>
                    <a:pt x="113075" y="143594"/>
                  </a:lnTo>
                  <a:lnTo>
                    <a:pt x="114680" y="129412"/>
                  </a:lnTo>
                  <a:lnTo>
                    <a:pt x="86232" y="126111"/>
                  </a:lnTo>
                  <a:close/>
                </a:path>
                <a:path w="170179" h="890904">
                  <a:moveTo>
                    <a:pt x="114934" y="0"/>
                  </a:moveTo>
                  <a:lnTo>
                    <a:pt x="27812" y="133985"/>
                  </a:lnTo>
                  <a:lnTo>
                    <a:pt x="84616" y="140386"/>
                  </a:lnTo>
                  <a:lnTo>
                    <a:pt x="86232" y="126111"/>
                  </a:lnTo>
                  <a:lnTo>
                    <a:pt x="161065" y="126111"/>
                  </a:lnTo>
                  <a:lnTo>
                    <a:pt x="11493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85122" y="4937506"/>
              <a:ext cx="213868" cy="213868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7655941" y="4018406"/>
              <a:ext cx="1864995" cy="1098550"/>
            </a:xfrm>
            <a:custGeom>
              <a:avLst/>
              <a:gdLst/>
              <a:ahLst/>
              <a:cxnLst/>
              <a:rect l="l" t="t" r="r" b="b"/>
              <a:pathLst>
                <a:path w="1864995" h="1098550">
                  <a:moveTo>
                    <a:pt x="1167511" y="7239"/>
                  </a:moveTo>
                  <a:lnTo>
                    <a:pt x="1011682" y="42418"/>
                  </a:lnTo>
                  <a:lnTo>
                    <a:pt x="1047877" y="86639"/>
                  </a:lnTo>
                  <a:lnTo>
                    <a:pt x="0" y="944499"/>
                  </a:lnTo>
                  <a:lnTo>
                    <a:pt x="18034" y="966597"/>
                  </a:lnTo>
                  <a:lnTo>
                    <a:pt x="1065987" y="108775"/>
                  </a:lnTo>
                  <a:lnTo>
                    <a:pt x="1102233" y="153035"/>
                  </a:lnTo>
                  <a:lnTo>
                    <a:pt x="1136002" y="77597"/>
                  </a:lnTo>
                  <a:lnTo>
                    <a:pt x="1167511" y="7239"/>
                  </a:lnTo>
                  <a:close/>
                </a:path>
                <a:path w="1864995" h="1098550">
                  <a:moveTo>
                    <a:pt x="1836293" y="1026795"/>
                  </a:moveTo>
                  <a:lnTo>
                    <a:pt x="1807616" y="1012444"/>
                  </a:lnTo>
                  <a:lnTo>
                    <a:pt x="1693418" y="955294"/>
                  </a:lnTo>
                  <a:lnTo>
                    <a:pt x="1693418" y="1012444"/>
                  </a:lnTo>
                  <a:lnTo>
                    <a:pt x="1238885" y="1012444"/>
                  </a:lnTo>
                  <a:lnTo>
                    <a:pt x="1238885" y="1041019"/>
                  </a:lnTo>
                  <a:lnTo>
                    <a:pt x="1693418" y="1041019"/>
                  </a:lnTo>
                  <a:lnTo>
                    <a:pt x="1693418" y="1098169"/>
                  </a:lnTo>
                  <a:lnTo>
                    <a:pt x="1807819" y="1041019"/>
                  </a:lnTo>
                  <a:lnTo>
                    <a:pt x="1836293" y="1026795"/>
                  </a:lnTo>
                  <a:close/>
                </a:path>
                <a:path w="1864995" h="1098550">
                  <a:moveTo>
                    <a:pt x="1864614" y="955548"/>
                  </a:moveTo>
                  <a:lnTo>
                    <a:pt x="1857743" y="851789"/>
                  </a:lnTo>
                  <a:lnTo>
                    <a:pt x="1854073" y="796163"/>
                  </a:lnTo>
                  <a:lnTo>
                    <a:pt x="1804797" y="824992"/>
                  </a:lnTo>
                  <a:lnTo>
                    <a:pt x="1321308" y="0"/>
                  </a:lnTo>
                  <a:lnTo>
                    <a:pt x="1296670" y="14478"/>
                  </a:lnTo>
                  <a:lnTo>
                    <a:pt x="1780133" y="839419"/>
                  </a:lnTo>
                  <a:lnTo>
                    <a:pt x="1730756" y="868299"/>
                  </a:lnTo>
                  <a:lnTo>
                    <a:pt x="1864614" y="95554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6891528" y="2526792"/>
            <a:ext cx="221297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Influence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graph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50" name="object 5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</a:t>
            </a:r>
            <a:r>
              <a:rPr dirty="0" spc="-135"/>
              <a:t> </a:t>
            </a:r>
            <a:r>
              <a:rPr dirty="0" spc="-10"/>
              <a:t>Models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37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9643" y="1139698"/>
            <a:ext cx="4665980" cy="5147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Communication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Networks:</a:t>
            </a:r>
            <a:endParaRPr sz="2800">
              <a:latin typeface="Franklin Gothic Medium"/>
              <a:cs typeface="Franklin Gothic Medium"/>
            </a:endParaRPr>
          </a:p>
          <a:p>
            <a:pPr marL="12700" marR="1433195" indent="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Call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graphs </a:t>
            </a:r>
            <a:r>
              <a:rPr dirty="0" sz="2800" spc="-40">
                <a:latin typeface="Franklin Gothic Medium"/>
                <a:cs typeface="Franklin Gothic Medium"/>
              </a:rPr>
              <a:t>Information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Networks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 spc="-75">
                <a:latin typeface="Franklin Gothic Medium"/>
                <a:cs typeface="Franklin Gothic Medium"/>
              </a:rPr>
              <a:t>Web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graphs</a:t>
            </a:r>
            <a:endParaRPr sz="2800">
              <a:latin typeface="Franklin Gothic Medium"/>
              <a:cs typeface="Franklin Gothic Medium"/>
            </a:endParaRPr>
          </a:p>
          <a:p>
            <a:pPr marL="12700" marR="2087880" indent="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Citation</a:t>
            </a:r>
            <a:r>
              <a:rPr dirty="0" sz="2800" spc="-13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graph Software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Design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Module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dependency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</a:t>
            </a:r>
            <a:endParaRPr sz="2800">
              <a:latin typeface="Franklin Gothic Medium"/>
              <a:cs typeface="Franklin Gothic Medium"/>
            </a:endParaRPr>
          </a:p>
          <a:p>
            <a:pPr marL="469265" marR="5080" indent="-457200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Precedence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Concurrent processing</a:t>
            </a:r>
            <a:r>
              <a:rPr dirty="0" sz="2800" spc="-1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dirty="0" sz="2800" spc="-30">
                <a:latin typeface="Franklin Gothic Medium"/>
                <a:cs typeface="Franklin Gothic Medium"/>
              </a:rPr>
              <a:t>Transportation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Networks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 spc="-40">
                <a:latin typeface="Franklin Gothic Medium"/>
                <a:cs typeface="Franklin Gothic Medium"/>
              </a:rPr>
              <a:t>Airline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Routes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Road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Networks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Biological</a:t>
            </a:r>
            <a:r>
              <a:rPr dirty="0" spc="-80"/>
              <a:t> </a:t>
            </a:r>
            <a:r>
              <a:rPr dirty="0" spc="-10"/>
              <a:t>Networks</a:t>
            </a: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/>
              <a:t>Niche</a:t>
            </a:r>
            <a:r>
              <a:rPr dirty="0" spc="-75"/>
              <a:t> </a:t>
            </a:r>
            <a:r>
              <a:rPr dirty="0" spc="-20"/>
              <a:t>overlaps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75"/>
              <a:t> </a:t>
            </a:r>
            <a:r>
              <a:rPr dirty="0" spc="-10"/>
              <a:t>Biology</a:t>
            </a:r>
          </a:p>
          <a:p>
            <a:pPr marL="12700" marR="5080" indent="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pc="-45"/>
              <a:t>Protein</a:t>
            </a:r>
            <a:r>
              <a:rPr dirty="0" spc="-100"/>
              <a:t> </a:t>
            </a:r>
            <a:r>
              <a:rPr dirty="0" spc="-25"/>
              <a:t>interaction</a:t>
            </a:r>
            <a:r>
              <a:rPr dirty="0" spc="-95"/>
              <a:t> </a:t>
            </a:r>
            <a:r>
              <a:rPr dirty="0" spc="-10"/>
              <a:t>graphs </a:t>
            </a:r>
            <a:r>
              <a:rPr dirty="0" spc="-30"/>
              <a:t>Semantic</a:t>
            </a:r>
            <a:r>
              <a:rPr dirty="0" spc="-110"/>
              <a:t> </a:t>
            </a:r>
            <a:r>
              <a:rPr dirty="0" spc="-10"/>
              <a:t>Networks</a:t>
            </a:r>
          </a:p>
          <a:p>
            <a:pPr marL="12700" marR="104139" indent="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pc="-30"/>
              <a:t>Semantic</a:t>
            </a:r>
            <a:r>
              <a:rPr dirty="0" spc="-114"/>
              <a:t> </a:t>
            </a:r>
            <a:r>
              <a:rPr dirty="0" spc="-20"/>
              <a:t>relation</a:t>
            </a:r>
            <a:r>
              <a:rPr dirty="0" spc="-105"/>
              <a:t> </a:t>
            </a:r>
            <a:r>
              <a:rPr dirty="0" spc="-10"/>
              <a:t>graphs Tournaments</a:t>
            </a: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pc="-40"/>
              <a:t>Round-</a:t>
            </a:r>
            <a:r>
              <a:rPr dirty="0"/>
              <a:t>robin</a:t>
            </a:r>
            <a:r>
              <a:rPr dirty="0" spc="-130"/>
              <a:t> </a:t>
            </a:r>
            <a:r>
              <a:rPr dirty="0" spc="-10"/>
              <a:t>tournaments</a:t>
            </a:r>
          </a:p>
          <a:p>
            <a:pPr marL="469900" marR="1188720" indent="-457834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pc="-40"/>
              <a:t>Single-</a:t>
            </a:r>
            <a:r>
              <a:rPr dirty="0" spc="-45"/>
              <a:t>elimination </a:t>
            </a:r>
            <a:r>
              <a:rPr dirty="0" spc="-10"/>
              <a:t>tournaments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Neural</a:t>
            </a:r>
            <a:r>
              <a:rPr dirty="0" spc="-85"/>
              <a:t> </a:t>
            </a:r>
            <a:r>
              <a:rPr dirty="0" spc="-10"/>
              <a:t>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</a:t>
            </a:r>
            <a:r>
              <a:rPr dirty="0" spc="-135"/>
              <a:t> </a:t>
            </a:r>
            <a:r>
              <a:rPr dirty="0" spc="-10"/>
              <a:t>Models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99643" y="1139698"/>
            <a:ext cx="29159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Graph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Visualization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0" y="1761744"/>
            <a:ext cx="4800600" cy="475183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308852" y="2655569"/>
            <a:ext cx="3375660" cy="2585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Colors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Shapes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Sizes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Nodes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organization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Edges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thickness</a:t>
            </a:r>
            <a:endParaRPr sz="28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Edge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shape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62065" y="6318300"/>
            <a:ext cx="4857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4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Franklin Gothic Medium"/>
                <a:cs typeface="Franklin Gothic Medium"/>
                <a:hlinkClick r:id="rId4"/>
              </a:rPr>
              <a:t>image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069573" y="6431381"/>
            <a:ext cx="205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38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dirty="0" spc="-110"/>
              <a:t> </a:t>
            </a:r>
            <a:r>
              <a:rPr dirty="0" spc="-85"/>
              <a:t>Terminology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1273810" y="3605529"/>
            <a:ext cx="5833110" cy="2885440"/>
            <a:chOff x="1273810" y="3605529"/>
            <a:chExt cx="5833110" cy="288544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345" y="3605529"/>
              <a:ext cx="213867" cy="21386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810" y="4443729"/>
              <a:ext cx="213868" cy="21386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8318" y="4335525"/>
              <a:ext cx="213868" cy="2138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1674" y="6275577"/>
              <a:ext cx="213868" cy="21539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7558" y="4736337"/>
              <a:ext cx="213868" cy="2138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4474" y="5920485"/>
              <a:ext cx="213867" cy="21386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2798" y="4765293"/>
              <a:ext cx="213868" cy="21539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453134" y="3784853"/>
              <a:ext cx="5475605" cy="2599690"/>
            </a:xfrm>
            <a:custGeom>
              <a:avLst/>
              <a:gdLst/>
              <a:ahLst/>
              <a:cxnLst/>
              <a:rect l="l" t="t" r="r" b="b"/>
              <a:pathLst>
                <a:path w="5475605" h="2599690">
                  <a:moveTo>
                    <a:pt x="1859661" y="0"/>
                  </a:moveTo>
                  <a:lnTo>
                    <a:pt x="0" y="695325"/>
                  </a:lnTo>
                </a:path>
                <a:path w="5475605" h="2599690">
                  <a:moveTo>
                    <a:pt x="0" y="836676"/>
                  </a:moveTo>
                  <a:lnTo>
                    <a:pt x="1025905" y="2598356"/>
                  </a:lnTo>
                </a:path>
                <a:path w="5475605" h="2599690">
                  <a:moveTo>
                    <a:pt x="1197864" y="2528252"/>
                  </a:moveTo>
                  <a:lnTo>
                    <a:pt x="3993388" y="758952"/>
                  </a:lnTo>
                </a:path>
                <a:path w="5475605" h="2599690">
                  <a:moveTo>
                    <a:pt x="2002536" y="0"/>
                  </a:moveTo>
                  <a:lnTo>
                    <a:pt x="3922649" y="587121"/>
                  </a:lnTo>
                </a:path>
                <a:path w="5475605" h="2599690">
                  <a:moveTo>
                    <a:pt x="1226820" y="2599461"/>
                  </a:moveTo>
                  <a:lnTo>
                    <a:pt x="4377308" y="2243328"/>
                  </a:lnTo>
                </a:path>
                <a:path w="5475605" h="2599690">
                  <a:moveTo>
                    <a:pt x="4549140" y="2171471"/>
                  </a:moveTo>
                  <a:lnTo>
                    <a:pt x="5475223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829560" y="4494403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641972" y="4552315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7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237357" y="4906136"/>
            <a:ext cx="2703830" cy="1031240"/>
            <a:chOff x="3237357" y="4906136"/>
            <a:chExt cx="2703830" cy="1031240"/>
          </a:xfrm>
        </p:grpSpPr>
        <p:sp>
          <p:nvSpPr>
            <p:cNvPr id="18" name="object 18" descr=""/>
            <p:cNvSpPr/>
            <p:nvPr/>
          </p:nvSpPr>
          <p:spPr>
            <a:xfrm>
              <a:off x="3246882" y="4915661"/>
              <a:ext cx="2684780" cy="1012190"/>
            </a:xfrm>
            <a:custGeom>
              <a:avLst/>
              <a:gdLst/>
              <a:ahLst/>
              <a:cxnLst/>
              <a:rect l="l" t="t" r="r" b="b"/>
              <a:pathLst>
                <a:path w="2684779" h="1012189">
                  <a:moveTo>
                    <a:pt x="2684780" y="101170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1217" y="4913121"/>
              <a:ext cx="213868" cy="213867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5405754" y="4641037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452372" y="3784091"/>
            <a:ext cx="4377690" cy="2599690"/>
          </a:xfrm>
          <a:custGeom>
            <a:avLst/>
            <a:gdLst/>
            <a:ahLst/>
            <a:cxnLst/>
            <a:rect l="l" t="t" r="r" b="b"/>
            <a:pathLst>
              <a:path w="4377690" h="2599690">
                <a:moveTo>
                  <a:pt x="1859661" y="0"/>
                </a:moveTo>
                <a:lnTo>
                  <a:pt x="0" y="695324"/>
                </a:lnTo>
              </a:path>
              <a:path w="4377690" h="2599690">
                <a:moveTo>
                  <a:pt x="3922649" y="587120"/>
                </a:moveTo>
                <a:lnTo>
                  <a:pt x="2002536" y="0"/>
                </a:lnTo>
              </a:path>
              <a:path w="4377690" h="2599690">
                <a:moveTo>
                  <a:pt x="3993388" y="758951"/>
                </a:moveTo>
                <a:lnTo>
                  <a:pt x="1197864" y="2528252"/>
                </a:lnTo>
              </a:path>
              <a:path w="4377690" h="2599690">
                <a:moveTo>
                  <a:pt x="4377308" y="2243327"/>
                </a:moveTo>
                <a:lnTo>
                  <a:pt x="1226820" y="2599461"/>
                </a:lnTo>
              </a:path>
            </a:pathLst>
          </a:custGeom>
          <a:ln w="57150">
            <a:solidFill>
              <a:srgbClr val="6F2F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80034" y="1161864"/>
            <a:ext cx="9337675" cy="3418204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303530" indent="-22732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303530" algn="l"/>
              </a:tabLst>
            </a:pPr>
            <a:r>
              <a:rPr dirty="0" sz="2800" spc="-70">
                <a:latin typeface="Franklin Gothic Medium"/>
                <a:cs typeface="Franklin Gothic Medium"/>
              </a:rPr>
              <a:t>Walk: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sequence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vertices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connected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edges</a:t>
            </a:r>
            <a:endParaRPr sz="2800">
              <a:latin typeface="Franklin Gothic Medium"/>
              <a:cs typeface="Franklin Gothic Medium"/>
            </a:endParaRPr>
          </a:p>
          <a:p>
            <a:pPr marL="303530" indent="-227329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303530" algn="l"/>
              </a:tabLst>
            </a:pPr>
            <a:r>
              <a:rPr dirty="0" sz="2800" spc="-20">
                <a:latin typeface="Franklin Gothic Medium"/>
                <a:cs typeface="Franklin Gothic Medium"/>
              </a:rPr>
              <a:t>Path: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walk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path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baseline="-16260" sz="3075" spc="52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different</a:t>
            </a:r>
            <a:endParaRPr sz="2800">
              <a:latin typeface="Franklin Gothic Medium"/>
              <a:cs typeface="Franklin Gothic Medium"/>
            </a:endParaRPr>
          </a:p>
          <a:p>
            <a:pPr marL="522605">
              <a:lnSpc>
                <a:spcPct val="100000"/>
              </a:lnSpc>
              <a:spcBef>
                <a:spcPts val="815"/>
              </a:spcBef>
            </a:pP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1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𝑖</a:t>
            </a:r>
            <a:r>
              <a:rPr dirty="0" sz="2400" spc="20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≠</a:t>
            </a:r>
            <a:r>
              <a:rPr dirty="0" sz="2400" spc="11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𝑗</a:t>
            </a:r>
            <a:r>
              <a:rPr dirty="0" sz="2400">
                <a:latin typeface="Franklin Gothic Medium"/>
                <a:cs typeface="Franklin Gothic Medium"/>
              </a:rPr>
              <a:t>,</a:t>
            </a:r>
            <a:r>
              <a:rPr dirty="0" sz="2400" spc="-1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then </a:t>
            </a:r>
            <a:r>
              <a:rPr dirty="0" sz="2400">
                <a:latin typeface="Cambria Math"/>
                <a:cs typeface="Cambria Math"/>
              </a:rPr>
              <a:t>𝑣</a:t>
            </a:r>
            <a:r>
              <a:rPr dirty="0" baseline="-15873" sz="2625">
                <a:latin typeface="Cambria Math"/>
                <a:cs typeface="Cambria Math"/>
              </a:rPr>
              <a:t>𝑖</a:t>
            </a:r>
            <a:r>
              <a:rPr dirty="0" baseline="-15873" sz="2625" spc="6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≠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𝑣</a:t>
            </a:r>
            <a:r>
              <a:rPr dirty="0" baseline="-15873" sz="2625" spc="-37">
                <a:latin typeface="Cambria Math"/>
                <a:cs typeface="Cambria Math"/>
              </a:rPr>
              <a:t>𝑗</a:t>
            </a:r>
            <a:endParaRPr baseline="-15873" sz="2625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2400">
              <a:latin typeface="Cambria Math"/>
              <a:cs typeface="Cambria Math"/>
            </a:endParaRPr>
          </a:p>
          <a:p>
            <a:pPr marL="2357120">
              <a:lnSpc>
                <a:spcPct val="100000"/>
              </a:lnSpc>
            </a:pPr>
            <a:r>
              <a:rPr dirty="0" sz="1800" spc="-5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800">
              <a:latin typeface="Cambria Math"/>
              <a:cs typeface="Cambria Math"/>
            </a:endParaRPr>
          </a:p>
          <a:p>
            <a:pPr algn="ctr" marL="563880">
              <a:lnSpc>
                <a:spcPts val="2090"/>
              </a:lnSpc>
            </a:pPr>
            <a:r>
              <a:rPr dirty="0" sz="1800" spc="-50">
                <a:latin typeface="Cambria Math"/>
                <a:cs typeface="Cambria Math"/>
              </a:rPr>
              <a:t>4</a:t>
            </a:r>
            <a:endParaRPr sz="1800">
              <a:latin typeface="Cambria Math"/>
              <a:cs typeface="Cambria Math"/>
            </a:endParaRPr>
          </a:p>
          <a:p>
            <a:pPr algn="ctr" marR="8491855">
              <a:lnSpc>
                <a:spcPts val="2090"/>
              </a:lnSpc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878195" y="6143536"/>
            <a:ext cx="1524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latin typeface="Cambria Math"/>
                <a:cs typeface="Cambria Math"/>
              </a:rPr>
              <a:t>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40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2258060" y="6449013"/>
            <a:ext cx="152400" cy="254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dirty="0" spc="-110"/>
              <a:t> </a:t>
            </a:r>
            <a:r>
              <a:rPr dirty="0" spc="-85"/>
              <a:t>Terminology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1273810" y="3605529"/>
            <a:ext cx="5833110" cy="2885440"/>
            <a:chOff x="1273810" y="3605529"/>
            <a:chExt cx="5833110" cy="288544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345" y="3605529"/>
              <a:ext cx="213867" cy="21386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810" y="4443729"/>
              <a:ext cx="213868" cy="21386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8318" y="4335525"/>
              <a:ext cx="213868" cy="2138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1674" y="6275577"/>
              <a:ext cx="213868" cy="21539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7558" y="4736337"/>
              <a:ext cx="213868" cy="2138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4474" y="5920485"/>
              <a:ext cx="213867" cy="21386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2798" y="4765293"/>
              <a:ext cx="213868" cy="21539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453134" y="3784853"/>
              <a:ext cx="5475605" cy="2599690"/>
            </a:xfrm>
            <a:custGeom>
              <a:avLst/>
              <a:gdLst/>
              <a:ahLst/>
              <a:cxnLst/>
              <a:rect l="l" t="t" r="r" b="b"/>
              <a:pathLst>
                <a:path w="5475605" h="2599690">
                  <a:moveTo>
                    <a:pt x="1859661" y="0"/>
                  </a:moveTo>
                  <a:lnTo>
                    <a:pt x="0" y="695325"/>
                  </a:lnTo>
                </a:path>
                <a:path w="5475605" h="2599690">
                  <a:moveTo>
                    <a:pt x="0" y="836676"/>
                  </a:moveTo>
                  <a:lnTo>
                    <a:pt x="1025905" y="2598356"/>
                  </a:lnTo>
                </a:path>
                <a:path w="5475605" h="2599690">
                  <a:moveTo>
                    <a:pt x="1197864" y="2528252"/>
                  </a:moveTo>
                  <a:lnTo>
                    <a:pt x="3993388" y="758952"/>
                  </a:lnTo>
                </a:path>
                <a:path w="5475605" h="2599690">
                  <a:moveTo>
                    <a:pt x="2002536" y="0"/>
                  </a:moveTo>
                  <a:lnTo>
                    <a:pt x="3922649" y="587121"/>
                  </a:lnTo>
                </a:path>
                <a:path w="5475605" h="2599690">
                  <a:moveTo>
                    <a:pt x="1226820" y="2599461"/>
                  </a:moveTo>
                  <a:lnTo>
                    <a:pt x="4377308" y="2243328"/>
                  </a:lnTo>
                </a:path>
                <a:path w="5475605" h="2599690">
                  <a:moveTo>
                    <a:pt x="4549140" y="2171471"/>
                  </a:moveTo>
                  <a:lnTo>
                    <a:pt x="5475223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922731" y="4279849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454777" y="4023105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4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29560" y="4494403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41972" y="4552315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7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924936" y="3337305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237357" y="4906136"/>
            <a:ext cx="2703830" cy="1031240"/>
            <a:chOff x="3237357" y="4906136"/>
            <a:chExt cx="2703830" cy="1031240"/>
          </a:xfrm>
        </p:grpSpPr>
        <p:sp>
          <p:nvSpPr>
            <p:cNvPr id="21" name="object 21" descr=""/>
            <p:cNvSpPr/>
            <p:nvPr/>
          </p:nvSpPr>
          <p:spPr>
            <a:xfrm>
              <a:off x="3246882" y="4915661"/>
              <a:ext cx="2684780" cy="1012190"/>
            </a:xfrm>
            <a:custGeom>
              <a:avLst/>
              <a:gdLst/>
              <a:ahLst/>
              <a:cxnLst/>
              <a:rect l="l" t="t" r="r" b="b"/>
              <a:pathLst>
                <a:path w="2684779" h="1012189">
                  <a:moveTo>
                    <a:pt x="2684780" y="101170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1217" y="4913121"/>
              <a:ext cx="213868" cy="213867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5405754" y="4641037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452372" y="3784091"/>
            <a:ext cx="3993515" cy="2528570"/>
          </a:xfrm>
          <a:custGeom>
            <a:avLst/>
            <a:gdLst/>
            <a:ahLst/>
            <a:cxnLst/>
            <a:rect l="l" t="t" r="r" b="b"/>
            <a:pathLst>
              <a:path w="3993515" h="2528570">
                <a:moveTo>
                  <a:pt x="1859661" y="0"/>
                </a:moveTo>
                <a:lnTo>
                  <a:pt x="0" y="695324"/>
                </a:lnTo>
              </a:path>
              <a:path w="3993515" h="2528570">
                <a:moveTo>
                  <a:pt x="3922649" y="587120"/>
                </a:moveTo>
                <a:lnTo>
                  <a:pt x="2002536" y="0"/>
                </a:lnTo>
              </a:path>
              <a:path w="3993515" h="2528570">
                <a:moveTo>
                  <a:pt x="3993388" y="758951"/>
                </a:moveTo>
                <a:lnTo>
                  <a:pt x="1197864" y="2528252"/>
                </a:lnTo>
              </a:path>
              <a:path w="3993515" h="2528570">
                <a:moveTo>
                  <a:pt x="0" y="836675"/>
                </a:moveTo>
                <a:lnTo>
                  <a:pt x="996696" y="2527172"/>
                </a:lnTo>
              </a:path>
            </a:pathLst>
          </a:custGeom>
          <a:ln w="57150">
            <a:solidFill>
              <a:srgbClr val="6F2F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18134" y="1161864"/>
            <a:ext cx="9392285" cy="169926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265430" indent="-22732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 spc="-70">
                <a:latin typeface="Franklin Gothic Medium"/>
                <a:cs typeface="Franklin Gothic Medium"/>
              </a:rPr>
              <a:t>Walk: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sequence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vertices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connected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edges</a:t>
            </a:r>
            <a:endParaRPr sz="2800">
              <a:latin typeface="Franklin Gothic Medium"/>
              <a:cs typeface="Franklin Gothic Medium"/>
            </a:endParaRPr>
          </a:p>
          <a:p>
            <a:pPr marL="265430" indent="-227329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 spc="-20">
                <a:latin typeface="Franklin Gothic Medium"/>
                <a:cs typeface="Franklin Gothic Medium"/>
              </a:rPr>
              <a:t>Path: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walk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path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baseline="-16260" sz="3075" spc="52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different</a:t>
            </a:r>
            <a:endParaRPr sz="2800">
              <a:latin typeface="Franklin Gothic Medium"/>
              <a:cs typeface="Franklin Gothic Medium"/>
            </a:endParaRPr>
          </a:p>
          <a:p>
            <a:pPr marL="265430" indent="-227329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Closed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75">
                <a:latin typeface="Franklin Gothic Medium"/>
                <a:cs typeface="Franklin Gothic Medium"/>
              </a:rPr>
              <a:t>Walk: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walk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begins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ends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same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vertex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878195" y="6143536"/>
            <a:ext cx="1524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latin typeface="Cambria Math"/>
                <a:cs typeface="Cambria Math"/>
              </a:rPr>
              <a:t>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41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2258060" y="6449013"/>
            <a:ext cx="152400" cy="254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dirty="0" spc="-110"/>
              <a:t> </a:t>
            </a:r>
            <a:r>
              <a:rPr dirty="0" spc="-85"/>
              <a:t>Terminology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1273810" y="3605529"/>
            <a:ext cx="5833110" cy="2885440"/>
            <a:chOff x="1273810" y="3605529"/>
            <a:chExt cx="5833110" cy="288544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345" y="3605529"/>
              <a:ext cx="213867" cy="21386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810" y="4443729"/>
              <a:ext cx="213868" cy="21386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8318" y="4335525"/>
              <a:ext cx="213868" cy="2138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1674" y="6275577"/>
              <a:ext cx="213868" cy="21539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7558" y="4736337"/>
              <a:ext cx="213868" cy="21386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4474" y="5920485"/>
              <a:ext cx="213867" cy="21386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2798" y="4765293"/>
              <a:ext cx="213868" cy="21539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453134" y="3784853"/>
              <a:ext cx="5475605" cy="2599690"/>
            </a:xfrm>
            <a:custGeom>
              <a:avLst/>
              <a:gdLst/>
              <a:ahLst/>
              <a:cxnLst/>
              <a:rect l="l" t="t" r="r" b="b"/>
              <a:pathLst>
                <a:path w="5475605" h="2599690">
                  <a:moveTo>
                    <a:pt x="1859661" y="0"/>
                  </a:moveTo>
                  <a:lnTo>
                    <a:pt x="0" y="695325"/>
                  </a:lnTo>
                </a:path>
                <a:path w="5475605" h="2599690">
                  <a:moveTo>
                    <a:pt x="0" y="836676"/>
                  </a:moveTo>
                  <a:lnTo>
                    <a:pt x="1025905" y="2598356"/>
                  </a:lnTo>
                </a:path>
                <a:path w="5475605" h="2599690">
                  <a:moveTo>
                    <a:pt x="1197864" y="2528252"/>
                  </a:moveTo>
                  <a:lnTo>
                    <a:pt x="3993388" y="758952"/>
                  </a:lnTo>
                </a:path>
                <a:path w="5475605" h="2599690">
                  <a:moveTo>
                    <a:pt x="2002536" y="0"/>
                  </a:moveTo>
                  <a:lnTo>
                    <a:pt x="3922649" y="587121"/>
                  </a:lnTo>
                </a:path>
                <a:path w="5475605" h="2599690">
                  <a:moveTo>
                    <a:pt x="1226820" y="2599461"/>
                  </a:moveTo>
                  <a:lnTo>
                    <a:pt x="4377308" y="2243328"/>
                  </a:lnTo>
                </a:path>
                <a:path w="5475605" h="2599690">
                  <a:moveTo>
                    <a:pt x="4549140" y="2171471"/>
                  </a:moveTo>
                  <a:lnTo>
                    <a:pt x="5475223" y="1159764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829560" y="4494403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641972" y="4552315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7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237357" y="4906136"/>
            <a:ext cx="2703830" cy="1031240"/>
            <a:chOff x="3237357" y="4906136"/>
            <a:chExt cx="2703830" cy="1031240"/>
          </a:xfrm>
        </p:grpSpPr>
        <p:sp>
          <p:nvSpPr>
            <p:cNvPr id="18" name="object 18" descr=""/>
            <p:cNvSpPr/>
            <p:nvPr/>
          </p:nvSpPr>
          <p:spPr>
            <a:xfrm>
              <a:off x="3246882" y="4915661"/>
              <a:ext cx="2684780" cy="1012190"/>
            </a:xfrm>
            <a:custGeom>
              <a:avLst/>
              <a:gdLst/>
              <a:ahLst/>
              <a:cxnLst/>
              <a:rect l="l" t="t" r="r" b="b"/>
              <a:pathLst>
                <a:path w="2684779" h="1012189">
                  <a:moveTo>
                    <a:pt x="2684780" y="1011707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1217" y="4913121"/>
              <a:ext cx="213868" cy="213867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5405754" y="4641037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8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452372" y="3784091"/>
            <a:ext cx="3993515" cy="2528570"/>
          </a:xfrm>
          <a:custGeom>
            <a:avLst/>
            <a:gdLst/>
            <a:ahLst/>
            <a:cxnLst/>
            <a:rect l="l" t="t" r="r" b="b"/>
            <a:pathLst>
              <a:path w="3993515" h="2528570">
                <a:moveTo>
                  <a:pt x="1859661" y="0"/>
                </a:moveTo>
                <a:lnTo>
                  <a:pt x="0" y="695324"/>
                </a:lnTo>
              </a:path>
              <a:path w="3993515" h="2528570">
                <a:moveTo>
                  <a:pt x="3922649" y="587120"/>
                </a:moveTo>
                <a:lnTo>
                  <a:pt x="2002536" y="0"/>
                </a:lnTo>
              </a:path>
              <a:path w="3993515" h="2528570">
                <a:moveTo>
                  <a:pt x="3993388" y="758951"/>
                </a:moveTo>
                <a:lnTo>
                  <a:pt x="1197864" y="2528252"/>
                </a:lnTo>
              </a:path>
              <a:path w="3993515" h="2528570">
                <a:moveTo>
                  <a:pt x="0" y="836675"/>
                </a:moveTo>
                <a:lnTo>
                  <a:pt x="996696" y="2527172"/>
                </a:lnTo>
              </a:path>
            </a:pathLst>
          </a:custGeom>
          <a:ln w="57150">
            <a:solidFill>
              <a:srgbClr val="6F2F9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92734" y="1161864"/>
            <a:ext cx="9443085" cy="3418204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290830" indent="-227329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290830" algn="l"/>
              </a:tabLst>
            </a:pPr>
            <a:r>
              <a:rPr dirty="0" sz="2800" spc="-70">
                <a:latin typeface="Franklin Gothic Medium"/>
                <a:cs typeface="Franklin Gothic Medium"/>
              </a:rPr>
              <a:t>Walk: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sequence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vertices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connected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edges</a:t>
            </a:r>
            <a:endParaRPr sz="2800">
              <a:latin typeface="Franklin Gothic Medium"/>
              <a:cs typeface="Franklin Gothic Medium"/>
            </a:endParaRPr>
          </a:p>
          <a:p>
            <a:pPr marL="290830" indent="-227329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290830" algn="l"/>
              </a:tabLst>
            </a:pPr>
            <a:r>
              <a:rPr dirty="0" sz="2800" spc="-20">
                <a:latin typeface="Franklin Gothic Medium"/>
                <a:cs typeface="Franklin Gothic Medium"/>
              </a:rPr>
              <a:t>Path: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walk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path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iff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𝑣</a:t>
            </a:r>
            <a:r>
              <a:rPr dirty="0" baseline="-16260" sz="3075">
                <a:latin typeface="Cambria Math"/>
                <a:cs typeface="Cambria Math"/>
              </a:rPr>
              <a:t>𝑖</a:t>
            </a:r>
            <a:r>
              <a:rPr dirty="0" baseline="-16260" sz="3075" spc="52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different</a:t>
            </a:r>
            <a:endParaRPr sz="2800">
              <a:latin typeface="Franklin Gothic Medium"/>
              <a:cs typeface="Franklin Gothic Medium"/>
            </a:endParaRPr>
          </a:p>
          <a:p>
            <a:pPr marL="290830" indent="-227329">
              <a:lnSpc>
                <a:spcPct val="100000"/>
              </a:lnSpc>
              <a:spcBef>
                <a:spcPts val="910"/>
              </a:spcBef>
              <a:buFont typeface="Arial MT"/>
              <a:buChar char="•"/>
              <a:tabLst>
                <a:tab pos="290830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Closed</a:t>
            </a:r>
            <a:r>
              <a:rPr dirty="0" sz="2800" spc="-160">
                <a:latin typeface="Franklin Gothic Medium"/>
                <a:cs typeface="Franklin Gothic Medium"/>
              </a:rPr>
              <a:t> </a:t>
            </a:r>
            <a:r>
              <a:rPr dirty="0" sz="2800" spc="-75">
                <a:latin typeface="Franklin Gothic Medium"/>
                <a:cs typeface="Franklin Gothic Medium"/>
              </a:rPr>
              <a:t>Walk: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walk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begins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ends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same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vertex</a:t>
            </a:r>
            <a:endParaRPr sz="2800">
              <a:latin typeface="Franklin Gothic Medium"/>
              <a:cs typeface="Franklin Gothic Medium"/>
            </a:endParaRPr>
          </a:p>
          <a:p>
            <a:pPr marL="290830" indent="-227329">
              <a:lnSpc>
                <a:spcPts val="3270"/>
              </a:lnSpc>
              <a:spcBef>
                <a:spcPts val="775"/>
              </a:spcBef>
              <a:buFont typeface="Arial MT"/>
              <a:buChar char="•"/>
              <a:tabLst>
                <a:tab pos="29083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Cycle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(Simple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Graph):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Closed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walk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length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three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more</a:t>
            </a:r>
            <a:endParaRPr sz="2800">
              <a:latin typeface="Franklin Gothic Medium"/>
              <a:cs typeface="Franklin Gothic Medium"/>
            </a:endParaRPr>
          </a:p>
          <a:p>
            <a:pPr marL="2344420">
              <a:lnSpc>
                <a:spcPts val="2070"/>
              </a:lnSpc>
            </a:pPr>
            <a:r>
              <a:rPr dirty="0" sz="1800" spc="-5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800">
              <a:latin typeface="Cambria Math"/>
              <a:cs typeface="Cambria Math"/>
            </a:endParaRPr>
          </a:p>
          <a:p>
            <a:pPr algn="ctr" marL="433070">
              <a:lnSpc>
                <a:spcPts val="2090"/>
              </a:lnSpc>
            </a:pPr>
            <a:r>
              <a:rPr dirty="0" sz="1800" spc="-50">
                <a:latin typeface="Cambria Math"/>
                <a:cs typeface="Cambria Math"/>
              </a:rPr>
              <a:t>4</a:t>
            </a:r>
            <a:endParaRPr sz="1800">
              <a:latin typeface="Cambria Math"/>
              <a:cs typeface="Cambria Math"/>
            </a:endParaRPr>
          </a:p>
          <a:p>
            <a:pPr algn="ctr" marR="8622665">
              <a:lnSpc>
                <a:spcPts val="2090"/>
              </a:lnSpc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878195" y="6143536"/>
            <a:ext cx="1524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latin typeface="Cambria Math"/>
                <a:cs typeface="Cambria Math"/>
              </a:rPr>
              <a:t>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42</a:t>
            </a:r>
          </a:p>
        </p:txBody>
      </p:sp>
      <p:sp>
        <p:nvSpPr>
          <p:cNvPr id="25" name="object 25" descr=""/>
          <p:cNvSpPr txBox="1"/>
          <p:nvPr/>
        </p:nvSpPr>
        <p:spPr>
          <a:xfrm>
            <a:off x="2258060" y="6449013"/>
            <a:ext cx="152400" cy="254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dirty="0" spc="-110"/>
              <a:t> </a:t>
            </a:r>
            <a:r>
              <a:rPr dirty="0" spc="-85"/>
              <a:t>Terminology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43534" y="1250696"/>
            <a:ext cx="25520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Cycle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(digraph):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54704" y="1222705"/>
            <a:ext cx="784542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Franklin Gothic Medium"/>
                <a:cs typeface="Franklin Gothic Medium"/>
              </a:rPr>
              <a:t>Closed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 spc="-30">
                <a:latin typeface="Franklin Gothic Medium"/>
                <a:cs typeface="Franklin Gothic Medium"/>
              </a:rPr>
              <a:t>walk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length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2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or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more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whose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vertices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are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distinct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except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for</a:t>
            </a:r>
            <a:r>
              <a:rPr dirty="0" sz="2000" spc="-7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the</a:t>
            </a:r>
            <a:endParaRPr sz="20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dirty="0" sz="2000" spc="-20">
                <a:latin typeface="Franklin Gothic Medium"/>
                <a:cs typeface="Franklin Gothic Medium"/>
              </a:rPr>
              <a:t>beginning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2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end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vertices.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942589" y="2713989"/>
            <a:ext cx="5501005" cy="3039745"/>
            <a:chOff x="2942589" y="2713989"/>
            <a:chExt cx="5501005" cy="3039745"/>
          </a:xfrm>
        </p:grpSpPr>
        <p:sp>
          <p:nvSpPr>
            <p:cNvPr id="9" name="object 9" descr=""/>
            <p:cNvSpPr/>
            <p:nvPr/>
          </p:nvSpPr>
          <p:spPr>
            <a:xfrm>
              <a:off x="4905755" y="2720339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05755" y="2720339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948939" y="3570731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19" h="285114">
                  <a:moveTo>
                    <a:pt x="143256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3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6" y="284987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3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6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948939" y="3570731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19" h="285114">
                  <a:moveTo>
                    <a:pt x="0" y="142493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6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3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6" y="284987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001255" y="3473195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7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001255" y="3473195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7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047743" y="54620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34"/>
                  </a:lnTo>
                  <a:lnTo>
                    <a:pt x="27480" y="226651"/>
                  </a:lnTo>
                  <a:lnTo>
                    <a:pt x="58320" y="257496"/>
                  </a:lnTo>
                  <a:lnTo>
                    <a:pt x="97438" y="277724"/>
                  </a:lnTo>
                  <a:lnTo>
                    <a:pt x="142493" y="284988"/>
                  </a:lnTo>
                  <a:lnTo>
                    <a:pt x="187549" y="277724"/>
                  </a:lnTo>
                  <a:lnTo>
                    <a:pt x="226667" y="257496"/>
                  </a:lnTo>
                  <a:lnTo>
                    <a:pt x="257507" y="226651"/>
                  </a:lnTo>
                  <a:lnTo>
                    <a:pt x="277727" y="187534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047743" y="5462016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3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34"/>
                  </a:lnTo>
                  <a:lnTo>
                    <a:pt x="257507" y="226651"/>
                  </a:lnTo>
                  <a:lnTo>
                    <a:pt x="226667" y="257496"/>
                  </a:lnTo>
                  <a:lnTo>
                    <a:pt x="187549" y="277724"/>
                  </a:lnTo>
                  <a:lnTo>
                    <a:pt x="142493" y="284988"/>
                  </a:lnTo>
                  <a:lnTo>
                    <a:pt x="97438" y="277724"/>
                  </a:lnTo>
                  <a:lnTo>
                    <a:pt x="58320" y="257496"/>
                  </a:lnTo>
                  <a:lnTo>
                    <a:pt x="27480" y="226651"/>
                  </a:lnTo>
                  <a:lnTo>
                    <a:pt x="7260" y="187534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28972" y="385267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3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728972" y="385267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3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3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245351" y="537362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34"/>
                  </a:lnTo>
                  <a:lnTo>
                    <a:pt x="27480" y="226651"/>
                  </a:lnTo>
                  <a:lnTo>
                    <a:pt x="58320" y="257496"/>
                  </a:lnTo>
                  <a:lnTo>
                    <a:pt x="97438" y="277724"/>
                  </a:lnTo>
                  <a:lnTo>
                    <a:pt x="142494" y="284988"/>
                  </a:lnTo>
                  <a:lnTo>
                    <a:pt x="187549" y="277724"/>
                  </a:lnTo>
                  <a:lnTo>
                    <a:pt x="226667" y="257496"/>
                  </a:lnTo>
                  <a:lnTo>
                    <a:pt x="257507" y="226651"/>
                  </a:lnTo>
                  <a:lnTo>
                    <a:pt x="277727" y="187534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45351" y="537362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34"/>
                  </a:lnTo>
                  <a:lnTo>
                    <a:pt x="257507" y="226651"/>
                  </a:lnTo>
                  <a:lnTo>
                    <a:pt x="226667" y="257496"/>
                  </a:lnTo>
                  <a:lnTo>
                    <a:pt x="187549" y="277724"/>
                  </a:lnTo>
                  <a:lnTo>
                    <a:pt x="142494" y="284988"/>
                  </a:lnTo>
                  <a:lnTo>
                    <a:pt x="97438" y="277724"/>
                  </a:lnTo>
                  <a:lnTo>
                    <a:pt x="58320" y="257496"/>
                  </a:lnTo>
                  <a:lnTo>
                    <a:pt x="27480" y="226651"/>
                  </a:lnTo>
                  <a:lnTo>
                    <a:pt x="7260" y="187534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151875" y="397306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7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151875" y="397306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7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190240" y="2947923"/>
              <a:ext cx="5003800" cy="2666365"/>
            </a:xfrm>
            <a:custGeom>
              <a:avLst/>
              <a:gdLst/>
              <a:ahLst/>
              <a:cxnLst/>
              <a:rect l="l" t="t" r="r" b="b"/>
              <a:pathLst>
                <a:path w="5003800" h="2666365">
                  <a:moveTo>
                    <a:pt x="1758188" y="15494"/>
                  </a:moveTo>
                  <a:lnTo>
                    <a:pt x="1617091" y="0"/>
                  </a:lnTo>
                  <a:lnTo>
                    <a:pt x="1635810" y="50634"/>
                  </a:lnTo>
                  <a:lnTo>
                    <a:pt x="0" y="656336"/>
                  </a:lnTo>
                  <a:lnTo>
                    <a:pt x="6604" y="674243"/>
                  </a:lnTo>
                  <a:lnTo>
                    <a:pt x="1642440" y="68529"/>
                  </a:lnTo>
                  <a:lnTo>
                    <a:pt x="1661160" y="119126"/>
                  </a:lnTo>
                  <a:lnTo>
                    <a:pt x="1729409" y="46228"/>
                  </a:lnTo>
                  <a:lnTo>
                    <a:pt x="1758188" y="15494"/>
                  </a:lnTo>
                  <a:close/>
                </a:path>
                <a:path w="5003800" h="2666365">
                  <a:moveTo>
                    <a:pt x="2929051" y="2583523"/>
                  </a:moveTo>
                  <a:lnTo>
                    <a:pt x="2928175" y="2564600"/>
                  </a:lnTo>
                  <a:lnTo>
                    <a:pt x="1142873" y="2646908"/>
                  </a:lnTo>
                  <a:lnTo>
                    <a:pt x="1143635" y="2665946"/>
                  </a:lnTo>
                  <a:lnTo>
                    <a:pt x="2929051" y="2583523"/>
                  </a:lnTo>
                  <a:close/>
                </a:path>
                <a:path w="5003800" h="2666365">
                  <a:moveTo>
                    <a:pt x="3055493" y="2568194"/>
                  </a:moveTo>
                  <a:lnTo>
                    <a:pt x="3046031" y="2564003"/>
                  </a:lnTo>
                  <a:lnTo>
                    <a:pt x="2925699" y="2510663"/>
                  </a:lnTo>
                  <a:lnTo>
                    <a:pt x="2928150" y="2564003"/>
                  </a:lnTo>
                  <a:lnTo>
                    <a:pt x="2928175" y="2564600"/>
                  </a:lnTo>
                  <a:lnTo>
                    <a:pt x="2929026" y="2582926"/>
                  </a:lnTo>
                  <a:lnTo>
                    <a:pt x="2929051" y="2583523"/>
                  </a:lnTo>
                  <a:lnTo>
                    <a:pt x="2931541" y="2637536"/>
                  </a:lnTo>
                  <a:lnTo>
                    <a:pt x="3055493" y="2568194"/>
                  </a:lnTo>
                  <a:close/>
                </a:path>
                <a:path w="5003800" h="2666365">
                  <a:moveTo>
                    <a:pt x="3852926" y="567182"/>
                  </a:moveTo>
                  <a:lnTo>
                    <a:pt x="3828224" y="544322"/>
                  </a:lnTo>
                  <a:lnTo>
                    <a:pt x="3748659" y="470662"/>
                  </a:lnTo>
                  <a:lnTo>
                    <a:pt x="3733596" y="522465"/>
                  </a:lnTo>
                  <a:lnTo>
                    <a:pt x="1962785" y="6350"/>
                  </a:lnTo>
                  <a:lnTo>
                    <a:pt x="1957451" y="24638"/>
                  </a:lnTo>
                  <a:lnTo>
                    <a:pt x="3728288" y="540766"/>
                  </a:lnTo>
                  <a:lnTo>
                    <a:pt x="3713226" y="592582"/>
                  </a:lnTo>
                  <a:lnTo>
                    <a:pt x="3852926" y="567182"/>
                  </a:lnTo>
                  <a:close/>
                </a:path>
                <a:path w="5003800" h="2666365">
                  <a:moveTo>
                    <a:pt x="3953002" y="811022"/>
                  </a:moveTo>
                  <a:lnTo>
                    <a:pt x="3811524" y="823087"/>
                  </a:lnTo>
                  <a:lnTo>
                    <a:pt x="3839730" y="869188"/>
                  </a:lnTo>
                  <a:lnTo>
                    <a:pt x="1095629" y="2548001"/>
                  </a:lnTo>
                  <a:lnTo>
                    <a:pt x="1105535" y="2564257"/>
                  </a:lnTo>
                  <a:lnTo>
                    <a:pt x="3849662" y="885418"/>
                  </a:lnTo>
                  <a:lnTo>
                    <a:pt x="3877818" y="931418"/>
                  </a:lnTo>
                  <a:lnTo>
                    <a:pt x="3920794" y="862584"/>
                  </a:lnTo>
                  <a:lnTo>
                    <a:pt x="3953002" y="811022"/>
                  </a:lnTo>
                  <a:close/>
                </a:path>
                <a:path w="5003800" h="2666365">
                  <a:moveTo>
                    <a:pt x="5003292" y="1268222"/>
                  </a:moveTo>
                  <a:lnTo>
                    <a:pt x="4862830" y="1289304"/>
                  </a:lnTo>
                  <a:lnTo>
                    <a:pt x="4893919" y="1333474"/>
                  </a:lnTo>
                  <a:lnTo>
                    <a:pt x="3292729" y="2459863"/>
                  </a:lnTo>
                  <a:lnTo>
                    <a:pt x="3303651" y="2475357"/>
                  </a:lnTo>
                  <a:lnTo>
                    <a:pt x="4904892" y="1349057"/>
                  </a:lnTo>
                  <a:lnTo>
                    <a:pt x="4935982" y="1393190"/>
                  </a:lnTo>
                  <a:lnTo>
                    <a:pt x="4972088" y="1326134"/>
                  </a:lnTo>
                  <a:lnTo>
                    <a:pt x="5003292" y="1268222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634107" y="3356228"/>
            <a:ext cx="290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774313" y="5606592"/>
            <a:ext cx="2959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151878" y="3109340"/>
            <a:ext cx="287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470269" y="5589523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5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527550" y="3558032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6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963661" y="3706444"/>
            <a:ext cx="1504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085581" y="3814952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7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4973573" y="4095750"/>
            <a:ext cx="2355850" cy="1285240"/>
            <a:chOff x="4973573" y="4095750"/>
            <a:chExt cx="2355850" cy="1285240"/>
          </a:xfrm>
        </p:grpSpPr>
        <p:sp>
          <p:nvSpPr>
            <p:cNvPr id="32" name="object 32" descr=""/>
            <p:cNvSpPr/>
            <p:nvPr/>
          </p:nvSpPr>
          <p:spPr>
            <a:xfrm>
              <a:off x="4973573" y="4095750"/>
              <a:ext cx="1421765" cy="1285240"/>
            </a:xfrm>
            <a:custGeom>
              <a:avLst/>
              <a:gdLst/>
              <a:ahLst/>
              <a:cxnLst/>
              <a:rect l="l" t="t" r="r" b="b"/>
              <a:pathLst>
                <a:path w="1421764" h="1285239">
                  <a:moveTo>
                    <a:pt x="100571" y="78071"/>
                  </a:moveTo>
                  <a:lnTo>
                    <a:pt x="87854" y="92154"/>
                  </a:lnTo>
                  <a:lnTo>
                    <a:pt x="1408684" y="1285113"/>
                  </a:lnTo>
                  <a:lnTo>
                    <a:pt x="1421511" y="1271016"/>
                  </a:lnTo>
                  <a:lnTo>
                    <a:pt x="100571" y="78071"/>
                  </a:lnTo>
                  <a:close/>
                </a:path>
                <a:path w="1421764" h="1285239">
                  <a:moveTo>
                    <a:pt x="0" y="0"/>
                  </a:moveTo>
                  <a:lnTo>
                    <a:pt x="51688" y="132206"/>
                  </a:lnTo>
                  <a:lnTo>
                    <a:pt x="87854" y="92154"/>
                  </a:lnTo>
                  <a:lnTo>
                    <a:pt x="78486" y="83693"/>
                  </a:lnTo>
                  <a:lnTo>
                    <a:pt x="91186" y="69595"/>
                  </a:lnTo>
                  <a:lnTo>
                    <a:pt x="108224" y="69595"/>
                  </a:lnTo>
                  <a:lnTo>
                    <a:pt x="136778" y="37973"/>
                  </a:lnTo>
                  <a:lnTo>
                    <a:pt x="0" y="0"/>
                  </a:lnTo>
                  <a:close/>
                </a:path>
                <a:path w="1421764" h="1285239">
                  <a:moveTo>
                    <a:pt x="91186" y="69595"/>
                  </a:moveTo>
                  <a:lnTo>
                    <a:pt x="78486" y="83693"/>
                  </a:lnTo>
                  <a:lnTo>
                    <a:pt x="87854" y="92154"/>
                  </a:lnTo>
                  <a:lnTo>
                    <a:pt x="100571" y="78071"/>
                  </a:lnTo>
                  <a:lnTo>
                    <a:pt x="91186" y="69595"/>
                  </a:lnTo>
                  <a:close/>
                </a:path>
                <a:path w="1421764" h="1285239">
                  <a:moveTo>
                    <a:pt x="108224" y="69595"/>
                  </a:moveTo>
                  <a:lnTo>
                    <a:pt x="91186" y="69595"/>
                  </a:lnTo>
                  <a:lnTo>
                    <a:pt x="100571" y="78071"/>
                  </a:lnTo>
                  <a:lnTo>
                    <a:pt x="108224" y="69595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037831" y="430834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037831" y="430834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6800342" y="3984497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8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573778" y="2360167"/>
            <a:ext cx="2952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𝑣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2925699" y="3700525"/>
            <a:ext cx="1332865" cy="1918970"/>
          </a:xfrm>
          <a:custGeom>
            <a:avLst/>
            <a:gdLst/>
            <a:ahLst/>
            <a:cxnLst/>
            <a:rect l="l" t="t" r="r" b="b"/>
            <a:pathLst>
              <a:path w="1332864" h="1918970">
                <a:moveTo>
                  <a:pt x="142875" y="255270"/>
                </a:moveTo>
                <a:lnTo>
                  <a:pt x="136042" y="242697"/>
                </a:lnTo>
                <a:lnTo>
                  <a:pt x="66675" y="114808"/>
                </a:lnTo>
                <a:lnTo>
                  <a:pt x="0" y="259969"/>
                </a:lnTo>
                <a:lnTo>
                  <a:pt x="57315" y="258089"/>
                </a:lnTo>
                <a:lnTo>
                  <a:pt x="56642" y="243967"/>
                </a:lnTo>
                <a:lnTo>
                  <a:pt x="57188" y="255270"/>
                </a:lnTo>
                <a:lnTo>
                  <a:pt x="57277" y="257149"/>
                </a:lnTo>
                <a:lnTo>
                  <a:pt x="57315" y="258089"/>
                </a:lnTo>
                <a:lnTo>
                  <a:pt x="85864" y="257149"/>
                </a:lnTo>
                <a:lnTo>
                  <a:pt x="85801" y="255270"/>
                </a:lnTo>
                <a:lnTo>
                  <a:pt x="85890" y="257149"/>
                </a:lnTo>
                <a:lnTo>
                  <a:pt x="142875" y="255270"/>
                </a:lnTo>
                <a:close/>
              </a:path>
              <a:path w="1332864" h="1918970">
                <a:moveTo>
                  <a:pt x="581571" y="87325"/>
                </a:moveTo>
                <a:lnTo>
                  <a:pt x="546023" y="66294"/>
                </a:lnTo>
                <a:lnTo>
                  <a:pt x="539369" y="62357"/>
                </a:lnTo>
                <a:lnTo>
                  <a:pt x="514680" y="50292"/>
                </a:lnTo>
                <a:lnTo>
                  <a:pt x="494411" y="40386"/>
                </a:lnTo>
                <a:lnTo>
                  <a:pt x="489127" y="38354"/>
                </a:lnTo>
                <a:lnTo>
                  <a:pt x="488149" y="37973"/>
                </a:lnTo>
                <a:lnTo>
                  <a:pt x="469696" y="30861"/>
                </a:lnTo>
                <a:lnTo>
                  <a:pt x="448945" y="22860"/>
                </a:lnTo>
                <a:lnTo>
                  <a:pt x="403098" y="10287"/>
                </a:lnTo>
                <a:lnTo>
                  <a:pt x="356870" y="2540"/>
                </a:lnTo>
                <a:lnTo>
                  <a:pt x="311277" y="0"/>
                </a:lnTo>
                <a:lnTo>
                  <a:pt x="309753" y="28448"/>
                </a:lnTo>
                <a:lnTo>
                  <a:pt x="354444" y="31115"/>
                </a:lnTo>
                <a:lnTo>
                  <a:pt x="397243" y="38290"/>
                </a:lnTo>
                <a:lnTo>
                  <a:pt x="397637" y="38354"/>
                </a:lnTo>
                <a:lnTo>
                  <a:pt x="397484" y="38354"/>
                </a:lnTo>
                <a:lnTo>
                  <a:pt x="439293" y="49911"/>
                </a:lnTo>
                <a:lnTo>
                  <a:pt x="483146" y="66624"/>
                </a:lnTo>
                <a:lnTo>
                  <a:pt x="525526" y="87325"/>
                </a:lnTo>
                <a:lnTo>
                  <a:pt x="581571" y="87325"/>
                </a:lnTo>
                <a:close/>
              </a:path>
              <a:path w="1332864" h="1918970">
                <a:moveTo>
                  <a:pt x="1123442" y="1890191"/>
                </a:moveTo>
                <a:lnTo>
                  <a:pt x="1076718" y="1887766"/>
                </a:lnTo>
                <a:lnTo>
                  <a:pt x="1075436" y="1887766"/>
                </a:lnTo>
                <a:lnTo>
                  <a:pt x="1027671" y="1880362"/>
                </a:lnTo>
                <a:lnTo>
                  <a:pt x="1027430" y="1880362"/>
                </a:lnTo>
                <a:lnTo>
                  <a:pt x="1027036" y="1880273"/>
                </a:lnTo>
                <a:lnTo>
                  <a:pt x="1026426" y="1880108"/>
                </a:lnTo>
                <a:lnTo>
                  <a:pt x="979766" y="1868170"/>
                </a:lnTo>
                <a:lnTo>
                  <a:pt x="978636" y="1867903"/>
                </a:lnTo>
                <a:lnTo>
                  <a:pt x="931951" y="1851279"/>
                </a:lnTo>
                <a:lnTo>
                  <a:pt x="930681" y="1850847"/>
                </a:lnTo>
                <a:lnTo>
                  <a:pt x="883158" y="1829308"/>
                </a:lnTo>
                <a:lnTo>
                  <a:pt x="881392" y="1828292"/>
                </a:lnTo>
                <a:lnTo>
                  <a:pt x="837044" y="1803908"/>
                </a:lnTo>
                <a:lnTo>
                  <a:pt x="836320" y="1803514"/>
                </a:lnTo>
                <a:lnTo>
                  <a:pt x="836917" y="1803908"/>
                </a:lnTo>
                <a:lnTo>
                  <a:pt x="789432" y="1773428"/>
                </a:lnTo>
                <a:lnTo>
                  <a:pt x="743458" y="1739138"/>
                </a:lnTo>
                <a:lnTo>
                  <a:pt x="698982" y="1701901"/>
                </a:lnTo>
                <a:lnTo>
                  <a:pt x="655002" y="1660639"/>
                </a:lnTo>
                <a:lnTo>
                  <a:pt x="654481" y="1660093"/>
                </a:lnTo>
                <a:lnTo>
                  <a:pt x="654075" y="1659775"/>
                </a:lnTo>
                <a:lnTo>
                  <a:pt x="653542" y="1659267"/>
                </a:lnTo>
                <a:lnTo>
                  <a:pt x="654177" y="1659775"/>
                </a:lnTo>
                <a:lnTo>
                  <a:pt x="653694" y="1659267"/>
                </a:lnTo>
                <a:lnTo>
                  <a:pt x="610704" y="1614424"/>
                </a:lnTo>
                <a:lnTo>
                  <a:pt x="567436" y="1564970"/>
                </a:lnTo>
                <a:lnTo>
                  <a:pt x="525780" y="1512570"/>
                </a:lnTo>
                <a:lnTo>
                  <a:pt x="485508" y="1457198"/>
                </a:lnTo>
                <a:lnTo>
                  <a:pt x="446493" y="1398816"/>
                </a:lnTo>
                <a:lnTo>
                  <a:pt x="409194" y="1338173"/>
                </a:lnTo>
                <a:lnTo>
                  <a:pt x="373392" y="1275232"/>
                </a:lnTo>
                <a:lnTo>
                  <a:pt x="373087" y="1274648"/>
                </a:lnTo>
                <a:lnTo>
                  <a:pt x="372960" y="1274470"/>
                </a:lnTo>
                <a:lnTo>
                  <a:pt x="372745" y="1274076"/>
                </a:lnTo>
                <a:lnTo>
                  <a:pt x="339229" y="1209509"/>
                </a:lnTo>
                <a:lnTo>
                  <a:pt x="338632" y="1208265"/>
                </a:lnTo>
                <a:lnTo>
                  <a:pt x="338328" y="1207782"/>
                </a:lnTo>
                <a:lnTo>
                  <a:pt x="305930" y="1139977"/>
                </a:lnTo>
                <a:lnTo>
                  <a:pt x="274637" y="1068616"/>
                </a:lnTo>
                <a:lnTo>
                  <a:pt x="246875" y="999210"/>
                </a:lnTo>
                <a:lnTo>
                  <a:pt x="245897" y="996505"/>
                </a:lnTo>
                <a:lnTo>
                  <a:pt x="245719" y="996035"/>
                </a:lnTo>
                <a:lnTo>
                  <a:pt x="218821" y="922007"/>
                </a:lnTo>
                <a:lnTo>
                  <a:pt x="193941" y="845947"/>
                </a:lnTo>
                <a:lnTo>
                  <a:pt x="171450" y="768858"/>
                </a:lnTo>
                <a:lnTo>
                  <a:pt x="150876" y="689610"/>
                </a:lnTo>
                <a:lnTo>
                  <a:pt x="150837" y="689483"/>
                </a:lnTo>
                <a:lnTo>
                  <a:pt x="150749" y="689102"/>
                </a:lnTo>
                <a:lnTo>
                  <a:pt x="133210" y="610882"/>
                </a:lnTo>
                <a:lnTo>
                  <a:pt x="117729" y="530186"/>
                </a:lnTo>
                <a:lnTo>
                  <a:pt x="117500" y="528675"/>
                </a:lnTo>
                <a:lnTo>
                  <a:pt x="117411" y="528193"/>
                </a:lnTo>
                <a:lnTo>
                  <a:pt x="104533" y="446913"/>
                </a:lnTo>
                <a:lnTo>
                  <a:pt x="104241" y="444703"/>
                </a:lnTo>
                <a:lnTo>
                  <a:pt x="94742" y="367284"/>
                </a:lnTo>
                <a:lnTo>
                  <a:pt x="94500" y="364553"/>
                </a:lnTo>
                <a:lnTo>
                  <a:pt x="94449" y="364109"/>
                </a:lnTo>
                <a:lnTo>
                  <a:pt x="87020" y="281686"/>
                </a:lnTo>
                <a:lnTo>
                  <a:pt x="86931" y="280403"/>
                </a:lnTo>
                <a:lnTo>
                  <a:pt x="86017" y="259969"/>
                </a:lnTo>
                <a:lnTo>
                  <a:pt x="85890" y="257149"/>
                </a:lnTo>
                <a:lnTo>
                  <a:pt x="57315" y="258089"/>
                </a:lnTo>
                <a:lnTo>
                  <a:pt x="58394" y="280403"/>
                </a:lnTo>
                <a:lnTo>
                  <a:pt x="58432" y="281063"/>
                </a:lnTo>
                <a:lnTo>
                  <a:pt x="58547" y="283337"/>
                </a:lnTo>
                <a:lnTo>
                  <a:pt x="66001" y="366966"/>
                </a:lnTo>
                <a:lnTo>
                  <a:pt x="76200" y="450596"/>
                </a:lnTo>
                <a:lnTo>
                  <a:pt x="89281" y="533273"/>
                </a:lnTo>
                <a:lnTo>
                  <a:pt x="104902" y="615188"/>
                </a:lnTo>
                <a:lnTo>
                  <a:pt x="123063" y="696087"/>
                </a:lnTo>
                <a:lnTo>
                  <a:pt x="143637" y="775716"/>
                </a:lnTo>
                <a:lnTo>
                  <a:pt x="166624" y="854202"/>
                </a:lnTo>
                <a:lnTo>
                  <a:pt x="191770" y="931037"/>
                </a:lnTo>
                <a:lnTo>
                  <a:pt x="219075" y="1006348"/>
                </a:lnTo>
                <a:lnTo>
                  <a:pt x="248412" y="1079881"/>
                </a:lnTo>
                <a:lnTo>
                  <a:pt x="279654" y="1151382"/>
                </a:lnTo>
                <a:lnTo>
                  <a:pt x="312928" y="1220724"/>
                </a:lnTo>
                <a:lnTo>
                  <a:pt x="347726" y="1287907"/>
                </a:lnTo>
                <a:lnTo>
                  <a:pt x="384429" y="1352550"/>
                </a:lnTo>
                <a:lnTo>
                  <a:pt x="422656" y="1414526"/>
                </a:lnTo>
                <a:lnTo>
                  <a:pt x="462280" y="1473708"/>
                </a:lnTo>
                <a:lnTo>
                  <a:pt x="503301" y="1530108"/>
                </a:lnTo>
                <a:lnTo>
                  <a:pt x="545592" y="1583309"/>
                </a:lnTo>
                <a:lnTo>
                  <a:pt x="589153" y="1633220"/>
                </a:lnTo>
                <a:lnTo>
                  <a:pt x="633730" y="1679829"/>
                </a:lnTo>
                <a:lnTo>
                  <a:pt x="679450" y="1722755"/>
                </a:lnTo>
                <a:lnTo>
                  <a:pt x="726059" y="1761871"/>
                </a:lnTo>
                <a:lnTo>
                  <a:pt x="773557" y="1797177"/>
                </a:lnTo>
                <a:lnTo>
                  <a:pt x="821944" y="1828292"/>
                </a:lnTo>
                <a:lnTo>
                  <a:pt x="870839" y="1855089"/>
                </a:lnTo>
                <a:lnTo>
                  <a:pt x="920369" y="1877568"/>
                </a:lnTo>
                <a:lnTo>
                  <a:pt x="970534" y="1895284"/>
                </a:lnTo>
                <a:lnTo>
                  <a:pt x="1020953" y="1908187"/>
                </a:lnTo>
                <a:lnTo>
                  <a:pt x="1071753" y="1916112"/>
                </a:lnTo>
                <a:lnTo>
                  <a:pt x="1121918" y="1918728"/>
                </a:lnTo>
                <a:lnTo>
                  <a:pt x="1123442" y="1890191"/>
                </a:lnTo>
                <a:close/>
              </a:path>
              <a:path w="1332864" h="1918970">
                <a:moveTo>
                  <a:pt x="1332738" y="1617091"/>
                </a:moveTo>
                <a:lnTo>
                  <a:pt x="1275410" y="1618881"/>
                </a:lnTo>
                <a:lnTo>
                  <a:pt x="1274673" y="1600288"/>
                </a:lnTo>
                <a:lnTo>
                  <a:pt x="1274572" y="1597660"/>
                </a:lnTo>
                <a:lnTo>
                  <a:pt x="1267841" y="1515745"/>
                </a:lnTo>
                <a:lnTo>
                  <a:pt x="1258570" y="1434211"/>
                </a:lnTo>
                <a:lnTo>
                  <a:pt x="1246759" y="1353566"/>
                </a:lnTo>
                <a:lnTo>
                  <a:pt x="1232535" y="1273556"/>
                </a:lnTo>
                <a:lnTo>
                  <a:pt x="1216152" y="1194689"/>
                </a:lnTo>
                <a:lnTo>
                  <a:pt x="1197483" y="1116838"/>
                </a:lnTo>
                <a:lnTo>
                  <a:pt x="1176782" y="1040257"/>
                </a:lnTo>
                <a:lnTo>
                  <a:pt x="1154049" y="965073"/>
                </a:lnTo>
                <a:lnTo>
                  <a:pt x="1129284" y="891667"/>
                </a:lnTo>
                <a:lnTo>
                  <a:pt x="1102741" y="819912"/>
                </a:lnTo>
                <a:lnTo>
                  <a:pt x="1074547" y="750062"/>
                </a:lnTo>
                <a:lnTo>
                  <a:pt x="1044575" y="682371"/>
                </a:lnTo>
                <a:lnTo>
                  <a:pt x="1012952" y="616712"/>
                </a:lnTo>
                <a:lnTo>
                  <a:pt x="979805" y="553593"/>
                </a:lnTo>
                <a:lnTo>
                  <a:pt x="945261" y="493014"/>
                </a:lnTo>
                <a:lnTo>
                  <a:pt x="909447" y="435229"/>
                </a:lnTo>
                <a:lnTo>
                  <a:pt x="872236" y="380111"/>
                </a:lnTo>
                <a:lnTo>
                  <a:pt x="834009" y="328168"/>
                </a:lnTo>
                <a:lnTo>
                  <a:pt x="794639" y="279273"/>
                </a:lnTo>
                <a:lnTo>
                  <a:pt x="754126" y="233807"/>
                </a:lnTo>
                <a:lnTo>
                  <a:pt x="712851" y="191897"/>
                </a:lnTo>
                <a:lnTo>
                  <a:pt x="670560" y="153543"/>
                </a:lnTo>
                <a:lnTo>
                  <a:pt x="627507" y="119126"/>
                </a:lnTo>
                <a:lnTo>
                  <a:pt x="583819" y="88646"/>
                </a:lnTo>
                <a:lnTo>
                  <a:pt x="582307" y="87757"/>
                </a:lnTo>
                <a:lnTo>
                  <a:pt x="526415" y="87757"/>
                </a:lnTo>
                <a:lnTo>
                  <a:pt x="526249" y="87757"/>
                </a:lnTo>
                <a:lnTo>
                  <a:pt x="567931" y="112395"/>
                </a:lnTo>
                <a:lnTo>
                  <a:pt x="609739" y="141554"/>
                </a:lnTo>
                <a:lnTo>
                  <a:pt x="651764" y="175018"/>
                </a:lnTo>
                <a:lnTo>
                  <a:pt x="652399" y="175615"/>
                </a:lnTo>
                <a:lnTo>
                  <a:pt x="652932" y="176072"/>
                </a:lnTo>
                <a:lnTo>
                  <a:pt x="693280" y="212725"/>
                </a:lnTo>
                <a:lnTo>
                  <a:pt x="733044" y="253111"/>
                </a:lnTo>
                <a:lnTo>
                  <a:pt x="772236" y="297167"/>
                </a:lnTo>
                <a:lnTo>
                  <a:pt x="772528" y="297561"/>
                </a:lnTo>
                <a:lnTo>
                  <a:pt x="811517" y="345821"/>
                </a:lnTo>
                <a:lnTo>
                  <a:pt x="848728" y="396367"/>
                </a:lnTo>
                <a:lnTo>
                  <a:pt x="885342" y="450634"/>
                </a:lnTo>
                <a:lnTo>
                  <a:pt x="920432" y="507174"/>
                </a:lnTo>
                <a:lnTo>
                  <a:pt x="920483" y="507365"/>
                </a:lnTo>
                <a:lnTo>
                  <a:pt x="954887" y="567512"/>
                </a:lnTo>
                <a:lnTo>
                  <a:pt x="954532" y="567131"/>
                </a:lnTo>
                <a:lnTo>
                  <a:pt x="956411" y="570445"/>
                </a:lnTo>
                <a:lnTo>
                  <a:pt x="980630" y="616712"/>
                </a:lnTo>
                <a:lnTo>
                  <a:pt x="1012875" y="682371"/>
                </a:lnTo>
                <a:lnTo>
                  <a:pt x="1043279" y="750062"/>
                </a:lnTo>
                <a:lnTo>
                  <a:pt x="1076058" y="830084"/>
                </a:lnTo>
                <a:lnTo>
                  <a:pt x="1098892" y="891667"/>
                </a:lnTo>
                <a:lnTo>
                  <a:pt x="1126731" y="973607"/>
                </a:lnTo>
                <a:lnTo>
                  <a:pt x="1126769" y="973772"/>
                </a:lnTo>
                <a:lnTo>
                  <a:pt x="1127163" y="974979"/>
                </a:lnTo>
                <a:lnTo>
                  <a:pt x="1149248" y="1047673"/>
                </a:lnTo>
                <a:lnTo>
                  <a:pt x="1169758" y="1123518"/>
                </a:lnTo>
                <a:lnTo>
                  <a:pt x="1169885" y="1124077"/>
                </a:lnTo>
                <a:lnTo>
                  <a:pt x="1188173" y="1200492"/>
                </a:lnTo>
                <a:lnTo>
                  <a:pt x="1204201" y="1277302"/>
                </a:lnTo>
                <a:lnTo>
                  <a:pt x="1218158" y="1355991"/>
                </a:lnTo>
                <a:lnTo>
                  <a:pt x="1229868" y="1435595"/>
                </a:lnTo>
                <a:lnTo>
                  <a:pt x="1239075" y="1515745"/>
                </a:lnTo>
                <a:lnTo>
                  <a:pt x="1239380" y="1518666"/>
                </a:lnTo>
                <a:lnTo>
                  <a:pt x="1239494" y="1519605"/>
                </a:lnTo>
                <a:lnTo>
                  <a:pt x="1245844" y="1597660"/>
                </a:lnTo>
                <a:lnTo>
                  <a:pt x="1245971" y="1599196"/>
                </a:lnTo>
                <a:lnTo>
                  <a:pt x="1246035" y="1600288"/>
                </a:lnTo>
                <a:lnTo>
                  <a:pt x="1246759" y="1617091"/>
                </a:lnTo>
                <a:lnTo>
                  <a:pt x="1246873" y="1619770"/>
                </a:lnTo>
                <a:lnTo>
                  <a:pt x="1189863" y="1621536"/>
                </a:lnTo>
                <a:lnTo>
                  <a:pt x="1265809" y="1762125"/>
                </a:lnTo>
                <a:lnTo>
                  <a:pt x="1324825" y="1634236"/>
                </a:lnTo>
                <a:lnTo>
                  <a:pt x="1332738" y="161709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1069573" y="6444131"/>
            <a:ext cx="20574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46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12852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Trees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8060" y="1213866"/>
            <a:ext cx="48025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Tree:</a:t>
            </a:r>
            <a:r>
              <a:rPr dirty="0" sz="2800" spc="-16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 spc="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connected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acyclic</a:t>
            </a:r>
            <a:r>
              <a:rPr dirty="0" sz="28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graph.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953257" y="2604261"/>
            <a:ext cx="4955540" cy="3551554"/>
            <a:chOff x="2953257" y="2604261"/>
            <a:chExt cx="4955540" cy="3551554"/>
          </a:xfrm>
        </p:grpSpPr>
        <p:sp>
          <p:nvSpPr>
            <p:cNvPr id="8" name="object 8" descr=""/>
            <p:cNvSpPr/>
            <p:nvPr/>
          </p:nvSpPr>
          <p:spPr>
            <a:xfrm>
              <a:off x="6025895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25895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64251" y="48920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064251" y="48920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92751" y="393344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492751" y="393344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531107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31107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036307" y="4800600"/>
              <a:ext cx="260985" cy="259079"/>
            </a:xfrm>
            <a:custGeom>
              <a:avLst/>
              <a:gdLst/>
              <a:ahLst/>
              <a:cxnLst/>
              <a:rect l="l" t="t" r="r" b="b"/>
              <a:pathLst>
                <a:path w="260984" h="259079">
                  <a:moveTo>
                    <a:pt x="130301" y="0"/>
                  </a:moveTo>
                  <a:lnTo>
                    <a:pt x="79563" y="10185"/>
                  </a:lnTo>
                  <a:lnTo>
                    <a:pt x="38147" y="37957"/>
                  </a:lnTo>
                  <a:lnTo>
                    <a:pt x="10233" y="79134"/>
                  </a:lnTo>
                  <a:lnTo>
                    <a:pt x="0" y="129539"/>
                  </a:lnTo>
                  <a:lnTo>
                    <a:pt x="10233" y="179945"/>
                  </a:lnTo>
                  <a:lnTo>
                    <a:pt x="38147" y="221122"/>
                  </a:lnTo>
                  <a:lnTo>
                    <a:pt x="79563" y="248894"/>
                  </a:lnTo>
                  <a:lnTo>
                    <a:pt x="130301" y="259080"/>
                  </a:lnTo>
                  <a:lnTo>
                    <a:pt x="181040" y="248894"/>
                  </a:lnTo>
                  <a:lnTo>
                    <a:pt x="222456" y="221122"/>
                  </a:lnTo>
                  <a:lnTo>
                    <a:pt x="250370" y="179945"/>
                  </a:lnTo>
                  <a:lnTo>
                    <a:pt x="260603" y="129539"/>
                  </a:lnTo>
                  <a:lnTo>
                    <a:pt x="250370" y="79134"/>
                  </a:lnTo>
                  <a:lnTo>
                    <a:pt x="222456" y="37957"/>
                  </a:lnTo>
                  <a:lnTo>
                    <a:pt x="181040" y="10185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036307" y="4800600"/>
              <a:ext cx="260985" cy="259079"/>
            </a:xfrm>
            <a:custGeom>
              <a:avLst/>
              <a:gdLst/>
              <a:ahLst/>
              <a:cxnLst/>
              <a:rect l="l" t="t" r="r" b="b"/>
              <a:pathLst>
                <a:path w="260984" h="259079">
                  <a:moveTo>
                    <a:pt x="0" y="129539"/>
                  </a:moveTo>
                  <a:lnTo>
                    <a:pt x="10233" y="79134"/>
                  </a:lnTo>
                  <a:lnTo>
                    <a:pt x="38147" y="37957"/>
                  </a:lnTo>
                  <a:lnTo>
                    <a:pt x="79563" y="10185"/>
                  </a:lnTo>
                  <a:lnTo>
                    <a:pt x="130301" y="0"/>
                  </a:lnTo>
                  <a:lnTo>
                    <a:pt x="181040" y="10185"/>
                  </a:lnTo>
                  <a:lnTo>
                    <a:pt x="222456" y="37957"/>
                  </a:lnTo>
                  <a:lnTo>
                    <a:pt x="250370" y="79134"/>
                  </a:lnTo>
                  <a:lnTo>
                    <a:pt x="260603" y="129539"/>
                  </a:lnTo>
                  <a:lnTo>
                    <a:pt x="250370" y="179945"/>
                  </a:lnTo>
                  <a:lnTo>
                    <a:pt x="222456" y="221122"/>
                  </a:lnTo>
                  <a:lnTo>
                    <a:pt x="181040" y="248894"/>
                  </a:lnTo>
                  <a:lnTo>
                    <a:pt x="130301" y="259080"/>
                  </a:lnTo>
                  <a:lnTo>
                    <a:pt x="79563" y="248894"/>
                  </a:lnTo>
                  <a:lnTo>
                    <a:pt x="38147" y="221122"/>
                  </a:lnTo>
                  <a:lnTo>
                    <a:pt x="10233" y="179945"/>
                  </a:lnTo>
                  <a:lnTo>
                    <a:pt x="0" y="1295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642860" y="2610611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34" y="10233"/>
                  </a:lnTo>
                  <a:lnTo>
                    <a:pt x="37957" y="38147"/>
                  </a:lnTo>
                  <a:lnTo>
                    <a:pt x="10185" y="79563"/>
                  </a:lnTo>
                  <a:lnTo>
                    <a:pt x="0" y="130301"/>
                  </a:lnTo>
                  <a:lnTo>
                    <a:pt x="10185" y="181040"/>
                  </a:lnTo>
                  <a:lnTo>
                    <a:pt x="37957" y="222456"/>
                  </a:lnTo>
                  <a:lnTo>
                    <a:pt x="79134" y="250370"/>
                  </a:lnTo>
                  <a:lnTo>
                    <a:pt x="129540" y="260603"/>
                  </a:lnTo>
                  <a:lnTo>
                    <a:pt x="179945" y="250370"/>
                  </a:lnTo>
                  <a:lnTo>
                    <a:pt x="221122" y="222456"/>
                  </a:lnTo>
                  <a:lnTo>
                    <a:pt x="248894" y="181040"/>
                  </a:lnTo>
                  <a:lnTo>
                    <a:pt x="259080" y="130301"/>
                  </a:lnTo>
                  <a:lnTo>
                    <a:pt x="248894" y="79563"/>
                  </a:lnTo>
                  <a:lnTo>
                    <a:pt x="221122" y="38147"/>
                  </a:lnTo>
                  <a:lnTo>
                    <a:pt x="179945" y="10233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42860" y="2610611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0" y="130301"/>
                  </a:moveTo>
                  <a:lnTo>
                    <a:pt x="10185" y="79563"/>
                  </a:lnTo>
                  <a:lnTo>
                    <a:pt x="37957" y="38147"/>
                  </a:lnTo>
                  <a:lnTo>
                    <a:pt x="79134" y="10233"/>
                  </a:lnTo>
                  <a:lnTo>
                    <a:pt x="129540" y="0"/>
                  </a:lnTo>
                  <a:lnTo>
                    <a:pt x="179945" y="10233"/>
                  </a:lnTo>
                  <a:lnTo>
                    <a:pt x="221122" y="38147"/>
                  </a:lnTo>
                  <a:lnTo>
                    <a:pt x="248894" y="79563"/>
                  </a:lnTo>
                  <a:lnTo>
                    <a:pt x="259080" y="130301"/>
                  </a:lnTo>
                  <a:lnTo>
                    <a:pt x="248894" y="181040"/>
                  </a:lnTo>
                  <a:lnTo>
                    <a:pt x="221122" y="222456"/>
                  </a:lnTo>
                  <a:lnTo>
                    <a:pt x="179945" y="250370"/>
                  </a:lnTo>
                  <a:lnTo>
                    <a:pt x="129540" y="260603"/>
                  </a:lnTo>
                  <a:lnTo>
                    <a:pt x="79134" y="250370"/>
                  </a:lnTo>
                  <a:lnTo>
                    <a:pt x="37957" y="222456"/>
                  </a:lnTo>
                  <a:lnTo>
                    <a:pt x="10185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29755" y="36728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429755" y="36728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959607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2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2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4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2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959607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2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4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2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536947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536947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220973" y="2833877"/>
              <a:ext cx="4460875" cy="3094355"/>
            </a:xfrm>
            <a:custGeom>
              <a:avLst/>
              <a:gdLst/>
              <a:ahLst/>
              <a:cxnLst/>
              <a:rect l="l" t="t" r="r" b="b"/>
              <a:pathLst>
                <a:path w="4460875" h="3094354">
                  <a:moveTo>
                    <a:pt x="0" y="1360043"/>
                  </a:moveTo>
                  <a:lnTo>
                    <a:pt x="1273302" y="1229868"/>
                  </a:lnTo>
                </a:path>
                <a:path w="4460875" h="3094354">
                  <a:moveTo>
                    <a:pt x="533400" y="455675"/>
                  </a:moveTo>
                  <a:lnTo>
                    <a:pt x="1311402" y="1138428"/>
                  </a:lnTo>
                </a:path>
                <a:path w="4460875" h="3094354">
                  <a:moveTo>
                    <a:pt x="1533143" y="1231138"/>
                  </a:moveTo>
                  <a:lnTo>
                    <a:pt x="3209671" y="970788"/>
                  </a:lnTo>
                </a:path>
                <a:path w="4460875" h="3094354">
                  <a:moveTo>
                    <a:pt x="3432048" y="878205"/>
                  </a:moveTo>
                  <a:lnTo>
                    <a:pt x="4460621" y="0"/>
                  </a:lnTo>
                </a:path>
                <a:path w="4460875" h="3094354">
                  <a:moveTo>
                    <a:pt x="3432048" y="1062228"/>
                  </a:moveTo>
                  <a:lnTo>
                    <a:pt x="3854830" y="2005203"/>
                  </a:lnTo>
                </a:path>
                <a:path w="4460875" h="3094354">
                  <a:moveTo>
                    <a:pt x="1495043" y="1322832"/>
                  </a:moveTo>
                  <a:lnTo>
                    <a:pt x="1882521" y="2097532"/>
                  </a:lnTo>
                </a:path>
                <a:path w="4460875" h="3094354">
                  <a:moveTo>
                    <a:pt x="1539239" y="3094291"/>
                  </a:moveTo>
                  <a:lnTo>
                    <a:pt x="1882266" y="2281428"/>
                  </a:lnTo>
                </a:path>
                <a:path w="4460875" h="3094354">
                  <a:moveTo>
                    <a:pt x="2844546" y="2964141"/>
                  </a:moveTo>
                  <a:lnTo>
                    <a:pt x="2066543" y="2281428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259573" y="2871977"/>
              <a:ext cx="513715" cy="1967230"/>
            </a:xfrm>
            <a:custGeom>
              <a:avLst/>
              <a:gdLst/>
              <a:ahLst/>
              <a:cxnLst/>
              <a:rect l="l" t="t" r="r" b="b"/>
              <a:pathLst>
                <a:path w="513715" h="1967229">
                  <a:moveTo>
                    <a:pt x="0" y="1967103"/>
                  </a:moveTo>
                  <a:lnTo>
                    <a:pt x="513715" y="0"/>
                  </a:lnTo>
                </a:path>
              </a:pathLst>
            </a:custGeom>
            <a:ln w="28575">
              <a:solidFill>
                <a:srgbClr val="4471C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903466" y="3664457"/>
            <a:ext cx="528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Franklin Gothic Medium"/>
                <a:cs typeface="Franklin Gothic Medium"/>
              </a:rPr>
              <a:t>Cycle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12852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Trees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2953257" y="2604261"/>
            <a:ext cx="4955540" cy="3551554"/>
            <a:chOff x="2953257" y="2604261"/>
            <a:chExt cx="4955540" cy="3551554"/>
          </a:xfrm>
        </p:grpSpPr>
        <p:sp>
          <p:nvSpPr>
            <p:cNvPr id="7" name="object 7" descr=""/>
            <p:cNvSpPr/>
            <p:nvPr/>
          </p:nvSpPr>
          <p:spPr>
            <a:xfrm>
              <a:off x="6025895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25895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64251" y="48920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64251" y="48920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492751" y="393344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92751" y="3933444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31107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531107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036307" y="4800600"/>
              <a:ext cx="260985" cy="259079"/>
            </a:xfrm>
            <a:custGeom>
              <a:avLst/>
              <a:gdLst/>
              <a:ahLst/>
              <a:cxnLst/>
              <a:rect l="l" t="t" r="r" b="b"/>
              <a:pathLst>
                <a:path w="260984" h="259079">
                  <a:moveTo>
                    <a:pt x="130301" y="0"/>
                  </a:moveTo>
                  <a:lnTo>
                    <a:pt x="79563" y="10185"/>
                  </a:lnTo>
                  <a:lnTo>
                    <a:pt x="38147" y="37957"/>
                  </a:lnTo>
                  <a:lnTo>
                    <a:pt x="10233" y="79134"/>
                  </a:lnTo>
                  <a:lnTo>
                    <a:pt x="0" y="129539"/>
                  </a:lnTo>
                  <a:lnTo>
                    <a:pt x="10233" y="179945"/>
                  </a:lnTo>
                  <a:lnTo>
                    <a:pt x="38147" y="221122"/>
                  </a:lnTo>
                  <a:lnTo>
                    <a:pt x="79563" y="248894"/>
                  </a:lnTo>
                  <a:lnTo>
                    <a:pt x="130301" y="259080"/>
                  </a:lnTo>
                  <a:lnTo>
                    <a:pt x="181040" y="248894"/>
                  </a:lnTo>
                  <a:lnTo>
                    <a:pt x="222456" y="221122"/>
                  </a:lnTo>
                  <a:lnTo>
                    <a:pt x="250370" y="179945"/>
                  </a:lnTo>
                  <a:lnTo>
                    <a:pt x="260603" y="129539"/>
                  </a:lnTo>
                  <a:lnTo>
                    <a:pt x="250370" y="79134"/>
                  </a:lnTo>
                  <a:lnTo>
                    <a:pt x="222456" y="37957"/>
                  </a:lnTo>
                  <a:lnTo>
                    <a:pt x="181040" y="10185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036307" y="4800600"/>
              <a:ext cx="260985" cy="259079"/>
            </a:xfrm>
            <a:custGeom>
              <a:avLst/>
              <a:gdLst/>
              <a:ahLst/>
              <a:cxnLst/>
              <a:rect l="l" t="t" r="r" b="b"/>
              <a:pathLst>
                <a:path w="260984" h="259079">
                  <a:moveTo>
                    <a:pt x="0" y="129539"/>
                  </a:moveTo>
                  <a:lnTo>
                    <a:pt x="10233" y="79134"/>
                  </a:lnTo>
                  <a:lnTo>
                    <a:pt x="38147" y="37957"/>
                  </a:lnTo>
                  <a:lnTo>
                    <a:pt x="79563" y="10185"/>
                  </a:lnTo>
                  <a:lnTo>
                    <a:pt x="130301" y="0"/>
                  </a:lnTo>
                  <a:lnTo>
                    <a:pt x="181040" y="10185"/>
                  </a:lnTo>
                  <a:lnTo>
                    <a:pt x="222456" y="37957"/>
                  </a:lnTo>
                  <a:lnTo>
                    <a:pt x="250370" y="79134"/>
                  </a:lnTo>
                  <a:lnTo>
                    <a:pt x="260603" y="129539"/>
                  </a:lnTo>
                  <a:lnTo>
                    <a:pt x="250370" y="179945"/>
                  </a:lnTo>
                  <a:lnTo>
                    <a:pt x="222456" y="221122"/>
                  </a:lnTo>
                  <a:lnTo>
                    <a:pt x="181040" y="248894"/>
                  </a:lnTo>
                  <a:lnTo>
                    <a:pt x="130301" y="259080"/>
                  </a:lnTo>
                  <a:lnTo>
                    <a:pt x="79563" y="248894"/>
                  </a:lnTo>
                  <a:lnTo>
                    <a:pt x="38147" y="221122"/>
                  </a:lnTo>
                  <a:lnTo>
                    <a:pt x="10233" y="179945"/>
                  </a:lnTo>
                  <a:lnTo>
                    <a:pt x="0" y="1295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642860" y="2610611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34" y="10233"/>
                  </a:lnTo>
                  <a:lnTo>
                    <a:pt x="37957" y="38147"/>
                  </a:lnTo>
                  <a:lnTo>
                    <a:pt x="10185" y="79563"/>
                  </a:lnTo>
                  <a:lnTo>
                    <a:pt x="0" y="130301"/>
                  </a:lnTo>
                  <a:lnTo>
                    <a:pt x="10185" y="181040"/>
                  </a:lnTo>
                  <a:lnTo>
                    <a:pt x="37957" y="222456"/>
                  </a:lnTo>
                  <a:lnTo>
                    <a:pt x="79134" y="250370"/>
                  </a:lnTo>
                  <a:lnTo>
                    <a:pt x="129540" y="260603"/>
                  </a:lnTo>
                  <a:lnTo>
                    <a:pt x="179945" y="250370"/>
                  </a:lnTo>
                  <a:lnTo>
                    <a:pt x="221122" y="222456"/>
                  </a:lnTo>
                  <a:lnTo>
                    <a:pt x="248894" y="181040"/>
                  </a:lnTo>
                  <a:lnTo>
                    <a:pt x="259080" y="130301"/>
                  </a:lnTo>
                  <a:lnTo>
                    <a:pt x="248894" y="79563"/>
                  </a:lnTo>
                  <a:lnTo>
                    <a:pt x="221122" y="38147"/>
                  </a:lnTo>
                  <a:lnTo>
                    <a:pt x="179945" y="10233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642860" y="2610611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0" y="130301"/>
                  </a:moveTo>
                  <a:lnTo>
                    <a:pt x="10185" y="79563"/>
                  </a:lnTo>
                  <a:lnTo>
                    <a:pt x="37957" y="38147"/>
                  </a:lnTo>
                  <a:lnTo>
                    <a:pt x="79134" y="10233"/>
                  </a:lnTo>
                  <a:lnTo>
                    <a:pt x="129540" y="0"/>
                  </a:lnTo>
                  <a:lnTo>
                    <a:pt x="179945" y="10233"/>
                  </a:lnTo>
                  <a:lnTo>
                    <a:pt x="221122" y="38147"/>
                  </a:lnTo>
                  <a:lnTo>
                    <a:pt x="248894" y="79563"/>
                  </a:lnTo>
                  <a:lnTo>
                    <a:pt x="259080" y="130301"/>
                  </a:lnTo>
                  <a:lnTo>
                    <a:pt x="248894" y="181040"/>
                  </a:lnTo>
                  <a:lnTo>
                    <a:pt x="221122" y="222456"/>
                  </a:lnTo>
                  <a:lnTo>
                    <a:pt x="179945" y="250370"/>
                  </a:lnTo>
                  <a:lnTo>
                    <a:pt x="129540" y="260603"/>
                  </a:lnTo>
                  <a:lnTo>
                    <a:pt x="79134" y="250370"/>
                  </a:lnTo>
                  <a:lnTo>
                    <a:pt x="37957" y="222456"/>
                  </a:lnTo>
                  <a:lnTo>
                    <a:pt x="10185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429755" y="36728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29755" y="36728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959607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2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2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4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2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959607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2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4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2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536947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536947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220973" y="2833877"/>
              <a:ext cx="4460875" cy="3094355"/>
            </a:xfrm>
            <a:custGeom>
              <a:avLst/>
              <a:gdLst/>
              <a:ahLst/>
              <a:cxnLst/>
              <a:rect l="l" t="t" r="r" b="b"/>
              <a:pathLst>
                <a:path w="4460875" h="3094354">
                  <a:moveTo>
                    <a:pt x="0" y="1360043"/>
                  </a:moveTo>
                  <a:lnTo>
                    <a:pt x="1273302" y="1229868"/>
                  </a:lnTo>
                </a:path>
                <a:path w="4460875" h="3094354">
                  <a:moveTo>
                    <a:pt x="533400" y="455675"/>
                  </a:moveTo>
                  <a:lnTo>
                    <a:pt x="1311402" y="1138428"/>
                  </a:lnTo>
                </a:path>
                <a:path w="4460875" h="3094354">
                  <a:moveTo>
                    <a:pt x="1533143" y="1231138"/>
                  </a:moveTo>
                  <a:lnTo>
                    <a:pt x="3209671" y="970788"/>
                  </a:lnTo>
                </a:path>
                <a:path w="4460875" h="3094354">
                  <a:moveTo>
                    <a:pt x="3432048" y="878205"/>
                  </a:moveTo>
                  <a:lnTo>
                    <a:pt x="4460621" y="0"/>
                  </a:lnTo>
                </a:path>
                <a:path w="4460875" h="3094354">
                  <a:moveTo>
                    <a:pt x="3432048" y="1062228"/>
                  </a:moveTo>
                  <a:lnTo>
                    <a:pt x="3854830" y="2005203"/>
                  </a:lnTo>
                </a:path>
                <a:path w="4460875" h="3094354">
                  <a:moveTo>
                    <a:pt x="1495043" y="1322832"/>
                  </a:moveTo>
                  <a:lnTo>
                    <a:pt x="1882521" y="2097532"/>
                  </a:lnTo>
                </a:path>
                <a:path w="4460875" h="3094354">
                  <a:moveTo>
                    <a:pt x="1539239" y="3094291"/>
                  </a:moveTo>
                  <a:lnTo>
                    <a:pt x="1882266" y="2281428"/>
                  </a:lnTo>
                </a:path>
                <a:path w="4460875" h="3094354">
                  <a:moveTo>
                    <a:pt x="2844546" y="2964141"/>
                  </a:moveTo>
                  <a:lnTo>
                    <a:pt x="2066543" y="2281428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025895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025895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531107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531107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036307" y="4800600"/>
              <a:ext cx="260985" cy="259079"/>
            </a:xfrm>
            <a:custGeom>
              <a:avLst/>
              <a:gdLst/>
              <a:ahLst/>
              <a:cxnLst/>
              <a:rect l="l" t="t" r="r" b="b"/>
              <a:pathLst>
                <a:path w="260984" h="259079">
                  <a:moveTo>
                    <a:pt x="130301" y="0"/>
                  </a:moveTo>
                  <a:lnTo>
                    <a:pt x="79563" y="10185"/>
                  </a:lnTo>
                  <a:lnTo>
                    <a:pt x="38147" y="37957"/>
                  </a:lnTo>
                  <a:lnTo>
                    <a:pt x="10233" y="79134"/>
                  </a:lnTo>
                  <a:lnTo>
                    <a:pt x="0" y="129539"/>
                  </a:lnTo>
                  <a:lnTo>
                    <a:pt x="10233" y="179945"/>
                  </a:lnTo>
                  <a:lnTo>
                    <a:pt x="38147" y="221122"/>
                  </a:lnTo>
                  <a:lnTo>
                    <a:pt x="79563" y="248894"/>
                  </a:lnTo>
                  <a:lnTo>
                    <a:pt x="130301" y="259080"/>
                  </a:lnTo>
                  <a:lnTo>
                    <a:pt x="181040" y="248894"/>
                  </a:lnTo>
                  <a:lnTo>
                    <a:pt x="222456" y="221122"/>
                  </a:lnTo>
                  <a:lnTo>
                    <a:pt x="250370" y="179945"/>
                  </a:lnTo>
                  <a:lnTo>
                    <a:pt x="260603" y="129539"/>
                  </a:lnTo>
                  <a:lnTo>
                    <a:pt x="250370" y="79134"/>
                  </a:lnTo>
                  <a:lnTo>
                    <a:pt x="222456" y="37957"/>
                  </a:lnTo>
                  <a:lnTo>
                    <a:pt x="181040" y="10185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036307" y="4800600"/>
              <a:ext cx="260985" cy="259079"/>
            </a:xfrm>
            <a:custGeom>
              <a:avLst/>
              <a:gdLst/>
              <a:ahLst/>
              <a:cxnLst/>
              <a:rect l="l" t="t" r="r" b="b"/>
              <a:pathLst>
                <a:path w="260984" h="259079">
                  <a:moveTo>
                    <a:pt x="0" y="129539"/>
                  </a:moveTo>
                  <a:lnTo>
                    <a:pt x="10233" y="79134"/>
                  </a:lnTo>
                  <a:lnTo>
                    <a:pt x="38147" y="37957"/>
                  </a:lnTo>
                  <a:lnTo>
                    <a:pt x="79563" y="10185"/>
                  </a:lnTo>
                  <a:lnTo>
                    <a:pt x="130301" y="0"/>
                  </a:lnTo>
                  <a:lnTo>
                    <a:pt x="181040" y="10185"/>
                  </a:lnTo>
                  <a:lnTo>
                    <a:pt x="222456" y="37957"/>
                  </a:lnTo>
                  <a:lnTo>
                    <a:pt x="250370" y="79134"/>
                  </a:lnTo>
                  <a:lnTo>
                    <a:pt x="260603" y="129539"/>
                  </a:lnTo>
                  <a:lnTo>
                    <a:pt x="250370" y="179945"/>
                  </a:lnTo>
                  <a:lnTo>
                    <a:pt x="222456" y="221122"/>
                  </a:lnTo>
                  <a:lnTo>
                    <a:pt x="181040" y="248894"/>
                  </a:lnTo>
                  <a:lnTo>
                    <a:pt x="130301" y="259080"/>
                  </a:lnTo>
                  <a:lnTo>
                    <a:pt x="79563" y="248894"/>
                  </a:lnTo>
                  <a:lnTo>
                    <a:pt x="38147" y="221122"/>
                  </a:lnTo>
                  <a:lnTo>
                    <a:pt x="10233" y="179945"/>
                  </a:lnTo>
                  <a:lnTo>
                    <a:pt x="0" y="1295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642860" y="2610611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40" y="0"/>
                  </a:moveTo>
                  <a:lnTo>
                    <a:pt x="79134" y="10233"/>
                  </a:lnTo>
                  <a:lnTo>
                    <a:pt x="37957" y="38147"/>
                  </a:lnTo>
                  <a:lnTo>
                    <a:pt x="10185" y="79563"/>
                  </a:lnTo>
                  <a:lnTo>
                    <a:pt x="0" y="130301"/>
                  </a:lnTo>
                  <a:lnTo>
                    <a:pt x="10185" y="181040"/>
                  </a:lnTo>
                  <a:lnTo>
                    <a:pt x="37957" y="222456"/>
                  </a:lnTo>
                  <a:lnTo>
                    <a:pt x="79134" y="250370"/>
                  </a:lnTo>
                  <a:lnTo>
                    <a:pt x="129540" y="260603"/>
                  </a:lnTo>
                  <a:lnTo>
                    <a:pt x="179945" y="250370"/>
                  </a:lnTo>
                  <a:lnTo>
                    <a:pt x="221122" y="222456"/>
                  </a:lnTo>
                  <a:lnTo>
                    <a:pt x="248894" y="181040"/>
                  </a:lnTo>
                  <a:lnTo>
                    <a:pt x="259080" y="130301"/>
                  </a:lnTo>
                  <a:lnTo>
                    <a:pt x="248894" y="79563"/>
                  </a:lnTo>
                  <a:lnTo>
                    <a:pt x="221122" y="38147"/>
                  </a:lnTo>
                  <a:lnTo>
                    <a:pt x="179945" y="10233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642860" y="2610611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0" y="130301"/>
                  </a:moveTo>
                  <a:lnTo>
                    <a:pt x="10185" y="79563"/>
                  </a:lnTo>
                  <a:lnTo>
                    <a:pt x="37957" y="38147"/>
                  </a:lnTo>
                  <a:lnTo>
                    <a:pt x="79134" y="10233"/>
                  </a:lnTo>
                  <a:lnTo>
                    <a:pt x="129540" y="0"/>
                  </a:lnTo>
                  <a:lnTo>
                    <a:pt x="179945" y="10233"/>
                  </a:lnTo>
                  <a:lnTo>
                    <a:pt x="221122" y="38147"/>
                  </a:lnTo>
                  <a:lnTo>
                    <a:pt x="248894" y="79563"/>
                  </a:lnTo>
                  <a:lnTo>
                    <a:pt x="259080" y="130301"/>
                  </a:lnTo>
                  <a:lnTo>
                    <a:pt x="248894" y="181040"/>
                  </a:lnTo>
                  <a:lnTo>
                    <a:pt x="221122" y="222456"/>
                  </a:lnTo>
                  <a:lnTo>
                    <a:pt x="179945" y="250370"/>
                  </a:lnTo>
                  <a:lnTo>
                    <a:pt x="129540" y="260603"/>
                  </a:lnTo>
                  <a:lnTo>
                    <a:pt x="79134" y="250370"/>
                  </a:lnTo>
                  <a:lnTo>
                    <a:pt x="37957" y="222456"/>
                  </a:lnTo>
                  <a:lnTo>
                    <a:pt x="10185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959607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2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2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4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959607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2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4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2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536947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536947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588060" y="1069746"/>
            <a:ext cx="6076315" cy="116586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Tree:</a:t>
            </a:r>
            <a:r>
              <a:rPr dirty="0" sz="2800" spc="-16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 spc="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connected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acyclic</a:t>
            </a:r>
            <a:r>
              <a:rPr dirty="0" sz="28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800">
                <a:solidFill>
                  <a:srgbClr val="538235"/>
                </a:solidFill>
                <a:latin typeface="Franklin Gothic Medium"/>
                <a:cs typeface="Franklin Gothic Medium"/>
              </a:rPr>
              <a:t>Leaf</a:t>
            </a:r>
            <a:r>
              <a:rPr dirty="0" sz="2800">
                <a:latin typeface="Franklin Gothic Medium"/>
                <a:cs typeface="Franklin Gothic Medium"/>
              </a:rPr>
              <a:t>: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node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with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degree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1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tree.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86788" y="2695707"/>
            <a:ext cx="4711700" cy="3705860"/>
            <a:chOff x="1686788" y="2695707"/>
            <a:chExt cx="4711700" cy="3705860"/>
          </a:xfrm>
        </p:grpSpPr>
        <p:sp>
          <p:nvSpPr>
            <p:cNvPr id="3" name="object 3" descr=""/>
            <p:cNvSpPr/>
            <p:nvPr/>
          </p:nvSpPr>
          <p:spPr>
            <a:xfrm>
              <a:off x="1693138" y="2702057"/>
              <a:ext cx="4699000" cy="3693160"/>
            </a:xfrm>
            <a:custGeom>
              <a:avLst/>
              <a:gdLst/>
              <a:ahLst/>
              <a:cxnLst/>
              <a:rect l="l" t="t" r="r" b="b"/>
              <a:pathLst>
                <a:path w="4699000" h="3693160">
                  <a:moveTo>
                    <a:pt x="750166" y="0"/>
                  </a:moveTo>
                  <a:lnTo>
                    <a:pt x="701586" y="457"/>
                  </a:lnTo>
                  <a:lnTo>
                    <a:pt x="653965" y="1930"/>
                  </a:lnTo>
                  <a:lnTo>
                    <a:pt x="607386" y="4467"/>
                  </a:lnTo>
                  <a:lnTo>
                    <a:pt x="561930" y="8117"/>
                  </a:lnTo>
                  <a:lnTo>
                    <a:pt x="517679" y="12931"/>
                  </a:lnTo>
                  <a:lnTo>
                    <a:pt x="474717" y="18958"/>
                  </a:lnTo>
                  <a:lnTo>
                    <a:pt x="433123" y="26246"/>
                  </a:lnTo>
                  <a:lnTo>
                    <a:pt x="392981" y="34845"/>
                  </a:lnTo>
                  <a:lnTo>
                    <a:pt x="354373" y="44805"/>
                  </a:lnTo>
                  <a:lnTo>
                    <a:pt x="317380" y="56174"/>
                  </a:lnTo>
                  <a:lnTo>
                    <a:pt x="248569" y="83341"/>
                  </a:lnTo>
                  <a:lnTo>
                    <a:pt x="187205" y="116739"/>
                  </a:lnTo>
                  <a:lnTo>
                    <a:pt x="133942" y="156764"/>
                  </a:lnTo>
                  <a:lnTo>
                    <a:pt x="89437" y="203811"/>
                  </a:lnTo>
                  <a:lnTo>
                    <a:pt x="54347" y="258274"/>
                  </a:lnTo>
                  <a:lnTo>
                    <a:pt x="31721" y="312768"/>
                  </a:lnTo>
                  <a:lnTo>
                    <a:pt x="17453" y="367371"/>
                  </a:lnTo>
                  <a:lnTo>
                    <a:pt x="7525" y="429432"/>
                  </a:lnTo>
                  <a:lnTo>
                    <a:pt x="1764" y="498478"/>
                  </a:lnTo>
                  <a:lnTo>
                    <a:pt x="0" y="574039"/>
                  </a:lnTo>
                  <a:lnTo>
                    <a:pt x="561" y="614115"/>
                  </a:lnTo>
                  <a:lnTo>
                    <a:pt x="2057" y="655642"/>
                  </a:lnTo>
                  <a:lnTo>
                    <a:pt x="4465" y="698563"/>
                  </a:lnTo>
                  <a:lnTo>
                    <a:pt x="7765" y="742817"/>
                  </a:lnTo>
                  <a:lnTo>
                    <a:pt x="11933" y="788346"/>
                  </a:lnTo>
                  <a:lnTo>
                    <a:pt x="16949" y="835091"/>
                  </a:lnTo>
                  <a:lnTo>
                    <a:pt x="22792" y="882994"/>
                  </a:lnTo>
                  <a:lnTo>
                    <a:pt x="29439" y="931994"/>
                  </a:lnTo>
                  <a:lnTo>
                    <a:pt x="36868" y="982033"/>
                  </a:lnTo>
                  <a:lnTo>
                    <a:pt x="45060" y="1033053"/>
                  </a:lnTo>
                  <a:lnTo>
                    <a:pt x="53991" y="1084994"/>
                  </a:lnTo>
                  <a:lnTo>
                    <a:pt x="63640" y="1137797"/>
                  </a:lnTo>
                  <a:lnTo>
                    <a:pt x="73986" y="1191403"/>
                  </a:lnTo>
                  <a:lnTo>
                    <a:pt x="85007" y="1245754"/>
                  </a:lnTo>
                  <a:lnTo>
                    <a:pt x="96681" y="1300791"/>
                  </a:lnTo>
                  <a:lnTo>
                    <a:pt x="108987" y="1356453"/>
                  </a:lnTo>
                  <a:lnTo>
                    <a:pt x="121904" y="1412684"/>
                  </a:lnTo>
                  <a:lnTo>
                    <a:pt x="135409" y="1469423"/>
                  </a:lnTo>
                  <a:lnTo>
                    <a:pt x="149481" y="1526612"/>
                  </a:lnTo>
                  <a:lnTo>
                    <a:pt x="164099" y="1584191"/>
                  </a:lnTo>
                  <a:lnTo>
                    <a:pt x="179241" y="1642102"/>
                  </a:lnTo>
                  <a:lnTo>
                    <a:pt x="194885" y="1700286"/>
                  </a:lnTo>
                  <a:lnTo>
                    <a:pt x="211010" y="1758684"/>
                  </a:lnTo>
                  <a:lnTo>
                    <a:pt x="227594" y="1817237"/>
                  </a:lnTo>
                  <a:lnTo>
                    <a:pt x="244615" y="1875886"/>
                  </a:lnTo>
                  <a:lnTo>
                    <a:pt x="262053" y="1934572"/>
                  </a:lnTo>
                  <a:lnTo>
                    <a:pt x="279885" y="1993236"/>
                  </a:lnTo>
                  <a:lnTo>
                    <a:pt x="298090" y="2051820"/>
                  </a:lnTo>
                  <a:lnTo>
                    <a:pt x="316646" y="2110263"/>
                  </a:lnTo>
                  <a:lnTo>
                    <a:pt x="335532" y="2168508"/>
                  </a:lnTo>
                  <a:lnTo>
                    <a:pt x="354726" y="2226495"/>
                  </a:lnTo>
                  <a:lnTo>
                    <a:pt x="374206" y="2284165"/>
                  </a:lnTo>
                  <a:lnTo>
                    <a:pt x="393952" y="2341460"/>
                  </a:lnTo>
                  <a:lnTo>
                    <a:pt x="413940" y="2398321"/>
                  </a:lnTo>
                  <a:lnTo>
                    <a:pt x="434151" y="2454688"/>
                  </a:lnTo>
                  <a:lnTo>
                    <a:pt x="454561" y="2510502"/>
                  </a:lnTo>
                  <a:lnTo>
                    <a:pt x="475150" y="2565706"/>
                  </a:lnTo>
                  <a:lnTo>
                    <a:pt x="495897" y="2620239"/>
                  </a:lnTo>
                  <a:lnTo>
                    <a:pt x="516778" y="2674042"/>
                  </a:lnTo>
                  <a:lnTo>
                    <a:pt x="537774" y="2727058"/>
                  </a:lnTo>
                  <a:lnTo>
                    <a:pt x="558861" y="2779227"/>
                  </a:lnTo>
                  <a:lnTo>
                    <a:pt x="580019" y="2830489"/>
                  </a:lnTo>
                  <a:lnTo>
                    <a:pt x="601227" y="2880786"/>
                  </a:lnTo>
                  <a:lnTo>
                    <a:pt x="622462" y="2930060"/>
                  </a:lnTo>
                  <a:lnTo>
                    <a:pt x="643702" y="2978250"/>
                  </a:lnTo>
                  <a:lnTo>
                    <a:pt x="664927" y="3025299"/>
                  </a:lnTo>
                  <a:lnTo>
                    <a:pt x="686115" y="3071147"/>
                  </a:lnTo>
                  <a:lnTo>
                    <a:pt x="707244" y="3115735"/>
                  </a:lnTo>
                  <a:lnTo>
                    <a:pt x="728292" y="3159004"/>
                  </a:lnTo>
                  <a:lnTo>
                    <a:pt x="749239" y="3200896"/>
                  </a:lnTo>
                  <a:lnTo>
                    <a:pt x="770061" y="3241352"/>
                  </a:lnTo>
                  <a:lnTo>
                    <a:pt x="790739" y="3280311"/>
                  </a:lnTo>
                  <a:lnTo>
                    <a:pt x="811250" y="3317717"/>
                  </a:lnTo>
                  <a:lnTo>
                    <a:pt x="831572" y="3353509"/>
                  </a:lnTo>
                  <a:lnTo>
                    <a:pt x="851685" y="3387628"/>
                  </a:lnTo>
                  <a:lnTo>
                    <a:pt x="891193" y="3450614"/>
                  </a:lnTo>
                  <a:lnTo>
                    <a:pt x="929603" y="3506204"/>
                  </a:lnTo>
                  <a:lnTo>
                    <a:pt x="966741" y="3553925"/>
                  </a:lnTo>
                  <a:lnTo>
                    <a:pt x="1002436" y="3593306"/>
                  </a:lnTo>
                  <a:lnTo>
                    <a:pt x="1056472" y="3639245"/>
                  </a:lnTo>
                  <a:lnTo>
                    <a:pt x="1111576" y="3670383"/>
                  </a:lnTo>
                  <a:lnTo>
                    <a:pt x="1167748" y="3687804"/>
                  </a:lnTo>
                  <a:lnTo>
                    <a:pt x="1224988" y="3692590"/>
                  </a:lnTo>
                  <a:lnTo>
                    <a:pt x="1254009" y="3690584"/>
                  </a:lnTo>
                  <a:lnTo>
                    <a:pt x="1312852" y="3678451"/>
                  </a:lnTo>
                  <a:lnTo>
                    <a:pt x="1372763" y="3656391"/>
                  </a:lnTo>
                  <a:lnTo>
                    <a:pt x="1433742" y="3625488"/>
                  </a:lnTo>
                  <a:lnTo>
                    <a:pt x="1495790" y="3586826"/>
                  </a:lnTo>
                  <a:lnTo>
                    <a:pt x="1527215" y="3564923"/>
                  </a:lnTo>
                  <a:lnTo>
                    <a:pt x="1558906" y="3541487"/>
                  </a:lnTo>
                  <a:lnTo>
                    <a:pt x="1590865" y="3516652"/>
                  </a:lnTo>
                  <a:lnTo>
                    <a:pt x="1623091" y="3490555"/>
                  </a:lnTo>
                  <a:lnTo>
                    <a:pt x="1655584" y="3463329"/>
                  </a:lnTo>
                  <a:lnTo>
                    <a:pt x="1688345" y="3435112"/>
                  </a:lnTo>
                  <a:lnTo>
                    <a:pt x="1721372" y="3406038"/>
                  </a:lnTo>
                  <a:lnTo>
                    <a:pt x="1754667" y="3376242"/>
                  </a:lnTo>
                  <a:lnTo>
                    <a:pt x="1925147" y="3221183"/>
                  </a:lnTo>
                  <a:lnTo>
                    <a:pt x="1960045" y="3189903"/>
                  </a:lnTo>
                  <a:lnTo>
                    <a:pt x="1995210" y="3158849"/>
                  </a:lnTo>
                  <a:lnTo>
                    <a:pt x="2030642" y="3128157"/>
                  </a:lnTo>
                  <a:lnTo>
                    <a:pt x="2066342" y="3097962"/>
                  </a:lnTo>
                  <a:lnTo>
                    <a:pt x="2102309" y="3068399"/>
                  </a:lnTo>
                  <a:lnTo>
                    <a:pt x="2138543" y="3039605"/>
                  </a:lnTo>
                  <a:lnTo>
                    <a:pt x="2175044" y="3011714"/>
                  </a:lnTo>
                  <a:lnTo>
                    <a:pt x="2211812" y="2984862"/>
                  </a:lnTo>
                  <a:lnTo>
                    <a:pt x="2248848" y="2959184"/>
                  </a:lnTo>
                  <a:lnTo>
                    <a:pt x="2286151" y="2934816"/>
                  </a:lnTo>
                  <a:lnTo>
                    <a:pt x="2323721" y="2911893"/>
                  </a:lnTo>
                  <a:lnTo>
                    <a:pt x="2361559" y="2890550"/>
                  </a:lnTo>
                  <a:lnTo>
                    <a:pt x="2399664" y="2870923"/>
                  </a:lnTo>
                  <a:lnTo>
                    <a:pt x="2438036" y="2853148"/>
                  </a:lnTo>
                  <a:lnTo>
                    <a:pt x="2476676" y="2837358"/>
                  </a:lnTo>
                  <a:lnTo>
                    <a:pt x="2515582" y="2823691"/>
                  </a:lnTo>
                  <a:lnTo>
                    <a:pt x="2554757" y="2812281"/>
                  </a:lnTo>
                  <a:lnTo>
                    <a:pt x="2626700" y="2797137"/>
                  </a:lnTo>
                  <a:lnTo>
                    <a:pt x="2665176" y="2791464"/>
                  </a:lnTo>
                  <a:lnTo>
                    <a:pt x="2705202" y="2786972"/>
                  </a:lnTo>
                  <a:lnTo>
                    <a:pt x="2746688" y="2783594"/>
                  </a:lnTo>
                  <a:lnTo>
                    <a:pt x="2789545" y="2781267"/>
                  </a:lnTo>
                  <a:lnTo>
                    <a:pt x="2833681" y="2779925"/>
                  </a:lnTo>
                  <a:lnTo>
                    <a:pt x="2879009" y="2779504"/>
                  </a:lnTo>
                  <a:lnTo>
                    <a:pt x="2925437" y="2779937"/>
                  </a:lnTo>
                  <a:lnTo>
                    <a:pt x="2972876" y="2781161"/>
                  </a:lnTo>
                  <a:lnTo>
                    <a:pt x="3021236" y="2783110"/>
                  </a:lnTo>
                  <a:lnTo>
                    <a:pt x="3070427" y="2785720"/>
                  </a:lnTo>
                  <a:lnTo>
                    <a:pt x="3120360" y="2788925"/>
                  </a:lnTo>
                  <a:lnTo>
                    <a:pt x="3170945" y="2792660"/>
                  </a:lnTo>
                  <a:lnTo>
                    <a:pt x="3222091" y="2796861"/>
                  </a:lnTo>
                  <a:lnTo>
                    <a:pt x="3273710" y="2801462"/>
                  </a:lnTo>
                  <a:lnTo>
                    <a:pt x="3378003" y="2811607"/>
                  </a:lnTo>
                  <a:lnTo>
                    <a:pt x="3692874" y="2844898"/>
                  </a:lnTo>
                  <a:lnTo>
                    <a:pt x="3796098" y="2855215"/>
                  </a:lnTo>
                  <a:lnTo>
                    <a:pt x="3846982" y="2859935"/>
                  </a:lnTo>
                  <a:lnTo>
                    <a:pt x="3897259" y="2864276"/>
                  </a:lnTo>
                  <a:lnTo>
                    <a:pt x="3946841" y="2868173"/>
                  </a:lnTo>
                  <a:lnTo>
                    <a:pt x="3995638" y="2871561"/>
                  </a:lnTo>
                  <a:lnTo>
                    <a:pt x="4043559" y="2874375"/>
                  </a:lnTo>
                  <a:lnTo>
                    <a:pt x="4090516" y="2876551"/>
                  </a:lnTo>
                  <a:lnTo>
                    <a:pt x="4136417" y="2878023"/>
                  </a:lnTo>
                  <a:lnTo>
                    <a:pt x="4181174" y="2878725"/>
                  </a:lnTo>
                  <a:lnTo>
                    <a:pt x="4224697" y="2878595"/>
                  </a:lnTo>
                  <a:lnTo>
                    <a:pt x="4266895" y="2877565"/>
                  </a:lnTo>
                  <a:lnTo>
                    <a:pt x="4307680" y="2875572"/>
                  </a:lnTo>
                  <a:lnTo>
                    <a:pt x="4346960" y="2872550"/>
                  </a:lnTo>
                  <a:lnTo>
                    <a:pt x="4420650" y="2863161"/>
                  </a:lnTo>
                  <a:lnTo>
                    <a:pt x="4487246" y="2848878"/>
                  </a:lnTo>
                  <a:lnTo>
                    <a:pt x="4546031" y="2829182"/>
                  </a:lnTo>
                  <a:lnTo>
                    <a:pt x="4596285" y="2803552"/>
                  </a:lnTo>
                  <a:lnTo>
                    <a:pt x="4637290" y="2771469"/>
                  </a:lnTo>
                  <a:lnTo>
                    <a:pt x="4668328" y="2732414"/>
                  </a:lnTo>
                  <a:lnTo>
                    <a:pt x="4688680" y="2685866"/>
                  </a:lnTo>
                  <a:lnTo>
                    <a:pt x="4697628" y="2631306"/>
                  </a:lnTo>
                  <a:lnTo>
                    <a:pt x="4698570" y="2594602"/>
                  </a:lnTo>
                  <a:lnTo>
                    <a:pt x="4697755" y="2556616"/>
                  </a:lnTo>
                  <a:lnTo>
                    <a:pt x="4695225" y="2517429"/>
                  </a:lnTo>
                  <a:lnTo>
                    <a:pt x="4691022" y="2477116"/>
                  </a:lnTo>
                  <a:lnTo>
                    <a:pt x="4685190" y="2435756"/>
                  </a:lnTo>
                  <a:lnTo>
                    <a:pt x="4677770" y="2393425"/>
                  </a:lnTo>
                  <a:lnTo>
                    <a:pt x="4668805" y="2350202"/>
                  </a:lnTo>
                  <a:lnTo>
                    <a:pt x="4658339" y="2306164"/>
                  </a:lnTo>
                  <a:lnTo>
                    <a:pt x="4646412" y="2261387"/>
                  </a:lnTo>
                  <a:lnTo>
                    <a:pt x="4633069" y="2215951"/>
                  </a:lnTo>
                  <a:lnTo>
                    <a:pt x="4618352" y="2169931"/>
                  </a:lnTo>
                  <a:lnTo>
                    <a:pt x="4602303" y="2123407"/>
                  </a:lnTo>
                  <a:lnTo>
                    <a:pt x="4584964" y="2076454"/>
                  </a:lnTo>
                  <a:lnTo>
                    <a:pt x="4566379" y="2029151"/>
                  </a:lnTo>
                  <a:lnTo>
                    <a:pt x="4546591" y="1981575"/>
                  </a:lnTo>
                  <a:lnTo>
                    <a:pt x="4525640" y="1933803"/>
                  </a:lnTo>
                  <a:lnTo>
                    <a:pt x="4503571" y="1885913"/>
                  </a:lnTo>
                  <a:lnTo>
                    <a:pt x="4480426" y="1837983"/>
                  </a:lnTo>
                  <a:lnTo>
                    <a:pt x="4456248" y="1790090"/>
                  </a:lnTo>
                  <a:lnTo>
                    <a:pt x="4431078" y="1742311"/>
                  </a:lnTo>
                  <a:lnTo>
                    <a:pt x="4404960" y="1694724"/>
                  </a:lnTo>
                  <a:lnTo>
                    <a:pt x="4377937" y="1647406"/>
                  </a:lnTo>
                  <a:lnTo>
                    <a:pt x="4350050" y="1600435"/>
                  </a:lnTo>
                  <a:lnTo>
                    <a:pt x="4321343" y="1553888"/>
                  </a:lnTo>
                  <a:lnTo>
                    <a:pt x="4291857" y="1507843"/>
                  </a:lnTo>
                  <a:lnTo>
                    <a:pt x="4261637" y="1462376"/>
                  </a:lnTo>
                  <a:lnTo>
                    <a:pt x="4230723" y="1417567"/>
                  </a:lnTo>
                  <a:lnTo>
                    <a:pt x="4199160" y="1373492"/>
                  </a:lnTo>
                  <a:lnTo>
                    <a:pt x="4166989" y="1330228"/>
                  </a:lnTo>
                  <a:lnTo>
                    <a:pt x="4134252" y="1287853"/>
                  </a:lnTo>
                  <a:lnTo>
                    <a:pt x="4100994" y="1246445"/>
                  </a:lnTo>
                  <a:lnTo>
                    <a:pt x="4067256" y="1206081"/>
                  </a:lnTo>
                  <a:lnTo>
                    <a:pt x="4033080" y="1166838"/>
                  </a:lnTo>
                  <a:lnTo>
                    <a:pt x="3998510" y="1128794"/>
                  </a:lnTo>
                  <a:lnTo>
                    <a:pt x="3963588" y="1092026"/>
                  </a:lnTo>
                  <a:lnTo>
                    <a:pt x="3928357" y="1056612"/>
                  </a:lnTo>
                  <a:lnTo>
                    <a:pt x="3892859" y="1022630"/>
                  </a:lnTo>
                  <a:lnTo>
                    <a:pt x="3857136" y="990156"/>
                  </a:lnTo>
                  <a:lnTo>
                    <a:pt x="3821232" y="959268"/>
                  </a:lnTo>
                  <a:lnTo>
                    <a:pt x="3785189" y="930045"/>
                  </a:lnTo>
                  <a:lnTo>
                    <a:pt x="3749050" y="902562"/>
                  </a:lnTo>
                  <a:lnTo>
                    <a:pt x="3712857" y="876898"/>
                  </a:lnTo>
                  <a:lnTo>
                    <a:pt x="3676652" y="853130"/>
                  </a:lnTo>
                  <a:lnTo>
                    <a:pt x="3640480" y="831335"/>
                  </a:lnTo>
                  <a:lnTo>
                    <a:pt x="3586944" y="800162"/>
                  </a:lnTo>
                  <a:lnTo>
                    <a:pt x="3535879" y="769706"/>
                  </a:lnTo>
                  <a:lnTo>
                    <a:pt x="3487084" y="739971"/>
                  </a:lnTo>
                  <a:lnTo>
                    <a:pt x="3440356" y="710960"/>
                  </a:lnTo>
                  <a:lnTo>
                    <a:pt x="3395494" y="682677"/>
                  </a:lnTo>
                  <a:lnTo>
                    <a:pt x="3192125" y="552302"/>
                  </a:lnTo>
                  <a:lnTo>
                    <a:pt x="3154229" y="528459"/>
                  </a:lnTo>
                  <a:lnTo>
                    <a:pt x="3116790" y="505368"/>
                  </a:lnTo>
                  <a:lnTo>
                    <a:pt x="3079604" y="483033"/>
                  </a:lnTo>
                  <a:lnTo>
                    <a:pt x="3042472" y="461457"/>
                  </a:lnTo>
                  <a:lnTo>
                    <a:pt x="3005191" y="440643"/>
                  </a:lnTo>
                  <a:lnTo>
                    <a:pt x="2967561" y="420596"/>
                  </a:lnTo>
                  <a:lnTo>
                    <a:pt x="2929379" y="401318"/>
                  </a:lnTo>
                  <a:lnTo>
                    <a:pt x="2890444" y="382812"/>
                  </a:lnTo>
                  <a:lnTo>
                    <a:pt x="2850555" y="365084"/>
                  </a:lnTo>
                  <a:lnTo>
                    <a:pt x="2809510" y="348135"/>
                  </a:lnTo>
                  <a:lnTo>
                    <a:pt x="2767108" y="331969"/>
                  </a:lnTo>
                  <a:lnTo>
                    <a:pt x="2723148" y="316590"/>
                  </a:lnTo>
                  <a:lnTo>
                    <a:pt x="2677427" y="302002"/>
                  </a:lnTo>
                  <a:lnTo>
                    <a:pt x="2629745" y="288207"/>
                  </a:lnTo>
                  <a:lnTo>
                    <a:pt x="2579899" y="275209"/>
                  </a:lnTo>
                  <a:lnTo>
                    <a:pt x="2527689" y="263012"/>
                  </a:lnTo>
                  <a:lnTo>
                    <a:pt x="2472914" y="251620"/>
                  </a:lnTo>
                  <a:lnTo>
                    <a:pt x="2415371" y="241035"/>
                  </a:lnTo>
                  <a:lnTo>
                    <a:pt x="2354859" y="231260"/>
                  </a:lnTo>
                  <a:lnTo>
                    <a:pt x="2320620" y="225914"/>
                  </a:lnTo>
                  <a:lnTo>
                    <a:pt x="2284636" y="219953"/>
                  </a:lnTo>
                  <a:lnTo>
                    <a:pt x="2207754" y="206387"/>
                  </a:lnTo>
                  <a:lnTo>
                    <a:pt x="2081381" y="182668"/>
                  </a:lnTo>
                  <a:lnTo>
                    <a:pt x="1796974" y="127986"/>
                  </a:lnTo>
                  <a:lnTo>
                    <a:pt x="1695196" y="109060"/>
                  </a:lnTo>
                  <a:lnTo>
                    <a:pt x="1591023" y="90442"/>
                  </a:lnTo>
                  <a:lnTo>
                    <a:pt x="1538244" y="81372"/>
                  </a:lnTo>
                  <a:lnTo>
                    <a:pt x="1485112" y="72528"/>
                  </a:lnTo>
                  <a:lnTo>
                    <a:pt x="1431710" y="63958"/>
                  </a:lnTo>
                  <a:lnTo>
                    <a:pt x="1378119" y="55712"/>
                  </a:lnTo>
                  <a:lnTo>
                    <a:pt x="1324421" y="47840"/>
                  </a:lnTo>
                  <a:lnTo>
                    <a:pt x="1270699" y="40390"/>
                  </a:lnTo>
                  <a:lnTo>
                    <a:pt x="1217034" y="33412"/>
                  </a:lnTo>
                  <a:lnTo>
                    <a:pt x="1163509" y="26956"/>
                  </a:lnTo>
                  <a:lnTo>
                    <a:pt x="1110205" y="21070"/>
                  </a:lnTo>
                  <a:lnTo>
                    <a:pt x="1057204" y="15805"/>
                  </a:lnTo>
                  <a:lnTo>
                    <a:pt x="1004589" y="11209"/>
                  </a:lnTo>
                  <a:lnTo>
                    <a:pt x="952442" y="7332"/>
                  </a:lnTo>
                  <a:lnTo>
                    <a:pt x="900844" y="4223"/>
                  </a:lnTo>
                  <a:lnTo>
                    <a:pt x="849877" y="1932"/>
                  </a:lnTo>
                  <a:lnTo>
                    <a:pt x="799624" y="508"/>
                  </a:lnTo>
                  <a:lnTo>
                    <a:pt x="75016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693138" y="2702057"/>
              <a:ext cx="4699000" cy="3693160"/>
            </a:xfrm>
            <a:custGeom>
              <a:avLst/>
              <a:gdLst/>
              <a:ahLst/>
              <a:cxnLst/>
              <a:rect l="l" t="t" r="r" b="b"/>
              <a:pathLst>
                <a:path w="4699000" h="3693160">
                  <a:moveTo>
                    <a:pt x="2354859" y="231260"/>
                  </a:moveTo>
                  <a:lnTo>
                    <a:pt x="2284636" y="219953"/>
                  </a:lnTo>
                  <a:lnTo>
                    <a:pt x="2246986" y="213427"/>
                  </a:lnTo>
                  <a:lnTo>
                    <a:pt x="2207754" y="206387"/>
                  </a:lnTo>
                  <a:lnTo>
                    <a:pt x="2167021" y="198881"/>
                  </a:lnTo>
                  <a:lnTo>
                    <a:pt x="2124869" y="190958"/>
                  </a:lnTo>
                  <a:lnTo>
                    <a:pt x="2081381" y="182668"/>
                  </a:lnTo>
                  <a:lnTo>
                    <a:pt x="2036638" y="174061"/>
                  </a:lnTo>
                  <a:lnTo>
                    <a:pt x="1990723" y="165185"/>
                  </a:lnTo>
                  <a:lnTo>
                    <a:pt x="1943716" y="156090"/>
                  </a:lnTo>
                  <a:lnTo>
                    <a:pt x="1895701" y="146826"/>
                  </a:lnTo>
                  <a:lnTo>
                    <a:pt x="1846760" y="137441"/>
                  </a:lnTo>
                  <a:lnTo>
                    <a:pt x="1796974" y="127986"/>
                  </a:lnTo>
                  <a:lnTo>
                    <a:pt x="1746425" y="118509"/>
                  </a:lnTo>
                  <a:lnTo>
                    <a:pt x="1695196" y="109060"/>
                  </a:lnTo>
                  <a:lnTo>
                    <a:pt x="1643368" y="99687"/>
                  </a:lnTo>
                  <a:lnTo>
                    <a:pt x="1591023" y="90442"/>
                  </a:lnTo>
                  <a:lnTo>
                    <a:pt x="1538244" y="81372"/>
                  </a:lnTo>
                  <a:lnTo>
                    <a:pt x="1485112" y="72528"/>
                  </a:lnTo>
                  <a:lnTo>
                    <a:pt x="1431710" y="63958"/>
                  </a:lnTo>
                  <a:lnTo>
                    <a:pt x="1378119" y="55712"/>
                  </a:lnTo>
                  <a:lnTo>
                    <a:pt x="1324421" y="47840"/>
                  </a:lnTo>
                  <a:lnTo>
                    <a:pt x="1270699" y="40390"/>
                  </a:lnTo>
                  <a:lnTo>
                    <a:pt x="1217034" y="33412"/>
                  </a:lnTo>
                  <a:lnTo>
                    <a:pt x="1163509" y="26956"/>
                  </a:lnTo>
                  <a:lnTo>
                    <a:pt x="1110205" y="21070"/>
                  </a:lnTo>
                  <a:lnTo>
                    <a:pt x="1057204" y="15805"/>
                  </a:lnTo>
                  <a:lnTo>
                    <a:pt x="1004589" y="11209"/>
                  </a:lnTo>
                  <a:lnTo>
                    <a:pt x="952442" y="7332"/>
                  </a:lnTo>
                  <a:lnTo>
                    <a:pt x="900844" y="4223"/>
                  </a:lnTo>
                  <a:lnTo>
                    <a:pt x="849877" y="1932"/>
                  </a:lnTo>
                  <a:lnTo>
                    <a:pt x="799624" y="508"/>
                  </a:lnTo>
                  <a:lnTo>
                    <a:pt x="750166" y="0"/>
                  </a:lnTo>
                  <a:lnTo>
                    <a:pt x="701586" y="457"/>
                  </a:lnTo>
                  <a:lnTo>
                    <a:pt x="653965" y="1930"/>
                  </a:lnTo>
                  <a:lnTo>
                    <a:pt x="607386" y="4467"/>
                  </a:lnTo>
                  <a:lnTo>
                    <a:pt x="561930" y="8117"/>
                  </a:lnTo>
                  <a:lnTo>
                    <a:pt x="517679" y="12931"/>
                  </a:lnTo>
                  <a:lnTo>
                    <a:pt x="474717" y="18958"/>
                  </a:lnTo>
                  <a:lnTo>
                    <a:pt x="433123" y="26246"/>
                  </a:lnTo>
                  <a:lnTo>
                    <a:pt x="392981" y="34845"/>
                  </a:lnTo>
                  <a:lnTo>
                    <a:pt x="354373" y="44805"/>
                  </a:lnTo>
                  <a:lnTo>
                    <a:pt x="317380" y="56174"/>
                  </a:lnTo>
                  <a:lnTo>
                    <a:pt x="248569" y="83341"/>
                  </a:lnTo>
                  <a:lnTo>
                    <a:pt x="187205" y="116739"/>
                  </a:lnTo>
                  <a:lnTo>
                    <a:pt x="133942" y="156764"/>
                  </a:lnTo>
                  <a:lnTo>
                    <a:pt x="89437" y="203811"/>
                  </a:lnTo>
                  <a:lnTo>
                    <a:pt x="54347" y="258274"/>
                  </a:lnTo>
                  <a:lnTo>
                    <a:pt x="31721" y="312768"/>
                  </a:lnTo>
                  <a:lnTo>
                    <a:pt x="17453" y="367371"/>
                  </a:lnTo>
                  <a:lnTo>
                    <a:pt x="7525" y="429432"/>
                  </a:lnTo>
                  <a:lnTo>
                    <a:pt x="1764" y="498478"/>
                  </a:lnTo>
                  <a:lnTo>
                    <a:pt x="0" y="574039"/>
                  </a:lnTo>
                  <a:lnTo>
                    <a:pt x="561" y="614115"/>
                  </a:lnTo>
                  <a:lnTo>
                    <a:pt x="2057" y="655642"/>
                  </a:lnTo>
                  <a:lnTo>
                    <a:pt x="4465" y="698563"/>
                  </a:lnTo>
                  <a:lnTo>
                    <a:pt x="7765" y="742817"/>
                  </a:lnTo>
                  <a:lnTo>
                    <a:pt x="11933" y="788346"/>
                  </a:lnTo>
                  <a:lnTo>
                    <a:pt x="16949" y="835091"/>
                  </a:lnTo>
                  <a:lnTo>
                    <a:pt x="22792" y="882994"/>
                  </a:lnTo>
                  <a:lnTo>
                    <a:pt x="29439" y="931994"/>
                  </a:lnTo>
                  <a:lnTo>
                    <a:pt x="36868" y="982033"/>
                  </a:lnTo>
                  <a:lnTo>
                    <a:pt x="45060" y="1033053"/>
                  </a:lnTo>
                  <a:lnTo>
                    <a:pt x="53991" y="1084994"/>
                  </a:lnTo>
                  <a:lnTo>
                    <a:pt x="63640" y="1137797"/>
                  </a:lnTo>
                  <a:lnTo>
                    <a:pt x="73986" y="1191403"/>
                  </a:lnTo>
                  <a:lnTo>
                    <a:pt x="85007" y="1245754"/>
                  </a:lnTo>
                  <a:lnTo>
                    <a:pt x="96681" y="1300791"/>
                  </a:lnTo>
                  <a:lnTo>
                    <a:pt x="108987" y="1356453"/>
                  </a:lnTo>
                  <a:lnTo>
                    <a:pt x="121904" y="1412684"/>
                  </a:lnTo>
                  <a:lnTo>
                    <a:pt x="135409" y="1469423"/>
                  </a:lnTo>
                  <a:lnTo>
                    <a:pt x="149481" y="1526612"/>
                  </a:lnTo>
                  <a:lnTo>
                    <a:pt x="164099" y="1584191"/>
                  </a:lnTo>
                  <a:lnTo>
                    <a:pt x="179241" y="1642102"/>
                  </a:lnTo>
                  <a:lnTo>
                    <a:pt x="194885" y="1700286"/>
                  </a:lnTo>
                  <a:lnTo>
                    <a:pt x="211010" y="1758684"/>
                  </a:lnTo>
                  <a:lnTo>
                    <a:pt x="227594" y="1817237"/>
                  </a:lnTo>
                  <a:lnTo>
                    <a:pt x="244615" y="1875886"/>
                  </a:lnTo>
                  <a:lnTo>
                    <a:pt x="262053" y="1934572"/>
                  </a:lnTo>
                  <a:lnTo>
                    <a:pt x="279885" y="1993236"/>
                  </a:lnTo>
                  <a:lnTo>
                    <a:pt x="298090" y="2051820"/>
                  </a:lnTo>
                  <a:lnTo>
                    <a:pt x="316646" y="2110263"/>
                  </a:lnTo>
                  <a:lnTo>
                    <a:pt x="335532" y="2168508"/>
                  </a:lnTo>
                  <a:lnTo>
                    <a:pt x="354726" y="2226495"/>
                  </a:lnTo>
                  <a:lnTo>
                    <a:pt x="374206" y="2284165"/>
                  </a:lnTo>
                  <a:lnTo>
                    <a:pt x="393952" y="2341460"/>
                  </a:lnTo>
                  <a:lnTo>
                    <a:pt x="413940" y="2398321"/>
                  </a:lnTo>
                  <a:lnTo>
                    <a:pt x="434151" y="2454688"/>
                  </a:lnTo>
                  <a:lnTo>
                    <a:pt x="454561" y="2510502"/>
                  </a:lnTo>
                  <a:lnTo>
                    <a:pt x="475150" y="2565706"/>
                  </a:lnTo>
                  <a:lnTo>
                    <a:pt x="495897" y="2620239"/>
                  </a:lnTo>
                  <a:lnTo>
                    <a:pt x="516778" y="2674042"/>
                  </a:lnTo>
                  <a:lnTo>
                    <a:pt x="537774" y="2727058"/>
                  </a:lnTo>
                  <a:lnTo>
                    <a:pt x="558861" y="2779227"/>
                  </a:lnTo>
                  <a:lnTo>
                    <a:pt x="580019" y="2830489"/>
                  </a:lnTo>
                  <a:lnTo>
                    <a:pt x="601227" y="2880786"/>
                  </a:lnTo>
                  <a:lnTo>
                    <a:pt x="622462" y="2930060"/>
                  </a:lnTo>
                  <a:lnTo>
                    <a:pt x="643702" y="2978250"/>
                  </a:lnTo>
                  <a:lnTo>
                    <a:pt x="664927" y="3025299"/>
                  </a:lnTo>
                  <a:lnTo>
                    <a:pt x="686115" y="3071147"/>
                  </a:lnTo>
                  <a:lnTo>
                    <a:pt x="707244" y="3115735"/>
                  </a:lnTo>
                  <a:lnTo>
                    <a:pt x="728292" y="3159004"/>
                  </a:lnTo>
                  <a:lnTo>
                    <a:pt x="749239" y="3200896"/>
                  </a:lnTo>
                  <a:lnTo>
                    <a:pt x="770061" y="3241352"/>
                  </a:lnTo>
                  <a:lnTo>
                    <a:pt x="790739" y="3280311"/>
                  </a:lnTo>
                  <a:lnTo>
                    <a:pt x="811250" y="3317717"/>
                  </a:lnTo>
                  <a:lnTo>
                    <a:pt x="831572" y="3353509"/>
                  </a:lnTo>
                  <a:lnTo>
                    <a:pt x="851685" y="3387628"/>
                  </a:lnTo>
                  <a:lnTo>
                    <a:pt x="891193" y="3450614"/>
                  </a:lnTo>
                  <a:lnTo>
                    <a:pt x="929603" y="3506204"/>
                  </a:lnTo>
                  <a:lnTo>
                    <a:pt x="966741" y="3553925"/>
                  </a:lnTo>
                  <a:lnTo>
                    <a:pt x="1002436" y="3593306"/>
                  </a:lnTo>
                  <a:lnTo>
                    <a:pt x="1056472" y="3639245"/>
                  </a:lnTo>
                  <a:lnTo>
                    <a:pt x="1111576" y="3670383"/>
                  </a:lnTo>
                  <a:lnTo>
                    <a:pt x="1167748" y="3687804"/>
                  </a:lnTo>
                  <a:lnTo>
                    <a:pt x="1224988" y="3692590"/>
                  </a:lnTo>
                  <a:lnTo>
                    <a:pt x="1254009" y="3690584"/>
                  </a:lnTo>
                  <a:lnTo>
                    <a:pt x="1312852" y="3678451"/>
                  </a:lnTo>
                  <a:lnTo>
                    <a:pt x="1372763" y="3656391"/>
                  </a:lnTo>
                  <a:lnTo>
                    <a:pt x="1433742" y="3625488"/>
                  </a:lnTo>
                  <a:lnTo>
                    <a:pt x="1495790" y="3586826"/>
                  </a:lnTo>
                  <a:lnTo>
                    <a:pt x="1527215" y="3564923"/>
                  </a:lnTo>
                  <a:lnTo>
                    <a:pt x="1558906" y="3541487"/>
                  </a:lnTo>
                  <a:lnTo>
                    <a:pt x="1590865" y="3516652"/>
                  </a:lnTo>
                  <a:lnTo>
                    <a:pt x="1623091" y="3490555"/>
                  </a:lnTo>
                  <a:lnTo>
                    <a:pt x="1655584" y="3463329"/>
                  </a:lnTo>
                  <a:lnTo>
                    <a:pt x="1688345" y="3435112"/>
                  </a:lnTo>
                  <a:lnTo>
                    <a:pt x="1721372" y="3406038"/>
                  </a:lnTo>
                  <a:lnTo>
                    <a:pt x="1754667" y="3376242"/>
                  </a:lnTo>
                  <a:lnTo>
                    <a:pt x="1788228" y="3345861"/>
                  </a:lnTo>
                  <a:lnTo>
                    <a:pt x="1822057" y="3315029"/>
                  </a:lnTo>
                  <a:lnTo>
                    <a:pt x="1856154" y="3283881"/>
                  </a:lnTo>
                  <a:lnTo>
                    <a:pt x="1890517" y="3252554"/>
                  </a:lnTo>
                  <a:lnTo>
                    <a:pt x="1925147" y="3221183"/>
                  </a:lnTo>
                  <a:lnTo>
                    <a:pt x="1960045" y="3189903"/>
                  </a:lnTo>
                  <a:lnTo>
                    <a:pt x="1995210" y="3158849"/>
                  </a:lnTo>
                  <a:lnTo>
                    <a:pt x="2030642" y="3128157"/>
                  </a:lnTo>
                  <a:lnTo>
                    <a:pt x="2066342" y="3097962"/>
                  </a:lnTo>
                  <a:lnTo>
                    <a:pt x="2102309" y="3068399"/>
                  </a:lnTo>
                  <a:lnTo>
                    <a:pt x="2138543" y="3039605"/>
                  </a:lnTo>
                  <a:lnTo>
                    <a:pt x="2175044" y="3011714"/>
                  </a:lnTo>
                  <a:lnTo>
                    <a:pt x="2211812" y="2984862"/>
                  </a:lnTo>
                  <a:lnTo>
                    <a:pt x="2248848" y="2959184"/>
                  </a:lnTo>
                  <a:lnTo>
                    <a:pt x="2286151" y="2934816"/>
                  </a:lnTo>
                  <a:lnTo>
                    <a:pt x="2323721" y="2911893"/>
                  </a:lnTo>
                  <a:lnTo>
                    <a:pt x="2361559" y="2890550"/>
                  </a:lnTo>
                  <a:lnTo>
                    <a:pt x="2399664" y="2870923"/>
                  </a:lnTo>
                  <a:lnTo>
                    <a:pt x="2438036" y="2853148"/>
                  </a:lnTo>
                  <a:lnTo>
                    <a:pt x="2476676" y="2837358"/>
                  </a:lnTo>
                  <a:lnTo>
                    <a:pt x="2515582" y="2823691"/>
                  </a:lnTo>
                  <a:lnTo>
                    <a:pt x="2554757" y="2812281"/>
                  </a:lnTo>
                  <a:lnTo>
                    <a:pt x="2626700" y="2797137"/>
                  </a:lnTo>
                  <a:lnTo>
                    <a:pt x="2665176" y="2791464"/>
                  </a:lnTo>
                  <a:lnTo>
                    <a:pt x="2705202" y="2786972"/>
                  </a:lnTo>
                  <a:lnTo>
                    <a:pt x="2746688" y="2783594"/>
                  </a:lnTo>
                  <a:lnTo>
                    <a:pt x="2789545" y="2781267"/>
                  </a:lnTo>
                  <a:lnTo>
                    <a:pt x="2833681" y="2779925"/>
                  </a:lnTo>
                  <a:lnTo>
                    <a:pt x="2879009" y="2779504"/>
                  </a:lnTo>
                  <a:lnTo>
                    <a:pt x="2925437" y="2779937"/>
                  </a:lnTo>
                  <a:lnTo>
                    <a:pt x="2972876" y="2781161"/>
                  </a:lnTo>
                  <a:lnTo>
                    <a:pt x="3021236" y="2783110"/>
                  </a:lnTo>
                  <a:lnTo>
                    <a:pt x="3070427" y="2785720"/>
                  </a:lnTo>
                  <a:lnTo>
                    <a:pt x="3120360" y="2788925"/>
                  </a:lnTo>
                  <a:lnTo>
                    <a:pt x="3170945" y="2792660"/>
                  </a:lnTo>
                  <a:lnTo>
                    <a:pt x="3222091" y="2796861"/>
                  </a:lnTo>
                  <a:lnTo>
                    <a:pt x="3273710" y="2801462"/>
                  </a:lnTo>
                  <a:lnTo>
                    <a:pt x="3325710" y="2806399"/>
                  </a:lnTo>
                  <a:lnTo>
                    <a:pt x="3378003" y="2811607"/>
                  </a:lnTo>
                  <a:lnTo>
                    <a:pt x="3430499" y="2817020"/>
                  </a:lnTo>
                  <a:lnTo>
                    <a:pt x="3483108" y="2822574"/>
                  </a:lnTo>
                  <a:lnTo>
                    <a:pt x="3535739" y="2828204"/>
                  </a:lnTo>
                  <a:lnTo>
                    <a:pt x="3588304" y="2833845"/>
                  </a:lnTo>
                  <a:lnTo>
                    <a:pt x="3640712" y="2839431"/>
                  </a:lnTo>
                  <a:lnTo>
                    <a:pt x="3692874" y="2844898"/>
                  </a:lnTo>
                  <a:lnTo>
                    <a:pt x="3744699" y="2850181"/>
                  </a:lnTo>
                  <a:lnTo>
                    <a:pt x="3796098" y="2855215"/>
                  </a:lnTo>
                  <a:lnTo>
                    <a:pt x="3846982" y="2859935"/>
                  </a:lnTo>
                  <a:lnTo>
                    <a:pt x="3897259" y="2864276"/>
                  </a:lnTo>
                  <a:lnTo>
                    <a:pt x="3946841" y="2868173"/>
                  </a:lnTo>
                  <a:lnTo>
                    <a:pt x="3995638" y="2871561"/>
                  </a:lnTo>
                  <a:lnTo>
                    <a:pt x="4043559" y="2874375"/>
                  </a:lnTo>
                  <a:lnTo>
                    <a:pt x="4090516" y="2876551"/>
                  </a:lnTo>
                  <a:lnTo>
                    <a:pt x="4136417" y="2878023"/>
                  </a:lnTo>
                  <a:lnTo>
                    <a:pt x="4181174" y="2878725"/>
                  </a:lnTo>
                  <a:lnTo>
                    <a:pt x="4224697" y="2878595"/>
                  </a:lnTo>
                  <a:lnTo>
                    <a:pt x="4266895" y="2877565"/>
                  </a:lnTo>
                  <a:lnTo>
                    <a:pt x="4307680" y="2875572"/>
                  </a:lnTo>
                  <a:lnTo>
                    <a:pt x="4346960" y="2872550"/>
                  </a:lnTo>
                  <a:lnTo>
                    <a:pt x="4420650" y="2863161"/>
                  </a:lnTo>
                  <a:lnTo>
                    <a:pt x="4487246" y="2848878"/>
                  </a:lnTo>
                  <a:lnTo>
                    <a:pt x="4546031" y="2829182"/>
                  </a:lnTo>
                  <a:lnTo>
                    <a:pt x="4596285" y="2803552"/>
                  </a:lnTo>
                  <a:lnTo>
                    <a:pt x="4637290" y="2771469"/>
                  </a:lnTo>
                  <a:lnTo>
                    <a:pt x="4668328" y="2732414"/>
                  </a:lnTo>
                  <a:lnTo>
                    <a:pt x="4688680" y="2685866"/>
                  </a:lnTo>
                  <a:lnTo>
                    <a:pt x="4697628" y="2631306"/>
                  </a:lnTo>
                  <a:lnTo>
                    <a:pt x="4698570" y="2594602"/>
                  </a:lnTo>
                  <a:lnTo>
                    <a:pt x="4697755" y="2556616"/>
                  </a:lnTo>
                  <a:lnTo>
                    <a:pt x="4695225" y="2517429"/>
                  </a:lnTo>
                  <a:lnTo>
                    <a:pt x="4691022" y="2477116"/>
                  </a:lnTo>
                  <a:lnTo>
                    <a:pt x="4685190" y="2435756"/>
                  </a:lnTo>
                  <a:lnTo>
                    <a:pt x="4677770" y="2393425"/>
                  </a:lnTo>
                  <a:lnTo>
                    <a:pt x="4668805" y="2350202"/>
                  </a:lnTo>
                  <a:lnTo>
                    <a:pt x="4658339" y="2306164"/>
                  </a:lnTo>
                  <a:lnTo>
                    <a:pt x="4646412" y="2261387"/>
                  </a:lnTo>
                  <a:lnTo>
                    <a:pt x="4633069" y="2215951"/>
                  </a:lnTo>
                  <a:lnTo>
                    <a:pt x="4618352" y="2169931"/>
                  </a:lnTo>
                  <a:lnTo>
                    <a:pt x="4602303" y="2123407"/>
                  </a:lnTo>
                  <a:lnTo>
                    <a:pt x="4584964" y="2076454"/>
                  </a:lnTo>
                  <a:lnTo>
                    <a:pt x="4566379" y="2029151"/>
                  </a:lnTo>
                  <a:lnTo>
                    <a:pt x="4546591" y="1981575"/>
                  </a:lnTo>
                  <a:lnTo>
                    <a:pt x="4525640" y="1933803"/>
                  </a:lnTo>
                  <a:lnTo>
                    <a:pt x="4503571" y="1885913"/>
                  </a:lnTo>
                  <a:lnTo>
                    <a:pt x="4480426" y="1837983"/>
                  </a:lnTo>
                  <a:lnTo>
                    <a:pt x="4456248" y="1790090"/>
                  </a:lnTo>
                  <a:lnTo>
                    <a:pt x="4431078" y="1742311"/>
                  </a:lnTo>
                  <a:lnTo>
                    <a:pt x="4404960" y="1694724"/>
                  </a:lnTo>
                  <a:lnTo>
                    <a:pt x="4377937" y="1647406"/>
                  </a:lnTo>
                  <a:lnTo>
                    <a:pt x="4350050" y="1600435"/>
                  </a:lnTo>
                  <a:lnTo>
                    <a:pt x="4321343" y="1553888"/>
                  </a:lnTo>
                  <a:lnTo>
                    <a:pt x="4291857" y="1507843"/>
                  </a:lnTo>
                  <a:lnTo>
                    <a:pt x="4261637" y="1462376"/>
                  </a:lnTo>
                  <a:lnTo>
                    <a:pt x="4230723" y="1417567"/>
                  </a:lnTo>
                  <a:lnTo>
                    <a:pt x="4199160" y="1373492"/>
                  </a:lnTo>
                  <a:lnTo>
                    <a:pt x="4166989" y="1330228"/>
                  </a:lnTo>
                  <a:lnTo>
                    <a:pt x="4134252" y="1287853"/>
                  </a:lnTo>
                  <a:lnTo>
                    <a:pt x="4100994" y="1246445"/>
                  </a:lnTo>
                  <a:lnTo>
                    <a:pt x="4067256" y="1206081"/>
                  </a:lnTo>
                  <a:lnTo>
                    <a:pt x="4033080" y="1166838"/>
                  </a:lnTo>
                  <a:lnTo>
                    <a:pt x="3998510" y="1128794"/>
                  </a:lnTo>
                  <a:lnTo>
                    <a:pt x="3963588" y="1092026"/>
                  </a:lnTo>
                  <a:lnTo>
                    <a:pt x="3928357" y="1056612"/>
                  </a:lnTo>
                  <a:lnTo>
                    <a:pt x="3892859" y="1022630"/>
                  </a:lnTo>
                  <a:lnTo>
                    <a:pt x="3857136" y="990156"/>
                  </a:lnTo>
                  <a:lnTo>
                    <a:pt x="3821232" y="959268"/>
                  </a:lnTo>
                  <a:lnTo>
                    <a:pt x="3785189" y="930045"/>
                  </a:lnTo>
                  <a:lnTo>
                    <a:pt x="3749050" y="902562"/>
                  </a:lnTo>
                  <a:lnTo>
                    <a:pt x="3712857" y="876898"/>
                  </a:lnTo>
                  <a:lnTo>
                    <a:pt x="3676652" y="853130"/>
                  </a:lnTo>
                  <a:lnTo>
                    <a:pt x="3640480" y="831335"/>
                  </a:lnTo>
                  <a:lnTo>
                    <a:pt x="3586944" y="800162"/>
                  </a:lnTo>
                  <a:lnTo>
                    <a:pt x="3535879" y="769706"/>
                  </a:lnTo>
                  <a:lnTo>
                    <a:pt x="3487084" y="739971"/>
                  </a:lnTo>
                  <a:lnTo>
                    <a:pt x="3440356" y="710960"/>
                  </a:lnTo>
                  <a:lnTo>
                    <a:pt x="3395494" y="682677"/>
                  </a:lnTo>
                  <a:lnTo>
                    <a:pt x="3352296" y="655126"/>
                  </a:lnTo>
                  <a:lnTo>
                    <a:pt x="3310562" y="628309"/>
                  </a:lnTo>
                  <a:lnTo>
                    <a:pt x="3270090" y="602230"/>
                  </a:lnTo>
                  <a:lnTo>
                    <a:pt x="3230678" y="576894"/>
                  </a:lnTo>
                  <a:lnTo>
                    <a:pt x="3192125" y="552302"/>
                  </a:lnTo>
                  <a:lnTo>
                    <a:pt x="3154229" y="528459"/>
                  </a:lnTo>
                  <a:lnTo>
                    <a:pt x="3116790" y="505368"/>
                  </a:lnTo>
                  <a:lnTo>
                    <a:pt x="3079604" y="483033"/>
                  </a:lnTo>
                  <a:lnTo>
                    <a:pt x="3042472" y="461457"/>
                  </a:lnTo>
                  <a:lnTo>
                    <a:pt x="3005191" y="440643"/>
                  </a:lnTo>
                  <a:lnTo>
                    <a:pt x="2967561" y="420596"/>
                  </a:lnTo>
                  <a:lnTo>
                    <a:pt x="2929379" y="401318"/>
                  </a:lnTo>
                  <a:lnTo>
                    <a:pt x="2890444" y="382812"/>
                  </a:lnTo>
                  <a:lnTo>
                    <a:pt x="2850555" y="365084"/>
                  </a:lnTo>
                  <a:lnTo>
                    <a:pt x="2809510" y="348135"/>
                  </a:lnTo>
                  <a:lnTo>
                    <a:pt x="2767108" y="331969"/>
                  </a:lnTo>
                  <a:lnTo>
                    <a:pt x="2723148" y="316590"/>
                  </a:lnTo>
                  <a:lnTo>
                    <a:pt x="2677427" y="302002"/>
                  </a:lnTo>
                  <a:lnTo>
                    <a:pt x="2629745" y="288207"/>
                  </a:lnTo>
                  <a:lnTo>
                    <a:pt x="2579899" y="275209"/>
                  </a:lnTo>
                  <a:lnTo>
                    <a:pt x="2527689" y="263012"/>
                  </a:lnTo>
                  <a:lnTo>
                    <a:pt x="2472914" y="251620"/>
                  </a:lnTo>
                  <a:lnTo>
                    <a:pt x="2415371" y="241035"/>
                  </a:lnTo>
                  <a:lnTo>
                    <a:pt x="2354859" y="23126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12852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Trees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1257046" y="2604261"/>
            <a:ext cx="4956810" cy="3551554"/>
            <a:chOff x="1257046" y="2604261"/>
            <a:chExt cx="4956810" cy="3551554"/>
          </a:xfrm>
        </p:grpSpPr>
        <p:sp>
          <p:nvSpPr>
            <p:cNvPr id="10" name="object 10" descr=""/>
            <p:cNvSpPr/>
            <p:nvPr/>
          </p:nvSpPr>
          <p:spPr>
            <a:xfrm>
              <a:off x="4331208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31208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69563" y="4892039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129539" y="0"/>
                  </a:moveTo>
                  <a:lnTo>
                    <a:pt x="79134" y="10233"/>
                  </a:lnTo>
                  <a:lnTo>
                    <a:pt x="37957" y="38147"/>
                  </a:lnTo>
                  <a:lnTo>
                    <a:pt x="10185" y="79563"/>
                  </a:lnTo>
                  <a:lnTo>
                    <a:pt x="0" y="130302"/>
                  </a:lnTo>
                  <a:lnTo>
                    <a:pt x="10185" y="181040"/>
                  </a:lnTo>
                  <a:lnTo>
                    <a:pt x="37957" y="222456"/>
                  </a:lnTo>
                  <a:lnTo>
                    <a:pt x="79134" y="250370"/>
                  </a:lnTo>
                  <a:lnTo>
                    <a:pt x="129539" y="260604"/>
                  </a:lnTo>
                  <a:lnTo>
                    <a:pt x="179945" y="250370"/>
                  </a:lnTo>
                  <a:lnTo>
                    <a:pt x="221122" y="222456"/>
                  </a:lnTo>
                  <a:lnTo>
                    <a:pt x="248894" y="181040"/>
                  </a:lnTo>
                  <a:lnTo>
                    <a:pt x="259080" y="130302"/>
                  </a:lnTo>
                  <a:lnTo>
                    <a:pt x="248894" y="79563"/>
                  </a:lnTo>
                  <a:lnTo>
                    <a:pt x="221122" y="38147"/>
                  </a:lnTo>
                  <a:lnTo>
                    <a:pt x="179945" y="10233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369563" y="4892039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79" h="260985">
                  <a:moveTo>
                    <a:pt x="0" y="130302"/>
                  </a:moveTo>
                  <a:lnTo>
                    <a:pt x="10185" y="79563"/>
                  </a:lnTo>
                  <a:lnTo>
                    <a:pt x="37957" y="38147"/>
                  </a:lnTo>
                  <a:lnTo>
                    <a:pt x="79134" y="10233"/>
                  </a:lnTo>
                  <a:lnTo>
                    <a:pt x="129539" y="0"/>
                  </a:lnTo>
                  <a:lnTo>
                    <a:pt x="179945" y="10233"/>
                  </a:lnTo>
                  <a:lnTo>
                    <a:pt x="221122" y="38147"/>
                  </a:lnTo>
                  <a:lnTo>
                    <a:pt x="248894" y="79563"/>
                  </a:lnTo>
                  <a:lnTo>
                    <a:pt x="259080" y="130302"/>
                  </a:lnTo>
                  <a:lnTo>
                    <a:pt x="248894" y="181040"/>
                  </a:lnTo>
                  <a:lnTo>
                    <a:pt x="221122" y="222456"/>
                  </a:lnTo>
                  <a:lnTo>
                    <a:pt x="179945" y="250370"/>
                  </a:lnTo>
                  <a:lnTo>
                    <a:pt x="129539" y="260604"/>
                  </a:lnTo>
                  <a:lnTo>
                    <a:pt x="79134" y="250370"/>
                  </a:lnTo>
                  <a:lnTo>
                    <a:pt x="37957" y="222456"/>
                  </a:lnTo>
                  <a:lnTo>
                    <a:pt x="10185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798063" y="3933444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80" h="260985">
                  <a:moveTo>
                    <a:pt x="129540" y="0"/>
                  </a:moveTo>
                  <a:lnTo>
                    <a:pt x="79134" y="10233"/>
                  </a:lnTo>
                  <a:lnTo>
                    <a:pt x="37957" y="38147"/>
                  </a:lnTo>
                  <a:lnTo>
                    <a:pt x="10185" y="79563"/>
                  </a:lnTo>
                  <a:lnTo>
                    <a:pt x="0" y="130301"/>
                  </a:lnTo>
                  <a:lnTo>
                    <a:pt x="10185" y="181040"/>
                  </a:lnTo>
                  <a:lnTo>
                    <a:pt x="37957" y="222456"/>
                  </a:lnTo>
                  <a:lnTo>
                    <a:pt x="79134" y="250370"/>
                  </a:lnTo>
                  <a:lnTo>
                    <a:pt x="129540" y="260603"/>
                  </a:lnTo>
                  <a:lnTo>
                    <a:pt x="179945" y="250370"/>
                  </a:lnTo>
                  <a:lnTo>
                    <a:pt x="221122" y="222456"/>
                  </a:lnTo>
                  <a:lnTo>
                    <a:pt x="248894" y="181040"/>
                  </a:lnTo>
                  <a:lnTo>
                    <a:pt x="259080" y="130301"/>
                  </a:lnTo>
                  <a:lnTo>
                    <a:pt x="248894" y="79563"/>
                  </a:lnTo>
                  <a:lnTo>
                    <a:pt x="221122" y="38147"/>
                  </a:lnTo>
                  <a:lnTo>
                    <a:pt x="179945" y="10233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798063" y="3933444"/>
              <a:ext cx="259079" cy="260985"/>
            </a:xfrm>
            <a:custGeom>
              <a:avLst/>
              <a:gdLst/>
              <a:ahLst/>
              <a:cxnLst/>
              <a:rect l="l" t="t" r="r" b="b"/>
              <a:pathLst>
                <a:path w="259080" h="260985">
                  <a:moveTo>
                    <a:pt x="0" y="130301"/>
                  </a:moveTo>
                  <a:lnTo>
                    <a:pt x="10185" y="79563"/>
                  </a:lnTo>
                  <a:lnTo>
                    <a:pt x="37957" y="38147"/>
                  </a:lnTo>
                  <a:lnTo>
                    <a:pt x="79134" y="10233"/>
                  </a:lnTo>
                  <a:lnTo>
                    <a:pt x="129540" y="0"/>
                  </a:lnTo>
                  <a:lnTo>
                    <a:pt x="179945" y="10233"/>
                  </a:lnTo>
                  <a:lnTo>
                    <a:pt x="221122" y="38147"/>
                  </a:lnTo>
                  <a:lnTo>
                    <a:pt x="248894" y="79563"/>
                  </a:lnTo>
                  <a:lnTo>
                    <a:pt x="259080" y="130301"/>
                  </a:lnTo>
                  <a:lnTo>
                    <a:pt x="248894" y="181040"/>
                  </a:lnTo>
                  <a:lnTo>
                    <a:pt x="221122" y="222456"/>
                  </a:lnTo>
                  <a:lnTo>
                    <a:pt x="179945" y="250370"/>
                  </a:lnTo>
                  <a:lnTo>
                    <a:pt x="129540" y="260603"/>
                  </a:lnTo>
                  <a:lnTo>
                    <a:pt x="79134" y="250370"/>
                  </a:lnTo>
                  <a:lnTo>
                    <a:pt x="37957" y="222456"/>
                  </a:lnTo>
                  <a:lnTo>
                    <a:pt x="10185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834896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2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2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4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2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834896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2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4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2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41619" y="480060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39" y="0"/>
                  </a:moveTo>
                  <a:lnTo>
                    <a:pt x="79134" y="10185"/>
                  </a:lnTo>
                  <a:lnTo>
                    <a:pt x="37957" y="37957"/>
                  </a:lnTo>
                  <a:lnTo>
                    <a:pt x="10185" y="79134"/>
                  </a:lnTo>
                  <a:lnTo>
                    <a:pt x="0" y="129539"/>
                  </a:lnTo>
                  <a:lnTo>
                    <a:pt x="10185" y="179945"/>
                  </a:lnTo>
                  <a:lnTo>
                    <a:pt x="37957" y="221122"/>
                  </a:lnTo>
                  <a:lnTo>
                    <a:pt x="79134" y="248894"/>
                  </a:lnTo>
                  <a:lnTo>
                    <a:pt x="129539" y="259080"/>
                  </a:lnTo>
                  <a:lnTo>
                    <a:pt x="179945" y="248894"/>
                  </a:lnTo>
                  <a:lnTo>
                    <a:pt x="221122" y="221122"/>
                  </a:lnTo>
                  <a:lnTo>
                    <a:pt x="248894" y="179945"/>
                  </a:lnTo>
                  <a:lnTo>
                    <a:pt x="259079" y="129539"/>
                  </a:lnTo>
                  <a:lnTo>
                    <a:pt x="248894" y="79134"/>
                  </a:lnTo>
                  <a:lnTo>
                    <a:pt x="221122" y="37957"/>
                  </a:lnTo>
                  <a:lnTo>
                    <a:pt x="179945" y="10185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341619" y="480060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0" y="129539"/>
                  </a:moveTo>
                  <a:lnTo>
                    <a:pt x="10185" y="79134"/>
                  </a:lnTo>
                  <a:lnTo>
                    <a:pt x="37957" y="37957"/>
                  </a:lnTo>
                  <a:lnTo>
                    <a:pt x="79134" y="10185"/>
                  </a:lnTo>
                  <a:lnTo>
                    <a:pt x="129539" y="0"/>
                  </a:lnTo>
                  <a:lnTo>
                    <a:pt x="179945" y="10185"/>
                  </a:lnTo>
                  <a:lnTo>
                    <a:pt x="221122" y="37957"/>
                  </a:lnTo>
                  <a:lnTo>
                    <a:pt x="248894" y="79134"/>
                  </a:lnTo>
                  <a:lnTo>
                    <a:pt x="259079" y="129539"/>
                  </a:lnTo>
                  <a:lnTo>
                    <a:pt x="248894" y="179945"/>
                  </a:lnTo>
                  <a:lnTo>
                    <a:pt x="221122" y="221122"/>
                  </a:lnTo>
                  <a:lnTo>
                    <a:pt x="179945" y="248894"/>
                  </a:lnTo>
                  <a:lnTo>
                    <a:pt x="129539" y="259080"/>
                  </a:lnTo>
                  <a:lnTo>
                    <a:pt x="79134" y="248894"/>
                  </a:lnTo>
                  <a:lnTo>
                    <a:pt x="37957" y="221122"/>
                  </a:lnTo>
                  <a:lnTo>
                    <a:pt x="10185" y="179945"/>
                  </a:lnTo>
                  <a:lnTo>
                    <a:pt x="0" y="1295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946648" y="261061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946648" y="261061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733543" y="36728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733543" y="367283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263396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263396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842260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842260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524762" y="2833877"/>
              <a:ext cx="4460875" cy="3094355"/>
            </a:xfrm>
            <a:custGeom>
              <a:avLst/>
              <a:gdLst/>
              <a:ahLst/>
              <a:cxnLst/>
              <a:rect l="l" t="t" r="r" b="b"/>
              <a:pathLst>
                <a:path w="4460875" h="3094354">
                  <a:moveTo>
                    <a:pt x="0" y="1360043"/>
                  </a:moveTo>
                  <a:lnTo>
                    <a:pt x="1273302" y="1229868"/>
                  </a:lnTo>
                </a:path>
                <a:path w="4460875" h="3094354">
                  <a:moveTo>
                    <a:pt x="533400" y="455675"/>
                  </a:moveTo>
                  <a:lnTo>
                    <a:pt x="1311402" y="1138428"/>
                  </a:lnTo>
                </a:path>
                <a:path w="4460875" h="3094354">
                  <a:moveTo>
                    <a:pt x="1533144" y="1231138"/>
                  </a:moveTo>
                  <a:lnTo>
                    <a:pt x="3209671" y="970788"/>
                  </a:lnTo>
                </a:path>
                <a:path w="4460875" h="3094354">
                  <a:moveTo>
                    <a:pt x="3432048" y="878205"/>
                  </a:moveTo>
                  <a:lnTo>
                    <a:pt x="4460621" y="0"/>
                  </a:lnTo>
                </a:path>
                <a:path w="4460875" h="3094354">
                  <a:moveTo>
                    <a:pt x="3432048" y="1062228"/>
                  </a:moveTo>
                  <a:lnTo>
                    <a:pt x="3854830" y="2005203"/>
                  </a:lnTo>
                </a:path>
                <a:path w="4460875" h="3094354">
                  <a:moveTo>
                    <a:pt x="1495044" y="1322832"/>
                  </a:moveTo>
                  <a:lnTo>
                    <a:pt x="1882521" y="2097532"/>
                  </a:lnTo>
                </a:path>
                <a:path w="4460875" h="3094354">
                  <a:moveTo>
                    <a:pt x="1540764" y="3094291"/>
                  </a:moveTo>
                  <a:lnTo>
                    <a:pt x="1883790" y="2281428"/>
                  </a:lnTo>
                </a:path>
                <a:path w="4460875" h="3094354">
                  <a:moveTo>
                    <a:pt x="2844546" y="2964141"/>
                  </a:moveTo>
                  <a:lnTo>
                    <a:pt x="2066543" y="2281428"/>
                  </a:lnTo>
                </a:path>
              </a:pathLst>
            </a:custGeom>
            <a:ln w="285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331208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331208" y="575919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834896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2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2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4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834896" y="3066287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2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4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2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341619" y="480060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129539" y="0"/>
                  </a:moveTo>
                  <a:lnTo>
                    <a:pt x="79134" y="10185"/>
                  </a:lnTo>
                  <a:lnTo>
                    <a:pt x="37957" y="37957"/>
                  </a:lnTo>
                  <a:lnTo>
                    <a:pt x="10185" y="79134"/>
                  </a:lnTo>
                  <a:lnTo>
                    <a:pt x="0" y="129539"/>
                  </a:lnTo>
                  <a:lnTo>
                    <a:pt x="10185" y="179945"/>
                  </a:lnTo>
                  <a:lnTo>
                    <a:pt x="37957" y="221122"/>
                  </a:lnTo>
                  <a:lnTo>
                    <a:pt x="79134" y="248894"/>
                  </a:lnTo>
                  <a:lnTo>
                    <a:pt x="129539" y="259080"/>
                  </a:lnTo>
                  <a:lnTo>
                    <a:pt x="179945" y="248894"/>
                  </a:lnTo>
                  <a:lnTo>
                    <a:pt x="221122" y="221122"/>
                  </a:lnTo>
                  <a:lnTo>
                    <a:pt x="248894" y="179945"/>
                  </a:lnTo>
                  <a:lnTo>
                    <a:pt x="259079" y="129539"/>
                  </a:lnTo>
                  <a:lnTo>
                    <a:pt x="248894" y="79134"/>
                  </a:lnTo>
                  <a:lnTo>
                    <a:pt x="221122" y="37957"/>
                  </a:lnTo>
                  <a:lnTo>
                    <a:pt x="179945" y="10185"/>
                  </a:lnTo>
                  <a:lnTo>
                    <a:pt x="129539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341619" y="480060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0" y="129539"/>
                  </a:moveTo>
                  <a:lnTo>
                    <a:pt x="10185" y="79134"/>
                  </a:lnTo>
                  <a:lnTo>
                    <a:pt x="37957" y="37957"/>
                  </a:lnTo>
                  <a:lnTo>
                    <a:pt x="79134" y="10185"/>
                  </a:lnTo>
                  <a:lnTo>
                    <a:pt x="129539" y="0"/>
                  </a:lnTo>
                  <a:lnTo>
                    <a:pt x="179945" y="10185"/>
                  </a:lnTo>
                  <a:lnTo>
                    <a:pt x="221122" y="37957"/>
                  </a:lnTo>
                  <a:lnTo>
                    <a:pt x="248894" y="79134"/>
                  </a:lnTo>
                  <a:lnTo>
                    <a:pt x="259079" y="129539"/>
                  </a:lnTo>
                  <a:lnTo>
                    <a:pt x="248894" y="179945"/>
                  </a:lnTo>
                  <a:lnTo>
                    <a:pt x="221122" y="221122"/>
                  </a:lnTo>
                  <a:lnTo>
                    <a:pt x="179945" y="248894"/>
                  </a:lnTo>
                  <a:lnTo>
                    <a:pt x="129539" y="259080"/>
                  </a:lnTo>
                  <a:lnTo>
                    <a:pt x="79134" y="248894"/>
                  </a:lnTo>
                  <a:lnTo>
                    <a:pt x="37957" y="221122"/>
                  </a:lnTo>
                  <a:lnTo>
                    <a:pt x="10185" y="179945"/>
                  </a:lnTo>
                  <a:lnTo>
                    <a:pt x="0" y="12953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46648" y="261061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3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1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946648" y="2610611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1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3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263396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130301" y="0"/>
                  </a:move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2"/>
                  </a:lnTo>
                  <a:lnTo>
                    <a:pt x="10233" y="181040"/>
                  </a:lnTo>
                  <a:lnTo>
                    <a:pt x="38147" y="222456"/>
                  </a:lnTo>
                  <a:lnTo>
                    <a:pt x="79563" y="250370"/>
                  </a:lnTo>
                  <a:lnTo>
                    <a:pt x="130301" y="260604"/>
                  </a:lnTo>
                  <a:lnTo>
                    <a:pt x="181040" y="250370"/>
                  </a:lnTo>
                  <a:lnTo>
                    <a:pt x="222456" y="222456"/>
                  </a:lnTo>
                  <a:lnTo>
                    <a:pt x="250370" y="181040"/>
                  </a:lnTo>
                  <a:lnTo>
                    <a:pt x="260603" y="130302"/>
                  </a:lnTo>
                  <a:lnTo>
                    <a:pt x="250370" y="79563"/>
                  </a:lnTo>
                  <a:lnTo>
                    <a:pt x="222456" y="38147"/>
                  </a:lnTo>
                  <a:lnTo>
                    <a:pt x="181040" y="10233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263396" y="4062983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4" h="260985">
                  <a:moveTo>
                    <a:pt x="0" y="130302"/>
                  </a:moveTo>
                  <a:lnTo>
                    <a:pt x="10233" y="79563"/>
                  </a:lnTo>
                  <a:lnTo>
                    <a:pt x="38147" y="38147"/>
                  </a:lnTo>
                  <a:lnTo>
                    <a:pt x="79563" y="10233"/>
                  </a:lnTo>
                  <a:lnTo>
                    <a:pt x="130301" y="0"/>
                  </a:lnTo>
                  <a:lnTo>
                    <a:pt x="181040" y="10233"/>
                  </a:lnTo>
                  <a:lnTo>
                    <a:pt x="222456" y="38147"/>
                  </a:lnTo>
                  <a:lnTo>
                    <a:pt x="250370" y="79563"/>
                  </a:lnTo>
                  <a:lnTo>
                    <a:pt x="260603" y="130302"/>
                  </a:lnTo>
                  <a:lnTo>
                    <a:pt x="250370" y="181040"/>
                  </a:lnTo>
                  <a:lnTo>
                    <a:pt x="222456" y="222456"/>
                  </a:lnTo>
                  <a:lnTo>
                    <a:pt x="181040" y="250370"/>
                  </a:lnTo>
                  <a:lnTo>
                    <a:pt x="130301" y="260604"/>
                  </a:lnTo>
                  <a:lnTo>
                    <a:pt x="79563" y="250370"/>
                  </a:lnTo>
                  <a:lnTo>
                    <a:pt x="38147" y="222456"/>
                  </a:lnTo>
                  <a:lnTo>
                    <a:pt x="10233" y="181040"/>
                  </a:lnTo>
                  <a:lnTo>
                    <a:pt x="0" y="13030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842260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130301" y="0"/>
                  </a:moveTo>
                  <a:lnTo>
                    <a:pt x="79563" y="10240"/>
                  </a:lnTo>
                  <a:lnTo>
                    <a:pt x="38147" y="38166"/>
                  </a:lnTo>
                  <a:lnTo>
                    <a:pt x="10233" y="79584"/>
                  </a:lnTo>
                  <a:lnTo>
                    <a:pt x="0" y="130301"/>
                  </a:lnTo>
                  <a:lnTo>
                    <a:pt x="10233" y="181019"/>
                  </a:lnTo>
                  <a:lnTo>
                    <a:pt x="38147" y="222437"/>
                  </a:lnTo>
                  <a:lnTo>
                    <a:pt x="79563" y="250363"/>
                  </a:lnTo>
                  <a:lnTo>
                    <a:pt x="130301" y="260603"/>
                  </a:lnTo>
                  <a:lnTo>
                    <a:pt x="181040" y="250363"/>
                  </a:lnTo>
                  <a:lnTo>
                    <a:pt x="222456" y="222437"/>
                  </a:lnTo>
                  <a:lnTo>
                    <a:pt x="250370" y="181019"/>
                  </a:lnTo>
                  <a:lnTo>
                    <a:pt x="260603" y="130301"/>
                  </a:lnTo>
                  <a:lnTo>
                    <a:pt x="250370" y="79584"/>
                  </a:lnTo>
                  <a:lnTo>
                    <a:pt x="222456" y="38166"/>
                  </a:lnTo>
                  <a:lnTo>
                    <a:pt x="181040" y="10240"/>
                  </a:lnTo>
                  <a:lnTo>
                    <a:pt x="130301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842260" y="5888735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5">
                  <a:moveTo>
                    <a:pt x="0" y="130301"/>
                  </a:moveTo>
                  <a:lnTo>
                    <a:pt x="10233" y="79584"/>
                  </a:lnTo>
                  <a:lnTo>
                    <a:pt x="38147" y="38166"/>
                  </a:lnTo>
                  <a:lnTo>
                    <a:pt x="79563" y="10240"/>
                  </a:lnTo>
                  <a:lnTo>
                    <a:pt x="130301" y="0"/>
                  </a:lnTo>
                  <a:lnTo>
                    <a:pt x="181040" y="10240"/>
                  </a:lnTo>
                  <a:lnTo>
                    <a:pt x="222456" y="38166"/>
                  </a:lnTo>
                  <a:lnTo>
                    <a:pt x="250370" y="79584"/>
                  </a:lnTo>
                  <a:lnTo>
                    <a:pt x="260603" y="130301"/>
                  </a:lnTo>
                  <a:lnTo>
                    <a:pt x="250370" y="181019"/>
                  </a:lnTo>
                  <a:lnTo>
                    <a:pt x="222456" y="222437"/>
                  </a:lnTo>
                  <a:lnTo>
                    <a:pt x="181040" y="250363"/>
                  </a:lnTo>
                  <a:lnTo>
                    <a:pt x="130301" y="260603"/>
                  </a:lnTo>
                  <a:lnTo>
                    <a:pt x="79563" y="250363"/>
                  </a:lnTo>
                  <a:lnTo>
                    <a:pt x="38147" y="222437"/>
                  </a:lnTo>
                  <a:lnTo>
                    <a:pt x="10233" y="181019"/>
                  </a:lnTo>
                  <a:lnTo>
                    <a:pt x="0" y="1303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588060" y="1069746"/>
            <a:ext cx="6076315" cy="116586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Tree:</a:t>
            </a:r>
            <a:r>
              <a:rPr dirty="0" sz="2800" spc="-16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 spc="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connected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acyclic</a:t>
            </a:r>
            <a:r>
              <a:rPr dirty="0" sz="28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800">
                <a:solidFill>
                  <a:srgbClr val="538235"/>
                </a:solidFill>
                <a:latin typeface="Franklin Gothic Medium"/>
                <a:cs typeface="Franklin Gothic Medium"/>
              </a:rPr>
              <a:t>Leaf</a:t>
            </a:r>
            <a:r>
              <a:rPr dirty="0" sz="2800">
                <a:latin typeface="Franklin Gothic Medium"/>
                <a:cs typeface="Franklin Gothic Medium"/>
              </a:rPr>
              <a:t>: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node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with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degree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1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tree.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4" name="object 4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pc="-25"/>
              <a:t>51</a:t>
            </a:r>
          </a:p>
        </p:txBody>
      </p:sp>
      <p:sp>
        <p:nvSpPr>
          <p:cNvPr id="42" name="object 42" descr=""/>
          <p:cNvSpPr txBox="1"/>
          <p:nvPr/>
        </p:nvSpPr>
        <p:spPr>
          <a:xfrm>
            <a:off x="6560819" y="2871216"/>
            <a:ext cx="5463540" cy="95440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1440" marR="99060">
              <a:lnSpc>
                <a:spcPct val="100000"/>
              </a:lnSpc>
              <a:spcBef>
                <a:spcPts val="275"/>
              </a:spcBef>
            </a:pPr>
            <a:r>
              <a:rPr dirty="0" sz="2800" spc="-55">
                <a:latin typeface="Franklin Gothic Medium"/>
                <a:cs typeface="Franklin Gothic Medium"/>
              </a:rPr>
              <a:t>What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kind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structure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connected </a:t>
            </a:r>
            <a:r>
              <a:rPr dirty="0" sz="2800">
                <a:latin typeface="Franklin Gothic Medium"/>
                <a:cs typeface="Franklin Gothic Medium"/>
              </a:rPr>
              <a:t>subset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tree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has?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7211694" y="4086555"/>
            <a:ext cx="435546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90">
                <a:latin typeface="Franklin Gothic Medium"/>
                <a:cs typeface="Franklin Gothic Medium"/>
              </a:rPr>
              <a:t>Any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connected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subgraph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a </a:t>
            </a:r>
            <a:r>
              <a:rPr dirty="0" sz="2800">
                <a:latin typeface="Franklin Gothic Medium"/>
                <a:cs typeface="Franklin Gothic Medium"/>
              </a:rPr>
              <a:t>tree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tree.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Directed</a:t>
            </a:r>
            <a:r>
              <a:rPr dirty="0" spc="-165"/>
              <a:t> </a:t>
            </a:r>
            <a:r>
              <a:rPr dirty="0" spc="-75"/>
              <a:t>Acyclic</a:t>
            </a:r>
            <a:r>
              <a:rPr dirty="0" spc="-175"/>
              <a:t> </a:t>
            </a:r>
            <a:r>
              <a:rPr dirty="0"/>
              <a:t>Graph</a:t>
            </a:r>
            <a:r>
              <a:rPr dirty="0" spc="-180"/>
              <a:t> </a:t>
            </a:r>
            <a:r>
              <a:rPr dirty="0" spc="-50"/>
              <a:t>(DAG)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8060" y="1213866"/>
            <a:ext cx="96221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16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acyclic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(DAG)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directed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graph</a:t>
            </a:r>
            <a:r>
              <a:rPr dirty="0" sz="2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with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no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cycles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335782" y="2633217"/>
            <a:ext cx="4633595" cy="3039745"/>
            <a:chOff x="3335782" y="2633217"/>
            <a:chExt cx="4633595" cy="3039745"/>
          </a:xfrm>
        </p:grpSpPr>
        <p:sp>
          <p:nvSpPr>
            <p:cNvPr id="5" name="object 5" descr=""/>
            <p:cNvSpPr/>
            <p:nvPr/>
          </p:nvSpPr>
          <p:spPr>
            <a:xfrm>
              <a:off x="5297424" y="2639567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143255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5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2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297424" y="2639567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5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2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5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342132" y="349148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3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42132" y="349148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3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3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392923" y="3392423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5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7" y="143255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392923" y="3392423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0" y="143255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7" y="143255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5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439412" y="5381244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3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34"/>
                  </a:lnTo>
                  <a:lnTo>
                    <a:pt x="27480" y="226651"/>
                  </a:lnTo>
                  <a:lnTo>
                    <a:pt x="58320" y="257496"/>
                  </a:lnTo>
                  <a:lnTo>
                    <a:pt x="97438" y="277724"/>
                  </a:lnTo>
                  <a:lnTo>
                    <a:pt x="142493" y="284987"/>
                  </a:lnTo>
                  <a:lnTo>
                    <a:pt x="187549" y="277724"/>
                  </a:lnTo>
                  <a:lnTo>
                    <a:pt x="226667" y="257496"/>
                  </a:lnTo>
                  <a:lnTo>
                    <a:pt x="257507" y="226651"/>
                  </a:lnTo>
                  <a:lnTo>
                    <a:pt x="277727" y="187534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39412" y="5381244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3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34"/>
                  </a:lnTo>
                  <a:lnTo>
                    <a:pt x="257507" y="226651"/>
                  </a:lnTo>
                  <a:lnTo>
                    <a:pt x="226667" y="257496"/>
                  </a:lnTo>
                  <a:lnTo>
                    <a:pt x="187549" y="277724"/>
                  </a:lnTo>
                  <a:lnTo>
                    <a:pt x="142493" y="284987"/>
                  </a:lnTo>
                  <a:lnTo>
                    <a:pt x="97438" y="277724"/>
                  </a:lnTo>
                  <a:lnTo>
                    <a:pt x="58320" y="257496"/>
                  </a:lnTo>
                  <a:lnTo>
                    <a:pt x="27480" y="226651"/>
                  </a:lnTo>
                  <a:lnTo>
                    <a:pt x="7260" y="187534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120639" y="3771900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120639" y="3771900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637020" y="5292851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6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7" y="143256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637020" y="5292851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20">
                  <a:moveTo>
                    <a:pt x="0" y="143256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7" y="143256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581908" y="2868675"/>
              <a:ext cx="3954779" cy="2666365"/>
            </a:xfrm>
            <a:custGeom>
              <a:avLst/>
              <a:gdLst/>
              <a:ahLst/>
              <a:cxnLst/>
              <a:rect l="l" t="t" r="r" b="b"/>
              <a:pathLst>
                <a:path w="3954779" h="2666365">
                  <a:moveTo>
                    <a:pt x="866267" y="2652903"/>
                  </a:moveTo>
                  <a:lnTo>
                    <a:pt x="66560" y="977963"/>
                  </a:lnTo>
                  <a:lnTo>
                    <a:pt x="90589" y="966470"/>
                  </a:lnTo>
                  <a:lnTo>
                    <a:pt x="115316" y="954659"/>
                  </a:lnTo>
                  <a:lnTo>
                    <a:pt x="3302" y="867410"/>
                  </a:lnTo>
                  <a:lnTo>
                    <a:pt x="762" y="1009396"/>
                  </a:lnTo>
                  <a:lnTo>
                    <a:pt x="49441" y="986142"/>
                  </a:lnTo>
                  <a:lnTo>
                    <a:pt x="848995" y="2661158"/>
                  </a:lnTo>
                  <a:lnTo>
                    <a:pt x="866267" y="2652903"/>
                  </a:lnTo>
                  <a:close/>
                </a:path>
                <a:path w="3954779" h="2666365">
                  <a:moveTo>
                    <a:pt x="1758188" y="15494"/>
                  </a:moveTo>
                  <a:lnTo>
                    <a:pt x="1617091" y="0"/>
                  </a:lnTo>
                  <a:lnTo>
                    <a:pt x="1635810" y="50634"/>
                  </a:lnTo>
                  <a:lnTo>
                    <a:pt x="0" y="656336"/>
                  </a:lnTo>
                  <a:lnTo>
                    <a:pt x="6604" y="674255"/>
                  </a:lnTo>
                  <a:lnTo>
                    <a:pt x="1642440" y="68529"/>
                  </a:lnTo>
                  <a:lnTo>
                    <a:pt x="1661160" y="119126"/>
                  </a:lnTo>
                  <a:lnTo>
                    <a:pt x="1729409" y="46228"/>
                  </a:lnTo>
                  <a:lnTo>
                    <a:pt x="1758188" y="15494"/>
                  </a:lnTo>
                  <a:close/>
                </a:path>
                <a:path w="3954779" h="2666365">
                  <a:moveTo>
                    <a:pt x="2929051" y="2583523"/>
                  </a:moveTo>
                  <a:lnTo>
                    <a:pt x="2928175" y="2564600"/>
                  </a:lnTo>
                  <a:lnTo>
                    <a:pt x="1142873" y="2646934"/>
                  </a:lnTo>
                  <a:lnTo>
                    <a:pt x="1143635" y="2665984"/>
                  </a:lnTo>
                  <a:lnTo>
                    <a:pt x="2929051" y="2583523"/>
                  </a:lnTo>
                  <a:close/>
                </a:path>
                <a:path w="3954779" h="2666365">
                  <a:moveTo>
                    <a:pt x="3055493" y="2568194"/>
                  </a:moveTo>
                  <a:lnTo>
                    <a:pt x="3046031" y="2564003"/>
                  </a:lnTo>
                  <a:lnTo>
                    <a:pt x="2925686" y="2510663"/>
                  </a:lnTo>
                  <a:lnTo>
                    <a:pt x="2928150" y="2564003"/>
                  </a:lnTo>
                  <a:lnTo>
                    <a:pt x="2928175" y="2564600"/>
                  </a:lnTo>
                  <a:lnTo>
                    <a:pt x="2929026" y="2582926"/>
                  </a:lnTo>
                  <a:lnTo>
                    <a:pt x="2929051" y="2583523"/>
                  </a:lnTo>
                  <a:lnTo>
                    <a:pt x="2931541" y="2637536"/>
                  </a:lnTo>
                  <a:lnTo>
                    <a:pt x="3055493" y="2568194"/>
                  </a:lnTo>
                  <a:close/>
                </a:path>
                <a:path w="3954779" h="2666365">
                  <a:moveTo>
                    <a:pt x="3852926" y="567182"/>
                  </a:moveTo>
                  <a:lnTo>
                    <a:pt x="3828224" y="544322"/>
                  </a:lnTo>
                  <a:lnTo>
                    <a:pt x="3748659" y="470662"/>
                  </a:lnTo>
                  <a:lnTo>
                    <a:pt x="3733596" y="522465"/>
                  </a:lnTo>
                  <a:lnTo>
                    <a:pt x="1962785" y="6350"/>
                  </a:lnTo>
                  <a:lnTo>
                    <a:pt x="1957451" y="24638"/>
                  </a:lnTo>
                  <a:lnTo>
                    <a:pt x="3728288" y="540766"/>
                  </a:lnTo>
                  <a:lnTo>
                    <a:pt x="3713226" y="592582"/>
                  </a:lnTo>
                  <a:lnTo>
                    <a:pt x="3852926" y="567182"/>
                  </a:lnTo>
                  <a:close/>
                </a:path>
                <a:path w="3954779" h="2666365">
                  <a:moveTo>
                    <a:pt x="3954526" y="811022"/>
                  </a:moveTo>
                  <a:lnTo>
                    <a:pt x="3813048" y="823087"/>
                  </a:lnTo>
                  <a:lnTo>
                    <a:pt x="3841254" y="869188"/>
                  </a:lnTo>
                  <a:lnTo>
                    <a:pt x="2438895" y="1727136"/>
                  </a:lnTo>
                  <a:lnTo>
                    <a:pt x="1883892" y="1225905"/>
                  </a:lnTo>
                  <a:lnTo>
                    <a:pt x="1891550" y="1217422"/>
                  </a:lnTo>
                  <a:lnTo>
                    <a:pt x="1920113" y="1185799"/>
                  </a:lnTo>
                  <a:lnTo>
                    <a:pt x="1783334" y="1147826"/>
                  </a:lnTo>
                  <a:lnTo>
                    <a:pt x="1835023" y="1280033"/>
                  </a:lnTo>
                  <a:lnTo>
                    <a:pt x="1871179" y="1239989"/>
                  </a:lnTo>
                  <a:lnTo>
                    <a:pt x="2421991" y="1737487"/>
                  </a:lnTo>
                  <a:lnTo>
                    <a:pt x="1097153" y="2548001"/>
                  </a:lnTo>
                  <a:lnTo>
                    <a:pt x="1107059" y="2564257"/>
                  </a:lnTo>
                  <a:lnTo>
                    <a:pt x="2436723" y="1750783"/>
                  </a:lnTo>
                  <a:lnTo>
                    <a:pt x="3192018" y="2432939"/>
                  </a:lnTo>
                  <a:lnTo>
                    <a:pt x="3204845" y="2418842"/>
                  </a:lnTo>
                  <a:lnTo>
                    <a:pt x="2453627" y="1740433"/>
                  </a:lnTo>
                  <a:lnTo>
                    <a:pt x="3851186" y="885418"/>
                  </a:lnTo>
                  <a:lnTo>
                    <a:pt x="3879342" y="931418"/>
                  </a:lnTo>
                  <a:lnTo>
                    <a:pt x="3922318" y="862584"/>
                  </a:lnTo>
                  <a:lnTo>
                    <a:pt x="3954526" y="811022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677911" y="4366260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677911" y="4366260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875398" y="4610861"/>
              <a:ext cx="845819" cy="732790"/>
            </a:xfrm>
            <a:custGeom>
              <a:avLst/>
              <a:gdLst/>
              <a:ahLst/>
              <a:cxnLst/>
              <a:rect l="l" t="t" r="r" b="b"/>
              <a:pathLst>
                <a:path w="845820" h="732789">
                  <a:moveTo>
                    <a:pt x="743225" y="75888"/>
                  </a:moveTo>
                  <a:lnTo>
                    <a:pt x="0" y="718312"/>
                  </a:lnTo>
                  <a:lnTo>
                    <a:pt x="12446" y="732790"/>
                  </a:lnTo>
                  <a:lnTo>
                    <a:pt x="755653" y="90256"/>
                  </a:lnTo>
                  <a:lnTo>
                    <a:pt x="743225" y="75888"/>
                  </a:lnTo>
                  <a:close/>
                </a:path>
                <a:path w="845820" h="732789">
                  <a:moveTo>
                    <a:pt x="817414" y="67563"/>
                  </a:moveTo>
                  <a:lnTo>
                    <a:pt x="752855" y="67563"/>
                  </a:lnTo>
                  <a:lnTo>
                    <a:pt x="765301" y="81914"/>
                  </a:lnTo>
                  <a:lnTo>
                    <a:pt x="755653" y="90256"/>
                  </a:lnTo>
                  <a:lnTo>
                    <a:pt x="790955" y="131063"/>
                  </a:lnTo>
                  <a:lnTo>
                    <a:pt x="817414" y="67563"/>
                  </a:lnTo>
                  <a:close/>
                </a:path>
                <a:path w="845820" h="732789">
                  <a:moveTo>
                    <a:pt x="752855" y="67563"/>
                  </a:moveTo>
                  <a:lnTo>
                    <a:pt x="743225" y="75888"/>
                  </a:lnTo>
                  <a:lnTo>
                    <a:pt x="755653" y="90256"/>
                  </a:lnTo>
                  <a:lnTo>
                    <a:pt x="765301" y="81914"/>
                  </a:lnTo>
                  <a:lnTo>
                    <a:pt x="752855" y="67563"/>
                  </a:lnTo>
                  <a:close/>
                </a:path>
                <a:path w="845820" h="732789">
                  <a:moveTo>
                    <a:pt x="845566" y="0"/>
                  </a:moveTo>
                  <a:lnTo>
                    <a:pt x="707898" y="35051"/>
                  </a:lnTo>
                  <a:lnTo>
                    <a:pt x="743225" y="75888"/>
                  </a:lnTo>
                  <a:lnTo>
                    <a:pt x="752855" y="67563"/>
                  </a:lnTo>
                  <a:lnTo>
                    <a:pt x="817414" y="67563"/>
                  </a:lnTo>
                  <a:lnTo>
                    <a:pt x="845566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1069573" y="6444131"/>
            <a:ext cx="20574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53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675195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Directed</a:t>
            </a:r>
            <a:r>
              <a:rPr dirty="0" spc="-165"/>
              <a:t> </a:t>
            </a:r>
            <a:r>
              <a:rPr dirty="0" spc="-75"/>
              <a:t>Acyclic</a:t>
            </a:r>
            <a:r>
              <a:rPr dirty="0" spc="-175"/>
              <a:t> </a:t>
            </a:r>
            <a:r>
              <a:rPr dirty="0"/>
              <a:t>Graph</a:t>
            </a:r>
            <a:r>
              <a:rPr dirty="0" spc="-180"/>
              <a:t> </a:t>
            </a:r>
            <a:r>
              <a:rPr dirty="0" spc="-50"/>
              <a:t>(DAG)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3250" y="2633217"/>
            <a:ext cx="4613910" cy="3039745"/>
            <a:chOff x="603250" y="2633217"/>
            <a:chExt cx="4613910" cy="3039745"/>
          </a:xfrm>
        </p:grpSpPr>
        <p:sp>
          <p:nvSpPr>
            <p:cNvPr id="7" name="object 7" descr=""/>
            <p:cNvSpPr/>
            <p:nvPr/>
          </p:nvSpPr>
          <p:spPr>
            <a:xfrm>
              <a:off x="2564892" y="263956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564892" y="2639567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9600" y="349148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53" y="7260"/>
                  </a:lnTo>
                  <a:lnTo>
                    <a:pt x="58336" y="27480"/>
                  </a:lnTo>
                  <a:lnTo>
                    <a:pt x="27491" y="58320"/>
                  </a:lnTo>
                  <a:lnTo>
                    <a:pt x="7263" y="97438"/>
                  </a:lnTo>
                  <a:lnTo>
                    <a:pt x="0" y="142493"/>
                  </a:lnTo>
                  <a:lnTo>
                    <a:pt x="7263" y="187549"/>
                  </a:lnTo>
                  <a:lnTo>
                    <a:pt x="27491" y="226667"/>
                  </a:lnTo>
                  <a:lnTo>
                    <a:pt x="58336" y="257507"/>
                  </a:lnTo>
                  <a:lnTo>
                    <a:pt x="97453" y="277727"/>
                  </a:lnTo>
                  <a:lnTo>
                    <a:pt x="142494" y="284988"/>
                  </a:lnTo>
                  <a:lnTo>
                    <a:pt x="187534" y="277727"/>
                  </a:lnTo>
                  <a:lnTo>
                    <a:pt x="226651" y="257507"/>
                  </a:lnTo>
                  <a:lnTo>
                    <a:pt x="257496" y="226667"/>
                  </a:lnTo>
                  <a:lnTo>
                    <a:pt x="277724" y="187549"/>
                  </a:lnTo>
                  <a:lnTo>
                    <a:pt x="284988" y="142493"/>
                  </a:lnTo>
                  <a:lnTo>
                    <a:pt x="277724" y="97438"/>
                  </a:lnTo>
                  <a:lnTo>
                    <a:pt x="257496" y="58320"/>
                  </a:lnTo>
                  <a:lnTo>
                    <a:pt x="226651" y="27480"/>
                  </a:lnTo>
                  <a:lnTo>
                    <a:pt x="187534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09600" y="3491483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3"/>
                  </a:moveTo>
                  <a:lnTo>
                    <a:pt x="7263" y="97438"/>
                  </a:lnTo>
                  <a:lnTo>
                    <a:pt x="27491" y="58320"/>
                  </a:lnTo>
                  <a:lnTo>
                    <a:pt x="58336" y="27480"/>
                  </a:lnTo>
                  <a:lnTo>
                    <a:pt x="97453" y="7260"/>
                  </a:lnTo>
                  <a:lnTo>
                    <a:pt x="142494" y="0"/>
                  </a:lnTo>
                  <a:lnTo>
                    <a:pt x="187534" y="7260"/>
                  </a:lnTo>
                  <a:lnTo>
                    <a:pt x="226651" y="27480"/>
                  </a:lnTo>
                  <a:lnTo>
                    <a:pt x="257496" y="58320"/>
                  </a:lnTo>
                  <a:lnTo>
                    <a:pt x="277724" y="97438"/>
                  </a:lnTo>
                  <a:lnTo>
                    <a:pt x="284988" y="142493"/>
                  </a:lnTo>
                  <a:lnTo>
                    <a:pt x="277724" y="187549"/>
                  </a:lnTo>
                  <a:lnTo>
                    <a:pt x="257496" y="226667"/>
                  </a:lnTo>
                  <a:lnTo>
                    <a:pt x="226651" y="257507"/>
                  </a:lnTo>
                  <a:lnTo>
                    <a:pt x="187534" y="277727"/>
                  </a:lnTo>
                  <a:lnTo>
                    <a:pt x="142494" y="284988"/>
                  </a:lnTo>
                  <a:lnTo>
                    <a:pt x="97453" y="277727"/>
                  </a:lnTo>
                  <a:lnTo>
                    <a:pt x="58336" y="257507"/>
                  </a:lnTo>
                  <a:lnTo>
                    <a:pt x="27491" y="226667"/>
                  </a:lnTo>
                  <a:lnTo>
                    <a:pt x="7263" y="187549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60391" y="3392423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5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5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60391" y="3392423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0" y="143255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5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706880" y="5381244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34"/>
                  </a:lnTo>
                  <a:lnTo>
                    <a:pt x="27480" y="226651"/>
                  </a:lnTo>
                  <a:lnTo>
                    <a:pt x="58320" y="257496"/>
                  </a:lnTo>
                  <a:lnTo>
                    <a:pt x="97438" y="277724"/>
                  </a:lnTo>
                  <a:lnTo>
                    <a:pt x="142494" y="284987"/>
                  </a:lnTo>
                  <a:lnTo>
                    <a:pt x="187549" y="277724"/>
                  </a:lnTo>
                  <a:lnTo>
                    <a:pt x="226667" y="257496"/>
                  </a:lnTo>
                  <a:lnTo>
                    <a:pt x="257507" y="226651"/>
                  </a:lnTo>
                  <a:lnTo>
                    <a:pt x="277727" y="187534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706880" y="5381244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34"/>
                  </a:lnTo>
                  <a:lnTo>
                    <a:pt x="257507" y="226651"/>
                  </a:lnTo>
                  <a:lnTo>
                    <a:pt x="226667" y="257496"/>
                  </a:lnTo>
                  <a:lnTo>
                    <a:pt x="187549" y="277724"/>
                  </a:lnTo>
                  <a:lnTo>
                    <a:pt x="142494" y="284987"/>
                  </a:lnTo>
                  <a:lnTo>
                    <a:pt x="97438" y="277724"/>
                  </a:lnTo>
                  <a:lnTo>
                    <a:pt x="58320" y="257496"/>
                  </a:lnTo>
                  <a:lnTo>
                    <a:pt x="27480" y="226651"/>
                  </a:lnTo>
                  <a:lnTo>
                    <a:pt x="7260" y="187534"/>
                  </a:lnTo>
                  <a:lnTo>
                    <a:pt x="0" y="14249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388107" y="3771900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4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4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388107" y="3771900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0" y="142494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4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904488" y="5292851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142494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6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4" y="286512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8" y="143256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904488" y="5292851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4" h="287020">
                  <a:moveTo>
                    <a:pt x="0" y="143256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4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8" y="143256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4" y="286512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924044" y="4344923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143255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4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5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1" y="142494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924044" y="4344923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0" y="142494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5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1" y="142494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5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49376" y="2868675"/>
              <a:ext cx="4117340" cy="2666365"/>
            </a:xfrm>
            <a:custGeom>
              <a:avLst/>
              <a:gdLst/>
              <a:ahLst/>
              <a:cxnLst/>
              <a:rect l="l" t="t" r="r" b="b"/>
              <a:pathLst>
                <a:path w="4117340" h="2666365">
                  <a:moveTo>
                    <a:pt x="866267" y="2652903"/>
                  </a:moveTo>
                  <a:lnTo>
                    <a:pt x="66598" y="977925"/>
                  </a:lnTo>
                  <a:lnTo>
                    <a:pt x="90576" y="966470"/>
                  </a:lnTo>
                  <a:lnTo>
                    <a:pt x="115316" y="954659"/>
                  </a:lnTo>
                  <a:lnTo>
                    <a:pt x="3302" y="867410"/>
                  </a:lnTo>
                  <a:lnTo>
                    <a:pt x="711" y="1009396"/>
                  </a:lnTo>
                  <a:lnTo>
                    <a:pt x="49441" y="986129"/>
                  </a:lnTo>
                  <a:lnTo>
                    <a:pt x="848995" y="2661158"/>
                  </a:lnTo>
                  <a:lnTo>
                    <a:pt x="866267" y="2652903"/>
                  </a:lnTo>
                  <a:close/>
                </a:path>
                <a:path w="4117340" h="2666365">
                  <a:moveTo>
                    <a:pt x="1758188" y="15494"/>
                  </a:moveTo>
                  <a:lnTo>
                    <a:pt x="1617091" y="0"/>
                  </a:lnTo>
                  <a:lnTo>
                    <a:pt x="1635810" y="50634"/>
                  </a:lnTo>
                  <a:lnTo>
                    <a:pt x="0" y="656336"/>
                  </a:lnTo>
                  <a:lnTo>
                    <a:pt x="6604" y="674255"/>
                  </a:lnTo>
                  <a:lnTo>
                    <a:pt x="1642440" y="68529"/>
                  </a:lnTo>
                  <a:lnTo>
                    <a:pt x="1661160" y="119126"/>
                  </a:lnTo>
                  <a:lnTo>
                    <a:pt x="1729409" y="46228"/>
                  </a:lnTo>
                  <a:lnTo>
                    <a:pt x="1758188" y="15494"/>
                  </a:lnTo>
                  <a:close/>
                </a:path>
                <a:path w="4117340" h="2666365">
                  <a:moveTo>
                    <a:pt x="2929051" y="2583523"/>
                  </a:moveTo>
                  <a:lnTo>
                    <a:pt x="2928175" y="2564600"/>
                  </a:lnTo>
                  <a:lnTo>
                    <a:pt x="1142873" y="2646934"/>
                  </a:lnTo>
                  <a:lnTo>
                    <a:pt x="1143635" y="2665984"/>
                  </a:lnTo>
                  <a:lnTo>
                    <a:pt x="2929051" y="2583523"/>
                  </a:lnTo>
                  <a:close/>
                </a:path>
                <a:path w="4117340" h="2666365">
                  <a:moveTo>
                    <a:pt x="3055493" y="2568194"/>
                  </a:moveTo>
                  <a:lnTo>
                    <a:pt x="3046031" y="2564003"/>
                  </a:lnTo>
                  <a:lnTo>
                    <a:pt x="2925699" y="2510663"/>
                  </a:lnTo>
                  <a:lnTo>
                    <a:pt x="2928150" y="2564003"/>
                  </a:lnTo>
                  <a:lnTo>
                    <a:pt x="2928175" y="2564600"/>
                  </a:lnTo>
                  <a:lnTo>
                    <a:pt x="2929026" y="2582926"/>
                  </a:lnTo>
                  <a:lnTo>
                    <a:pt x="2929051" y="2583523"/>
                  </a:lnTo>
                  <a:lnTo>
                    <a:pt x="2931541" y="2637536"/>
                  </a:lnTo>
                  <a:lnTo>
                    <a:pt x="3055493" y="2568194"/>
                  </a:lnTo>
                  <a:close/>
                </a:path>
                <a:path w="4117340" h="2666365">
                  <a:moveTo>
                    <a:pt x="3852926" y="567182"/>
                  </a:moveTo>
                  <a:lnTo>
                    <a:pt x="3828250" y="544322"/>
                  </a:lnTo>
                  <a:lnTo>
                    <a:pt x="3748786" y="470662"/>
                  </a:lnTo>
                  <a:lnTo>
                    <a:pt x="3733660" y="522490"/>
                  </a:lnTo>
                  <a:lnTo>
                    <a:pt x="1962785" y="6350"/>
                  </a:lnTo>
                  <a:lnTo>
                    <a:pt x="1957451" y="24638"/>
                  </a:lnTo>
                  <a:lnTo>
                    <a:pt x="3728326" y="540778"/>
                  </a:lnTo>
                  <a:lnTo>
                    <a:pt x="3713226" y="592582"/>
                  </a:lnTo>
                  <a:lnTo>
                    <a:pt x="3852926" y="567182"/>
                  </a:lnTo>
                  <a:close/>
                </a:path>
                <a:path w="4117340" h="2666365">
                  <a:moveTo>
                    <a:pt x="3954526" y="811022"/>
                  </a:moveTo>
                  <a:lnTo>
                    <a:pt x="3813048" y="823087"/>
                  </a:lnTo>
                  <a:lnTo>
                    <a:pt x="3841254" y="869188"/>
                  </a:lnTo>
                  <a:lnTo>
                    <a:pt x="2438895" y="1727136"/>
                  </a:lnTo>
                  <a:lnTo>
                    <a:pt x="1883892" y="1225905"/>
                  </a:lnTo>
                  <a:lnTo>
                    <a:pt x="1891550" y="1217422"/>
                  </a:lnTo>
                  <a:lnTo>
                    <a:pt x="1920113" y="1185799"/>
                  </a:lnTo>
                  <a:lnTo>
                    <a:pt x="1783334" y="1147826"/>
                  </a:lnTo>
                  <a:lnTo>
                    <a:pt x="1835023" y="1280033"/>
                  </a:lnTo>
                  <a:lnTo>
                    <a:pt x="1871179" y="1239989"/>
                  </a:lnTo>
                  <a:lnTo>
                    <a:pt x="2421991" y="1737487"/>
                  </a:lnTo>
                  <a:lnTo>
                    <a:pt x="1097153" y="2548001"/>
                  </a:lnTo>
                  <a:lnTo>
                    <a:pt x="1107059" y="2564257"/>
                  </a:lnTo>
                  <a:lnTo>
                    <a:pt x="2436723" y="1750783"/>
                  </a:lnTo>
                  <a:lnTo>
                    <a:pt x="3192018" y="2432939"/>
                  </a:lnTo>
                  <a:lnTo>
                    <a:pt x="3204845" y="2418842"/>
                  </a:lnTo>
                  <a:lnTo>
                    <a:pt x="2453627" y="1740433"/>
                  </a:lnTo>
                  <a:lnTo>
                    <a:pt x="3851186" y="885418"/>
                  </a:lnTo>
                  <a:lnTo>
                    <a:pt x="3879342" y="931418"/>
                  </a:lnTo>
                  <a:lnTo>
                    <a:pt x="3922318" y="862584"/>
                  </a:lnTo>
                  <a:lnTo>
                    <a:pt x="3954526" y="811022"/>
                  </a:lnTo>
                  <a:close/>
                </a:path>
                <a:path w="4117340" h="2666365">
                  <a:moveTo>
                    <a:pt x="4117086" y="1719326"/>
                  </a:moveTo>
                  <a:lnTo>
                    <a:pt x="3980561" y="1758061"/>
                  </a:lnTo>
                  <a:lnTo>
                    <a:pt x="4016895" y="1797862"/>
                  </a:lnTo>
                  <a:lnTo>
                    <a:pt x="3291713" y="2459863"/>
                  </a:lnTo>
                  <a:lnTo>
                    <a:pt x="3304667" y="2473833"/>
                  </a:lnTo>
                  <a:lnTo>
                    <a:pt x="4029748" y="1811934"/>
                  </a:lnTo>
                  <a:lnTo>
                    <a:pt x="4066159" y="1851787"/>
                  </a:lnTo>
                  <a:lnTo>
                    <a:pt x="4090174" y="1789303"/>
                  </a:lnTo>
                  <a:lnTo>
                    <a:pt x="4117086" y="1719326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588060" y="1055140"/>
            <a:ext cx="11003280" cy="519811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16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acyclic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(DAG)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directed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graph</a:t>
            </a:r>
            <a:r>
              <a:rPr dirty="0" sz="2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with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no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cycles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  <a:p>
            <a:pPr marL="4830445">
              <a:lnSpc>
                <a:spcPct val="100000"/>
              </a:lnSpc>
              <a:spcBef>
                <a:spcPts val="107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Applications:</a:t>
            </a:r>
            <a:endParaRPr sz="2400">
              <a:latin typeface="Franklin Gothic Medium"/>
              <a:cs typeface="Franklin Gothic Medium"/>
            </a:endParaRPr>
          </a:p>
          <a:p>
            <a:pPr marL="5764530" indent="-28638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57645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Biology:</a:t>
            </a:r>
            <a:endParaRPr sz="2400">
              <a:latin typeface="Franklin Gothic Medium"/>
              <a:cs typeface="Franklin Gothic Medium"/>
            </a:endParaRPr>
          </a:p>
          <a:p>
            <a:pPr lvl="1" marL="6221730" indent="-286385">
              <a:lnSpc>
                <a:spcPct val="100000"/>
              </a:lnSpc>
              <a:buFont typeface="Arial MT"/>
              <a:buChar char="•"/>
              <a:tabLst>
                <a:tab pos="62217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Evolution</a:t>
            </a:r>
            <a:endParaRPr sz="2400">
              <a:latin typeface="Franklin Gothic Medium"/>
              <a:cs typeface="Franklin Gothic Medium"/>
            </a:endParaRPr>
          </a:p>
          <a:p>
            <a:pPr lvl="1" marL="6221730" indent="-286385">
              <a:lnSpc>
                <a:spcPct val="100000"/>
              </a:lnSpc>
              <a:buFont typeface="Arial MT"/>
              <a:buChar char="•"/>
              <a:tabLst>
                <a:tab pos="6221730" algn="l"/>
              </a:tabLst>
            </a:pPr>
            <a:r>
              <a:rPr dirty="0" sz="2400" spc="-60">
                <a:latin typeface="Franklin Gothic Medium"/>
                <a:cs typeface="Franklin Gothic Medium"/>
              </a:rPr>
              <a:t>Family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trees</a:t>
            </a:r>
            <a:endParaRPr sz="2400">
              <a:latin typeface="Franklin Gothic Medium"/>
              <a:cs typeface="Franklin Gothic Medium"/>
            </a:endParaRPr>
          </a:p>
          <a:p>
            <a:pPr lvl="1" marL="6221730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2217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Epidemiology</a:t>
            </a:r>
            <a:endParaRPr sz="2400">
              <a:latin typeface="Franklin Gothic Medium"/>
              <a:cs typeface="Franklin Gothic Medium"/>
            </a:endParaRPr>
          </a:p>
          <a:p>
            <a:pPr marL="5764530" indent="-286385">
              <a:lnSpc>
                <a:spcPct val="100000"/>
              </a:lnSpc>
              <a:buFont typeface="Arial MT"/>
              <a:buChar char="•"/>
              <a:tabLst>
                <a:tab pos="57645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Sociology:</a:t>
            </a:r>
            <a:endParaRPr sz="2400">
              <a:latin typeface="Franklin Gothic Medium"/>
              <a:cs typeface="Franklin Gothic Medium"/>
            </a:endParaRPr>
          </a:p>
          <a:p>
            <a:pPr lvl="1" marL="6221730" indent="-286385">
              <a:lnSpc>
                <a:spcPct val="100000"/>
              </a:lnSpc>
              <a:buFont typeface="Arial MT"/>
              <a:buChar char="•"/>
              <a:tabLst>
                <a:tab pos="6221730" algn="l"/>
              </a:tabLst>
            </a:pPr>
            <a:r>
              <a:rPr dirty="0" sz="2400" spc="-20">
                <a:latin typeface="Franklin Gothic Medium"/>
                <a:cs typeface="Franklin Gothic Medium"/>
              </a:rPr>
              <a:t>Citation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networks</a:t>
            </a:r>
            <a:endParaRPr sz="2400">
              <a:latin typeface="Franklin Gothic Medium"/>
              <a:cs typeface="Franklin Gothic Medium"/>
            </a:endParaRPr>
          </a:p>
          <a:p>
            <a:pPr marL="5764530" indent="-286385">
              <a:lnSpc>
                <a:spcPct val="100000"/>
              </a:lnSpc>
              <a:buFont typeface="Arial MT"/>
              <a:buChar char="•"/>
              <a:tabLst>
                <a:tab pos="57645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Computation:</a:t>
            </a:r>
            <a:endParaRPr sz="2400">
              <a:latin typeface="Franklin Gothic Medium"/>
              <a:cs typeface="Franklin Gothic Medium"/>
            </a:endParaRPr>
          </a:p>
          <a:p>
            <a:pPr lvl="1" marL="6221730" indent="-286385">
              <a:lnSpc>
                <a:spcPct val="100000"/>
              </a:lnSpc>
              <a:buFont typeface="Arial MT"/>
              <a:buChar char="•"/>
              <a:tabLst>
                <a:tab pos="62217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Scheduling</a:t>
            </a:r>
            <a:endParaRPr sz="2400">
              <a:latin typeface="Franklin Gothic Medium"/>
              <a:cs typeface="Franklin Gothic Medium"/>
            </a:endParaRPr>
          </a:p>
          <a:p>
            <a:pPr lvl="1" marL="6221730" indent="-286385">
              <a:lnSpc>
                <a:spcPct val="100000"/>
              </a:lnSpc>
              <a:buFont typeface="Arial MT"/>
              <a:buChar char="•"/>
              <a:tabLst>
                <a:tab pos="622173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Data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processing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networks</a:t>
            </a:r>
            <a:endParaRPr sz="2400">
              <a:latin typeface="Franklin Gothic Medium"/>
              <a:cs typeface="Franklin Gothic Medium"/>
            </a:endParaRPr>
          </a:p>
          <a:p>
            <a:pPr lvl="1" marL="6221730" indent="-286385">
              <a:lnSpc>
                <a:spcPct val="100000"/>
              </a:lnSpc>
              <a:buFont typeface="Arial MT"/>
              <a:buChar char="•"/>
              <a:tabLst>
                <a:tab pos="622173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Causal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structures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(Bayesian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network)</a:t>
            </a:r>
            <a:endParaRPr sz="2400">
              <a:latin typeface="Franklin Gothic Medium"/>
              <a:cs typeface="Franklin Gothic Medium"/>
            </a:endParaRPr>
          </a:p>
          <a:p>
            <a:pPr lvl="1" marL="6221730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22173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Version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history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510908" y="6227775"/>
            <a:ext cx="2646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Data</a:t>
            </a:r>
            <a:r>
              <a:rPr dirty="0" sz="2400" spc="-15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compression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069573" y="6431381"/>
            <a:ext cx="205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54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Directed</a:t>
            </a:r>
            <a:r>
              <a:rPr dirty="0" spc="-175"/>
              <a:t> </a:t>
            </a:r>
            <a:r>
              <a:rPr dirty="0" spc="-75"/>
              <a:t>Acyclic</a:t>
            </a:r>
            <a:r>
              <a:rPr dirty="0" spc="-185"/>
              <a:t> </a:t>
            </a:r>
            <a:r>
              <a:rPr dirty="0"/>
              <a:t>Graph</a:t>
            </a:r>
            <a:r>
              <a:rPr dirty="0" spc="-190"/>
              <a:t> </a:t>
            </a:r>
            <a:r>
              <a:rPr dirty="0" spc="-50"/>
              <a:t>(DAG):</a:t>
            </a:r>
            <a:r>
              <a:rPr dirty="0" spc="-190"/>
              <a:t> </a:t>
            </a:r>
            <a:r>
              <a:rPr dirty="0" spc="-10"/>
              <a:t>Examples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8060" y="1055140"/>
            <a:ext cx="9622155" cy="111252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directed</a:t>
            </a:r>
            <a:r>
              <a:rPr dirty="0" sz="2800" spc="-16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acyclic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graph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(DAG)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directed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graph</a:t>
            </a:r>
            <a:r>
              <a:rPr dirty="0" sz="28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with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no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cycles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2400" spc="-25">
                <a:latin typeface="Franklin Gothic Medium"/>
                <a:cs typeface="Franklin Gothic Medium"/>
              </a:rPr>
              <a:t>Example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prerequisites: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41222" y="3338829"/>
            <a:ext cx="927100" cy="594995"/>
            <a:chOff x="1141222" y="3338829"/>
            <a:chExt cx="927100" cy="594995"/>
          </a:xfrm>
        </p:grpSpPr>
        <p:sp>
          <p:nvSpPr>
            <p:cNvPr id="8" name="object 8" descr=""/>
            <p:cNvSpPr/>
            <p:nvPr/>
          </p:nvSpPr>
          <p:spPr>
            <a:xfrm>
              <a:off x="1147572" y="3345179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914400" y="0"/>
                  </a:moveTo>
                  <a:lnTo>
                    <a:pt x="0" y="0"/>
                  </a:lnTo>
                  <a:lnTo>
                    <a:pt x="0" y="582168"/>
                  </a:lnTo>
                  <a:lnTo>
                    <a:pt x="914400" y="58216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147572" y="3345179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0" y="582168"/>
                  </a:moveTo>
                  <a:lnTo>
                    <a:pt x="914400" y="58216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58216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153922" y="3343097"/>
            <a:ext cx="90805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828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MAT</a:t>
            </a:r>
            <a:endParaRPr sz="1800">
              <a:latin typeface="Franklin Gothic Medium"/>
              <a:cs typeface="Franklin Gothic Medium"/>
            </a:endParaRPr>
          </a:p>
          <a:p>
            <a:pPr marL="25400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191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141222" y="4509261"/>
            <a:ext cx="927100" cy="594995"/>
            <a:chOff x="1141222" y="4509261"/>
            <a:chExt cx="927100" cy="594995"/>
          </a:xfrm>
        </p:grpSpPr>
        <p:sp>
          <p:nvSpPr>
            <p:cNvPr id="12" name="object 12" descr=""/>
            <p:cNvSpPr/>
            <p:nvPr/>
          </p:nvSpPr>
          <p:spPr>
            <a:xfrm>
              <a:off x="1147572" y="4515611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914400" y="0"/>
                  </a:moveTo>
                  <a:lnTo>
                    <a:pt x="0" y="0"/>
                  </a:lnTo>
                  <a:lnTo>
                    <a:pt x="0" y="582168"/>
                  </a:lnTo>
                  <a:lnTo>
                    <a:pt x="914400" y="58216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47572" y="4515611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0" y="582168"/>
                  </a:moveTo>
                  <a:lnTo>
                    <a:pt x="914400" y="58216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58216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153922" y="4515357"/>
            <a:ext cx="9080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9554" marR="249554" indent="254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 130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300984" y="2752344"/>
            <a:ext cx="914400" cy="581025"/>
          </a:xfrm>
          <a:prstGeom prst="rect">
            <a:avLst/>
          </a:prstGeom>
          <a:solidFill>
            <a:srgbClr val="BCD6ED"/>
          </a:solidFill>
          <a:ln w="12700">
            <a:solidFill>
              <a:srgbClr val="000000"/>
            </a:solidFill>
          </a:ln>
        </p:spPr>
        <p:txBody>
          <a:bodyPr wrap="square" lIns="0" tIns="10160" rIns="0" bIns="0" rtlCol="0" vert="horz">
            <a:spAutoFit/>
          </a:bodyPr>
          <a:lstStyle/>
          <a:p>
            <a:pPr marL="255270" marR="248920" indent="4445">
              <a:lnSpc>
                <a:spcPct val="100000"/>
              </a:lnSpc>
              <a:spcBef>
                <a:spcPts val="80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 230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294634" y="3931665"/>
            <a:ext cx="927100" cy="594995"/>
            <a:chOff x="3294634" y="3931665"/>
            <a:chExt cx="927100" cy="594995"/>
          </a:xfrm>
        </p:grpSpPr>
        <p:sp>
          <p:nvSpPr>
            <p:cNvPr id="17" name="object 17" descr=""/>
            <p:cNvSpPr/>
            <p:nvPr/>
          </p:nvSpPr>
          <p:spPr>
            <a:xfrm>
              <a:off x="3300984" y="3938015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914400" y="0"/>
                  </a:moveTo>
                  <a:lnTo>
                    <a:pt x="0" y="0"/>
                  </a:lnTo>
                  <a:lnTo>
                    <a:pt x="0" y="582168"/>
                  </a:lnTo>
                  <a:lnTo>
                    <a:pt x="914400" y="58216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300984" y="3938015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0" y="582168"/>
                  </a:moveTo>
                  <a:lnTo>
                    <a:pt x="914400" y="58216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58216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307334" y="3936872"/>
            <a:ext cx="9080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336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</a:t>
            </a:r>
            <a:endParaRPr sz="1800">
              <a:latin typeface="Franklin Gothic Medium"/>
              <a:cs typeface="Franklin Gothic Medium"/>
            </a:endParaRPr>
          </a:p>
          <a:p>
            <a:pPr marL="253365">
              <a:lnSpc>
                <a:spcPct val="100000"/>
              </a:lnSpc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261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300984" y="5151120"/>
            <a:ext cx="914400" cy="582295"/>
          </a:xfrm>
          <a:prstGeom prst="rect">
            <a:avLst/>
          </a:prstGeom>
          <a:solidFill>
            <a:srgbClr val="BCD6ED"/>
          </a:solidFill>
          <a:ln w="127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255270" marR="248920" indent="4445">
              <a:lnSpc>
                <a:spcPct val="100000"/>
              </a:lnSpc>
              <a:spcBef>
                <a:spcPts val="95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 250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976616" y="5733288"/>
            <a:ext cx="914400" cy="582295"/>
          </a:xfrm>
          <a:prstGeom prst="rect">
            <a:avLst/>
          </a:prstGeom>
          <a:solidFill>
            <a:srgbClr val="F8CAAC"/>
          </a:solidFill>
          <a:ln w="127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90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</a:t>
            </a:r>
            <a:endParaRPr sz="1800">
              <a:latin typeface="Franklin Gothic Medium"/>
              <a:cs typeface="Franklin Gothic Medium"/>
            </a:endParaRPr>
          </a:p>
          <a:p>
            <a:pPr marL="272415">
              <a:lnSpc>
                <a:spcPct val="100000"/>
              </a:lnSpc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471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976616" y="4520184"/>
            <a:ext cx="914400" cy="582295"/>
          </a:xfrm>
          <a:prstGeom prst="rect">
            <a:avLst/>
          </a:prstGeom>
          <a:solidFill>
            <a:srgbClr val="F8CAAC"/>
          </a:solidFill>
          <a:ln w="127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55270" marR="248285" indent="4445">
              <a:lnSpc>
                <a:spcPct val="100000"/>
              </a:lnSpc>
              <a:spcBef>
                <a:spcPts val="90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 339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521452" y="5151120"/>
            <a:ext cx="914400" cy="582295"/>
          </a:xfrm>
          <a:prstGeom prst="rect">
            <a:avLst/>
          </a:prstGeom>
          <a:solidFill>
            <a:srgbClr val="C5DFB4"/>
          </a:solidFill>
          <a:ln w="127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256540" marR="247650" indent="4445">
              <a:lnSpc>
                <a:spcPct val="100000"/>
              </a:lnSpc>
              <a:spcBef>
                <a:spcPts val="95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 330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976616" y="2103120"/>
            <a:ext cx="914400" cy="582295"/>
          </a:xfrm>
          <a:prstGeom prst="rect">
            <a:avLst/>
          </a:prstGeom>
          <a:solidFill>
            <a:srgbClr val="F8CAAC"/>
          </a:solidFill>
          <a:ln w="12700">
            <a:solidFill>
              <a:srgbClr val="000000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85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</a:t>
            </a:r>
            <a:endParaRPr sz="1800">
              <a:latin typeface="Franklin Gothic Medium"/>
              <a:cs typeface="Franklin Gothic Medium"/>
            </a:endParaRPr>
          </a:p>
          <a:p>
            <a:pPr marL="255270">
              <a:lnSpc>
                <a:spcPct val="100000"/>
              </a:lnSpc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452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756647" y="3951732"/>
            <a:ext cx="914400" cy="582295"/>
          </a:xfrm>
          <a:prstGeom prst="rect">
            <a:avLst/>
          </a:prstGeom>
          <a:solidFill>
            <a:srgbClr val="B482DA"/>
          </a:solidFill>
          <a:ln w="127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256540" marR="247650" indent="4445">
              <a:lnSpc>
                <a:spcPct val="100000"/>
              </a:lnSpc>
              <a:spcBef>
                <a:spcPts val="95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 462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976616" y="3345179"/>
            <a:ext cx="914400" cy="582295"/>
          </a:xfrm>
          <a:prstGeom prst="rect">
            <a:avLst/>
          </a:prstGeom>
          <a:solidFill>
            <a:srgbClr val="F8CAAC"/>
          </a:solidFill>
          <a:ln w="127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255270" marR="248285" indent="4445">
              <a:lnSpc>
                <a:spcPct val="100000"/>
              </a:lnSpc>
              <a:spcBef>
                <a:spcPts val="95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 340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515102" y="3931665"/>
            <a:ext cx="927100" cy="594995"/>
            <a:chOff x="5515102" y="3931665"/>
            <a:chExt cx="927100" cy="594995"/>
          </a:xfrm>
        </p:grpSpPr>
        <p:sp>
          <p:nvSpPr>
            <p:cNvPr id="28" name="object 28" descr=""/>
            <p:cNvSpPr/>
            <p:nvPr/>
          </p:nvSpPr>
          <p:spPr>
            <a:xfrm>
              <a:off x="5521452" y="3938015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914400" y="0"/>
                  </a:moveTo>
                  <a:lnTo>
                    <a:pt x="0" y="0"/>
                  </a:lnTo>
                  <a:lnTo>
                    <a:pt x="0" y="582168"/>
                  </a:lnTo>
                  <a:lnTo>
                    <a:pt x="914400" y="58216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521452" y="3938015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0" y="582168"/>
                  </a:moveTo>
                  <a:lnTo>
                    <a:pt x="914400" y="58216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58216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5527802" y="3936872"/>
            <a:ext cx="9080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63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</a:t>
            </a:r>
            <a:endParaRPr sz="1800">
              <a:latin typeface="Franklin Gothic Medium"/>
              <a:cs typeface="Franklin Gothic Medium"/>
            </a:endParaRPr>
          </a:p>
          <a:p>
            <a:pPr marL="250190">
              <a:lnSpc>
                <a:spcPct val="100000"/>
              </a:lnSpc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362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515102" y="2745994"/>
            <a:ext cx="927100" cy="594995"/>
            <a:chOff x="5515102" y="2745994"/>
            <a:chExt cx="927100" cy="594995"/>
          </a:xfrm>
        </p:grpSpPr>
        <p:sp>
          <p:nvSpPr>
            <p:cNvPr id="32" name="object 32" descr=""/>
            <p:cNvSpPr/>
            <p:nvPr/>
          </p:nvSpPr>
          <p:spPr>
            <a:xfrm>
              <a:off x="5521452" y="2752344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914400" y="0"/>
                  </a:moveTo>
                  <a:lnTo>
                    <a:pt x="0" y="0"/>
                  </a:lnTo>
                  <a:lnTo>
                    <a:pt x="0" y="582167"/>
                  </a:lnTo>
                  <a:lnTo>
                    <a:pt x="914400" y="58216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521452" y="2752344"/>
              <a:ext cx="914400" cy="582295"/>
            </a:xfrm>
            <a:custGeom>
              <a:avLst/>
              <a:gdLst/>
              <a:ahLst/>
              <a:cxnLst/>
              <a:rect l="l" t="t" r="r" b="b"/>
              <a:pathLst>
                <a:path w="914400" h="582295">
                  <a:moveTo>
                    <a:pt x="0" y="582167"/>
                  </a:moveTo>
                  <a:lnTo>
                    <a:pt x="914400" y="582167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58216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5527802" y="2751835"/>
            <a:ext cx="9080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190" marR="247650" indent="4445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0D0D0D"/>
                </a:solidFill>
                <a:latin typeface="Franklin Gothic Medium"/>
                <a:cs typeface="Franklin Gothic Medium"/>
              </a:rPr>
              <a:t>CSC 350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2054860" y="2394965"/>
            <a:ext cx="7703820" cy="3644900"/>
          </a:xfrm>
          <a:custGeom>
            <a:avLst/>
            <a:gdLst/>
            <a:ahLst/>
            <a:cxnLst/>
            <a:rect l="l" t="t" r="r" b="b"/>
            <a:pathLst>
              <a:path w="7703820" h="3644900">
                <a:moveTo>
                  <a:pt x="1247140" y="647700"/>
                </a:moveTo>
                <a:lnTo>
                  <a:pt x="1158709" y="646201"/>
                </a:lnTo>
                <a:lnTo>
                  <a:pt x="1158709" y="757123"/>
                </a:lnTo>
                <a:lnTo>
                  <a:pt x="619874" y="1524457"/>
                </a:lnTo>
                <a:lnTo>
                  <a:pt x="608774" y="1519148"/>
                </a:lnTo>
                <a:lnTo>
                  <a:pt x="608774" y="1540281"/>
                </a:lnTo>
                <a:lnTo>
                  <a:pt x="414134" y="1817458"/>
                </a:lnTo>
                <a:lnTo>
                  <a:pt x="35852" y="1266037"/>
                </a:lnTo>
                <a:lnTo>
                  <a:pt x="608774" y="1540281"/>
                </a:lnTo>
                <a:lnTo>
                  <a:pt x="608774" y="1519148"/>
                </a:lnTo>
                <a:lnTo>
                  <a:pt x="28778" y="1241501"/>
                </a:lnTo>
                <a:lnTo>
                  <a:pt x="1124661" y="716889"/>
                </a:lnTo>
                <a:lnTo>
                  <a:pt x="1146924" y="732536"/>
                </a:lnTo>
                <a:lnTo>
                  <a:pt x="1158709" y="757123"/>
                </a:lnTo>
                <a:lnTo>
                  <a:pt x="1158709" y="646201"/>
                </a:lnTo>
                <a:lnTo>
                  <a:pt x="1105154" y="645287"/>
                </a:lnTo>
                <a:lnTo>
                  <a:pt x="1128458" y="693966"/>
                </a:lnTo>
                <a:lnTo>
                  <a:pt x="3810" y="1232408"/>
                </a:lnTo>
                <a:lnTo>
                  <a:pt x="8128" y="1241526"/>
                </a:lnTo>
                <a:lnTo>
                  <a:pt x="7874" y="1242060"/>
                </a:lnTo>
                <a:lnTo>
                  <a:pt x="0" y="1247394"/>
                </a:lnTo>
                <a:lnTo>
                  <a:pt x="402463" y="1834070"/>
                </a:lnTo>
                <a:lnTo>
                  <a:pt x="127" y="2407031"/>
                </a:lnTo>
                <a:lnTo>
                  <a:pt x="7416" y="2412187"/>
                </a:lnTo>
                <a:lnTo>
                  <a:pt x="7708" y="2412822"/>
                </a:lnTo>
                <a:lnTo>
                  <a:pt x="3556" y="2421001"/>
                </a:lnTo>
                <a:lnTo>
                  <a:pt x="1129779" y="2998012"/>
                </a:lnTo>
                <a:lnTo>
                  <a:pt x="1105154" y="3046095"/>
                </a:lnTo>
                <a:lnTo>
                  <a:pt x="1245273" y="3047479"/>
                </a:lnTo>
                <a:lnTo>
                  <a:pt x="1247140" y="3048508"/>
                </a:lnTo>
                <a:lnTo>
                  <a:pt x="1246987" y="3047492"/>
                </a:lnTo>
                <a:lnTo>
                  <a:pt x="1247140" y="3047492"/>
                </a:lnTo>
                <a:lnTo>
                  <a:pt x="1246962" y="3047263"/>
                </a:lnTo>
                <a:lnTo>
                  <a:pt x="1234846" y="2959608"/>
                </a:lnTo>
                <a:lnTo>
                  <a:pt x="1227709" y="2907919"/>
                </a:lnTo>
                <a:lnTo>
                  <a:pt x="1183157" y="2938437"/>
                </a:lnTo>
                <a:lnTo>
                  <a:pt x="1160208" y="2904985"/>
                </a:lnTo>
                <a:lnTo>
                  <a:pt x="1160208" y="2938627"/>
                </a:lnTo>
                <a:lnTo>
                  <a:pt x="1147965" y="2962529"/>
                </a:lnTo>
                <a:lnTo>
                  <a:pt x="1128509" y="2975864"/>
                </a:lnTo>
                <a:lnTo>
                  <a:pt x="30226" y="2413228"/>
                </a:lnTo>
                <a:lnTo>
                  <a:pt x="613194" y="2141245"/>
                </a:lnTo>
                <a:lnTo>
                  <a:pt x="1160208" y="2938627"/>
                </a:lnTo>
                <a:lnTo>
                  <a:pt x="1160208" y="2904985"/>
                </a:lnTo>
                <a:lnTo>
                  <a:pt x="630669" y="2133092"/>
                </a:lnTo>
                <a:lnTo>
                  <a:pt x="1136167" y="1897240"/>
                </a:lnTo>
                <a:lnTo>
                  <a:pt x="1159002" y="1946148"/>
                </a:lnTo>
                <a:lnTo>
                  <a:pt x="1215644" y="1874647"/>
                </a:lnTo>
                <a:lnTo>
                  <a:pt x="1246822" y="1835289"/>
                </a:lnTo>
                <a:lnTo>
                  <a:pt x="1247140" y="1835277"/>
                </a:lnTo>
                <a:lnTo>
                  <a:pt x="1246987" y="1835086"/>
                </a:lnTo>
                <a:lnTo>
                  <a:pt x="1247140" y="1834896"/>
                </a:lnTo>
                <a:lnTo>
                  <a:pt x="1246835" y="1834896"/>
                </a:lnTo>
                <a:lnTo>
                  <a:pt x="1215466" y="1794510"/>
                </a:lnTo>
                <a:lnTo>
                  <a:pt x="1160018" y="1723136"/>
                </a:lnTo>
                <a:lnTo>
                  <a:pt x="1136675" y="1771853"/>
                </a:lnTo>
                <a:lnTo>
                  <a:pt x="1128458" y="1767928"/>
                </a:lnTo>
                <a:lnTo>
                  <a:pt x="1128458" y="1789023"/>
                </a:lnTo>
                <a:lnTo>
                  <a:pt x="1108265" y="1831174"/>
                </a:lnTo>
                <a:lnTo>
                  <a:pt x="1105281" y="1831086"/>
                </a:lnTo>
                <a:lnTo>
                  <a:pt x="1106766" y="1834299"/>
                </a:lnTo>
                <a:lnTo>
                  <a:pt x="1105154" y="1837690"/>
                </a:lnTo>
                <a:lnTo>
                  <a:pt x="1108329" y="1837639"/>
                </a:lnTo>
                <a:lnTo>
                  <a:pt x="1128102" y="1879993"/>
                </a:lnTo>
                <a:lnTo>
                  <a:pt x="619734" y="2117166"/>
                </a:lnTo>
                <a:lnTo>
                  <a:pt x="602259" y="2091702"/>
                </a:lnTo>
                <a:lnTo>
                  <a:pt x="602259" y="2125319"/>
                </a:lnTo>
                <a:lnTo>
                  <a:pt x="35433" y="2389746"/>
                </a:lnTo>
                <a:lnTo>
                  <a:pt x="413943" y="1850809"/>
                </a:lnTo>
                <a:lnTo>
                  <a:pt x="602259" y="2125319"/>
                </a:lnTo>
                <a:lnTo>
                  <a:pt x="602259" y="2091702"/>
                </a:lnTo>
                <a:lnTo>
                  <a:pt x="425615" y="1834197"/>
                </a:lnTo>
                <a:lnTo>
                  <a:pt x="626186" y="1548612"/>
                </a:lnTo>
                <a:lnTo>
                  <a:pt x="1128458" y="1789023"/>
                </a:lnTo>
                <a:lnTo>
                  <a:pt x="1128458" y="1767928"/>
                </a:lnTo>
                <a:lnTo>
                  <a:pt x="637286" y="1532801"/>
                </a:lnTo>
                <a:lnTo>
                  <a:pt x="1182039" y="757174"/>
                </a:lnTo>
                <a:lnTo>
                  <a:pt x="1226185" y="788162"/>
                </a:lnTo>
                <a:lnTo>
                  <a:pt x="1234008" y="735711"/>
                </a:lnTo>
                <a:lnTo>
                  <a:pt x="1247140" y="647700"/>
                </a:lnTo>
                <a:close/>
              </a:path>
              <a:path w="7703820" h="3644900">
                <a:moveTo>
                  <a:pt x="3468370" y="649224"/>
                </a:moveTo>
                <a:lnTo>
                  <a:pt x="3351784" y="730377"/>
                </a:lnTo>
                <a:lnTo>
                  <a:pt x="3399155" y="756170"/>
                </a:lnTo>
                <a:lnTo>
                  <a:pt x="3033687" y="1426768"/>
                </a:lnTo>
                <a:lnTo>
                  <a:pt x="2185987" y="657263"/>
                </a:lnTo>
                <a:lnTo>
                  <a:pt x="3341293" y="658609"/>
                </a:lnTo>
                <a:lnTo>
                  <a:pt x="3341243" y="712597"/>
                </a:lnTo>
                <a:lnTo>
                  <a:pt x="3449510" y="658622"/>
                </a:lnTo>
                <a:lnTo>
                  <a:pt x="3468370" y="649224"/>
                </a:lnTo>
                <a:lnTo>
                  <a:pt x="3449104" y="639572"/>
                </a:lnTo>
                <a:lnTo>
                  <a:pt x="3341370" y="585597"/>
                </a:lnTo>
                <a:lnTo>
                  <a:pt x="3341306" y="639559"/>
                </a:lnTo>
                <a:lnTo>
                  <a:pt x="2161286" y="638175"/>
                </a:lnTo>
                <a:lnTo>
                  <a:pt x="2161286" y="647700"/>
                </a:lnTo>
                <a:lnTo>
                  <a:pt x="2154936" y="654812"/>
                </a:lnTo>
                <a:lnTo>
                  <a:pt x="3024301" y="1443990"/>
                </a:lnTo>
                <a:lnTo>
                  <a:pt x="2816453" y="1825371"/>
                </a:lnTo>
                <a:lnTo>
                  <a:pt x="2161286" y="1825371"/>
                </a:lnTo>
                <a:lnTo>
                  <a:pt x="2161286" y="1844421"/>
                </a:lnTo>
                <a:lnTo>
                  <a:pt x="2806065" y="1844421"/>
                </a:lnTo>
                <a:lnTo>
                  <a:pt x="2152904" y="3042920"/>
                </a:lnTo>
                <a:lnTo>
                  <a:pt x="2161286" y="3047428"/>
                </a:lnTo>
                <a:lnTo>
                  <a:pt x="2161286" y="3057525"/>
                </a:lnTo>
                <a:lnTo>
                  <a:pt x="3341370" y="3057525"/>
                </a:lnTo>
                <a:lnTo>
                  <a:pt x="3341370" y="3111500"/>
                </a:lnTo>
                <a:lnTo>
                  <a:pt x="3449320" y="3057525"/>
                </a:lnTo>
                <a:lnTo>
                  <a:pt x="3468370" y="3048000"/>
                </a:lnTo>
                <a:lnTo>
                  <a:pt x="3449320" y="3038475"/>
                </a:lnTo>
                <a:lnTo>
                  <a:pt x="3341370" y="2984500"/>
                </a:lnTo>
                <a:lnTo>
                  <a:pt x="3341370" y="3038475"/>
                </a:lnTo>
                <a:lnTo>
                  <a:pt x="2176996" y="3038475"/>
                </a:lnTo>
                <a:lnTo>
                  <a:pt x="2827782" y="1844421"/>
                </a:lnTo>
                <a:lnTo>
                  <a:pt x="3341370" y="1844421"/>
                </a:lnTo>
                <a:lnTo>
                  <a:pt x="3341370" y="1898396"/>
                </a:lnTo>
                <a:lnTo>
                  <a:pt x="3449320" y="1844421"/>
                </a:lnTo>
                <a:lnTo>
                  <a:pt x="3468370" y="1834896"/>
                </a:lnTo>
                <a:lnTo>
                  <a:pt x="3464890" y="1833168"/>
                </a:lnTo>
                <a:lnTo>
                  <a:pt x="3468370" y="1834134"/>
                </a:lnTo>
                <a:lnTo>
                  <a:pt x="3441268" y="1764411"/>
                </a:lnTo>
                <a:lnTo>
                  <a:pt x="3416935" y="1701800"/>
                </a:lnTo>
                <a:lnTo>
                  <a:pt x="3380676" y="1741728"/>
                </a:lnTo>
                <a:lnTo>
                  <a:pt x="3367862" y="1730108"/>
                </a:lnTo>
                <a:lnTo>
                  <a:pt x="3367862" y="1755838"/>
                </a:lnTo>
                <a:lnTo>
                  <a:pt x="3349866" y="1775650"/>
                </a:lnTo>
                <a:lnTo>
                  <a:pt x="3341370" y="1771396"/>
                </a:lnTo>
                <a:lnTo>
                  <a:pt x="3341370" y="1785023"/>
                </a:lnTo>
                <a:lnTo>
                  <a:pt x="3331591" y="1795780"/>
                </a:lnTo>
                <a:lnTo>
                  <a:pt x="3341370" y="1798523"/>
                </a:lnTo>
                <a:lnTo>
                  <a:pt x="3341370" y="1825371"/>
                </a:lnTo>
                <a:lnTo>
                  <a:pt x="2838158" y="1825371"/>
                </a:lnTo>
                <a:lnTo>
                  <a:pt x="3038830" y="1457172"/>
                </a:lnTo>
                <a:lnTo>
                  <a:pt x="3367862" y="1755838"/>
                </a:lnTo>
                <a:lnTo>
                  <a:pt x="3367862" y="1730108"/>
                </a:lnTo>
                <a:lnTo>
                  <a:pt x="3048216" y="1439951"/>
                </a:lnTo>
                <a:lnTo>
                  <a:pt x="3415919" y="765302"/>
                </a:lnTo>
                <a:lnTo>
                  <a:pt x="3463290" y="791083"/>
                </a:lnTo>
                <a:lnTo>
                  <a:pt x="3464928" y="744982"/>
                </a:lnTo>
                <a:lnTo>
                  <a:pt x="3468370" y="649224"/>
                </a:lnTo>
                <a:close/>
              </a:path>
              <a:path w="7703820" h="3644900">
                <a:moveTo>
                  <a:pt x="7703439" y="1848358"/>
                </a:moveTo>
                <a:lnTo>
                  <a:pt x="7672171" y="1790700"/>
                </a:lnTo>
                <a:lnTo>
                  <a:pt x="7635748" y="1723517"/>
                </a:lnTo>
                <a:lnTo>
                  <a:pt x="7604785" y="1767827"/>
                </a:lnTo>
                <a:lnTo>
                  <a:pt x="6842379" y="1234313"/>
                </a:lnTo>
                <a:lnTo>
                  <a:pt x="6831457" y="1249807"/>
                </a:lnTo>
                <a:lnTo>
                  <a:pt x="7593876" y="1783448"/>
                </a:lnTo>
                <a:lnTo>
                  <a:pt x="7588301" y="1791436"/>
                </a:lnTo>
                <a:lnTo>
                  <a:pt x="7575550" y="1784985"/>
                </a:lnTo>
                <a:lnTo>
                  <a:pt x="7575448" y="1809813"/>
                </a:lnTo>
                <a:lnTo>
                  <a:pt x="7562977" y="1827657"/>
                </a:lnTo>
                <a:lnTo>
                  <a:pt x="7575359" y="1829485"/>
                </a:lnTo>
                <a:lnTo>
                  <a:pt x="7575334" y="1838909"/>
                </a:lnTo>
                <a:lnTo>
                  <a:pt x="5432717" y="1829828"/>
                </a:lnTo>
                <a:lnTo>
                  <a:pt x="5846292" y="1344866"/>
                </a:lnTo>
                <a:lnTo>
                  <a:pt x="5887339" y="1379855"/>
                </a:lnTo>
                <a:lnTo>
                  <a:pt x="5901423" y="1322832"/>
                </a:lnTo>
                <a:lnTo>
                  <a:pt x="5921375" y="1242060"/>
                </a:lnTo>
                <a:lnTo>
                  <a:pt x="5790692" y="1297432"/>
                </a:lnTo>
                <a:lnTo>
                  <a:pt x="5831751" y="1332458"/>
                </a:lnTo>
                <a:lnTo>
                  <a:pt x="5407723" y="1829727"/>
                </a:lnTo>
                <a:lnTo>
                  <a:pt x="4402125" y="1825459"/>
                </a:lnTo>
                <a:lnTo>
                  <a:pt x="5136667" y="950061"/>
                </a:lnTo>
                <a:lnTo>
                  <a:pt x="5799518" y="1205242"/>
                </a:lnTo>
                <a:lnTo>
                  <a:pt x="5780151" y="1255649"/>
                </a:lnTo>
                <a:lnTo>
                  <a:pt x="5921375" y="1241933"/>
                </a:lnTo>
                <a:lnTo>
                  <a:pt x="5892076" y="1209802"/>
                </a:lnTo>
                <a:lnTo>
                  <a:pt x="5825744" y="1137031"/>
                </a:lnTo>
                <a:lnTo>
                  <a:pt x="5806338" y="1187500"/>
                </a:lnTo>
                <a:lnTo>
                  <a:pt x="5149596" y="934656"/>
                </a:lnTo>
                <a:lnTo>
                  <a:pt x="5847105" y="103378"/>
                </a:lnTo>
                <a:lnTo>
                  <a:pt x="5888482" y="138049"/>
                </a:lnTo>
                <a:lnTo>
                  <a:pt x="5901969" y="81407"/>
                </a:lnTo>
                <a:lnTo>
                  <a:pt x="5921375" y="0"/>
                </a:lnTo>
                <a:lnTo>
                  <a:pt x="5791200" y="56515"/>
                </a:lnTo>
                <a:lnTo>
                  <a:pt x="5832538" y="91173"/>
                </a:lnTo>
                <a:lnTo>
                  <a:pt x="5130876" y="927442"/>
                </a:lnTo>
                <a:lnTo>
                  <a:pt x="4385183" y="640334"/>
                </a:lnTo>
                <a:lnTo>
                  <a:pt x="4378325" y="658114"/>
                </a:lnTo>
                <a:lnTo>
                  <a:pt x="5117947" y="942860"/>
                </a:lnTo>
                <a:lnTo>
                  <a:pt x="4374515" y="1828927"/>
                </a:lnTo>
                <a:lnTo>
                  <a:pt x="4381754" y="1835023"/>
                </a:lnTo>
                <a:lnTo>
                  <a:pt x="4381754" y="1844421"/>
                </a:lnTo>
                <a:lnTo>
                  <a:pt x="5391543" y="1848700"/>
                </a:lnTo>
                <a:lnTo>
                  <a:pt x="4374515" y="3041396"/>
                </a:lnTo>
                <a:lnTo>
                  <a:pt x="4381284" y="3047161"/>
                </a:lnTo>
                <a:lnTo>
                  <a:pt x="4381678" y="3048177"/>
                </a:lnTo>
                <a:lnTo>
                  <a:pt x="4378325" y="3056890"/>
                </a:lnTo>
                <a:lnTo>
                  <a:pt x="5799252" y="3593947"/>
                </a:lnTo>
                <a:lnTo>
                  <a:pt x="5780151" y="3644442"/>
                </a:lnTo>
                <a:lnTo>
                  <a:pt x="5921375" y="3629926"/>
                </a:lnTo>
                <a:lnTo>
                  <a:pt x="5892304" y="3598430"/>
                </a:lnTo>
                <a:lnTo>
                  <a:pt x="5825109" y="3525621"/>
                </a:lnTo>
                <a:lnTo>
                  <a:pt x="5805995" y="3576116"/>
                </a:lnTo>
                <a:lnTo>
                  <a:pt x="4408132" y="3047796"/>
                </a:lnTo>
                <a:lnTo>
                  <a:pt x="5807557" y="2474061"/>
                </a:lnTo>
                <a:lnTo>
                  <a:pt x="5828030" y="2523998"/>
                </a:lnTo>
                <a:lnTo>
                  <a:pt x="5891212" y="2451608"/>
                </a:lnTo>
                <a:lnTo>
                  <a:pt x="5921375" y="2417064"/>
                </a:lnTo>
                <a:lnTo>
                  <a:pt x="5779897" y="2406523"/>
                </a:lnTo>
                <a:lnTo>
                  <a:pt x="5800331" y="2456408"/>
                </a:lnTo>
                <a:lnTo>
                  <a:pt x="4413440" y="3025038"/>
                </a:lnTo>
                <a:lnTo>
                  <a:pt x="5416524" y="1848815"/>
                </a:lnTo>
                <a:lnTo>
                  <a:pt x="7575258" y="1857959"/>
                </a:lnTo>
                <a:lnTo>
                  <a:pt x="7575321" y="1838960"/>
                </a:lnTo>
                <a:lnTo>
                  <a:pt x="7575258" y="1857959"/>
                </a:lnTo>
                <a:lnTo>
                  <a:pt x="7587983" y="1858010"/>
                </a:lnTo>
                <a:lnTo>
                  <a:pt x="7575258" y="1858010"/>
                </a:lnTo>
                <a:lnTo>
                  <a:pt x="7575042" y="1911985"/>
                </a:lnTo>
                <a:lnTo>
                  <a:pt x="7684071" y="1858010"/>
                </a:lnTo>
                <a:lnTo>
                  <a:pt x="7702296" y="1848993"/>
                </a:lnTo>
                <a:lnTo>
                  <a:pt x="7700035" y="1847862"/>
                </a:lnTo>
                <a:lnTo>
                  <a:pt x="7703439" y="1848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1069573" y="6431381"/>
            <a:ext cx="2057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55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Jeronimo Grandi</dc:creator>
  <dc:title>PowerPoint Presentation</dc:title>
  <dcterms:created xsi:type="dcterms:W3CDTF">2025-02-25T14:52:05Z</dcterms:created>
  <dcterms:modified xsi:type="dcterms:W3CDTF">2025-02-25T14:52:05Z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2025-02-25T00:00:00Z</vt:filetime>
  </property>
  <property fmtid="{D5CDD505-2E9C-101B-9397-08002B2CF9AE}" pid="5" name="MSIP_Label_a2761ec8-7198-4440-bea0-e9dd2af28b51_ContentBits">
    <vt:lpwstr>0</vt:lpwstr>
  </property>
  <property fmtid="{D5CDD505-2E9C-101B-9397-08002B2CF9AE}" pid="6" name="MSIP_Label_a2761ec8-7198-4440-bea0-e9dd2af28b51_Enabled">
    <vt:lpwstr>true</vt:lpwstr>
  </property>
  <property fmtid="{D5CDD505-2E9C-101B-9397-08002B2CF9AE}" pid="7" name="MSIP_Label_a2761ec8-7198-4440-bea0-e9dd2af28b51_Method">
    <vt:lpwstr>Standard</vt:lpwstr>
  </property>
  <property fmtid="{D5CDD505-2E9C-101B-9397-08002B2CF9AE}" pid="8" name="MSIP_Label_a2761ec8-7198-4440-bea0-e9dd2af28b51_SiteId">
    <vt:lpwstr>73e15cf5-5dbb-46af-a862-753916269d73</vt:lpwstr>
  </property>
  <property fmtid="{D5CDD505-2E9C-101B-9397-08002B2CF9AE}" pid="9" name="Producer">
    <vt:lpwstr>Microsoft® PowerPoint® for Microsoft 365</vt:lpwstr>
  </property>
</Properties>
</file>