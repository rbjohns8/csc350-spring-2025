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10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BB9A-3E3E-8DEA-8963-F96170939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02328-46F1-E9D1-5E68-B223A6A7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5DE99-60D8-2885-6631-AAD2C215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BB1D6-E2CB-3EDA-253F-2E520A1B9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CCCF-0A62-B8C1-CF97-3D2AA020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74718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9C2C-B695-CEDE-1E76-894C84A6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57DB-99B8-BF71-2692-5EB495D13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DCF14-9D93-5BCA-88A6-36F8DCEA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C47D-7BD7-B781-7A27-4A5BB4D3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454FF-C282-83C6-AFE2-3C485D6C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69439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6CB1-10BF-FD66-65B8-8B1D60B3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50D0E-FA85-BC81-D124-82A7D9869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B0206-1BA3-66FD-9095-7957D72A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4022B-6106-FE4E-ED3B-3AD4F363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69955-B688-51ED-39DF-2EF49491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559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1E66-590B-EB81-0FCB-F96D6EA7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700E-6D2A-8960-435F-6676CE345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94AC4-E201-8D13-2969-CD222ADB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AD74A-A67D-7C33-FD6B-88F662AA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29F80-D439-6205-63D8-B5971233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BB3F8-64C0-CB68-E9CD-00B99EA9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9967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DB3B-D7A2-53E1-57E9-74B6B493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0B143-0B07-71DC-118E-0BAEC3C70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724DB-E55A-E0EB-A337-1113EA977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8E7FD-BD71-C3CC-2B74-06F1B579F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0069C-30F4-7336-B5C7-951E32AB1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CE831-7B58-6117-A05C-F5856AD5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E20C7-F63E-1134-50E8-174BE29B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EA5FC-7D4E-3AB7-10DD-38F98716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5204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FB4B-4575-DA14-64AE-71E338563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572F9-A064-C574-1945-C853CE65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78358-C0D0-6ECA-4C62-7958A1A5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85B62-FC75-C62B-AAD1-492AC103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63515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12F14-6C47-D35A-123F-277C1579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BE933-BBA4-2267-CFC7-B6CFA054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F2D61-025B-0657-D90D-C57BB166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24963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B0FD-5880-82AF-22A7-655E3F44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E6312-FD53-359D-BCA9-1AFDF329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CF4D1-512A-A669-E6A9-86044D450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02ED1-2666-8C11-76B6-CAD1B641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C360B-19A4-7377-FA3B-1CF801E1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B96E1-CF58-656B-C2CB-BDA3EA81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83617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EB5DC-BE39-4DE2-A4BD-91391599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B3185-AB26-FCEE-4B6A-FC1E11A4C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48589-679C-7615-D1D1-8D4A31BE8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A0DC4-135E-D6B8-44EB-7B9505F2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98D82-0753-693C-0E24-72CAE092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D9DC4-C940-B250-7A06-A9E8121B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1364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21AA-8B49-497F-72AE-8D9BC93F9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3A32C-332C-7A94-2BFC-6FD44FEDB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16B11-EB5E-BAA8-2D0E-2C33BADA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3294A-B66A-DBF0-4BE3-09A3D365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0420D-CC36-BCB9-C8AF-F383B2C4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55725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02716-54A3-0912-27A5-5E26A34E3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94581-754C-318F-B18F-A99223C52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EC77-37D9-3855-B73E-BEC7862C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8C11C-1E2A-FC06-3421-A343881A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C9ABF-236A-C381-BBF1-BEEDF33D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97875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4397" y="632917"/>
            <a:ext cx="10503204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40288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5752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t="14000" r="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741EC-5CCF-D16D-5B91-57DA722C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518CA-B684-3226-7EE8-7B9FDCE8A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21A6-6796-4861-049E-777D5B072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1879-F1C2-E6B3-8248-CDE637DF8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3311-D7E2-9E65-D46E-270B2A133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241935">
              <a:lnSpc>
                <a:spcPts val="3135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6660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0.png"/><Relationship Id="rId7" Type="http://schemas.openxmlformats.org/officeDocument/2006/relationships/image" Target="../media/image4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4.png"/><Relationship Id="rId7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35.png"/><Relationship Id="rId10" Type="http://schemas.openxmlformats.org/officeDocument/2006/relationships/image" Target="../media/image65.png"/><Relationship Id="rId4" Type="http://schemas.openxmlformats.org/officeDocument/2006/relationships/image" Target="../media/image29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0.png"/><Relationship Id="rId7" Type="http://schemas.openxmlformats.org/officeDocument/2006/relationships/image" Target="../media/image51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17.png"/><Relationship Id="rId5" Type="http://schemas.openxmlformats.org/officeDocument/2006/relationships/image" Target="../media/image115.png"/><Relationship Id="rId10" Type="http://schemas.openxmlformats.org/officeDocument/2006/relationships/image" Target="../media/image116.png"/><Relationship Id="rId4" Type="http://schemas.openxmlformats.org/officeDocument/2006/relationships/image" Target="../media/image114.png"/><Relationship Id="rId9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22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43.png"/><Relationship Id="rId5" Type="http://schemas.openxmlformats.org/officeDocument/2006/relationships/image" Target="../media/image134.png"/><Relationship Id="rId10" Type="http://schemas.openxmlformats.org/officeDocument/2006/relationships/image" Target="../media/image11.png"/><Relationship Id="rId4" Type="http://schemas.openxmlformats.org/officeDocument/2006/relationships/image" Target="../media/image133.png"/><Relationship Id="rId9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6.png"/><Relationship Id="rId5" Type="http://schemas.openxmlformats.org/officeDocument/2006/relationships/image" Target="../media/image153.png"/><Relationship Id="rId10" Type="http://schemas.openxmlformats.org/officeDocument/2006/relationships/image" Target="../media/image11.png"/><Relationship Id="rId4" Type="http://schemas.openxmlformats.org/officeDocument/2006/relationships/image" Target="../media/image152.png"/><Relationship Id="rId9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png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8.png"/><Relationship Id="rId7" Type="http://schemas.openxmlformats.org/officeDocument/2006/relationships/image" Target="../media/image5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6.png"/><Relationship Id="rId7" Type="http://schemas.openxmlformats.org/officeDocument/2006/relationships/image" Target="../media/image1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Relationship Id="rId9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197.png"/><Relationship Id="rId4" Type="http://schemas.openxmlformats.org/officeDocument/2006/relationships/image" Target="../media/image21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03.png"/><Relationship Id="rId7" Type="http://schemas.openxmlformats.org/officeDocument/2006/relationships/image" Target="../media/image51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220.png"/><Relationship Id="rId5" Type="http://schemas.openxmlformats.org/officeDocument/2006/relationships/image" Target="../media/image216.png"/><Relationship Id="rId10" Type="http://schemas.openxmlformats.org/officeDocument/2006/relationships/image" Target="../media/image219.png"/><Relationship Id="rId4" Type="http://schemas.openxmlformats.org/officeDocument/2006/relationships/image" Target="../media/image215.png"/><Relationship Id="rId9" Type="http://schemas.openxmlformats.org/officeDocument/2006/relationships/image" Target="../media/image2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33.png"/><Relationship Id="rId3" Type="http://schemas.openxmlformats.org/officeDocument/2006/relationships/image" Target="../media/image227.png"/><Relationship Id="rId7" Type="http://schemas.openxmlformats.org/officeDocument/2006/relationships/image" Target="../media/image215.png"/><Relationship Id="rId12" Type="http://schemas.openxmlformats.org/officeDocument/2006/relationships/image" Target="../media/image232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231.png"/><Relationship Id="rId5" Type="http://schemas.openxmlformats.org/officeDocument/2006/relationships/image" Target="../media/image51.png"/><Relationship Id="rId10" Type="http://schemas.openxmlformats.org/officeDocument/2006/relationships/image" Target="../media/image230.png"/><Relationship Id="rId4" Type="http://schemas.openxmlformats.org/officeDocument/2006/relationships/image" Target="../media/image228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57.png"/><Relationship Id="rId3" Type="http://schemas.openxmlformats.org/officeDocument/2006/relationships/image" Target="../media/image34.png"/><Relationship Id="rId7" Type="http://schemas.openxmlformats.org/officeDocument/2006/relationships/image" Target="../media/image108.png"/><Relationship Id="rId12" Type="http://schemas.openxmlformats.org/officeDocument/2006/relationships/image" Target="../media/image52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png"/><Relationship Id="rId11" Type="http://schemas.openxmlformats.org/officeDocument/2006/relationships/image" Target="../media/image51.png"/><Relationship Id="rId5" Type="http://schemas.openxmlformats.org/officeDocument/2006/relationships/image" Target="../media/image11.png"/><Relationship Id="rId10" Type="http://schemas.openxmlformats.org/officeDocument/2006/relationships/image" Target="../media/image109.png"/><Relationship Id="rId4" Type="http://schemas.openxmlformats.org/officeDocument/2006/relationships/image" Target="../media/image245.png"/><Relationship Id="rId9" Type="http://schemas.openxmlformats.org/officeDocument/2006/relationships/image" Target="../media/image111.png"/><Relationship Id="rId14" Type="http://schemas.openxmlformats.org/officeDocument/2006/relationships/image" Target="../media/image5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0.png"/><Relationship Id="rId4" Type="http://schemas.openxmlformats.org/officeDocument/2006/relationships/image" Target="../media/image24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5" Type="http://schemas.openxmlformats.org/officeDocument/2006/relationships/image" Target="../media/image255.png"/><Relationship Id="rId4" Type="http://schemas.openxmlformats.org/officeDocument/2006/relationships/image" Target="../media/image25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4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3355" y="1107389"/>
            <a:ext cx="639127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5000" b="1" dirty="0">
                <a:latin typeface="Calibri"/>
                <a:cs typeface="Calibri"/>
              </a:rPr>
              <a:t>Probability</a:t>
            </a:r>
            <a:r>
              <a:rPr sz="5000" b="1" spc="-175" dirty="0">
                <a:latin typeface="Calibri"/>
                <a:cs typeface="Calibri"/>
              </a:rPr>
              <a:t> </a:t>
            </a:r>
            <a:r>
              <a:rPr sz="5000" b="1" dirty="0">
                <a:latin typeface="Calibri"/>
                <a:cs typeface="Calibri"/>
              </a:rPr>
              <a:t>and</a:t>
            </a:r>
            <a:r>
              <a:rPr sz="5000" b="1" spc="-190" dirty="0">
                <a:latin typeface="Calibri"/>
                <a:cs typeface="Calibri"/>
              </a:rPr>
              <a:t> </a:t>
            </a:r>
            <a:r>
              <a:rPr sz="5000" b="1" spc="-10" dirty="0">
                <a:latin typeface="Calibri"/>
                <a:cs typeface="Calibri"/>
              </a:rPr>
              <a:t>Random Processes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3355" y="3929253"/>
            <a:ext cx="23672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70" dirty="0">
                <a:solidFill>
                  <a:srgbClr val="333333"/>
                </a:solidFill>
                <a:latin typeface="Calibri"/>
                <a:cs typeface="Calibri"/>
              </a:rPr>
              <a:t>Basic</a:t>
            </a:r>
            <a:r>
              <a:rPr sz="2800" b="1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65" dirty="0">
                <a:solidFill>
                  <a:srgbClr val="333333"/>
                </a:solidFill>
                <a:latin typeface="Calibri"/>
                <a:cs typeface="Calibri"/>
              </a:rPr>
              <a:t>Concepts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604324"/>
            <a:ext cx="6116320" cy="31210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Review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theory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Explore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Examine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conditional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Examine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independence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Review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law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total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Review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Bayes’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rule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Explore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conditional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independence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77949"/>
            <a:ext cx="29689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Rationale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664665"/>
            <a:ext cx="9593580" cy="304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exploration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basic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concepts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provide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foundation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discussion.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alibri"/>
                <a:cs typeface="Calibri"/>
              </a:rPr>
              <a:t>Mathematical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concepts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necessary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understanding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theory.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lesson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focuses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axioms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probability.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45" dirty="0">
                <a:latin typeface="Calibri"/>
                <a:cs typeface="Calibri"/>
              </a:rPr>
              <a:t>You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will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explore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discrete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models,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before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discussing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conditional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551889"/>
            <a:ext cx="6689090" cy="3542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unordered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things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(elements).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544" y="2264664"/>
            <a:ext cx="1740408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2567" y="2264664"/>
            <a:ext cx="2252472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4544" y="3069335"/>
            <a:ext cx="1987295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544" y="3880103"/>
            <a:ext cx="4931663" cy="341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4544" y="4727447"/>
            <a:ext cx="1868424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710385"/>
            <a:ext cx="3741420" cy="2063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natural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numbers,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integers,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455" y="1789176"/>
            <a:ext cx="2554224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5991" y="2624327"/>
            <a:ext cx="5346192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84903" y="3480815"/>
            <a:ext cx="286512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81388"/>
            <a:ext cx="89427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100"/>
              </a:spcBef>
              <a:tabLst>
                <a:tab pos="895350" algn="l"/>
                <a:tab pos="2460625" algn="l"/>
                <a:tab pos="3402329" algn="l"/>
                <a:tab pos="3459479" algn="l"/>
                <a:tab pos="3943985" algn="l"/>
                <a:tab pos="6322695" algn="l"/>
              </a:tabLst>
            </a:pP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subset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	if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also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write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where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"</a:t>
            </a:r>
            <a:r>
              <a:rPr sz="2400" b="1" dirty="0">
                <a:latin typeface="Calibri"/>
                <a:cs typeface="Calibri"/>
              </a:rPr>
              <a:t>	"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indicates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"subset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".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396437"/>
            <a:ext cx="1182370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2879" y="1673351"/>
            <a:ext cx="246887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511" y="1673351"/>
            <a:ext cx="240792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6288" y="1673351"/>
            <a:ext cx="240792" cy="21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0864" y="1673351"/>
            <a:ext cx="338327" cy="2072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44567" y="2191511"/>
            <a:ext cx="216408" cy="20421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7607" y="2148839"/>
            <a:ext cx="1069847" cy="2743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3480" y="4072128"/>
            <a:ext cx="5638800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480" y="4821935"/>
            <a:ext cx="954024" cy="2346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0496" y="2764535"/>
            <a:ext cx="4712208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10"/>
              </a:spcBef>
            </a:pPr>
            <a:r>
              <a:rPr dirty="0"/>
              <a:t>Review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Set</a:t>
            </a:r>
            <a:r>
              <a:rPr spc="-65" dirty="0"/>
              <a:t> </a:t>
            </a:r>
            <a:r>
              <a:rPr spc="-10" dirty="0"/>
              <a:t>Theory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90422" y="1478709"/>
            <a:ext cx="4599940" cy="93471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800"/>
              </a:spcBef>
              <a:tabLst>
                <a:tab pos="4109085" algn="l"/>
              </a:tabLst>
            </a:pP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spc="-10" dirty="0">
                <a:latin typeface="Calibri"/>
                <a:cs typeface="Calibri"/>
              </a:rPr>
              <a:t>Example: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422" y="3388233"/>
            <a:ext cx="9712325" cy="223689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580"/>
              </a:spcBef>
              <a:spcAft>
                <a:spcPts val="600"/>
              </a:spcAft>
            </a:pP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Universal</a:t>
            </a:r>
            <a:r>
              <a:rPr sz="2600" b="1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5" dirty="0">
                <a:latin typeface="Calibri"/>
                <a:cs typeface="Calibri"/>
              </a:rPr>
              <a:t> </a:t>
            </a:r>
            <a:br>
              <a:rPr lang="en-US" sz="2400" b="1" spc="-15" dirty="0">
                <a:latin typeface="Calibri"/>
                <a:cs typeface="Calibri"/>
              </a:rPr>
            </a:b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 of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things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could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given context.</a:t>
            </a:r>
            <a:endParaRPr lang="en-US" sz="2400" dirty="0">
              <a:latin typeface="Calibri"/>
              <a:cs typeface="Calibri"/>
            </a:endParaRPr>
          </a:p>
          <a:p>
            <a:pPr marL="762635">
              <a:lnSpc>
                <a:spcPct val="100000"/>
              </a:lnSpc>
              <a:spcBef>
                <a:spcPts val="675"/>
              </a:spcBef>
            </a:pPr>
            <a:r>
              <a:rPr lang="en-US" sz="2400" b="1" dirty="0">
                <a:latin typeface="Calibri"/>
                <a:cs typeface="Calibri"/>
              </a:rPr>
              <a:t>Universal</a:t>
            </a:r>
            <a:r>
              <a:rPr lang="en-US" sz="2400" b="1" spc="-125" dirty="0">
                <a:latin typeface="Calibri"/>
                <a:cs typeface="Calibri"/>
              </a:rPr>
              <a:t> </a:t>
            </a:r>
            <a:r>
              <a:rPr lang="en-US" sz="2400" b="1" spc="-25" dirty="0">
                <a:latin typeface="Calibri"/>
                <a:cs typeface="Calibri"/>
              </a:rPr>
              <a:t>set</a:t>
            </a:r>
            <a:endParaRPr lang="en-US" sz="2400" dirty="0">
              <a:latin typeface="Calibri"/>
              <a:cs typeface="Calibri"/>
            </a:endParaRPr>
          </a:p>
          <a:p>
            <a:pPr marL="12700" marR="7828280" indent="749935">
              <a:lnSpc>
                <a:spcPct val="124200"/>
              </a:lnSpc>
              <a:spcBef>
                <a:spcPts val="25"/>
              </a:spcBef>
            </a:pPr>
            <a:r>
              <a:rPr sz="2400" b="1" dirty="0">
                <a:latin typeface="Calibri"/>
                <a:cs typeface="Calibri"/>
              </a:rPr>
              <a:t>Null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; </a:t>
            </a:r>
            <a:r>
              <a:rPr lang="en-US" sz="2400" b="1" spc="-5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32" y="1676400"/>
            <a:ext cx="975359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8664" y="1676400"/>
            <a:ext cx="978408" cy="2438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9655" y="1676400"/>
            <a:ext cx="1063752" cy="2438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3544" y="2532888"/>
            <a:ext cx="2901696" cy="2773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5840" y="2532888"/>
            <a:ext cx="2618232" cy="2773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400" y="4343400"/>
            <a:ext cx="557784" cy="2194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29000" y="4343400"/>
            <a:ext cx="676655" cy="2682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5736" y="4788407"/>
            <a:ext cx="512064" cy="25908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47416" y="4773168"/>
            <a:ext cx="1048511" cy="30784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04872" y="5233416"/>
            <a:ext cx="1484376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Venn</a:t>
            </a:r>
            <a:r>
              <a:rPr spc="-19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577416"/>
            <a:ext cx="72459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Venn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diagram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depicted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closed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surface.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51705" y="2639314"/>
            <a:ext cx="2579370" cy="1399540"/>
            <a:chOff x="4251705" y="2639314"/>
            <a:chExt cx="2579370" cy="1399540"/>
          </a:xfrm>
        </p:grpSpPr>
        <p:sp>
          <p:nvSpPr>
            <p:cNvPr id="5" name="object 5"/>
            <p:cNvSpPr/>
            <p:nvPr/>
          </p:nvSpPr>
          <p:spPr>
            <a:xfrm>
              <a:off x="4258055" y="2645664"/>
              <a:ext cx="2566670" cy="1386840"/>
            </a:xfrm>
            <a:custGeom>
              <a:avLst/>
              <a:gdLst/>
              <a:ahLst/>
              <a:cxnLst/>
              <a:rect l="l" t="t" r="r" b="b"/>
              <a:pathLst>
                <a:path w="2566670" h="1386839">
                  <a:moveTo>
                    <a:pt x="2566416" y="0"/>
                  </a:moveTo>
                  <a:lnTo>
                    <a:pt x="0" y="0"/>
                  </a:lnTo>
                  <a:lnTo>
                    <a:pt x="0" y="1386840"/>
                  </a:lnTo>
                  <a:lnTo>
                    <a:pt x="2566416" y="1386840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8055" y="2645664"/>
              <a:ext cx="2566670" cy="1386840"/>
            </a:xfrm>
            <a:custGeom>
              <a:avLst/>
              <a:gdLst/>
              <a:ahLst/>
              <a:cxnLst/>
              <a:rect l="l" t="t" r="r" b="b"/>
              <a:pathLst>
                <a:path w="2566670" h="1386839">
                  <a:moveTo>
                    <a:pt x="0" y="1386840"/>
                  </a:moveTo>
                  <a:lnTo>
                    <a:pt x="2566416" y="1386840"/>
                  </a:lnTo>
                  <a:lnTo>
                    <a:pt x="2566416" y="0"/>
                  </a:lnTo>
                  <a:lnTo>
                    <a:pt x="0" y="0"/>
                  </a:lnTo>
                  <a:lnTo>
                    <a:pt x="0" y="13868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755" y="2793492"/>
              <a:ext cx="1219200" cy="1042669"/>
            </a:xfrm>
            <a:custGeom>
              <a:avLst/>
              <a:gdLst/>
              <a:ahLst/>
              <a:cxnLst/>
              <a:rect l="l" t="t" r="r" b="b"/>
              <a:pathLst>
                <a:path w="1219200" h="1042670">
                  <a:moveTo>
                    <a:pt x="609600" y="0"/>
                  </a:moveTo>
                  <a:lnTo>
                    <a:pt x="557000" y="1912"/>
                  </a:lnTo>
                  <a:lnTo>
                    <a:pt x="505644" y="7546"/>
                  </a:lnTo>
                  <a:lnTo>
                    <a:pt x="455713" y="16745"/>
                  </a:lnTo>
                  <a:lnTo>
                    <a:pt x="407390" y="29353"/>
                  </a:lnTo>
                  <a:lnTo>
                    <a:pt x="360859" y="45212"/>
                  </a:lnTo>
                  <a:lnTo>
                    <a:pt x="316303" y="64168"/>
                  </a:lnTo>
                  <a:lnTo>
                    <a:pt x="273904" y="86064"/>
                  </a:lnTo>
                  <a:lnTo>
                    <a:pt x="233845" y="110742"/>
                  </a:lnTo>
                  <a:lnTo>
                    <a:pt x="196310" y="138048"/>
                  </a:lnTo>
                  <a:lnTo>
                    <a:pt x="161481" y="167825"/>
                  </a:lnTo>
                  <a:lnTo>
                    <a:pt x="129541" y="199916"/>
                  </a:lnTo>
                  <a:lnTo>
                    <a:pt x="100674" y="234165"/>
                  </a:lnTo>
                  <a:lnTo>
                    <a:pt x="75063" y="270416"/>
                  </a:lnTo>
                  <a:lnTo>
                    <a:pt x="52889" y="308513"/>
                  </a:lnTo>
                  <a:lnTo>
                    <a:pt x="34337" y="348299"/>
                  </a:lnTo>
                  <a:lnTo>
                    <a:pt x="19589" y="389617"/>
                  </a:lnTo>
                  <a:lnTo>
                    <a:pt x="8828" y="432313"/>
                  </a:lnTo>
                  <a:lnTo>
                    <a:pt x="2237" y="476228"/>
                  </a:lnTo>
                  <a:lnTo>
                    <a:pt x="0" y="521208"/>
                  </a:lnTo>
                  <a:lnTo>
                    <a:pt x="2237" y="566187"/>
                  </a:lnTo>
                  <a:lnTo>
                    <a:pt x="8828" y="610102"/>
                  </a:lnTo>
                  <a:lnTo>
                    <a:pt x="19589" y="652798"/>
                  </a:lnTo>
                  <a:lnTo>
                    <a:pt x="34337" y="694116"/>
                  </a:lnTo>
                  <a:lnTo>
                    <a:pt x="52889" y="733902"/>
                  </a:lnTo>
                  <a:lnTo>
                    <a:pt x="75063" y="771999"/>
                  </a:lnTo>
                  <a:lnTo>
                    <a:pt x="100674" y="808250"/>
                  </a:lnTo>
                  <a:lnTo>
                    <a:pt x="129541" y="842499"/>
                  </a:lnTo>
                  <a:lnTo>
                    <a:pt x="161481" y="874590"/>
                  </a:lnTo>
                  <a:lnTo>
                    <a:pt x="196310" y="904367"/>
                  </a:lnTo>
                  <a:lnTo>
                    <a:pt x="233845" y="931673"/>
                  </a:lnTo>
                  <a:lnTo>
                    <a:pt x="273904" y="956351"/>
                  </a:lnTo>
                  <a:lnTo>
                    <a:pt x="316303" y="978247"/>
                  </a:lnTo>
                  <a:lnTo>
                    <a:pt x="360859" y="997203"/>
                  </a:lnTo>
                  <a:lnTo>
                    <a:pt x="407390" y="1013062"/>
                  </a:lnTo>
                  <a:lnTo>
                    <a:pt x="455713" y="1025670"/>
                  </a:lnTo>
                  <a:lnTo>
                    <a:pt x="505644" y="1034869"/>
                  </a:lnTo>
                  <a:lnTo>
                    <a:pt x="557000" y="1040503"/>
                  </a:lnTo>
                  <a:lnTo>
                    <a:pt x="609600" y="1042416"/>
                  </a:lnTo>
                  <a:lnTo>
                    <a:pt x="662199" y="1040503"/>
                  </a:lnTo>
                  <a:lnTo>
                    <a:pt x="713555" y="1034869"/>
                  </a:lnTo>
                  <a:lnTo>
                    <a:pt x="763486" y="1025670"/>
                  </a:lnTo>
                  <a:lnTo>
                    <a:pt x="811809" y="1013062"/>
                  </a:lnTo>
                  <a:lnTo>
                    <a:pt x="858340" y="997203"/>
                  </a:lnTo>
                  <a:lnTo>
                    <a:pt x="902896" y="978247"/>
                  </a:lnTo>
                  <a:lnTo>
                    <a:pt x="945295" y="956351"/>
                  </a:lnTo>
                  <a:lnTo>
                    <a:pt x="985354" y="931673"/>
                  </a:lnTo>
                  <a:lnTo>
                    <a:pt x="1022889" y="904367"/>
                  </a:lnTo>
                  <a:lnTo>
                    <a:pt x="1057718" y="874590"/>
                  </a:lnTo>
                  <a:lnTo>
                    <a:pt x="1089658" y="842499"/>
                  </a:lnTo>
                  <a:lnTo>
                    <a:pt x="1118525" y="808250"/>
                  </a:lnTo>
                  <a:lnTo>
                    <a:pt x="1144136" y="771999"/>
                  </a:lnTo>
                  <a:lnTo>
                    <a:pt x="1166310" y="733902"/>
                  </a:lnTo>
                  <a:lnTo>
                    <a:pt x="1184862" y="694116"/>
                  </a:lnTo>
                  <a:lnTo>
                    <a:pt x="1199610" y="652798"/>
                  </a:lnTo>
                  <a:lnTo>
                    <a:pt x="1210371" y="610102"/>
                  </a:lnTo>
                  <a:lnTo>
                    <a:pt x="1216962" y="566187"/>
                  </a:lnTo>
                  <a:lnTo>
                    <a:pt x="1219200" y="521208"/>
                  </a:lnTo>
                  <a:lnTo>
                    <a:pt x="1216962" y="476228"/>
                  </a:lnTo>
                  <a:lnTo>
                    <a:pt x="1210371" y="432313"/>
                  </a:lnTo>
                  <a:lnTo>
                    <a:pt x="1199610" y="389617"/>
                  </a:lnTo>
                  <a:lnTo>
                    <a:pt x="1184862" y="348299"/>
                  </a:lnTo>
                  <a:lnTo>
                    <a:pt x="1166310" y="308513"/>
                  </a:lnTo>
                  <a:lnTo>
                    <a:pt x="1144136" y="270416"/>
                  </a:lnTo>
                  <a:lnTo>
                    <a:pt x="1118525" y="234165"/>
                  </a:lnTo>
                  <a:lnTo>
                    <a:pt x="1089658" y="199916"/>
                  </a:lnTo>
                  <a:lnTo>
                    <a:pt x="1057718" y="167825"/>
                  </a:lnTo>
                  <a:lnTo>
                    <a:pt x="1022889" y="138048"/>
                  </a:lnTo>
                  <a:lnTo>
                    <a:pt x="985354" y="110742"/>
                  </a:lnTo>
                  <a:lnTo>
                    <a:pt x="945295" y="86064"/>
                  </a:lnTo>
                  <a:lnTo>
                    <a:pt x="902896" y="64168"/>
                  </a:lnTo>
                  <a:lnTo>
                    <a:pt x="858340" y="45212"/>
                  </a:lnTo>
                  <a:lnTo>
                    <a:pt x="811809" y="29353"/>
                  </a:lnTo>
                  <a:lnTo>
                    <a:pt x="763486" y="16745"/>
                  </a:lnTo>
                  <a:lnTo>
                    <a:pt x="713555" y="7546"/>
                  </a:lnTo>
                  <a:lnTo>
                    <a:pt x="662199" y="191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5755" y="2793492"/>
              <a:ext cx="1219200" cy="1042669"/>
            </a:xfrm>
            <a:custGeom>
              <a:avLst/>
              <a:gdLst/>
              <a:ahLst/>
              <a:cxnLst/>
              <a:rect l="l" t="t" r="r" b="b"/>
              <a:pathLst>
                <a:path w="1219200" h="1042670">
                  <a:moveTo>
                    <a:pt x="0" y="521208"/>
                  </a:moveTo>
                  <a:lnTo>
                    <a:pt x="2237" y="476228"/>
                  </a:lnTo>
                  <a:lnTo>
                    <a:pt x="8828" y="432313"/>
                  </a:lnTo>
                  <a:lnTo>
                    <a:pt x="19589" y="389617"/>
                  </a:lnTo>
                  <a:lnTo>
                    <a:pt x="34337" y="348299"/>
                  </a:lnTo>
                  <a:lnTo>
                    <a:pt x="52889" y="308513"/>
                  </a:lnTo>
                  <a:lnTo>
                    <a:pt x="75063" y="270416"/>
                  </a:lnTo>
                  <a:lnTo>
                    <a:pt x="100674" y="234165"/>
                  </a:lnTo>
                  <a:lnTo>
                    <a:pt x="129541" y="199916"/>
                  </a:lnTo>
                  <a:lnTo>
                    <a:pt x="161481" y="167825"/>
                  </a:lnTo>
                  <a:lnTo>
                    <a:pt x="196310" y="138048"/>
                  </a:lnTo>
                  <a:lnTo>
                    <a:pt x="233845" y="110742"/>
                  </a:lnTo>
                  <a:lnTo>
                    <a:pt x="273904" y="86064"/>
                  </a:lnTo>
                  <a:lnTo>
                    <a:pt x="316303" y="64168"/>
                  </a:lnTo>
                  <a:lnTo>
                    <a:pt x="360859" y="45212"/>
                  </a:lnTo>
                  <a:lnTo>
                    <a:pt x="407390" y="29353"/>
                  </a:lnTo>
                  <a:lnTo>
                    <a:pt x="455713" y="16745"/>
                  </a:lnTo>
                  <a:lnTo>
                    <a:pt x="505644" y="7546"/>
                  </a:lnTo>
                  <a:lnTo>
                    <a:pt x="557000" y="1912"/>
                  </a:lnTo>
                  <a:lnTo>
                    <a:pt x="609600" y="0"/>
                  </a:lnTo>
                  <a:lnTo>
                    <a:pt x="662199" y="1912"/>
                  </a:lnTo>
                  <a:lnTo>
                    <a:pt x="713555" y="7546"/>
                  </a:lnTo>
                  <a:lnTo>
                    <a:pt x="763486" y="16745"/>
                  </a:lnTo>
                  <a:lnTo>
                    <a:pt x="811809" y="29353"/>
                  </a:lnTo>
                  <a:lnTo>
                    <a:pt x="858340" y="45212"/>
                  </a:lnTo>
                  <a:lnTo>
                    <a:pt x="902896" y="64168"/>
                  </a:lnTo>
                  <a:lnTo>
                    <a:pt x="945295" y="86064"/>
                  </a:lnTo>
                  <a:lnTo>
                    <a:pt x="985354" y="110742"/>
                  </a:lnTo>
                  <a:lnTo>
                    <a:pt x="1022889" y="138048"/>
                  </a:lnTo>
                  <a:lnTo>
                    <a:pt x="1057718" y="167825"/>
                  </a:lnTo>
                  <a:lnTo>
                    <a:pt x="1089658" y="199916"/>
                  </a:lnTo>
                  <a:lnTo>
                    <a:pt x="1118525" y="234165"/>
                  </a:lnTo>
                  <a:lnTo>
                    <a:pt x="1144136" y="270416"/>
                  </a:lnTo>
                  <a:lnTo>
                    <a:pt x="1166310" y="308513"/>
                  </a:lnTo>
                  <a:lnTo>
                    <a:pt x="1184862" y="348299"/>
                  </a:lnTo>
                  <a:lnTo>
                    <a:pt x="1199610" y="389617"/>
                  </a:lnTo>
                  <a:lnTo>
                    <a:pt x="1210371" y="432313"/>
                  </a:lnTo>
                  <a:lnTo>
                    <a:pt x="1216962" y="476228"/>
                  </a:lnTo>
                  <a:lnTo>
                    <a:pt x="1219200" y="521208"/>
                  </a:lnTo>
                  <a:lnTo>
                    <a:pt x="1216962" y="566187"/>
                  </a:lnTo>
                  <a:lnTo>
                    <a:pt x="1210371" y="610102"/>
                  </a:lnTo>
                  <a:lnTo>
                    <a:pt x="1199610" y="652798"/>
                  </a:lnTo>
                  <a:lnTo>
                    <a:pt x="1184862" y="694116"/>
                  </a:lnTo>
                  <a:lnTo>
                    <a:pt x="1166310" y="733902"/>
                  </a:lnTo>
                  <a:lnTo>
                    <a:pt x="1144136" y="771999"/>
                  </a:lnTo>
                  <a:lnTo>
                    <a:pt x="1118525" y="808250"/>
                  </a:lnTo>
                  <a:lnTo>
                    <a:pt x="1089658" y="842499"/>
                  </a:lnTo>
                  <a:lnTo>
                    <a:pt x="1057718" y="874590"/>
                  </a:lnTo>
                  <a:lnTo>
                    <a:pt x="1022889" y="904367"/>
                  </a:lnTo>
                  <a:lnTo>
                    <a:pt x="985354" y="931673"/>
                  </a:lnTo>
                  <a:lnTo>
                    <a:pt x="945295" y="956351"/>
                  </a:lnTo>
                  <a:lnTo>
                    <a:pt x="902896" y="978247"/>
                  </a:lnTo>
                  <a:lnTo>
                    <a:pt x="858340" y="997203"/>
                  </a:lnTo>
                  <a:lnTo>
                    <a:pt x="811809" y="1013062"/>
                  </a:lnTo>
                  <a:lnTo>
                    <a:pt x="763486" y="1025670"/>
                  </a:lnTo>
                  <a:lnTo>
                    <a:pt x="713555" y="1034869"/>
                  </a:lnTo>
                  <a:lnTo>
                    <a:pt x="662199" y="1040503"/>
                  </a:lnTo>
                  <a:lnTo>
                    <a:pt x="609600" y="1042416"/>
                  </a:lnTo>
                  <a:lnTo>
                    <a:pt x="557000" y="1040503"/>
                  </a:lnTo>
                  <a:lnTo>
                    <a:pt x="505644" y="1034869"/>
                  </a:lnTo>
                  <a:lnTo>
                    <a:pt x="455713" y="1025670"/>
                  </a:lnTo>
                  <a:lnTo>
                    <a:pt x="407390" y="1013062"/>
                  </a:lnTo>
                  <a:lnTo>
                    <a:pt x="360859" y="997203"/>
                  </a:lnTo>
                  <a:lnTo>
                    <a:pt x="316303" y="978247"/>
                  </a:lnTo>
                  <a:lnTo>
                    <a:pt x="273904" y="956351"/>
                  </a:lnTo>
                  <a:lnTo>
                    <a:pt x="233845" y="931673"/>
                  </a:lnTo>
                  <a:lnTo>
                    <a:pt x="196310" y="904367"/>
                  </a:lnTo>
                  <a:lnTo>
                    <a:pt x="161481" y="874590"/>
                  </a:lnTo>
                  <a:lnTo>
                    <a:pt x="129541" y="842499"/>
                  </a:lnTo>
                  <a:lnTo>
                    <a:pt x="100674" y="808250"/>
                  </a:lnTo>
                  <a:lnTo>
                    <a:pt x="75063" y="771999"/>
                  </a:lnTo>
                  <a:lnTo>
                    <a:pt x="52889" y="733902"/>
                  </a:lnTo>
                  <a:lnTo>
                    <a:pt x="34337" y="694116"/>
                  </a:lnTo>
                  <a:lnTo>
                    <a:pt x="19589" y="652798"/>
                  </a:lnTo>
                  <a:lnTo>
                    <a:pt x="8828" y="610102"/>
                  </a:lnTo>
                  <a:lnTo>
                    <a:pt x="2237" y="566187"/>
                  </a:lnTo>
                  <a:lnTo>
                    <a:pt x="0" y="521208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3144" y="3169920"/>
              <a:ext cx="240791" cy="21640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0400" y="2545079"/>
            <a:ext cx="923544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3330" y="769264"/>
          <a:ext cx="9959340" cy="2620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620">
                <a:tc>
                  <a:txBody>
                    <a:bodyPr/>
                    <a:lstStyle/>
                    <a:p>
                      <a:pPr marL="31750">
                        <a:lnSpc>
                          <a:spcPts val="3810"/>
                        </a:lnSpc>
                      </a:pPr>
                      <a:r>
                        <a:rPr sz="40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4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000" b="1" spc="-10" dirty="0">
                          <a:latin typeface="Calibri"/>
                          <a:cs typeface="Calibri"/>
                        </a:rPr>
                        <a:t>Operations</a:t>
                      </a:r>
                      <a:endParaRPr sz="4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2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Union:</a:t>
                      </a:r>
                      <a:r>
                        <a:rPr sz="2800" b="1" spc="-15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union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sets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530"/>
                        </a:spcBef>
                        <a:tabLst>
                          <a:tab pos="2094864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objects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885" marB="0"/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755"/>
                        </a:spcBef>
                        <a:tabLst>
                          <a:tab pos="3288665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denoted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and</a:t>
                      </a:r>
                      <a:r>
                        <a:rPr sz="2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consist</a:t>
                      </a:r>
                      <a:r>
                        <a:rPr sz="24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8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20104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if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1862327"/>
            <a:ext cx="240791" cy="2164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1862327"/>
            <a:ext cx="246887" cy="2072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9183" y="1874520"/>
            <a:ext cx="896112" cy="222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8607" y="2438400"/>
            <a:ext cx="240792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0608" y="2438400"/>
            <a:ext cx="338327" cy="210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255" y="3078479"/>
            <a:ext cx="1786127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02479" y="3078479"/>
            <a:ext cx="1100327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15455" y="3078479"/>
            <a:ext cx="1216152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8303" y="3724655"/>
            <a:ext cx="3087624" cy="2773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16952" y="4026408"/>
            <a:ext cx="198120" cy="21945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809490" y="4120641"/>
            <a:ext cx="2716530" cy="1482090"/>
            <a:chOff x="4809490" y="4120641"/>
            <a:chExt cx="2716530" cy="1482090"/>
          </a:xfrm>
        </p:grpSpPr>
        <p:sp>
          <p:nvSpPr>
            <p:cNvPr id="14" name="object 14"/>
            <p:cNvSpPr/>
            <p:nvPr/>
          </p:nvSpPr>
          <p:spPr>
            <a:xfrm>
              <a:off x="4815840" y="4126991"/>
              <a:ext cx="2703830" cy="1469390"/>
            </a:xfrm>
            <a:custGeom>
              <a:avLst/>
              <a:gdLst/>
              <a:ahLst/>
              <a:cxnLst/>
              <a:rect l="l" t="t" r="r" b="b"/>
              <a:pathLst>
                <a:path w="2703829" h="1469389">
                  <a:moveTo>
                    <a:pt x="2703575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2703575" y="1469136"/>
                  </a:lnTo>
                  <a:lnTo>
                    <a:pt x="2703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15840" y="4126991"/>
              <a:ext cx="2703830" cy="1469390"/>
            </a:xfrm>
            <a:custGeom>
              <a:avLst/>
              <a:gdLst/>
              <a:ahLst/>
              <a:cxnLst/>
              <a:rect l="l" t="t" r="r" b="b"/>
              <a:pathLst>
                <a:path w="2703829" h="1469389">
                  <a:moveTo>
                    <a:pt x="0" y="1469136"/>
                  </a:moveTo>
                  <a:lnTo>
                    <a:pt x="2703575" y="1469136"/>
                  </a:lnTo>
                  <a:lnTo>
                    <a:pt x="2703575" y="0"/>
                  </a:lnTo>
                  <a:lnTo>
                    <a:pt x="0" y="0"/>
                  </a:lnTo>
                  <a:lnTo>
                    <a:pt x="0" y="14691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534924" y="0"/>
                  </a:moveTo>
                  <a:lnTo>
                    <a:pt x="483411" y="2204"/>
                  </a:lnTo>
                  <a:lnTo>
                    <a:pt x="433283" y="8684"/>
                  </a:lnTo>
                  <a:lnTo>
                    <a:pt x="384764" y="19238"/>
                  </a:lnTo>
                  <a:lnTo>
                    <a:pt x="338078" y="33662"/>
                  </a:lnTo>
                  <a:lnTo>
                    <a:pt x="293449" y="51756"/>
                  </a:lnTo>
                  <a:lnTo>
                    <a:pt x="251101" y="73317"/>
                  </a:lnTo>
                  <a:lnTo>
                    <a:pt x="211259" y="98144"/>
                  </a:lnTo>
                  <a:lnTo>
                    <a:pt x="174148" y="126034"/>
                  </a:lnTo>
                  <a:lnTo>
                    <a:pt x="139990" y="156786"/>
                  </a:lnTo>
                  <a:lnTo>
                    <a:pt x="109012" y="190197"/>
                  </a:lnTo>
                  <a:lnTo>
                    <a:pt x="81436" y="226066"/>
                  </a:lnTo>
                  <a:lnTo>
                    <a:pt x="57487" y="264191"/>
                  </a:lnTo>
                  <a:lnTo>
                    <a:pt x="37389" y="304370"/>
                  </a:lnTo>
                  <a:lnTo>
                    <a:pt x="21368" y="346400"/>
                  </a:lnTo>
                  <a:lnTo>
                    <a:pt x="9646" y="390081"/>
                  </a:lnTo>
                  <a:lnTo>
                    <a:pt x="2449" y="435209"/>
                  </a:lnTo>
                  <a:lnTo>
                    <a:pt x="0" y="481584"/>
                  </a:lnTo>
                  <a:lnTo>
                    <a:pt x="2449" y="527958"/>
                  </a:lnTo>
                  <a:lnTo>
                    <a:pt x="9646" y="573086"/>
                  </a:lnTo>
                  <a:lnTo>
                    <a:pt x="21368" y="616767"/>
                  </a:lnTo>
                  <a:lnTo>
                    <a:pt x="37389" y="658797"/>
                  </a:lnTo>
                  <a:lnTo>
                    <a:pt x="57487" y="698976"/>
                  </a:lnTo>
                  <a:lnTo>
                    <a:pt x="81436" y="737101"/>
                  </a:lnTo>
                  <a:lnTo>
                    <a:pt x="109012" y="772970"/>
                  </a:lnTo>
                  <a:lnTo>
                    <a:pt x="139990" y="806381"/>
                  </a:lnTo>
                  <a:lnTo>
                    <a:pt x="174148" y="837133"/>
                  </a:lnTo>
                  <a:lnTo>
                    <a:pt x="211259" y="865023"/>
                  </a:lnTo>
                  <a:lnTo>
                    <a:pt x="251101" y="889850"/>
                  </a:lnTo>
                  <a:lnTo>
                    <a:pt x="293449" y="911411"/>
                  </a:lnTo>
                  <a:lnTo>
                    <a:pt x="338078" y="929505"/>
                  </a:lnTo>
                  <a:lnTo>
                    <a:pt x="384764" y="943929"/>
                  </a:lnTo>
                  <a:lnTo>
                    <a:pt x="433283" y="954483"/>
                  </a:lnTo>
                  <a:lnTo>
                    <a:pt x="483411" y="960963"/>
                  </a:lnTo>
                  <a:lnTo>
                    <a:pt x="534924" y="963168"/>
                  </a:lnTo>
                  <a:lnTo>
                    <a:pt x="586436" y="960963"/>
                  </a:lnTo>
                  <a:lnTo>
                    <a:pt x="636564" y="954483"/>
                  </a:lnTo>
                  <a:lnTo>
                    <a:pt x="685083" y="943929"/>
                  </a:lnTo>
                  <a:lnTo>
                    <a:pt x="731769" y="929505"/>
                  </a:lnTo>
                  <a:lnTo>
                    <a:pt x="776398" y="911411"/>
                  </a:lnTo>
                  <a:lnTo>
                    <a:pt x="818746" y="889850"/>
                  </a:lnTo>
                  <a:lnTo>
                    <a:pt x="858588" y="865023"/>
                  </a:lnTo>
                  <a:lnTo>
                    <a:pt x="895699" y="837133"/>
                  </a:lnTo>
                  <a:lnTo>
                    <a:pt x="929857" y="806381"/>
                  </a:lnTo>
                  <a:lnTo>
                    <a:pt x="960835" y="772970"/>
                  </a:lnTo>
                  <a:lnTo>
                    <a:pt x="988411" y="737101"/>
                  </a:lnTo>
                  <a:lnTo>
                    <a:pt x="1012360" y="698976"/>
                  </a:lnTo>
                  <a:lnTo>
                    <a:pt x="1032458" y="658797"/>
                  </a:lnTo>
                  <a:lnTo>
                    <a:pt x="1048479" y="616767"/>
                  </a:lnTo>
                  <a:lnTo>
                    <a:pt x="1060201" y="573086"/>
                  </a:lnTo>
                  <a:lnTo>
                    <a:pt x="1067398" y="527958"/>
                  </a:lnTo>
                  <a:lnTo>
                    <a:pt x="1069848" y="481584"/>
                  </a:lnTo>
                  <a:lnTo>
                    <a:pt x="1067398" y="435209"/>
                  </a:lnTo>
                  <a:lnTo>
                    <a:pt x="1060201" y="390081"/>
                  </a:lnTo>
                  <a:lnTo>
                    <a:pt x="1048479" y="346400"/>
                  </a:lnTo>
                  <a:lnTo>
                    <a:pt x="1032458" y="304370"/>
                  </a:lnTo>
                  <a:lnTo>
                    <a:pt x="1012360" y="264191"/>
                  </a:lnTo>
                  <a:lnTo>
                    <a:pt x="988411" y="226066"/>
                  </a:lnTo>
                  <a:lnTo>
                    <a:pt x="960835" y="190197"/>
                  </a:lnTo>
                  <a:lnTo>
                    <a:pt x="929857" y="156786"/>
                  </a:lnTo>
                  <a:lnTo>
                    <a:pt x="895699" y="126034"/>
                  </a:lnTo>
                  <a:lnTo>
                    <a:pt x="858588" y="98144"/>
                  </a:lnTo>
                  <a:lnTo>
                    <a:pt x="818746" y="73317"/>
                  </a:lnTo>
                  <a:lnTo>
                    <a:pt x="776398" y="51756"/>
                  </a:lnTo>
                  <a:lnTo>
                    <a:pt x="731769" y="33662"/>
                  </a:lnTo>
                  <a:lnTo>
                    <a:pt x="685083" y="19238"/>
                  </a:lnTo>
                  <a:lnTo>
                    <a:pt x="636564" y="8684"/>
                  </a:lnTo>
                  <a:lnTo>
                    <a:pt x="586436" y="2204"/>
                  </a:lnTo>
                  <a:lnTo>
                    <a:pt x="5349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0" y="481584"/>
                  </a:moveTo>
                  <a:lnTo>
                    <a:pt x="2449" y="435209"/>
                  </a:lnTo>
                  <a:lnTo>
                    <a:pt x="9646" y="390081"/>
                  </a:lnTo>
                  <a:lnTo>
                    <a:pt x="21368" y="346400"/>
                  </a:lnTo>
                  <a:lnTo>
                    <a:pt x="37389" y="304370"/>
                  </a:lnTo>
                  <a:lnTo>
                    <a:pt x="57487" y="264191"/>
                  </a:lnTo>
                  <a:lnTo>
                    <a:pt x="81436" y="226066"/>
                  </a:lnTo>
                  <a:lnTo>
                    <a:pt x="109012" y="190197"/>
                  </a:lnTo>
                  <a:lnTo>
                    <a:pt x="139990" y="156786"/>
                  </a:lnTo>
                  <a:lnTo>
                    <a:pt x="174148" y="126034"/>
                  </a:lnTo>
                  <a:lnTo>
                    <a:pt x="211259" y="98144"/>
                  </a:lnTo>
                  <a:lnTo>
                    <a:pt x="251101" y="73317"/>
                  </a:lnTo>
                  <a:lnTo>
                    <a:pt x="293449" y="51756"/>
                  </a:lnTo>
                  <a:lnTo>
                    <a:pt x="338078" y="33662"/>
                  </a:lnTo>
                  <a:lnTo>
                    <a:pt x="384764" y="19238"/>
                  </a:lnTo>
                  <a:lnTo>
                    <a:pt x="433283" y="8684"/>
                  </a:lnTo>
                  <a:lnTo>
                    <a:pt x="483411" y="2204"/>
                  </a:lnTo>
                  <a:lnTo>
                    <a:pt x="534924" y="0"/>
                  </a:lnTo>
                  <a:lnTo>
                    <a:pt x="586436" y="2204"/>
                  </a:lnTo>
                  <a:lnTo>
                    <a:pt x="636564" y="8684"/>
                  </a:lnTo>
                  <a:lnTo>
                    <a:pt x="685083" y="19238"/>
                  </a:lnTo>
                  <a:lnTo>
                    <a:pt x="731769" y="33662"/>
                  </a:lnTo>
                  <a:lnTo>
                    <a:pt x="776398" y="51756"/>
                  </a:lnTo>
                  <a:lnTo>
                    <a:pt x="818746" y="73317"/>
                  </a:lnTo>
                  <a:lnTo>
                    <a:pt x="858588" y="98144"/>
                  </a:lnTo>
                  <a:lnTo>
                    <a:pt x="895699" y="126034"/>
                  </a:lnTo>
                  <a:lnTo>
                    <a:pt x="929857" y="156786"/>
                  </a:lnTo>
                  <a:lnTo>
                    <a:pt x="960835" y="190197"/>
                  </a:lnTo>
                  <a:lnTo>
                    <a:pt x="988411" y="226066"/>
                  </a:lnTo>
                  <a:lnTo>
                    <a:pt x="1012360" y="264191"/>
                  </a:lnTo>
                  <a:lnTo>
                    <a:pt x="1032458" y="304370"/>
                  </a:lnTo>
                  <a:lnTo>
                    <a:pt x="1048479" y="346400"/>
                  </a:lnTo>
                  <a:lnTo>
                    <a:pt x="1060201" y="390081"/>
                  </a:lnTo>
                  <a:lnTo>
                    <a:pt x="1067398" y="435209"/>
                  </a:lnTo>
                  <a:lnTo>
                    <a:pt x="1069848" y="481584"/>
                  </a:lnTo>
                  <a:lnTo>
                    <a:pt x="1067398" y="527958"/>
                  </a:lnTo>
                  <a:lnTo>
                    <a:pt x="1060201" y="573086"/>
                  </a:lnTo>
                  <a:lnTo>
                    <a:pt x="1048479" y="616767"/>
                  </a:lnTo>
                  <a:lnTo>
                    <a:pt x="1032458" y="658797"/>
                  </a:lnTo>
                  <a:lnTo>
                    <a:pt x="1012360" y="698976"/>
                  </a:lnTo>
                  <a:lnTo>
                    <a:pt x="988411" y="737101"/>
                  </a:lnTo>
                  <a:lnTo>
                    <a:pt x="960835" y="772970"/>
                  </a:lnTo>
                  <a:lnTo>
                    <a:pt x="929857" y="806381"/>
                  </a:lnTo>
                  <a:lnTo>
                    <a:pt x="895699" y="837133"/>
                  </a:lnTo>
                  <a:lnTo>
                    <a:pt x="858588" y="865023"/>
                  </a:lnTo>
                  <a:lnTo>
                    <a:pt x="818746" y="889850"/>
                  </a:lnTo>
                  <a:lnTo>
                    <a:pt x="776398" y="911411"/>
                  </a:lnTo>
                  <a:lnTo>
                    <a:pt x="731769" y="929505"/>
                  </a:lnTo>
                  <a:lnTo>
                    <a:pt x="685083" y="943929"/>
                  </a:lnTo>
                  <a:lnTo>
                    <a:pt x="636564" y="954483"/>
                  </a:lnTo>
                  <a:lnTo>
                    <a:pt x="586436" y="960963"/>
                  </a:lnTo>
                  <a:lnTo>
                    <a:pt x="534924" y="963168"/>
                  </a:lnTo>
                  <a:lnTo>
                    <a:pt x="483411" y="960963"/>
                  </a:lnTo>
                  <a:lnTo>
                    <a:pt x="433283" y="954483"/>
                  </a:lnTo>
                  <a:lnTo>
                    <a:pt x="384764" y="943929"/>
                  </a:lnTo>
                  <a:lnTo>
                    <a:pt x="338078" y="929505"/>
                  </a:lnTo>
                  <a:lnTo>
                    <a:pt x="293449" y="911411"/>
                  </a:lnTo>
                  <a:lnTo>
                    <a:pt x="251101" y="889850"/>
                  </a:lnTo>
                  <a:lnTo>
                    <a:pt x="211259" y="865023"/>
                  </a:lnTo>
                  <a:lnTo>
                    <a:pt x="174148" y="837133"/>
                  </a:lnTo>
                  <a:lnTo>
                    <a:pt x="139990" y="806381"/>
                  </a:lnTo>
                  <a:lnTo>
                    <a:pt x="109012" y="772970"/>
                  </a:lnTo>
                  <a:lnTo>
                    <a:pt x="81436" y="737101"/>
                  </a:lnTo>
                  <a:lnTo>
                    <a:pt x="57487" y="698976"/>
                  </a:lnTo>
                  <a:lnTo>
                    <a:pt x="37389" y="658797"/>
                  </a:lnTo>
                  <a:lnTo>
                    <a:pt x="21368" y="616767"/>
                  </a:lnTo>
                  <a:lnTo>
                    <a:pt x="9646" y="573086"/>
                  </a:lnTo>
                  <a:lnTo>
                    <a:pt x="2449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8216" y="4724399"/>
              <a:ext cx="222503" cy="1981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85332" y="4341875"/>
              <a:ext cx="1073150" cy="963294"/>
            </a:xfrm>
            <a:custGeom>
              <a:avLst/>
              <a:gdLst/>
              <a:ahLst/>
              <a:cxnLst/>
              <a:rect l="l" t="t" r="r" b="b"/>
              <a:pathLst>
                <a:path w="1073150" h="963295">
                  <a:moveTo>
                    <a:pt x="536447" y="0"/>
                  </a:moveTo>
                  <a:lnTo>
                    <a:pt x="484781" y="2204"/>
                  </a:lnTo>
                  <a:lnTo>
                    <a:pt x="434505" y="8684"/>
                  </a:lnTo>
                  <a:lnTo>
                    <a:pt x="385843" y="19238"/>
                  </a:lnTo>
                  <a:lnTo>
                    <a:pt x="339021" y="33662"/>
                  </a:lnTo>
                  <a:lnTo>
                    <a:pt x="294264" y="51756"/>
                  </a:lnTo>
                  <a:lnTo>
                    <a:pt x="251796" y="73317"/>
                  </a:lnTo>
                  <a:lnTo>
                    <a:pt x="211841" y="98144"/>
                  </a:lnTo>
                  <a:lnTo>
                    <a:pt x="174625" y="126034"/>
                  </a:lnTo>
                  <a:lnTo>
                    <a:pt x="140373" y="156786"/>
                  </a:lnTo>
                  <a:lnTo>
                    <a:pt x="109308" y="190197"/>
                  </a:lnTo>
                  <a:lnTo>
                    <a:pt x="81656" y="226066"/>
                  </a:lnTo>
                  <a:lnTo>
                    <a:pt x="57642" y="264191"/>
                  </a:lnTo>
                  <a:lnTo>
                    <a:pt x="37490" y="304370"/>
                  </a:lnTo>
                  <a:lnTo>
                    <a:pt x="21425" y="346400"/>
                  </a:lnTo>
                  <a:lnTo>
                    <a:pt x="9672" y="390081"/>
                  </a:lnTo>
                  <a:lnTo>
                    <a:pt x="2455" y="435209"/>
                  </a:lnTo>
                  <a:lnTo>
                    <a:pt x="0" y="481584"/>
                  </a:lnTo>
                  <a:lnTo>
                    <a:pt x="2455" y="527958"/>
                  </a:lnTo>
                  <a:lnTo>
                    <a:pt x="9672" y="573086"/>
                  </a:lnTo>
                  <a:lnTo>
                    <a:pt x="21425" y="616767"/>
                  </a:lnTo>
                  <a:lnTo>
                    <a:pt x="37490" y="658797"/>
                  </a:lnTo>
                  <a:lnTo>
                    <a:pt x="57642" y="698976"/>
                  </a:lnTo>
                  <a:lnTo>
                    <a:pt x="81656" y="737101"/>
                  </a:lnTo>
                  <a:lnTo>
                    <a:pt x="109308" y="772970"/>
                  </a:lnTo>
                  <a:lnTo>
                    <a:pt x="140373" y="806381"/>
                  </a:lnTo>
                  <a:lnTo>
                    <a:pt x="174625" y="837133"/>
                  </a:lnTo>
                  <a:lnTo>
                    <a:pt x="211841" y="865023"/>
                  </a:lnTo>
                  <a:lnTo>
                    <a:pt x="251796" y="889850"/>
                  </a:lnTo>
                  <a:lnTo>
                    <a:pt x="294264" y="911411"/>
                  </a:lnTo>
                  <a:lnTo>
                    <a:pt x="339021" y="929505"/>
                  </a:lnTo>
                  <a:lnTo>
                    <a:pt x="385843" y="943929"/>
                  </a:lnTo>
                  <a:lnTo>
                    <a:pt x="434505" y="954483"/>
                  </a:lnTo>
                  <a:lnTo>
                    <a:pt x="484781" y="960963"/>
                  </a:lnTo>
                  <a:lnTo>
                    <a:pt x="536447" y="963168"/>
                  </a:lnTo>
                  <a:lnTo>
                    <a:pt x="588114" y="960963"/>
                  </a:lnTo>
                  <a:lnTo>
                    <a:pt x="638390" y="954483"/>
                  </a:lnTo>
                  <a:lnTo>
                    <a:pt x="687052" y="943929"/>
                  </a:lnTo>
                  <a:lnTo>
                    <a:pt x="733874" y="929505"/>
                  </a:lnTo>
                  <a:lnTo>
                    <a:pt x="778631" y="911411"/>
                  </a:lnTo>
                  <a:lnTo>
                    <a:pt x="821099" y="889850"/>
                  </a:lnTo>
                  <a:lnTo>
                    <a:pt x="861054" y="865023"/>
                  </a:lnTo>
                  <a:lnTo>
                    <a:pt x="898270" y="837133"/>
                  </a:lnTo>
                  <a:lnTo>
                    <a:pt x="932522" y="806381"/>
                  </a:lnTo>
                  <a:lnTo>
                    <a:pt x="963587" y="772970"/>
                  </a:lnTo>
                  <a:lnTo>
                    <a:pt x="991239" y="737101"/>
                  </a:lnTo>
                  <a:lnTo>
                    <a:pt x="1015253" y="698976"/>
                  </a:lnTo>
                  <a:lnTo>
                    <a:pt x="1035405" y="658797"/>
                  </a:lnTo>
                  <a:lnTo>
                    <a:pt x="1051470" y="616767"/>
                  </a:lnTo>
                  <a:lnTo>
                    <a:pt x="1063223" y="573086"/>
                  </a:lnTo>
                  <a:lnTo>
                    <a:pt x="1070440" y="527958"/>
                  </a:lnTo>
                  <a:lnTo>
                    <a:pt x="1072895" y="481584"/>
                  </a:lnTo>
                  <a:lnTo>
                    <a:pt x="1070440" y="435209"/>
                  </a:lnTo>
                  <a:lnTo>
                    <a:pt x="1063223" y="390081"/>
                  </a:lnTo>
                  <a:lnTo>
                    <a:pt x="1051470" y="346400"/>
                  </a:lnTo>
                  <a:lnTo>
                    <a:pt x="1035405" y="304370"/>
                  </a:lnTo>
                  <a:lnTo>
                    <a:pt x="1015253" y="264191"/>
                  </a:lnTo>
                  <a:lnTo>
                    <a:pt x="991239" y="226066"/>
                  </a:lnTo>
                  <a:lnTo>
                    <a:pt x="963587" y="190197"/>
                  </a:lnTo>
                  <a:lnTo>
                    <a:pt x="932522" y="156786"/>
                  </a:lnTo>
                  <a:lnTo>
                    <a:pt x="898270" y="126034"/>
                  </a:lnTo>
                  <a:lnTo>
                    <a:pt x="861054" y="98144"/>
                  </a:lnTo>
                  <a:lnTo>
                    <a:pt x="821099" y="73317"/>
                  </a:lnTo>
                  <a:lnTo>
                    <a:pt x="778631" y="51756"/>
                  </a:lnTo>
                  <a:lnTo>
                    <a:pt x="733874" y="33662"/>
                  </a:lnTo>
                  <a:lnTo>
                    <a:pt x="687052" y="19238"/>
                  </a:lnTo>
                  <a:lnTo>
                    <a:pt x="638390" y="8684"/>
                  </a:lnTo>
                  <a:lnTo>
                    <a:pt x="588114" y="2204"/>
                  </a:lnTo>
                  <a:lnTo>
                    <a:pt x="536447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85332" y="4341875"/>
              <a:ext cx="1073150" cy="963294"/>
            </a:xfrm>
            <a:custGeom>
              <a:avLst/>
              <a:gdLst/>
              <a:ahLst/>
              <a:cxnLst/>
              <a:rect l="l" t="t" r="r" b="b"/>
              <a:pathLst>
                <a:path w="1073150" h="963295">
                  <a:moveTo>
                    <a:pt x="0" y="481584"/>
                  </a:moveTo>
                  <a:lnTo>
                    <a:pt x="2455" y="435209"/>
                  </a:lnTo>
                  <a:lnTo>
                    <a:pt x="9672" y="390081"/>
                  </a:lnTo>
                  <a:lnTo>
                    <a:pt x="21425" y="346400"/>
                  </a:lnTo>
                  <a:lnTo>
                    <a:pt x="37490" y="304370"/>
                  </a:lnTo>
                  <a:lnTo>
                    <a:pt x="57642" y="264191"/>
                  </a:lnTo>
                  <a:lnTo>
                    <a:pt x="81656" y="226066"/>
                  </a:lnTo>
                  <a:lnTo>
                    <a:pt x="109308" y="190197"/>
                  </a:lnTo>
                  <a:lnTo>
                    <a:pt x="140373" y="156786"/>
                  </a:lnTo>
                  <a:lnTo>
                    <a:pt x="174625" y="126034"/>
                  </a:lnTo>
                  <a:lnTo>
                    <a:pt x="211841" y="98144"/>
                  </a:lnTo>
                  <a:lnTo>
                    <a:pt x="251796" y="73317"/>
                  </a:lnTo>
                  <a:lnTo>
                    <a:pt x="294264" y="51756"/>
                  </a:lnTo>
                  <a:lnTo>
                    <a:pt x="339021" y="33662"/>
                  </a:lnTo>
                  <a:lnTo>
                    <a:pt x="385843" y="19238"/>
                  </a:lnTo>
                  <a:lnTo>
                    <a:pt x="434505" y="8684"/>
                  </a:lnTo>
                  <a:lnTo>
                    <a:pt x="484781" y="2204"/>
                  </a:lnTo>
                  <a:lnTo>
                    <a:pt x="536447" y="0"/>
                  </a:lnTo>
                  <a:lnTo>
                    <a:pt x="588114" y="2204"/>
                  </a:lnTo>
                  <a:lnTo>
                    <a:pt x="638390" y="8684"/>
                  </a:lnTo>
                  <a:lnTo>
                    <a:pt x="687052" y="19238"/>
                  </a:lnTo>
                  <a:lnTo>
                    <a:pt x="733874" y="33662"/>
                  </a:lnTo>
                  <a:lnTo>
                    <a:pt x="778631" y="51756"/>
                  </a:lnTo>
                  <a:lnTo>
                    <a:pt x="821099" y="73317"/>
                  </a:lnTo>
                  <a:lnTo>
                    <a:pt x="861054" y="98144"/>
                  </a:lnTo>
                  <a:lnTo>
                    <a:pt x="898270" y="126034"/>
                  </a:lnTo>
                  <a:lnTo>
                    <a:pt x="932522" y="156786"/>
                  </a:lnTo>
                  <a:lnTo>
                    <a:pt x="963587" y="190197"/>
                  </a:lnTo>
                  <a:lnTo>
                    <a:pt x="991239" y="226066"/>
                  </a:lnTo>
                  <a:lnTo>
                    <a:pt x="1015253" y="264191"/>
                  </a:lnTo>
                  <a:lnTo>
                    <a:pt x="1035405" y="304370"/>
                  </a:lnTo>
                  <a:lnTo>
                    <a:pt x="1051470" y="346400"/>
                  </a:lnTo>
                  <a:lnTo>
                    <a:pt x="1063223" y="390081"/>
                  </a:lnTo>
                  <a:lnTo>
                    <a:pt x="1070440" y="435209"/>
                  </a:lnTo>
                  <a:lnTo>
                    <a:pt x="1072895" y="481584"/>
                  </a:lnTo>
                  <a:lnTo>
                    <a:pt x="1070440" y="527958"/>
                  </a:lnTo>
                  <a:lnTo>
                    <a:pt x="1063223" y="573086"/>
                  </a:lnTo>
                  <a:lnTo>
                    <a:pt x="1051470" y="616767"/>
                  </a:lnTo>
                  <a:lnTo>
                    <a:pt x="1035405" y="658797"/>
                  </a:lnTo>
                  <a:lnTo>
                    <a:pt x="1015253" y="698976"/>
                  </a:lnTo>
                  <a:lnTo>
                    <a:pt x="991239" y="737101"/>
                  </a:lnTo>
                  <a:lnTo>
                    <a:pt x="963587" y="772970"/>
                  </a:lnTo>
                  <a:lnTo>
                    <a:pt x="932522" y="806381"/>
                  </a:lnTo>
                  <a:lnTo>
                    <a:pt x="898270" y="837133"/>
                  </a:lnTo>
                  <a:lnTo>
                    <a:pt x="861054" y="865023"/>
                  </a:lnTo>
                  <a:lnTo>
                    <a:pt x="821099" y="889850"/>
                  </a:lnTo>
                  <a:lnTo>
                    <a:pt x="778631" y="911411"/>
                  </a:lnTo>
                  <a:lnTo>
                    <a:pt x="733874" y="929505"/>
                  </a:lnTo>
                  <a:lnTo>
                    <a:pt x="687052" y="943929"/>
                  </a:lnTo>
                  <a:lnTo>
                    <a:pt x="638390" y="954483"/>
                  </a:lnTo>
                  <a:lnTo>
                    <a:pt x="588114" y="960963"/>
                  </a:lnTo>
                  <a:lnTo>
                    <a:pt x="536447" y="963168"/>
                  </a:lnTo>
                  <a:lnTo>
                    <a:pt x="484781" y="960963"/>
                  </a:lnTo>
                  <a:lnTo>
                    <a:pt x="434505" y="954483"/>
                  </a:lnTo>
                  <a:lnTo>
                    <a:pt x="385843" y="943929"/>
                  </a:lnTo>
                  <a:lnTo>
                    <a:pt x="339021" y="929505"/>
                  </a:lnTo>
                  <a:lnTo>
                    <a:pt x="294264" y="911411"/>
                  </a:lnTo>
                  <a:lnTo>
                    <a:pt x="251796" y="889850"/>
                  </a:lnTo>
                  <a:lnTo>
                    <a:pt x="211841" y="865023"/>
                  </a:lnTo>
                  <a:lnTo>
                    <a:pt x="174625" y="837133"/>
                  </a:lnTo>
                  <a:lnTo>
                    <a:pt x="140373" y="806381"/>
                  </a:lnTo>
                  <a:lnTo>
                    <a:pt x="109308" y="772970"/>
                  </a:lnTo>
                  <a:lnTo>
                    <a:pt x="81656" y="737101"/>
                  </a:lnTo>
                  <a:lnTo>
                    <a:pt x="57642" y="698976"/>
                  </a:lnTo>
                  <a:lnTo>
                    <a:pt x="37490" y="658797"/>
                  </a:lnTo>
                  <a:lnTo>
                    <a:pt x="21425" y="616767"/>
                  </a:lnTo>
                  <a:lnTo>
                    <a:pt x="9672" y="573086"/>
                  </a:lnTo>
                  <a:lnTo>
                    <a:pt x="2455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4160" y="4715255"/>
              <a:ext cx="225551" cy="1920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268468" y="4341875"/>
              <a:ext cx="1069975" cy="963294"/>
            </a:xfrm>
            <a:custGeom>
              <a:avLst/>
              <a:gdLst/>
              <a:ahLst/>
              <a:cxnLst/>
              <a:rect l="l" t="t" r="r" b="b"/>
              <a:pathLst>
                <a:path w="1069975" h="963295">
                  <a:moveTo>
                    <a:pt x="0" y="481584"/>
                  </a:moveTo>
                  <a:lnTo>
                    <a:pt x="2449" y="435209"/>
                  </a:lnTo>
                  <a:lnTo>
                    <a:pt x="9646" y="390081"/>
                  </a:lnTo>
                  <a:lnTo>
                    <a:pt x="21368" y="346400"/>
                  </a:lnTo>
                  <a:lnTo>
                    <a:pt x="37389" y="304370"/>
                  </a:lnTo>
                  <a:lnTo>
                    <a:pt x="57487" y="264191"/>
                  </a:lnTo>
                  <a:lnTo>
                    <a:pt x="81436" y="226066"/>
                  </a:lnTo>
                  <a:lnTo>
                    <a:pt x="109012" y="190197"/>
                  </a:lnTo>
                  <a:lnTo>
                    <a:pt x="139990" y="156786"/>
                  </a:lnTo>
                  <a:lnTo>
                    <a:pt x="174148" y="126034"/>
                  </a:lnTo>
                  <a:lnTo>
                    <a:pt x="211259" y="98144"/>
                  </a:lnTo>
                  <a:lnTo>
                    <a:pt x="251101" y="73317"/>
                  </a:lnTo>
                  <a:lnTo>
                    <a:pt x="293449" y="51756"/>
                  </a:lnTo>
                  <a:lnTo>
                    <a:pt x="338078" y="33662"/>
                  </a:lnTo>
                  <a:lnTo>
                    <a:pt x="384764" y="19238"/>
                  </a:lnTo>
                  <a:lnTo>
                    <a:pt x="433283" y="8684"/>
                  </a:lnTo>
                  <a:lnTo>
                    <a:pt x="483411" y="2204"/>
                  </a:lnTo>
                  <a:lnTo>
                    <a:pt x="534924" y="0"/>
                  </a:lnTo>
                  <a:lnTo>
                    <a:pt x="586436" y="2204"/>
                  </a:lnTo>
                  <a:lnTo>
                    <a:pt x="636564" y="8684"/>
                  </a:lnTo>
                  <a:lnTo>
                    <a:pt x="685083" y="19238"/>
                  </a:lnTo>
                  <a:lnTo>
                    <a:pt x="731769" y="33662"/>
                  </a:lnTo>
                  <a:lnTo>
                    <a:pt x="776398" y="51756"/>
                  </a:lnTo>
                  <a:lnTo>
                    <a:pt x="818746" y="73317"/>
                  </a:lnTo>
                  <a:lnTo>
                    <a:pt x="858588" y="98144"/>
                  </a:lnTo>
                  <a:lnTo>
                    <a:pt x="895699" y="126034"/>
                  </a:lnTo>
                  <a:lnTo>
                    <a:pt x="929857" y="156786"/>
                  </a:lnTo>
                  <a:lnTo>
                    <a:pt x="960835" y="190197"/>
                  </a:lnTo>
                  <a:lnTo>
                    <a:pt x="988411" y="226066"/>
                  </a:lnTo>
                  <a:lnTo>
                    <a:pt x="1012360" y="264191"/>
                  </a:lnTo>
                  <a:lnTo>
                    <a:pt x="1032458" y="304370"/>
                  </a:lnTo>
                  <a:lnTo>
                    <a:pt x="1048479" y="346400"/>
                  </a:lnTo>
                  <a:lnTo>
                    <a:pt x="1060201" y="390081"/>
                  </a:lnTo>
                  <a:lnTo>
                    <a:pt x="1067398" y="435209"/>
                  </a:lnTo>
                  <a:lnTo>
                    <a:pt x="1069848" y="481584"/>
                  </a:lnTo>
                  <a:lnTo>
                    <a:pt x="1067398" y="527958"/>
                  </a:lnTo>
                  <a:lnTo>
                    <a:pt x="1060201" y="573086"/>
                  </a:lnTo>
                  <a:lnTo>
                    <a:pt x="1048479" y="616767"/>
                  </a:lnTo>
                  <a:lnTo>
                    <a:pt x="1032458" y="658797"/>
                  </a:lnTo>
                  <a:lnTo>
                    <a:pt x="1012360" y="698976"/>
                  </a:lnTo>
                  <a:lnTo>
                    <a:pt x="988411" y="737101"/>
                  </a:lnTo>
                  <a:lnTo>
                    <a:pt x="960835" y="772970"/>
                  </a:lnTo>
                  <a:lnTo>
                    <a:pt x="929857" y="806381"/>
                  </a:lnTo>
                  <a:lnTo>
                    <a:pt x="895699" y="837133"/>
                  </a:lnTo>
                  <a:lnTo>
                    <a:pt x="858588" y="865023"/>
                  </a:lnTo>
                  <a:lnTo>
                    <a:pt x="818746" y="889850"/>
                  </a:lnTo>
                  <a:lnTo>
                    <a:pt x="776398" y="911411"/>
                  </a:lnTo>
                  <a:lnTo>
                    <a:pt x="731769" y="929505"/>
                  </a:lnTo>
                  <a:lnTo>
                    <a:pt x="685083" y="943929"/>
                  </a:lnTo>
                  <a:lnTo>
                    <a:pt x="636564" y="954483"/>
                  </a:lnTo>
                  <a:lnTo>
                    <a:pt x="586436" y="960963"/>
                  </a:lnTo>
                  <a:lnTo>
                    <a:pt x="534924" y="963168"/>
                  </a:lnTo>
                  <a:lnTo>
                    <a:pt x="483411" y="960963"/>
                  </a:lnTo>
                  <a:lnTo>
                    <a:pt x="433283" y="954483"/>
                  </a:lnTo>
                  <a:lnTo>
                    <a:pt x="384764" y="943929"/>
                  </a:lnTo>
                  <a:lnTo>
                    <a:pt x="338078" y="929505"/>
                  </a:lnTo>
                  <a:lnTo>
                    <a:pt x="293449" y="911411"/>
                  </a:lnTo>
                  <a:lnTo>
                    <a:pt x="251101" y="889850"/>
                  </a:lnTo>
                  <a:lnTo>
                    <a:pt x="211259" y="865023"/>
                  </a:lnTo>
                  <a:lnTo>
                    <a:pt x="174148" y="837133"/>
                  </a:lnTo>
                  <a:lnTo>
                    <a:pt x="139990" y="806381"/>
                  </a:lnTo>
                  <a:lnTo>
                    <a:pt x="109012" y="772970"/>
                  </a:lnTo>
                  <a:lnTo>
                    <a:pt x="81436" y="737101"/>
                  </a:lnTo>
                  <a:lnTo>
                    <a:pt x="57487" y="698976"/>
                  </a:lnTo>
                  <a:lnTo>
                    <a:pt x="37389" y="658797"/>
                  </a:lnTo>
                  <a:lnTo>
                    <a:pt x="21368" y="616767"/>
                  </a:lnTo>
                  <a:lnTo>
                    <a:pt x="9646" y="573086"/>
                  </a:lnTo>
                  <a:lnTo>
                    <a:pt x="2449" y="527958"/>
                  </a:lnTo>
                  <a:lnTo>
                    <a:pt x="0" y="481584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935">
              <a:lnSpc>
                <a:spcPts val="313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02525" y="2088845"/>
            <a:ext cx="2750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685" algn="l"/>
              </a:tabLst>
            </a:pP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denoted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3492" y="2088845"/>
            <a:ext cx="2144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consist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all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59283"/>
            <a:ext cx="3526790" cy="135064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Intersection: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74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intersection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40"/>
              </a:lnSpc>
              <a:tabLst>
                <a:tab pos="2444115" algn="l"/>
              </a:tabLst>
            </a:pPr>
            <a:r>
              <a:rPr sz="2400" b="1" dirty="0">
                <a:latin typeface="Calibri"/>
                <a:cs typeface="Calibri"/>
              </a:rPr>
              <a:t>objects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both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7615" y="2221992"/>
            <a:ext cx="240791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6879" y="2221992"/>
            <a:ext cx="246887" cy="2103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8119" y="2221992"/>
            <a:ext cx="896112" cy="2225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0464" y="2535935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8496" y="2535935"/>
            <a:ext cx="338327" cy="21031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023359" y="3127248"/>
            <a:ext cx="4209415" cy="2133600"/>
            <a:chOff x="4023359" y="3127248"/>
            <a:chExt cx="4209415" cy="21336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6215" y="3127248"/>
              <a:ext cx="3456432" cy="2133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23359" y="4547489"/>
              <a:ext cx="2417445" cy="388620"/>
            </a:xfrm>
            <a:custGeom>
              <a:avLst/>
              <a:gdLst/>
              <a:ahLst/>
              <a:cxnLst/>
              <a:rect l="l" t="t" r="r" b="b"/>
              <a:pathLst>
                <a:path w="2417445" h="388620">
                  <a:moveTo>
                    <a:pt x="69850" y="313055"/>
                  </a:moveTo>
                  <a:lnTo>
                    <a:pt x="0" y="361823"/>
                  </a:lnTo>
                  <a:lnTo>
                    <a:pt x="80899" y="388366"/>
                  </a:lnTo>
                  <a:lnTo>
                    <a:pt x="76576" y="358902"/>
                  </a:lnTo>
                  <a:lnTo>
                    <a:pt x="63753" y="358902"/>
                  </a:lnTo>
                  <a:lnTo>
                    <a:pt x="61849" y="346329"/>
                  </a:lnTo>
                  <a:lnTo>
                    <a:pt x="74459" y="344473"/>
                  </a:lnTo>
                  <a:lnTo>
                    <a:pt x="69850" y="313055"/>
                  </a:lnTo>
                  <a:close/>
                </a:path>
                <a:path w="2417445" h="388620">
                  <a:moveTo>
                    <a:pt x="74459" y="344473"/>
                  </a:moveTo>
                  <a:lnTo>
                    <a:pt x="61849" y="346329"/>
                  </a:lnTo>
                  <a:lnTo>
                    <a:pt x="63753" y="358902"/>
                  </a:lnTo>
                  <a:lnTo>
                    <a:pt x="76305" y="357054"/>
                  </a:lnTo>
                  <a:lnTo>
                    <a:pt x="74459" y="344473"/>
                  </a:lnTo>
                  <a:close/>
                </a:path>
                <a:path w="2417445" h="388620">
                  <a:moveTo>
                    <a:pt x="76305" y="357054"/>
                  </a:moveTo>
                  <a:lnTo>
                    <a:pt x="63753" y="358902"/>
                  </a:lnTo>
                  <a:lnTo>
                    <a:pt x="76576" y="358902"/>
                  </a:lnTo>
                  <a:lnTo>
                    <a:pt x="76305" y="357054"/>
                  </a:lnTo>
                  <a:close/>
                </a:path>
                <a:path w="2417445" h="388620">
                  <a:moveTo>
                    <a:pt x="2415159" y="0"/>
                  </a:moveTo>
                  <a:lnTo>
                    <a:pt x="74459" y="344473"/>
                  </a:lnTo>
                  <a:lnTo>
                    <a:pt x="76305" y="357054"/>
                  </a:lnTo>
                  <a:lnTo>
                    <a:pt x="2416937" y="12446"/>
                  </a:lnTo>
                  <a:lnTo>
                    <a:pt x="2415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1111" y="4824984"/>
            <a:ext cx="896112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94792" y="2039569"/>
            <a:ext cx="14630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denoted</a:t>
            </a:r>
            <a:r>
              <a:rPr sz="2400" b="1" spc="-1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2689" y="2039569"/>
            <a:ext cx="3408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10006"/>
            <a:ext cx="3152140" cy="135064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Complement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complement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2148839"/>
            <a:ext cx="326136" cy="2743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7815" y="2148839"/>
            <a:ext cx="466343" cy="2804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6895" y="2148839"/>
            <a:ext cx="801624" cy="3017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0464" y="2575560"/>
            <a:ext cx="323088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41207" y="4105655"/>
            <a:ext cx="1100327" cy="25908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026408" y="2697479"/>
            <a:ext cx="3781425" cy="2819400"/>
            <a:chOff x="4026408" y="2697479"/>
            <a:chExt cx="3781425" cy="28194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6408" y="2697479"/>
              <a:ext cx="3246119" cy="2819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3695" y="3378707"/>
              <a:ext cx="1104265" cy="363220"/>
            </a:xfrm>
            <a:custGeom>
              <a:avLst/>
              <a:gdLst/>
              <a:ahLst/>
              <a:cxnLst/>
              <a:rect l="l" t="t" r="r" b="b"/>
              <a:pathLst>
                <a:path w="1104265" h="363220">
                  <a:moveTo>
                    <a:pt x="1029358" y="30328"/>
                  </a:moveTo>
                  <a:lnTo>
                    <a:pt x="0" y="350519"/>
                  </a:lnTo>
                  <a:lnTo>
                    <a:pt x="3809" y="362711"/>
                  </a:lnTo>
                  <a:lnTo>
                    <a:pt x="1033101" y="42376"/>
                  </a:lnTo>
                  <a:lnTo>
                    <a:pt x="1029358" y="30328"/>
                  </a:lnTo>
                  <a:close/>
                </a:path>
                <a:path w="1104265" h="363220">
                  <a:moveTo>
                    <a:pt x="1090659" y="26542"/>
                  </a:moveTo>
                  <a:lnTo>
                    <a:pt x="1041526" y="26542"/>
                  </a:lnTo>
                  <a:lnTo>
                    <a:pt x="1045209" y="38607"/>
                  </a:lnTo>
                  <a:lnTo>
                    <a:pt x="1033101" y="42376"/>
                  </a:lnTo>
                  <a:lnTo>
                    <a:pt x="1042543" y="72770"/>
                  </a:lnTo>
                  <a:lnTo>
                    <a:pt x="1090659" y="26542"/>
                  </a:lnTo>
                  <a:close/>
                </a:path>
                <a:path w="1104265" h="363220">
                  <a:moveTo>
                    <a:pt x="1041526" y="26542"/>
                  </a:moveTo>
                  <a:lnTo>
                    <a:pt x="1029358" y="30328"/>
                  </a:lnTo>
                  <a:lnTo>
                    <a:pt x="1033101" y="42376"/>
                  </a:lnTo>
                  <a:lnTo>
                    <a:pt x="1045209" y="38607"/>
                  </a:lnTo>
                  <a:lnTo>
                    <a:pt x="1041526" y="26542"/>
                  </a:lnTo>
                  <a:close/>
                </a:path>
                <a:path w="1104265" h="363220">
                  <a:moveTo>
                    <a:pt x="1019936" y="0"/>
                  </a:moveTo>
                  <a:lnTo>
                    <a:pt x="1029358" y="30328"/>
                  </a:lnTo>
                  <a:lnTo>
                    <a:pt x="1041526" y="26542"/>
                  </a:lnTo>
                  <a:lnTo>
                    <a:pt x="1090659" y="26542"/>
                  </a:lnTo>
                  <a:lnTo>
                    <a:pt x="1104010" y="13715"/>
                  </a:lnTo>
                  <a:lnTo>
                    <a:pt x="1019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06511" y="3249167"/>
            <a:ext cx="371855" cy="225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33502"/>
            <a:ext cx="388335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66105" y="2076958"/>
            <a:ext cx="2138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3477" y="2076958"/>
            <a:ext cx="1595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100" algn="l"/>
              </a:tabLst>
            </a:pPr>
            <a:r>
              <a:rPr sz="2400" b="1" spc="-20" dirty="0">
                <a:latin typeface="Calibri"/>
                <a:cs typeface="Calibri"/>
              </a:rPr>
              <a:t>that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not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445747"/>
            <a:ext cx="3940810" cy="135191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Difference</a:t>
            </a:r>
            <a:r>
              <a:rPr sz="2800" b="1" spc="-1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(subtraction):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1065"/>
              </a:spcBef>
              <a:tabLst>
                <a:tab pos="3312160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subtraction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from </a:t>
            </a:r>
            <a:r>
              <a:rPr sz="2400" b="1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1909" y="2172902"/>
            <a:ext cx="240791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278" y="2180843"/>
            <a:ext cx="246887" cy="207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63389" y="2157665"/>
            <a:ext cx="1176527" cy="3017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8417" y="2145791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400" y="2510769"/>
            <a:ext cx="338328" cy="20726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90016" y="3002279"/>
            <a:ext cx="7388859" cy="2548255"/>
            <a:chOff x="890016" y="3002279"/>
            <a:chExt cx="7388859" cy="25482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016" y="3002279"/>
              <a:ext cx="5949696" cy="3017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6839" y="3304031"/>
              <a:ext cx="3081527" cy="22463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77512" y="4614544"/>
              <a:ext cx="1731645" cy="287020"/>
            </a:xfrm>
            <a:custGeom>
              <a:avLst/>
              <a:gdLst/>
              <a:ahLst/>
              <a:cxnLst/>
              <a:rect l="l" t="t" r="r" b="b"/>
              <a:pathLst>
                <a:path w="1731645" h="287020">
                  <a:moveTo>
                    <a:pt x="69850" y="211454"/>
                  </a:moveTo>
                  <a:lnTo>
                    <a:pt x="0" y="260222"/>
                  </a:lnTo>
                  <a:lnTo>
                    <a:pt x="80899" y="286892"/>
                  </a:lnTo>
                  <a:lnTo>
                    <a:pt x="76564" y="257301"/>
                  </a:lnTo>
                  <a:lnTo>
                    <a:pt x="63753" y="257301"/>
                  </a:lnTo>
                  <a:lnTo>
                    <a:pt x="61849" y="244728"/>
                  </a:lnTo>
                  <a:lnTo>
                    <a:pt x="74452" y="242879"/>
                  </a:lnTo>
                  <a:lnTo>
                    <a:pt x="69850" y="211454"/>
                  </a:lnTo>
                  <a:close/>
                </a:path>
                <a:path w="1731645" h="287020">
                  <a:moveTo>
                    <a:pt x="74452" y="242879"/>
                  </a:moveTo>
                  <a:lnTo>
                    <a:pt x="61849" y="244728"/>
                  </a:lnTo>
                  <a:lnTo>
                    <a:pt x="63753" y="257301"/>
                  </a:lnTo>
                  <a:lnTo>
                    <a:pt x="76295" y="255460"/>
                  </a:lnTo>
                  <a:lnTo>
                    <a:pt x="74452" y="242879"/>
                  </a:lnTo>
                  <a:close/>
                </a:path>
                <a:path w="1731645" h="287020">
                  <a:moveTo>
                    <a:pt x="76295" y="255460"/>
                  </a:moveTo>
                  <a:lnTo>
                    <a:pt x="63753" y="257301"/>
                  </a:lnTo>
                  <a:lnTo>
                    <a:pt x="76564" y="257301"/>
                  </a:lnTo>
                  <a:lnTo>
                    <a:pt x="76295" y="255460"/>
                  </a:lnTo>
                  <a:close/>
                </a:path>
                <a:path w="1731645" h="287020">
                  <a:moveTo>
                    <a:pt x="1729359" y="0"/>
                  </a:moveTo>
                  <a:lnTo>
                    <a:pt x="74452" y="242879"/>
                  </a:lnTo>
                  <a:lnTo>
                    <a:pt x="76295" y="255460"/>
                  </a:lnTo>
                  <a:lnTo>
                    <a:pt x="1731264" y="12445"/>
                  </a:lnTo>
                  <a:lnTo>
                    <a:pt x="1729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4239" y="4776215"/>
              <a:ext cx="859536" cy="1981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445747"/>
            <a:ext cx="7293609" cy="164211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Mutually</a:t>
            </a:r>
            <a:r>
              <a:rPr sz="28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exclusive</a:t>
            </a:r>
            <a:r>
              <a:rPr sz="28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r>
              <a:rPr sz="2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(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disjoint):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1656714" algn="l"/>
                <a:tab pos="2679065" algn="l"/>
              </a:tabLst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mutually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exclusive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disjoint)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  <a:p>
            <a:pPr marL="2881630" indent="-2868930">
              <a:lnSpc>
                <a:spcPct val="100000"/>
              </a:lnSpc>
              <a:spcBef>
                <a:spcPts val="1995"/>
              </a:spcBef>
              <a:buFont typeface="Wingdings"/>
              <a:buChar char=""/>
              <a:tabLst>
                <a:tab pos="2881630" algn="l"/>
              </a:tabLst>
            </a:pP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m.e.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20" y="2191511"/>
            <a:ext cx="240792" cy="216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1151" y="2191511"/>
            <a:ext cx="246887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7888" y="2167127"/>
            <a:ext cx="1630679" cy="2590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544" y="2785872"/>
            <a:ext cx="2240280" cy="274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87696" y="2764535"/>
            <a:ext cx="2859024" cy="3261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77200" y="3693796"/>
            <a:ext cx="201168" cy="21945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953002" y="3702686"/>
            <a:ext cx="3874770" cy="1707514"/>
            <a:chOff x="3953002" y="3437890"/>
            <a:chExt cx="3874770" cy="1707514"/>
          </a:xfrm>
        </p:grpSpPr>
        <p:sp>
          <p:nvSpPr>
            <p:cNvPr id="11" name="object 11"/>
            <p:cNvSpPr/>
            <p:nvPr/>
          </p:nvSpPr>
          <p:spPr>
            <a:xfrm>
              <a:off x="3959352" y="3444240"/>
              <a:ext cx="3862070" cy="1694814"/>
            </a:xfrm>
            <a:custGeom>
              <a:avLst/>
              <a:gdLst/>
              <a:ahLst/>
              <a:cxnLst/>
              <a:rect l="l" t="t" r="r" b="b"/>
              <a:pathLst>
                <a:path w="3862070" h="1694814">
                  <a:moveTo>
                    <a:pt x="3861815" y="0"/>
                  </a:moveTo>
                  <a:lnTo>
                    <a:pt x="0" y="0"/>
                  </a:lnTo>
                  <a:lnTo>
                    <a:pt x="0" y="1694688"/>
                  </a:lnTo>
                  <a:lnTo>
                    <a:pt x="3861815" y="1694688"/>
                  </a:lnTo>
                  <a:lnTo>
                    <a:pt x="38618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59352" y="3444240"/>
              <a:ext cx="3862070" cy="1694814"/>
            </a:xfrm>
            <a:custGeom>
              <a:avLst/>
              <a:gdLst/>
              <a:ahLst/>
              <a:cxnLst/>
              <a:rect l="l" t="t" r="r" b="b"/>
              <a:pathLst>
                <a:path w="3862070" h="1694814">
                  <a:moveTo>
                    <a:pt x="0" y="1694688"/>
                  </a:moveTo>
                  <a:lnTo>
                    <a:pt x="3861815" y="1694688"/>
                  </a:lnTo>
                  <a:lnTo>
                    <a:pt x="3861815" y="0"/>
                  </a:lnTo>
                  <a:lnTo>
                    <a:pt x="0" y="0"/>
                  </a:lnTo>
                  <a:lnTo>
                    <a:pt x="0" y="16946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68140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4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4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8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8140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4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8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4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52544" y="4099560"/>
              <a:ext cx="307848" cy="2194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185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3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3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7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185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3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7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3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99888" y="4099560"/>
              <a:ext cx="313943" cy="2194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187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306324" y="0"/>
                  </a:moveTo>
                  <a:lnTo>
                    <a:pt x="267902" y="3609"/>
                  </a:lnTo>
                  <a:lnTo>
                    <a:pt x="230903" y="14147"/>
                  </a:lnTo>
                  <a:lnTo>
                    <a:pt x="195615" y="31180"/>
                  </a:lnTo>
                  <a:lnTo>
                    <a:pt x="162325" y="54275"/>
                  </a:lnTo>
                  <a:lnTo>
                    <a:pt x="131320" y="82997"/>
                  </a:lnTo>
                  <a:lnTo>
                    <a:pt x="102887" y="116913"/>
                  </a:lnTo>
                  <a:lnTo>
                    <a:pt x="77314" y="155589"/>
                  </a:lnTo>
                  <a:lnTo>
                    <a:pt x="54886" y="198590"/>
                  </a:lnTo>
                  <a:lnTo>
                    <a:pt x="35893" y="245483"/>
                  </a:lnTo>
                  <a:lnTo>
                    <a:pt x="20620" y="295834"/>
                  </a:lnTo>
                  <a:lnTo>
                    <a:pt x="9356" y="349209"/>
                  </a:lnTo>
                  <a:lnTo>
                    <a:pt x="2386" y="405174"/>
                  </a:lnTo>
                  <a:lnTo>
                    <a:pt x="0" y="463296"/>
                  </a:lnTo>
                  <a:lnTo>
                    <a:pt x="2386" y="521417"/>
                  </a:lnTo>
                  <a:lnTo>
                    <a:pt x="9356" y="577382"/>
                  </a:lnTo>
                  <a:lnTo>
                    <a:pt x="20620" y="630757"/>
                  </a:lnTo>
                  <a:lnTo>
                    <a:pt x="35893" y="681108"/>
                  </a:lnTo>
                  <a:lnTo>
                    <a:pt x="54886" y="728001"/>
                  </a:lnTo>
                  <a:lnTo>
                    <a:pt x="77314" y="771002"/>
                  </a:lnTo>
                  <a:lnTo>
                    <a:pt x="102887" y="809678"/>
                  </a:lnTo>
                  <a:lnTo>
                    <a:pt x="131320" y="843594"/>
                  </a:lnTo>
                  <a:lnTo>
                    <a:pt x="162325" y="872316"/>
                  </a:lnTo>
                  <a:lnTo>
                    <a:pt x="195615" y="895411"/>
                  </a:lnTo>
                  <a:lnTo>
                    <a:pt x="230903" y="912444"/>
                  </a:lnTo>
                  <a:lnTo>
                    <a:pt x="267902" y="922982"/>
                  </a:lnTo>
                  <a:lnTo>
                    <a:pt x="306324" y="926592"/>
                  </a:lnTo>
                  <a:lnTo>
                    <a:pt x="344745" y="922982"/>
                  </a:lnTo>
                  <a:lnTo>
                    <a:pt x="381744" y="912444"/>
                  </a:lnTo>
                  <a:lnTo>
                    <a:pt x="417032" y="895411"/>
                  </a:lnTo>
                  <a:lnTo>
                    <a:pt x="450322" y="872316"/>
                  </a:lnTo>
                  <a:lnTo>
                    <a:pt x="481327" y="843594"/>
                  </a:lnTo>
                  <a:lnTo>
                    <a:pt x="509760" y="809678"/>
                  </a:lnTo>
                  <a:lnTo>
                    <a:pt x="535333" y="771002"/>
                  </a:lnTo>
                  <a:lnTo>
                    <a:pt x="557761" y="728001"/>
                  </a:lnTo>
                  <a:lnTo>
                    <a:pt x="576754" y="681108"/>
                  </a:lnTo>
                  <a:lnTo>
                    <a:pt x="592027" y="630757"/>
                  </a:lnTo>
                  <a:lnTo>
                    <a:pt x="603291" y="577382"/>
                  </a:lnTo>
                  <a:lnTo>
                    <a:pt x="610261" y="521417"/>
                  </a:lnTo>
                  <a:lnTo>
                    <a:pt x="612648" y="463296"/>
                  </a:lnTo>
                  <a:lnTo>
                    <a:pt x="610261" y="405174"/>
                  </a:lnTo>
                  <a:lnTo>
                    <a:pt x="603291" y="349209"/>
                  </a:lnTo>
                  <a:lnTo>
                    <a:pt x="592027" y="295834"/>
                  </a:lnTo>
                  <a:lnTo>
                    <a:pt x="576754" y="245483"/>
                  </a:lnTo>
                  <a:lnTo>
                    <a:pt x="557761" y="198590"/>
                  </a:lnTo>
                  <a:lnTo>
                    <a:pt x="535333" y="155589"/>
                  </a:lnTo>
                  <a:lnTo>
                    <a:pt x="509760" y="116913"/>
                  </a:lnTo>
                  <a:lnTo>
                    <a:pt x="481327" y="82997"/>
                  </a:lnTo>
                  <a:lnTo>
                    <a:pt x="450322" y="54275"/>
                  </a:lnTo>
                  <a:lnTo>
                    <a:pt x="417032" y="31180"/>
                  </a:lnTo>
                  <a:lnTo>
                    <a:pt x="381744" y="14147"/>
                  </a:lnTo>
                  <a:lnTo>
                    <a:pt x="344745" y="3609"/>
                  </a:lnTo>
                  <a:lnTo>
                    <a:pt x="30632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8732" y="3765804"/>
              <a:ext cx="612775" cy="927100"/>
            </a:xfrm>
            <a:custGeom>
              <a:avLst/>
              <a:gdLst/>
              <a:ahLst/>
              <a:cxnLst/>
              <a:rect l="l" t="t" r="r" b="b"/>
              <a:pathLst>
                <a:path w="612775" h="927100">
                  <a:moveTo>
                    <a:pt x="0" y="463296"/>
                  </a:moveTo>
                  <a:lnTo>
                    <a:pt x="2386" y="405174"/>
                  </a:lnTo>
                  <a:lnTo>
                    <a:pt x="9356" y="349209"/>
                  </a:lnTo>
                  <a:lnTo>
                    <a:pt x="20620" y="295834"/>
                  </a:lnTo>
                  <a:lnTo>
                    <a:pt x="35893" y="245483"/>
                  </a:lnTo>
                  <a:lnTo>
                    <a:pt x="54886" y="198590"/>
                  </a:lnTo>
                  <a:lnTo>
                    <a:pt x="77314" y="155589"/>
                  </a:lnTo>
                  <a:lnTo>
                    <a:pt x="102887" y="116913"/>
                  </a:lnTo>
                  <a:lnTo>
                    <a:pt x="131320" y="82997"/>
                  </a:lnTo>
                  <a:lnTo>
                    <a:pt x="162325" y="54275"/>
                  </a:lnTo>
                  <a:lnTo>
                    <a:pt x="195615" y="31180"/>
                  </a:lnTo>
                  <a:lnTo>
                    <a:pt x="230903" y="14147"/>
                  </a:lnTo>
                  <a:lnTo>
                    <a:pt x="267902" y="3609"/>
                  </a:lnTo>
                  <a:lnTo>
                    <a:pt x="306324" y="0"/>
                  </a:lnTo>
                  <a:lnTo>
                    <a:pt x="344745" y="3609"/>
                  </a:lnTo>
                  <a:lnTo>
                    <a:pt x="381744" y="14147"/>
                  </a:lnTo>
                  <a:lnTo>
                    <a:pt x="417032" y="31180"/>
                  </a:lnTo>
                  <a:lnTo>
                    <a:pt x="450322" y="54275"/>
                  </a:lnTo>
                  <a:lnTo>
                    <a:pt x="481327" y="82997"/>
                  </a:lnTo>
                  <a:lnTo>
                    <a:pt x="509760" y="116913"/>
                  </a:lnTo>
                  <a:lnTo>
                    <a:pt x="535333" y="155589"/>
                  </a:lnTo>
                  <a:lnTo>
                    <a:pt x="557761" y="198590"/>
                  </a:lnTo>
                  <a:lnTo>
                    <a:pt x="576754" y="245483"/>
                  </a:lnTo>
                  <a:lnTo>
                    <a:pt x="592027" y="295834"/>
                  </a:lnTo>
                  <a:lnTo>
                    <a:pt x="603291" y="349209"/>
                  </a:lnTo>
                  <a:lnTo>
                    <a:pt x="610261" y="405174"/>
                  </a:lnTo>
                  <a:lnTo>
                    <a:pt x="612648" y="463296"/>
                  </a:lnTo>
                  <a:lnTo>
                    <a:pt x="610261" y="521417"/>
                  </a:lnTo>
                  <a:lnTo>
                    <a:pt x="603291" y="577382"/>
                  </a:lnTo>
                  <a:lnTo>
                    <a:pt x="592027" y="630757"/>
                  </a:lnTo>
                  <a:lnTo>
                    <a:pt x="576754" y="681108"/>
                  </a:lnTo>
                  <a:lnTo>
                    <a:pt x="557761" y="728001"/>
                  </a:lnTo>
                  <a:lnTo>
                    <a:pt x="535333" y="771002"/>
                  </a:lnTo>
                  <a:lnTo>
                    <a:pt x="509760" y="809678"/>
                  </a:lnTo>
                  <a:lnTo>
                    <a:pt x="481327" y="843594"/>
                  </a:lnTo>
                  <a:lnTo>
                    <a:pt x="450322" y="872316"/>
                  </a:lnTo>
                  <a:lnTo>
                    <a:pt x="417032" y="895411"/>
                  </a:lnTo>
                  <a:lnTo>
                    <a:pt x="381744" y="912444"/>
                  </a:lnTo>
                  <a:lnTo>
                    <a:pt x="344745" y="922982"/>
                  </a:lnTo>
                  <a:lnTo>
                    <a:pt x="306324" y="926592"/>
                  </a:lnTo>
                  <a:lnTo>
                    <a:pt x="267902" y="922982"/>
                  </a:lnTo>
                  <a:lnTo>
                    <a:pt x="230903" y="912444"/>
                  </a:lnTo>
                  <a:lnTo>
                    <a:pt x="195615" y="895411"/>
                  </a:lnTo>
                  <a:lnTo>
                    <a:pt x="162325" y="872316"/>
                  </a:lnTo>
                  <a:lnTo>
                    <a:pt x="131320" y="843594"/>
                  </a:lnTo>
                  <a:lnTo>
                    <a:pt x="102887" y="809678"/>
                  </a:lnTo>
                  <a:lnTo>
                    <a:pt x="77314" y="771002"/>
                  </a:lnTo>
                  <a:lnTo>
                    <a:pt x="54886" y="728001"/>
                  </a:lnTo>
                  <a:lnTo>
                    <a:pt x="35893" y="681108"/>
                  </a:lnTo>
                  <a:lnTo>
                    <a:pt x="20620" y="630757"/>
                  </a:lnTo>
                  <a:lnTo>
                    <a:pt x="9356" y="577382"/>
                  </a:lnTo>
                  <a:lnTo>
                    <a:pt x="2386" y="521417"/>
                  </a:lnTo>
                  <a:lnTo>
                    <a:pt x="0" y="463296"/>
                  </a:lnTo>
                  <a:close/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0088" y="4099560"/>
              <a:ext cx="347472" cy="2194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00928" y="4209288"/>
              <a:ext cx="359663" cy="487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816315" y="2052320"/>
            <a:ext cx="2587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1570" algn="l"/>
              </a:tabLst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Partition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21109"/>
            <a:ext cx="2729865" cy="193738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Partition: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0" dirty="0">
                <a:latin typeface="Calibri"/>
                <a:cs typeface="Calibri"/>
              </a:rPr>
              <a:t> sets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36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latin typeface="Calibri"/>
                <a:cs typeface="Calibri"/>
              </a:rPr>
              <a:t>a)</a:t>
            </a:r>
            <a:r>
              <a:rPr sz="2400" b="1" dirty="0">
                <a:latin typeface="Calibri"/>
                <a:cs typeface="Calibri"/>
              </a:rPr>
              <a:t>	They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. </a:t>
            </a:r>
            <a:r>
              <a:rPr sz="2400" b="1" spc="-25" dirty="0"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5096" y="2154935"/>
            <a:ext cx="2240279" cy="274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6888" y="2154935"/>
            <a:ext cx="201168" cy="2194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4167" y="3081527"/>
            <a:ext cx="4005072" cy="2651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5864" y="3791711"/>
            <a:ext cx="198120" cy="21945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931665" y="3800602"/>
            <a:ext cx="3871595" cy="1710689"/>
            <a:chOff x="3931665" y="3800602"/>
            <a:chExt cx="3871595" cy="1710689"/>
          </a:xfrm>
        </p:grpSpPr>
        <p:sp>
          <p:nvSpPr>
            <p:cNvPr id="10" name="object 10"/>
            <p:cNvSpPr/>
            <p:nvPr/>
          </p:nvSpPr>
          <p:spPr>
            <a:xfrm>
              <a:off x="3938015" y="3806952"/>
              <a:ext cx="3858895" cy="1697989"/>
            </a:xfrm>
            <a:custGeom>
              <a:avLst/>
              <a:gdLst/>
              <a:ahLst/>
              <a:cxnLst/>
              <a:rect l="l" t="t" r="r" b="b"/>
              <a:pathLst>
                <a:path w="3858895" h="1697989">
                  <a:moveTo>
                    <a:pt x="3858767" y="0"/>
                  </a:moveTo>
                  <a:lnTo>
                    <a:pt x="0" y="0"/>
                  </a:lnTo>
                  <a:lnTo>
                    <a:pt x="0" y="1697736"/>
                  </a:lnTo>
                  <a:lnTo>
                    <a:pt x="3858767" y="1697736"/>
                  </a:lnTo>
                  <a:lnTo>
                    <a:pt x="38587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8015" y="3806952"/>
              <a:ext cx="3858895" cy="1697989"/>
            </a:xfrm>
            <a:custGeom>
              <a:avLst/>
              <a:gdLst/>
              <a:ahLst/>
              <a:cxnLst/>
              <a:rect l="l" t="t" r="r" b="b"/>
              <a:pathLst>
                <a:path w="3858895" h="1697989">
                  <a:moveTo>
                    <a:pt x="0" y="1697736"/>
                  </a:moveTo>
                  <a:lnTo>
                    <a:pt x="3858767" y="1697736"/>
                  </a:lnTo>
                  <a:lnTo>
                    <a:pt x="3858767" y="0"/>
                  </a:lnTo>
                  <a:lnTo>
                    <a:pt x="0" y="0"/>
                  </a:lnTo>
                  <a:lnTo>
                    <a:pt x="0" y="16977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6991" y="4041648"/>
              <a:ext cx="307848" cy="2194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1311" y="4998720"/>
              <a:ext cx="313943" cy="2194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08647" y="4191000"/>
              <a:ext cx="310896" cy="21945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38015" y="3806952"/>
              <a:ext cx="3858260" cy="1695450"/>
            </a:xfrm>
            <a:custGeom>
              <a:avLst/>
              <a:gdLst/>
              <a:ahLst/>
              <a:cxnLst/>
              <a:rect l="l" t="t" r="r" b="b"/>
              <a:pathLst>
                <a:path w="3858259" h="1695450">
                  <a:moveTo>
                    <a:pt x="1241044" y="0"/>
                  </a:moveTo>
                  <a:lnTo>
                    <a:pt x="0" y="1283208"/>
                  </a:lnTo>
                </a:path>
                <a:path w="3858259" h="1695450">
                  <a:moveTo>
                    <a:pt x="496824" y="765048"/>
                  </a:moveTo>
                  <a:lnTo>
                    <a:pt x="1929257" y="1695196"/>
                  </a:lnTo>
                </a:path>
                <a:path w="3858259" h="1695450">
                  <a:moveTo>
                    <a:pt x="1615439" y="1498219"/>
                  </a:moveTo>
                  <a:lnTo>
                    <a:pt x="3858260" y="847344"/>
                  </a:lnTo>
                </a:path>
                <a:path w="3858259" h="1695450">
                  <a:moveTo>
                    <a:pt x="2512187" y="1231646"/>
                  </a:moveTo>
                  <a:lnTo>
                    <a:pt x="1929384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9031" y="4300728"/>
              <a:ext cx="313943" cy="2194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70775" y="5123688"/>
              <a:ext cx="316992" cy="2194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34592" y="1561337"/>
            <a:ext cx="38696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Calibri"/>
                <a:cs typeface="Calibri"/>
              </a:rPr>
              <a:t>Theorem</a:t>
            </a:r>
            <a:r>
              <a:rPr sz="2800" b="1" spc="-1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600" b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4471C4"/>
                </a:solidFill>
                <a:latin typeface="Calibri"/>
                <a:cs typeface="Calibri"/>
              </a:rPr>
              <a:t>Morgan's</a:t>
            </a:r>
            <a:r>
              <a:rPr sz="2600" b="1" spc="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4471C4"/>
                </a:solidFill>
                <a:latin typeface="Calibri"/>
                <a:cs typeface="Calibri"/>
              </a:rPr>
              <a:t>law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591" y="2587751"/>
            <a:ext cx="4361688" cy="3322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98194" y="800862"/>
          <a:ext cx="6819265" cy="357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210">
                <a:tc>
                  <a:txBody>
                    <a:bodyPr/>
                    <a:lstStyle/>
                    <a:p>
                      <a:pPr marL="31750">
                        <a:lnSpc>
                          <a:spcPts val="3804"/>
                        </a:lnSpc>
                      </a:pPr>
                      <a:r>
                        <a:rPr sz="40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4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4000" b="1" spc="-10" dirty="0">
                          <a:latin typeface="Calibri"/>
                          <a:cs typeface="Calibri"/>
                        </a:rPr>
                        <a:t>Operations</a:t>
                      </a:r>
                      <a:endParaRPr sz="4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9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800" b="1" spc="-10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2200" b="1" spc="-10" dirty="0">
                          <a:latin typeface="Calibri"/>
                          <a:cs typeface="Calibri"/>
                        </a:rPr>
                        <a:t>: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200" b="1" spc="-25" dirty="0">
                          <a:latin typeface="Calibri"/>
                          <a:cs typeface="Calibri"/>
                        </a:rPr>
                        <a:t>Let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33045">
                        <a:lnSpc>
                          <a:spcPct val="100000"/>
                        </a:lnSpc>
                      </a:pPr>
                      <a:r>
                        <a:rPr sz="22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26987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R="243840" algn="r"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2837180" algn="l"/>
                        </a:tabLst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a)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36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c)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06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R="225425" algn="r">
                        <a:lnSpc>
                          <a:spcPct val="100000"/>
                        </a:lnSpc>
                        <a:spcBef>
                          <a:spcPts val="865"/>
                        </a:spcBef>
                        <a:tabLst>
                          <a:tab pos="2919095" algn="l"/>
                        </a:tabLst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d)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f)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82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g)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marL="341630" indent="-309880">
                        <a:lnSpc>
                          <a:spcPct val="100000"/>
                        </a:lnSpc>
                        <a:spcBef>
                          <a:spcPts val="1045"/>
                        </a:spcBef>
                        <a:buFont typeface="Wingdings"/>
                        <a:buChar char=""/>
                        <a:tabLst>
                          <a:tab pos="341630" algn="l"/>
                        </a:tabLst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sets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2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2400" b="1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4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partition</a:t>
                      </a:r>
                      <a:r>
                        <a:rPr sz="24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5" dirty="0">
                          <a:latin typeface="Calibri"/>
                          <a:cs typeface="Calibri"/>
                        </a:rPr>
                        <a:t>of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27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19" y="2100072"/>
            <a:ext cx="2919984" cy="30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7696" y="2112264"/>
            <a:ext cx="3505200" cy="2804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272" y="2740151"/>
            <a:ext cx="826008" cy="204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73296" y="2727960"/>
            <a:ext cx="822960" cy="2011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4272" y="3432047"/>
            <a:ext cx="356616" cy="2042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9271" y="3404615"/>
            <a:ext cx="1082040" cy="210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73296" y="3404615"/>
            <a:ext cx="1185672" cy="2773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29271" y="2727960"/>
            <a:ext cx="344424" cy="20421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29255" y="4069079"/>
            <a:ext cx="2773680" cy="27736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36407" y="4096511"/>
            <a:ext cx="240792" cy="20116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34592" y="1582623"/>
            <a:ext cx="3750310" cy="204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z="2800" b="1" dirty="0">
                <a:latin typeface="Calibri"/>
                <a:cs typeface="Calibri"/>
              </a:rPr>
              <a:t>Theorem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4471C4"/>
                </a:solidFill>
                <a:latin typeface="Calibri"/>
                <a:cs typeface="Calibri"/>
              </a:rPr>
              <a:t>Distributive</a:t>
            </a:r>
            <a:r>
              <a:rPr sz="2600" b="1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4471C4"/>
                </a:solidFill>
                <a:latin typeface="Calibri"/>
                <a:cs typeface="Calibri"/>
              </a:rPr>
              <a:t>law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1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888" y="2453639"/>
            <a:ext cx="5059680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9888" y="3288791"/>
            <a:ext cx="505968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Functions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2994" y="2332543"/>
            <a:ext cx="1411605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99"/>
              </a:lnSpc>
              <a:spcBef>
                <a:spcPts val="95"/>
              </a:spcBef>
            </a:pPr>
            <a:r>
              <a:rPr sz="2400" b="1" spc="-10" dirty="0">
                <a:latin typeface="Calibri"/>
                <a:cs typeface="Calibri"/>
              </a:rPr>
              <a:t>Domain </a:t>
            </a:r>
            <a:r>
              <a:rPr sz="2400" b="1" dirty="0">
                <a:latin typeface="Calibri"/>
                <a:cs typeface="Calibri"/>
              </a:rPr>
              <a:t>Co-</a:t>
            </a:r>
            <a:r>
              <a:rPr sz="2400" b="1" spc="-10" dirty="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696205"/>
            <a:ext cx="54533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Range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values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1610" y="4748021"/>
            <a:ext cx="906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(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Range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38386" y="4748021"/>
            <a:ext cx="120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216" y="1801367"/>
            <a:ext cx="1767839" cy="295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216" y="2535935"/>
            <a:ext cx="472440" cy="210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696" y="2983992"/>
            <a:ext cx="441959" cy="2072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696" y="3520440"/>
            <a:ext cx="2840736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41976" y="1133855"/>
            <a:ext cx="5029200" cy="32217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28232" y="4815840"/>
            <a:ext cx="731519" cy="3048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7031" y="4864608"/>
            <a:ext cx="606551" cy="2346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34644"/>
            <a:ext cx="2759710" cy="10217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latin typeface="Calibri"/>
                <a:cs typeface="Calibri"/>
              </a:rPr>
              <a:t>Example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Consider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function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0862" y="2064207"/>
            <a:ext cx="13296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defined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4802581"/>
            <a:ext cx="33108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"/>
              <a:tabLst>
                <a:tab pos="322580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one-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to-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one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(invertible):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4279" y="2185416"/>
            <a:ext cx="1533144" cy="2743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6288" y="2130551"/>
            <a:ext cx="1551431" cy="3413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55" y="2758439"/>
            <a:ext cx="1807464" cy="2651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8888" y="3377184"/>
            <a:ext cx="5007864" cy="3444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04359" y="4901184"/>
            <a:ext cx="3995928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Countable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Uncountable</a:t>
            </a:r>
            <a:r>
              <a:rPr spc="-120" dirty="0"/>
              <a:t> </a:t>
            </a:r>
            <a:r>
              <a:rPr spc="-20" dirty="0"/>
              <a:t>Sets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64548" y="2722575"/>
            <a:ext cx="28098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enumerated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99691"/>
            <a:ext cx="6693534" cy="212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8135" algn="l"/>
              </a:tabLst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Cardinality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25" dirty="0">
                <a:latin typeface="Calibri"/>
                <a:cs typeface="Calibri"/>
              </a:rPr>
              <a:t> in</a:t>
            </a:r>
            <a:endParaRPr sz="2400">
              <a:latin typeface="Calibri"/>
              <a:cs typeface="Calibri"/>
            </a:endParaRPr>
          </a:p>
          <a:p>
            <a:pPr marL="804545" indent="-791845">
              <a:lnSpc>
                <a:spcPct val="100000"/>
              </a:lnSpc>
              <a:spcBef>
                <a:spcPts val="1730"/>
              </a:spcBef>
              <a:buFont typeface="Wingdings"/>
              <a:buChar char=""/>
              <a:tabLst>
                <a:tab pos="804545" algn="l"/>
              </a:tabLst>
            </a:pP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finite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  <a:p>
            <a:pPr marL="804545" indent="-791845">
              <a:lnSpc>
                <a:spcPct val="100000"/>
              </a:lnSpc>
              <a:spcBef>
                <a:spcPts val="2140"/>
              </a:spcBef>
              <a:buFont typeface="Wingdings"/>
              <a:buChar char=""/>
              <a:tabLst>
                <a:tab pos="804545" algn="l"/>
              </a:tabLst>
            </a:pP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finite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25" dirty="0">
                <a:latin typeface="Calibri"/>
                <a:cs typeface="Calibri"/>
              </a:rPr>
              <a:t> of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  <a:tabLst>
                <a:tab pos="5107305" algn="l"/>
              </a:tabLst>
            </a:pPr>
            <a:r>
              <a:rPr sz="2400" b="1" dirty="0">
                <a:latin typeface="Calibri"/>
                <a:cs typeface="Calibri"/>
              </a:rPr>
              <a:t>listed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sequence</a:t>
            </a:r>
            <a:r>
              <a:rPr sz="2400" b="1" dirty="0">
                <a:latin typeface="Calibri"/>
                <a:cs typeface="Calibri"/>
              </a:rPr>
              <a:t>	that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5153405"/>
            <a:ext cx="39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Ex: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0055" y="5153405"/>
            <a:ext cx="163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countable.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1567" y="1609344"/>
            <a:ext cx="240791" cy="21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5511" y="1609344"/>
            <a:ext cx="103632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185416"/>
            <a:ext cx="243840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3967" y="2139695"/>
            <a:ext cx="1307591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831592"/>
            <a:ext cx="243840" cy="2164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1440" y="2846832"/>
            <a:ext cx="240792" cy="2133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03903" y="3404615"/>
            <a:ext cx="2084831" cy="19507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0263" y="4008120"/>
            <a:ext cx="1996439" cy="84429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8328" y="4236720"/>
            <a:ext cx="3008376" cy="304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75232" y="5282184"/>
            <a:ext cx="225552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Countable</a:t>
            </a:r>
            <a:r>
              <a:rPr spc="-10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Uncountable</a:t>
            </a:r>
            <a:r>
              <a:rPr spc="-120" dirty="0"/>
              <a:t> </a:t>
            </a:r>
            <a:r>
              <a:rPr spc="-20" dirty="0"/>
              <a:t>Sets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45747"/>
            <a:ext cx="9726295" cy="22669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Uncountable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10" dirty="0">
                <a:latin typeface="Calibri"/>
                <a:cs typeface="Calibri"/>
              </a:rPr>
              <a:t> countable.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spc="-10" dirty="0">
                <a:latin typeface="Calibri"/>
                <a:cs typeface="Calibri"/>
              </a:rPr>
              <a:t>e.g.,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  <a:tabLst>
                <a:tab pos="2126615" algn="l"/>
              </a:tabLst>
            </a:pPr>
            <a:r>
              <a:rPr sz="2400" b="1" spc="-10" dirty="0">
                <a:latin typeface="Calibri"/>
                <a:cs typeface="Calibri"/>
              </a:rPr>
              <a:t>Equivalently:</a:t>
            </a:r>
            <a:r>
              <a:rPr sz="2400" b="1" dirty="0">
                <a:latin typeface="Calibri"/>
                <a:cs typeface="Calibri"/>
              </a:rPr>
              <a:t>	set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countably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infinite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one-</a:t>
            </a:r>
            <a:r>
              <a:rPr sz="2400" b="1" spc="-20" dirty="0">
                <a:latin typeface="Calibri"/>
                <a:cs typeface="Calibri"/>
              </a:rPr>
              <a:t>to-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correspondence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spc="-20" dirty="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197607"/>
            <a:ext cx="1234439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3084576"/>
            <a:ext cx="243839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3864" y="3761232"/>
            <a:ext cx="4059936" cy="8412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Uncountable</a:t>
            </a:r>
            <a:r>
              <a:rPr spc="-125" dirty="0"/>
              <a:t> </a:t>
            </a:r>
            <a:r>
              <a:rPr spc="-20" dirty="0"/>
              <a:t>Sets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59530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spc="-10" dirty="0"/>
              <a:t>Example</a:t>
            </a:r>
            <a:r>
              <a:rPr spc="-10" dirty="0"/>
              <a:t>:</a:t>
            </a:r>
            <a:endParaRPr sz="2800" dirty="0"/>
          </a:p>
          <a:p>
            <a:pPr marL="125095" indent="0">
              <a:lnSpc>
                <a:spcPct val="100000"/>
              </a:lnSpc>
              <a:spcBef>
                <a:spcPts val="740"/>
              </a:spcBef>
              <a:buNone/>
            </a:pPr>
            <a:r>
              <a:rPr lang="en-US" dirty="0"/>
              <a:t>      </a:t>
            </a:r>
            <a:r>
              <a:rPr dirty="0"/>
              <a:t>(set</a:t>
            </a:r>
            <a:r>
              <a:rPr spc="-4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integers)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countable</a:t>
            </a:r>
            <a:r>
              <a:rPr spc="-95" dirty="0"/>
              <a:t> </a:t>
            </a:r>
            <a:r>
              <a:rPr dirty="0"/>
              <a:t>(countably</a:t>
            </a:r>
            <a:r>
              <a:rPr spc="-90" dirty="0"/>
              <a:t> </a:t>
            </a:r>
            <a:r>
              <a:rPr spc="-10" dirty="0"/>
              <a:t>infinite).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pc="-10" dirty="0"/>
              <a:t>Because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425" y="2590800"/>
            <a:ext cx="188975" cy="2072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2367" y="3611880"/>
            <a:ext cx="4572000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7416" y="4404360"/>
            <a:ext cx="1188720" cy="16764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026282" y="3983736"/>
            <a:ext cx="76200" cy="309880"/>
          </a:xfrm>
          <a:custGeom>
            <a:avLst/>
            <a:gdLst/>
            <a:ahLst/>
            <a:cxnLst/>
            <a:rect l="l" t="t" r="r" b="b"/>
            <a:pathLst>
              <a:path w="76200" h="309879">
                <a:moveTo>
                  <a:pt x="31698" y="75848"/>
                </a:moveTo>
                <a:lnTo>
                  <a:pt x="21462" y="308864"/>
                </a:lnTo>
                <a:lnTo>
                  <a:pt x="34162" y="309372"/>
                </a:lnTo>
                <a:lnTo>
                  <a:pt x="44338" y="77851"/>
                </a:lnTo>
                <a:lnTo>
                  <a:pt x="44401" y="76420"/>
                </a:lnTo>
                <a:lnTo>
                  <a:pt x="31698" y="75848"/>
                </a:lnTo>
                <a:close/>
              </a:path>
              <a:path w="76200" h="309879">
                <a:moveTo>
                  <a:pt x="69615" y="63119"/>
                </a:moveTo>
                <a:lnTo>
                  <a:pt x="32258" y="63119"/>
                </a:lnTo>
                <a:lnTo>
                  <a:pt x="44958" y="63754"/>
                </a:lnTo>
                <a:lnTo>
                  <a:pt x="44489" y="74422"/>
                </a:lnTo>
                <a:lnTo>
                  <a:pt x="44401" y="76420"/>
                </a:lnTo>
                <a:lnTo>
                  <a:pt x="76200" y="77851"/>
                </a:lnTo>
                <a:lnTo>
                  <a:pt x="69615" y="63119"/>
                </a:lnTo>
                <a:close/>
              </a:path>
              <a:path w="76200" h="309879">
                <a:moveTo>
                  <a:pt x="32258" y="63119"/>
                </a:moveTo>
                <a:lnTo>
                  <a:pt x="31761" y="74422"/>
                </a:lnTo>
                <a:lnTo>
                  <a:pt x="31698" y="75848"/>
                </a:lnTo>
                <a:lnTo>
                  <a:pt x="44401" y="76420"/>
                </a:lnTo>
                <a:lnTo>
                  <a:pt x="44958" y="63754"/>
                </a:lnTo>
                <a:lnTo>
                  <a:pt x="32258" y="63119"/>
                </a:lnTo>
                <a:close/>
              </a:path>
              <a:path w="76200" h="309879">
                <a:moveTo>
                  <a:pt x="41402" y="0"/>
                </a:moveTo>
                <a:lnTo>
                  <a:pt x="0" y="74422"/>
                </a:lnTo>
                <a:lnTo>
                  <a:pt x="31698" y="75848"/>
                </a:lnTo>
                <a:lnTo>
                  <a:pt x="32230" y="63754"/>
                </a:lnTo>
                <a:lnTo>
                  <a:pt x="32258" y="63119"/>
                </a:lnTo>
                <a:lnTo>
                  <a:pt x="69615" y="63119"/>
                </a:lnTo>
                <a:lnTo>
                  <a:pt x="41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98011" y="3977641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44502" y="76114"/>
                </a:moveTo>
                <a:lnTo>
                  <a:pt x="31801" y="76283"/>
                </a:lnTo>
                <a:lnTo>
                  <a:pt x="35937" y="370077"/>
                </a:lnTo>
                <a:lnTo>
                  <a:pt x="35940" y="370331"/>
                </a:lnTo>
                <a:lnTo>
                  <a:pt x="48640" y="370077"/>
                </a:lnTo>
                <a:lnTo>
                  <a:pt x="44510" y="76707"/>
                </a:lnTo>
                <a:lnTo>
                  <a:pt x="44502" y="76114"/>
                </a:lnTo>
                <a:close/>
              </a:path>
              <a:path w="76200" h="370839">
                <a:moveTo>
                  <a:pt x="37084" y="0"/>
                </a:moveTo>
                <a:lnTo>
                  <a:pt x="0" y="76707"/>
                </a:lnTo>
                <a:lnTo>
                  <a:pt x="31801" y="76283"/>
                </a:lnTo>
                <a:lnTo>
                  <a:pt x="31623" y="63626"/>
                </a:lnTo>
                <a:lnTo>
                  <a:pt x="44323" y="63373"/>
                </a:lnTo>
                <a:lnTo>
                  <a:pt x="69833" y="63373"/>
                </a:lnTo>
                <a:lnTo>
                  <a:pt x="37084" y="0"/>
                </a:lnTo>
                <a:close/>
              </a:path>
              <a:path w="76200" h="370839">
                <a:moveTo>
                  <a:pt x="44323" y="63373"/>
                </a:moveTo>
                <a:lnTo>
                  <a:pt x="31623" y="63626"/>
                </a:lnTo>
                <a:lnTo>
                  <a:pt x="31792" y="75691"/>
                </a:lnTo>
                <a:lnTo>
                  <a:pt x="31801" y="76283"/>
                </a:lnTo>
                <a:lnTo>
                  <a:pt x="44502" y="76114"/>
                </a:lnTo>
                <a:lnTo>
                  <a:pt x="44326" y="63626"/>
                </a:lnTo>
                <a:lnTo>
                  <a:pt x="44323" y="63373"/>
                </a:lnTo>
                <a:close/>
              </a:path>
              <a:path w="76200" h="370839">
                <a:moveTo>
                  <a:pt x="69833" y="63373"/>
                </a:moveTo>
                <a:lnTo>
                  <a:pt x="44323" y="63373"/>
                </a:lnTo>
                <a:lnTo>
                  <a:pt x="44496" y="75691"/>
                </a:lnTo>
                <a:lnTo>
                  <a:pt x="44502" y="76114"/>
                </a:lnTo>
                <a:lnTo>
                  <a:pt x="76200" y="75691"/>
                </a:lnTo>
                <a:lnTo>
                  <a:pt x="69833" y="63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3853" y="3977641"/>
            <a:ext cx="76200" cy="370205"/>
          </a:xfrm>
          <a:custGeom>
            <a:avLst/>
            <a:gdLst/>
            <a:ahLst/>
            <a:cxnLst/>
            <a:rect l="l" t="t" r="r" b="b"/>
            <a:pathLst>
              <a:path w="76200" h="370204">
                <a:moveTo>
                  <a:pt x="44481" y="76114"/>
                </a:moveTo>
                <a:lnTo>
                  <a:pt x="31780" y="76284"/>
                </a:lnTo>
                <a:lnTo>
                  <a:pt x="35433" y="370204"/>
                </a:lnTo>
                <a:lnTo>
                  <a:pt x="48134" y="370204"/>
                </a:lnTo>
                <a:lnTo>
                  <a:pt x="44488" y="76707"/>
                </a:lnTo>
                <a:lnTo>
                  <a:pt x="44481" y="76114"/>
                </a:lnTo>
                <a:close/>
              </a:path>
              <a:path w="76200" h="370204">
                <a:moveTo>
                  <a:pt x="37211" y="0"/>
                </a:moveTo>
                <a:lnTo>
                  <a:pt x="0" y="76707"/>
                </a:lnTo>
                <a:lnTo>
                  <a:pt x="31780" y="76284"/>
                </a:lnTo>
                <a:lnTo>
                  <a:pt x="31623" y="63626"/>
                </a:lnTo>
                <a:lnTo>
                  <a:pt x="44323" y="63373"/>
                </a:lnTo>
                <a:lnTo>
                  <a:pt x="69854" y="63373"/>
                </a:lnTo>
                <a:lnTo>
                  <a:pt x="37211" y="0"/>
                </a:lnTo>
                <a:close/>
              </a:path>
              <a:path w="76200" h="370204">
                <a:moveTo>
                  <a:pt x="44323" y="63373"/>
                </a:moveTo>
                <a:lnTo>
                  <a:pt x="31623" y="63626"/>
                </a:lnTo>
                <a:lnTo>
                  <a:pt x="31772" y="75691"/>
                </a:lnTo>
                <a:lnTo>
                  <a:pt x="31780" y="76284"/>
                </a:lnTo>
                <a:lnTo>
                  <a:pt x="44481" y="76114"/>
                </a:lnTo>
                <a:lnTo>
                  <a:pt x="44326" y="63626"/>
                </a:lnTo>
                <a:lnTo>
                  <a:pt x="44323" y="63373"/>
                </a:lnTo>
                <a:close/>
              </a:path>
              <a:path w="76200" h="370204">
                <a:moveTo>
                  <a:pt x="69854" y="63373"/>
                </a:moveTo>
                <a:lnTo>
                  <a:pt x="44323" y="63373"/>
                </a:lnTo>
                <a:lnTo>
                  <a:pt x="44476" y="75691"/>
                </a:lnTo>
                <a:lnTo>
                  <a:pt x="44481" y="76114"/>
                </a:lnTo>
                <a:lnTo>
                  <a:pt x="76200" y="75691"/>
                </a:lnTo>
                <a:lnTo>
                  <a:pt x="69854" y="63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Uncountable</a:t>
            </a:r>
            <a:r>
              <a:rPr spc="-125" dirty="0"/>
              <a:t> </a:t>
            </a:r>
            <a:r>
              <a:rPr spc="-20" dirty="0"/>
              <a:t>Sets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08632"/>
            <a:ext cx="3483610" cy="11017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b="1" dirty="0">
                <a:latin typeface="Calibri"/>
                <a:cs typeface="Calibri"/>
              </a:rPr>
              <a:t>Show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form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3148" y="2118436"/>
            <a:ext cx="1637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countable.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3443451"/>
            <a:ext cx="7749540" cy="110045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400" b="1" dirty="0">
                <a:latin typeface="Calibri"/>
                <a:cs typeface="Calibri"/>
              </a:rPr>
              <a:t>Show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positive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rational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countable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9911" y="1972055"/>
            <a:ext cx="4047743" cy="8839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6631" y="3977640"/>
            <a:ext cx="2231135" cy="8869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Countable</a:t>
            </a:r>
            <a:r>
              <a:rPr spc="-10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Uncountable</a:t>
            </a:r>
            <a:r>
              <a:rPr spc="-114" dirty="0"/>
              <a:t> </a:t>
            </a:r>
            <a:r>
              <a:rPr spc="-20" dirty="0"/>
              <a:t>Sets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007" y="1454404"/>
            <a:ext cx="7418070" cy="93471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864235" algn="l"/>
              </a:tabLst>
            </a:pPr>
            <a:r>
              <a:rPr sz="2400" b="1" spc="-25" dirty="0">
                <a:latin typeface="Calibri"/>
                <a:cs typeface="Calibri"/>
              </a:rPr>
              <a:t>But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391535" algn="l"/>
                <a:tab pos="5284470" algn="l"/>
              </a:tabLst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fact,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interval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where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countable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983" y="1661160"/>
            <a:ext cx="210312" cy="2103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5096" y="2093976"/>
            <a:ext cx="621791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2935" y="2127504"/>
            <a:ext cx="792479" cy="2346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7552" y="2825495"/>
            <a:ext cx="4035552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7552" y="3642359"/>
            <a:ext cx="4075176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43304"/>
            <a:ext cx="9495790" cy="2645596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90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Random</a:t>
            </a:r>
            <a:r>
              <a:rPr sz="2800" b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experiment:</a:t>
            </a:r>
            <a:r>
              <a:rPr sz="2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phenomenon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whose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outcome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cannot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be </a:t>
            </a:r>
            <a:r>
              <a:rPr sz="2800" b="1" dirty="0">
                <a:latin typeface="Calibri"/>
                <a:cs typeface="Calibri"/>
              </a:rPr>
              <a:t>predicted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with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certainty,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such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as</a:t>
            </a:r>
            <a:endParaRPr sz="28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30"/>
              </a:spcBef>
            </a:pPr>
            <a:r>
              <a:rPr sz="2800" b="1" dirty="0">
                <a:latin typeface="Calibri"/>
                <a:cs typeface="Calibri"/>
              </a:rPr>
              <a:t>Random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experiment:</a:t>
            </a:r>
            <a:endParaRPr sz="2800" dirty="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Roll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die</a:t>
            </a:r>
            <a:endParaRPr sz="2800" dirty="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Roll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die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three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times</a:t>
            </a:r>
            <a:endParaRPr sz="2800" dirty="0">
              <a:latin typeface="Calibri"/>
              <a:cs typeface="Calibri"/>
            </a:endParaRPr>
          </a:p>
          <a:p>
            <a:pPr marL="696595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6595" algn="l"/>
              </a:tabLst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Flip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coin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76171"/>
            <a:ext cx="50263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Random</a:t>
            </a:r>
            <a:r>
              <a:rPr spc="-5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52678"/>
            <a:ext cx="6321425" cy="193611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Outcome: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outcome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result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  <a:tab pos="2489835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die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  <a:tab pos="3482975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times</a:t>
            </a:r>
            <a:r>
              <a:rPr sz="2400" b="1" dirty="0">
                <a:latin typeface="Calibri"/>
                <a:cs typeface="Calibri"/>
              </a:rPr>
              <a:t>	(2,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3,</a:t>
            </a:r>
            <a:r>
              <a:rPr sz="2400" b="1" spc="-25" dirty="0">
                <a:latin typeface="Calibri"/>
                <a:cs typeface="Calibri"/>
              </a:rPr>
              <a:t> 6)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4120" y="2750820"/>
            <a:ext cx="825500" cy="76200"/>
          </a:xfrm>
          <a:custGeom>
            <a:avLst/>
            <a:gdLst/>
            <a:ahLst/>
            <a:cxnLst/>
            <a:rect l="l" t="t" r="r" b="b"/>
            <a:pathLst>
              <a:path w="825500" h="76200">
                <a:moveTo>
                  <a:pt x="749300" y="0"/>
                </a:moveTo>
                <a:lnTo>
                  <a:pt x="749300" y="76200"/>
                </a:lnTo>
                <a:lnTo>
                  <a:pt x="806450" y="47625"/>
                </a:lnTo>
                <a:lnTo>
                  <a:pt x="762000" y="47625"/>
                </a:lnTo>
                <a:lnTo>
                  <a:pt x="762000" y="28575"/>
                </a:lnTo>
                <a:lnTo>
                  <a:pt x="806450" y="28575"/>
                </a:lnTo>
                <a:lnTo>
                  <a:pt x="749300" y="0"/>
                </a:lnTo>
                <a:close/>
              </a:path>
              <a:path w="825500" h="76200">
                <a:moveTo>
                  <a:pt x="7493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49300" y="47625"/>
                </a:lnTo>
                <a:lnTo>
                  <a:pt x="749300" y="28575"/>
                </a:lnTo>
                <a:close/>
              </a:path>
              <a:path w="825500" h="76200">
                <a:moveTo>
                  <a:pt x="806450" y="28575"/>
                </a:moveTo>
                <a:lnTo>
                  <a:pt x="762000" y="28575"/>
                </a:lnTo>
                <a:lnTo>
                  <a:pt x="762000" y="47625"/>
                </a:lnTo>
                <a:lnTo>
                  <a:pt x="806450" y="47625"/>
                </a:lnTo>
                <a:lnTo>
                  <a:pt x="825500" y="38100"/>
                </a:lnTo>
                <a:lnTo>
                  <a:pt x="8064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59479" y="3195827"/>
            <a:ext cx="825500" cy="76200"/>
          </a:xfrm>
          <a:custGeom>
            <a:avLst/>
            <a:gdLst/>
            <a:ahLst/>
            <a:cxnLst/>
            <a:rect l="l" t="t" r="r" b="b"/>
            <a:pathLst>
              <a:path w="825500" h="76200">
                <a:moveTo>
                  <a:pt x="749300" y="0"/>
                </a:moveTo>
                <a:lnTo>
                  <a:pt x="749300" y="76200"/>
                </a:lnTo>
                <a:lnTo>
                  <a:pt x="806450" y="47625"/>
                </a:lnTo>
                <a:lnTo>
                  <a:pt x="762000" y="47625"/>
                </a:lnTo>
                <a:lnTo>
                  <a:pt x="762000" y="28575"/>
                </a:lnTo>
                <a:lnTo>
                  <a:pt x="806450" y="28575"/>
                </a:lnTo>
                <a:lnTo>
                  <a:pt x="749300" y="0"/>
                </a:lnTo>
                <a:close/>
              </a:path>
              <a:path w="825500" h="76200">
                <a:moveTo>
                  <a:pt x="7493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49300" y="47625"/>
                </a:lnTo>
                <a:lnTo>
                  <a:pt x="749300" y="28575"/>
                </a:lnTo>
                <a:close/>
              </a:path>
              <a:path w="825500" h="76200">
                <a:moveTo>
                  <a:pt x="806450" y="28575"/>
                </a:moveTo>
                <a:lnTo>
                  <a:pt x="762000" y="28575"/>
                </a:lnTo>
                <a:lnTo>
                  <a:pt x="762000" y="47625"/>
                </a:lnTo>
                <a:lnTo>
                  <a:pt x="806450" y="47625"/>
                </a:lnTo>
                <a:lnTo>
                  <a:pt x="825500" y="38100"/>
                </a:lnTo>
                <a:lnTo>
                  <a:pt x="8064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Random</a:t>
            </a:r>
            <a:r>
              <a:rPr spc="-5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69051"/>
            <a:ext cx="5542280" cy="161861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Events: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collection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possible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(Event=E)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52" y="3511296"/>
            <a:ext cx="193548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8247" y="3511296"/>
            <a:ext cx="1630679" cy="2804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7128" y="3511296"/>
            <a:ext cx="1240535" cy="2804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88617"/>
            <a:ext cx="5254956" cy="691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Random</a:t>
            </a:r>
            <a:r>
              <a:rPr spc="-5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29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54404"/>
            <a:ext cx="6726555" cy="93471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Sample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Space: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4284345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space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all</a:t>
            </a:r>
            <a:r>
              <a:rPr sz="2400" b="1" dirty="0">
                <a:latin typeface="Calibri"/>
                <a:cs typeface="Calibri"/>
              </a:rPr>
              <a:t>	possible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outcomes.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2454351"/>
            <a:ext cx="1496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die: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8253" y="2506167"/>
            <a:ext cx="21234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libri"/>
                <a:cs typeface="Calibri"/>
              </a:rPr>
              <a:t>random</a:t>
            </a:r>
            <a:r>
              <a:rPr sz="2000" b="1" spc="-1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experiment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3713810"/>
            <a:ext cx="29349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three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times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4704" y="2651379"/>
            <a:ext cx="851535" cy="76200"/>
          </a:xfrm>
          <a:custGeom>
            <a:avLst/>
            <a:gdLst/>
            <a:ahLst/>
            <a:cxnLst/>
            <a:rect l="l" t="t" r="r" b="b"/>
            <a:pathLst>
              <a:path w="851535" h="76200">
                <a:moveTo>
                  <a:pt x="76707" y="0"/>
                </a:moveTo>
                <a:lnTo>
                  <a:pt x="0" y="36957"/>
                </a:lnTo>
                <a:lnTo>
                  <a:pt x="75564" y="76200"/>
                </a:lnTo>
                <a:lnTo>
                  <a:pt x="76042" y="44386"/>
                </a:lnTo>
                <a:lnTo>
                  <a:pt x="63372" y="44196"/>
                </a:lnTo>
                <a:lnTo>
                  <a:pt x="63517" y="36957"/>
                </a:lnTo>
                <a:lnTo>
                  <a:pt x="63626" y="31496"/>
                </a:lnTo>
                <a:lnTo>
                  <a:pt x="76235" y="31496"/>
                </a:lnTo>
                <a:lnTo>
                  <a:pt x="76707" y="0"/>
                </a:lnTo>
                <a:close/>
              </a:path>
              <a:path w="851535" h="76200">
                <a:moveTo>
                  <a:pt x="76232" y="31685"/>
                </a:moveTo>
                <a:lnTo>
                  <a:pt x="76153" y="36957"/>
                </a:lnTo>
                <a:lnTo>
                  <a:pt x="76042" y="44386"/>
                </a:lnTo>
                <a:lnTo>
                  <a:pt x="850772" y="56007"/>
                </a:lnTo>
                <a:lnTo>
                  <a:pt x="851005" y="44386"/>
                </a:lnTo>
                <a:lnTo>
                  <a:pt x="851026" y="43307"/>
                </a:lnTo>
                <a:lnTo>
                  <a:pt x="76232" y="31685"/>
                </a:lnTo>
                <a:close/>
              </a:path>
              <a:path w="851535" h="76200">
                <a:moveTo>
                  <a:pt x="63626" y="31496"/>
                </a:moveTo>
                <a:lnTo>
                  <a:pt x="63390" y="43307"/>
                </a:lnTo>
                <a:lnTo>
                  <a:pt x="63372" y="44196"/>
                </a:lnTo>
                <a:lnTo>
                  <a:pt x="76042" y="44386"/>
                </a:lnTo>
                <a:lnTo>
                  <a:pt x="76153" y="36957"/>
                </a:lnTo>
                <a:lnTo>
                  <a:pt x="76232" y="31685"/>
                </a:lnTo>
                <a:lnTo>
                  <a:pt x="63626" y="31496"/>
                </a:lnTo>
                <a:close/>
              </a:path>
              <a:path w="851535" h="76200">
                <a:moveTo>
                  <a:pt x="76235" y="31496"/>
                </a:moveTo>
                <a:lnTo>
                  <a:pt x="63626" y="31496"/>
                </a:lnTo>
                <a:lnTo>
                  <a:pt x="76232" y="31685"/>
                </a:lnTo>
                <a:lnTo>
                  <a:pt x="76235" y="31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121151"/>
            <a:ext cx="2852928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239" y="4389120"/>
            <a:ext cx="8534400" cy="3017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399785" y="4803394"/>
            <a:ext cx="366395" cy="452755"/>
          </a:xfrm>
          <a:custGeom>
            <a:avLst/>
            <a:gdLst/>
            <a:ahLst/>
            <a:cxnLst/>
            <a:rect l="l" t="t" r="r" b="b"/>
            <a:pathLst>
              <a:path w="366395" h="452754">
                <a:moveTo>
                  <a:pt x="0" y="371093"/>
                </a:moveTo>
                <a:lnTo>
                  <a:pt x="25653" y="452373"/>
                </a:lnTo>
                <a:lnTo>
                  <a:pt x="69661" y="391032"/>
                </a:lnTo>
                <a:lnTo>
                  <a:pt x="41910" y="391032"/>
                </a:lnTo>
                <a:lnTo>
                  <a:pt x="29463" y="388365"/>
                </a:lnTo>
                <a:lnTo>
                  <a:pt x="32054" y="376229"/>
                </a:lnTo>
                <a:lnTo>
                  <a:pt x="0" y="371093"/>
                </a:lnTo>
                <a:close/>
              </a:path>
              <a:path w="366395" h="452754">
                <a:moveTo>
                  <a:pt x="32054" y="376229"/>
                </a:moveTo>
                <a:lnTo>
                  <a:pt x="29463" y="388365"/>
                </a:lnTo>
                <a:lnTo>
                  <a:pt x="41910" y="391032"/>
                </a:lnTo>
                <a:lnTo>
                  <a:pt x="44627" y="378243"/>
                </a:lnTo>
                <a:lnTo>
                  <a:pt x="32054" y="376229"/>
                </a:lnTo>
                <a:close/>
              </a:path>
              <a:path w="366395" h="452754">
                <a:moveTo>
                  <a:pt x="44627" y="378243"/>
                </a:moveTo>
                <a:lnTo>
                  <a:pt x="41910" y="391032"/>
                </a:lnTo>
                <a:lnTo>
                  <a:pt x="69661" y="391032"/>
                </a:lnTo>
                <a:lnTo>
                  <a:pt x="75311" y="383158"/>
                </a:lnTo>
                <a:lnTo>
                  <a:pt x="44627" y="378243"/>
                </a:lnTo>
                <a:close/>
              </a:path>
              <a:path w="366395" h="452754">
                <a:moveTo>
                  <a:pt x="208460" y="218585"/>
                </a:moveTo>
                <a:lnTo>
                  <a:pt x="200407" y="219744"/>
                </a:lnTo>
                <a:lnTo>
                  <a:pt x="199701" y="219744"/>
                </a:lnTo>
                <a:lnTo>
                  <a:pt x="192531" y="220090"/>
                </a:lnTo>
                <a:lnTo>
                  <a:pt x="151637" y="228218"/>
                </a:lnTo>
                <a:lnTo>
                  <a:pt x="112944" y="251027"/>
                </a:lnTo>
                <a:lnTo>
                  <a:pt x="85343" y="277621"/>
                </a:lnTo>
                <a:lnTo>
                  <a:pt x="61340" y="310133"/>
                </a:lnTo>
                <a:lnTo>
                  <a:pt x="41783" y="347344"/>
                </a:lnTo>
                <a:lnTo>
                  <a:pt x="32054" y="376229"/>
                </a:lnTo>
                <a:lnTo>
                  <a:pt x="44627" y="378243"/>
                </a:lnTo>
                <a:lnTo>
                  <a:pt x="46039" y="371601"/>
                </a:lnTo>
                <a:lnTo>
                  <a:pt x="46119" y="371093"/>
                </a:lnTo>
                <a:lnTo>
                  <a:pt x="46227" y="370712"/>
                </a:lnTo>
                <a:lnTo>
                  <a:pt x="47542" y="367537"/>
                </a:lnTo>
                <a:lnTo>
                  <a:pt x="52966" y="353467"/>
                </a:lnTo>
                <a:lnTo>
                  <a:pt x="61989" y="334390"/>
                </a:lnTo>
                <a:lnTo>
                  <a:pt x="82382" y="301676"/>
                </a:lnTo>
                <a:lnTo>
                  <a:pt x="107823" y="272414"/>
                </a:lnTo>
                <a:lnTo>
                  <a:pt x="149510" y="243060"/>
                </a:lnTo>
                <a:lnTo>
                  <a:pt x="178044" y="234009"/>
                </a:lnTo>
                <a:lnTo>
                  <a:pt x="178333" y="234009"/>
                </a:lnTo>
                <a:lnTo>
                  <a:pt x="184763" y="233071"/>
                </a:lnTo>
                <a:lnTo>
                  <a:pt x="193039" y="232663"/>
                </a:lnTo>
                <a:lnTo>
                  <a:pt x="201167" y="232409"/>
                </a:lnTo>
                <a:lnTo>
                  <a:pt x="209423" y="231266"/>
                </a:lnTo>
                <a:lnTo>
                  <a:pt x="246094" y="218750"/>
                </a:lnTo>
                <a:lnTo>
                  <a:pt x="207620" y="218750"/>
                </a:lnTo>
                <a:lnTo>
                  <a:pt x="208460" y="218585"/>
                </a:lnTo>
                <a:close/>
              </a:path>
              <a:path w="366395" h="452754">
                <a:moveTo>
                  <a:pt x="178333" y="234009"/>
                </a:moveTo>
                <a:lnTo>
                  <a:pt x="178044" y="234009"/>
                </a:lnTo>
                <a:lnTo>
                  <a:pt x="176896" y="234231"/>
                </a:lnTo>
                <a:lnTo>
                  <a:pt x="178333" y="234009"/>
                </a:lnTo>
                <a:close/>
              </a:path>
              <a:path w="366395" h="452754">
                <a:moveTo>
                  <a:pt x="353694" y="0"/>
                </a:moveTo>
                <a:lnTo>
                  <a:pt x="352718" y="20261"/>
                </a:lnTo>
                <a:lnTo>
                  <a:pt x="350200" y="40169"/>
                </a:lnTo>
                <a:lnTo>
                  <a:pt x="350091" y="41031"/>
                </a:lnTo>
                <a:lnTo>
                  <a:pt x="350012" y="41655"/>
                </a:lnTo>
                <a:lnTo>
                  <a:pt x="349871" y="41655"/>
                </a:lnTo>
                <a:lnTo>
                  <a:pt x="345526" y="61331"/>
                </a:lnTo>
                <a:lnTo>
                  <a:pt x="345403" y="61888"/>
                </a:lnTo>
                <a:lnTo>
                  <a:pt x="339685" y="80998"/>
                </a:lnTo>
                <a:lnTo>
                  <a:pt x="339578" y="81263"/>
                </a:lnTo>
                <a:lnTo>
                  <a:pt x="339501" y="81552"/>
                </a:lnTo>
                <a:lnTo>
                  <a:pt x="323130" y="119183"/>
                </a:lnTo>
                <a:lnTo>
                  <a:pt x="302879" y="151708"/>
                </a:lnTo>
                <a:lnTo>
                  <a:pt x="302489" y="152181"/>
                </a:lnTo>
                <a:lnTo>
                  <a:pt x="302104" y="152744"/>
                </a:lnTo>
                <a:lnTo>
                  <a:pt x="264851" y="191515"/>
                </a:lnTo>
                <a:lnTo>
                  <a:pt x="228917" y="212807"/>
                </a:lnTo>
                <a:lnTo>
                  <a:pt x="214502" y="217423"/>
                </a:lnTo>
                <a:lnTo>
                  <a:pt x="214358" y="217423"/>
                </a:lnTo>
                <a:lnTo>
                  <a:pt x="207620" y="218750"/>
                </a:lnTo>
                <a:lnTo>
                  <a:pt x="246094" y="218750"/>
                </a:lnTo>
                <a:lnTo>
                  <a:pt x="257683" y="212343"/>
                </a:lnTo>
                <a:lnTo>
                  <a:pt x="300227" y="175132"/>
                </a:lnTo>
                <a:lnTo>
                  <a:pt x="324358" y="142620"/>
                </a:lnTo>
                <a:lnTo>
                  <a:pt x="343915" y="105409"/>
                </a:lnTo>
                <a:lnTo>
                  <a:pt x="357886" y="64769"/>
                </a:lnTo>
                <a:lnTo>
                  <a:pt x="362831" y="41655"/>
                </a:lnTo>
                <a:lnTo>
                  <a:pt x="350012" y="41655"/>
                </a:lnTo>
                <a:lnTo>
                  <a:pt x="350091" y="41031"/>
                </a:lnTo>
                <a:lnTo>
                  <a:pt x="362912" y="41031"/>
                </a:lnTo>
                <a:lnTo>
                  <a:pt x="365378" y="21970"/>
                </a:lnTo>
                <a:lnTo>
                  <a:pt x="366267" y="507"/>
                </a:lnTo>
                <a:lnTo>
                  <a:pt x="3536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45533" y="5276469"/>
            <a:ext cx="115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an </a:t>
            </a:r>
            <a:r>
              <a:rPr sz="1800" b="1" spc="-10" dirty="0">
                <a:latin typeface="Calibri"/>
                <a:cs typeface="Calibri"/>
              </a:rPr>
              <a:t>outcome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08019" y="1580134"/>
            <a:ext cx="423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07" y="1492135"/>
            <a:ext cx="2059305" cy="13912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Sample</a:t>
            </a:r>
            <a:r>
              <a:rPr sz="24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Outcome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047" y="1942525"/>
            <a:ext cx="230187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7380">
              <a:lnSpc>
                <a:spcPct val="125099"/>
              </a:lnSpc>
              <a:spcBef>
                <a:spcPts val="100"/>
              </a:spcBef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Universal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Set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2412" y="3339160"/>
            <a:ext cx="5629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experiment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2511" y="3339160"/>
            <a:ext cx="261937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30551" y="1775460"/>
            <a:ext cx="1384300" cy="7620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100" y="0"/>
                </a:moveTo>
                <a:lnTo>
                  <a:pt x="1308100" y="76200"/>
                </a:lnTo>
                <a:lnTo>
                  <a:pt x="1371600" y="44450"/>
                </a:lnTo>
                <a:lnTo>
                  <a:pt x="1320800" y="44450"/>
                </a:lnTo>
                <a:lnTo>
                  <a:pt x="1320800" y="31750"/>
                </a:lnTo>
                <a:lnTo>
                  <a:pt x="1371600" y="31750"/>
                </a:lnTo>
                <a:lnTo>
                  <a:pt x="1308100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1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100" y="44450"/>
                </a:lnTo>
                <a:lnTo>
                  <a:pt x="1308100" y="31750"/>
                </a:lnTo>
                <a:close/>
              </a:path>
              <a:path w="1384300" h="76200">
                <a:moveTo>
                  <a:pt x="1371600" y="31750"/>
                </a:moveTo>
                <a:lnTo>
                  <a:pt x="1320800" y="31750"/>
                </a:lnTo>
                <a:lnTo>
                  <a:pt x="1320800" y="44450"/>
                </a:lnTo>
                <a:lnTo>
                  <a:pt x="1371600" y="44450"/>
                </a:lnTo>
                <a:lnTo>
                  <a:pt x="1384300" y="38100"/>
                </a:lnTo>
                <a:lnTo>
                  <a:pt x="13716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38855" y="2232660"/>
            <a:ext cx="1384300" cy="7620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099" y="0"/>
                </a:moveTo>
                <a:lnTo>
                  <a:pt x="1308099" y="76200"/>
                </a:lnTo>
                <a:lnTo>
                  <a:pt x="1371599" y="44450"/>
                </a:lnTo>
                <a:lnTo>
                  <a:pt x="1320799" y="44450"/>
                </a:lnTo>
                <a:lnTo>
                  <a:pt x="1320799" y="31750"/>
                </a:lnTo>
                <a:lnTo>
                  <a:pt x="1371599" y="31750"/>
                </a:lnTo>
                <a:lnTo>
                  <a:pt x="1308099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099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099" y="44450"/>
                </a:lnTo>
                <a:lnTo>
                  <a:pt x="1308099" y="31750"/>
                </a:lnTo>
                <a:close/>
              </a:path>
              <a:path w="1384300" h="76200">
                <a:moveTo>
                  <a:pt x="1371599" y="31750"/>
                </a:moveTo>
                <a:lnTo>
                  <a:pt x="1320799" y="31750"/>
                </a:lnTo>
                <a:lnTo>
                  <a:pt x="1320799" y="44450"/>
                </a:lnTo>
                <a:lnTo>
                  <a:pt x="1371599" y="44450"/>
                </a:lnTo>
                <a:lnTo>
                  <a:pt x="1384299" y="38100"/>
                </a:lnTo>
                <a:lnTo>
                  <a:pt x="13715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47544" y="2689860"/>
            <a:ext cx="1384300" cy="76200"/>
          </a:xfrm>
          <a:custGeom>
            <a:avLst/>
            <a:gdLst/>
            <a:ahLst/>
            <a:cxnLst/>
            <a:rect l="l" t="t" r="r" b="b"/>
            <a:pathLst>
              <a:path w="13843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384300" h="76200">
                <a:moveTo>
                  <a:pt x="1308100" y="0"/>
                </a:moveTo>
                <a:lnTo>
                  <a:pt x="1308100" y="76200"/>
                </a:lnTo>
                <a:lnTo>
                  <a:pt x="1371600" y="44450"/>
                </a:lnTo>
                <a:lnTo>
                  <a:pt x="1320800" y="44450"/>
                </a:lnTo>
                <a:lnTo>
                  <a:pt x="1320800" y="31750"/>
                </a:lnTo>
                <a:lnTo>
                  <a:pt x="1371600" y="31750"/>
                </a:lnTo>
                <a:lnTo>
                  <a:pt x="1308100" y="0"/>
                </a:lnTo>
                <a:close/>
              </a:path>
              <a:path w="13843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384300" h="76200">
                <a:moveTo>
                  <a:pt x="13081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308100" y="44450"/>
                </a:lnTo>
                <a:lnTo>
                  <a:pt x="1308100" y="31750"/>
                </a:lnTo>
                <a:close/>
              </a:path>
              <a:path w="1384300" h="76200">
                <a:moveTo>
                  <a:pt x="1371600" y="31750"/>
                </a:moveTo>
                <a:lnTo>
                  <a:pt x="1320800" y="31750"/>
                </a:lnTo>
                <a:lnTo>
                  <a:pt x="1320800" y="44450"/>
                </a:lnTo>
                <a:lnTo>
                  <a:pt x="1371600" y="44450"/>
                </a:lnTo>
                <a:lnTo>
                  <a:pt x="1384300" y="38100"/>
                </a:lnTo>
                <a:lnTo>
                  <a:pt x="13716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59" y="3453384"/>
            <a:ext cx="243839" cy="2164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9776" y="3770376"/>
            <a:ext cx="323088" cy="2164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Random</a:t>
            </a:r>
            <a:r>
              <a:rPr spc="-45" dirty="0"/>
              <a:t> </a:t>
            </a:r>
            <a:r>
              <a:rPr spc="-10" dirty="0"/>
              <a:t>experiment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69588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spc="-10" dirty="0">
                <a:solidFill>
                  <a:srgbClr val="4471C4"/>
                </a:solidFill>
              </a:rPr>
              <a:t>Partition: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/>
              <a:t>A</a:t>
            </a:r>
            <a:r>
              <a:rPr spc="-50" dirty="0"/>
              <a:t> </a:t>
            </a:r>
            <a:r>
              <a:rPr dirty="0"/>
              <a:t>partition</a:t>
            </a:r>
            <a:r>
              <a:rPr spc="-8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collectively</a:t>
            </a:r>
            <a:r>
              <a:rPr spc="-110" dirty="0"/>
              <a:t> </a:t>
            </a:r>
            <a:r>
              <a:rPr spc="-10" dirty="0"/>
              <a:t>exhaustive,</a:t>
            </a:r>
            <a:r>
              <a:rPr dirty="0"/>
              <a:t> and</a:t>
            </a:r>
            <a:r>
              <a:rPr spc="-45" dirty="0"/>
              <a:t> </a:t>
            </a:r>
            <a:r>
              <a:rPr dirty="0"/>
              <a:t>mutually</a:t>
            </a:r>
            <a:r>
              <a:rPr spc="-80" dirty="0"/>
              <a:t> </a:t>
            </a:r>
            <a:r>
              <a:rPr spc="-10" dirty="0"/>
              <a:t>exclusive</a:t>
            </a:r>
            <a:r>
              <a:rPr spc="-40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events,</a:t>
            </a:r>
            <a:r>
              <a:rPr spc="-25" dirty="0"/>
              <a:t> </a:t>
            </a:r>
            <a:r>
              <a:rPr spc="-10" dirty="0"/>
              <a:t>i.e.,</a:t>
            </a:r>
          </a:p>
          <a:p>
            <a:pPr marL="2174240" indent="0">
              <a:lnSpc>
                <a:spcPct val="100000"/>
              </a:lnSpc>
              <a:spcBef>
                <a:spcPts val="1989"/>
              </a:spcBef>
              <a:buNone/>
            </a:pPr>
            <a:r>
              <a:rPr lang="en-US" dirty="0"/>
              <a:t>  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Partition</a:t>
            </a:r>
            <a:r>
              <a:rPr spc="-60" dirty="0"/>
              <a:t> </a:t>
            </a:r>
            <a:r>
              <a:rPr spc="-25" dirty="0"/>
              <a:t>if</a:t>
            </a: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lang="en-US" b="0" spc="-50" dirty="0">
                <a:latin typeface="Arial MT"/>
                <a:cs typeface="Arial MT"/>
              </a:rPr>
              <a:t> </a:t>
            </a:r>
            <a:endParaRPr b="0" spc="-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lang="en-US" spc="-50" dirty="0">
                <a:latin typeface="Arial MT"/>
                <a:cs typeface="Arial MT"/>
              </a:rPr>
              <a:t> </a:t>
            </a:r>
            <a:endParaRPr b="0" spc="-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31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69792"/>
            <a:ext cx="2237232" cy="265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854" y="4431761"/>
            <a:ext cx="4020311" cy="2590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7926" y="5187634"/>
            <a:ext cx="2855976" cy="3230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8776" y="3340608"/>
            <a:ext cx="204216" cy="19507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991857" y="3428746"/>
            <a:ext cx="2785110" cy="1330325"/>
            <a:chOff x="6991857" y="3428746"/>
            <a:chExt cx="2785110" cy="1330325"/>
          </a:xfrm>
        </p:grpSpPr>
        <p:sp>
          <p:nvSpPr>
            <p:cNvPr id="9" name="object 9"/>
            <p:cNvSpPr/>
            <p:nvPr/>
          </p:nvSpPr>
          <p:spPr>
            <a:xfrm>
              <a:off x="6998207" y="3435096"/>
              <a:ext cx="2771140" cy="1316990"/>
            </a:xfrm>
            <a:custGeom>
              <a:avLst/>
              <a:gdLst/>
              <a:ahLst/>
              <a:cxnLst/>
              <a:rect l="l" t="t" r="r" b="b"/>
              <a:pathLst>
                <a:path w="2771140" h="1316989">
                  <a:moveTo>
                    <a:pt x="2770631" y="0"/>
                  </a:moveTo>
                  <a:lnTo>
                    <a:pt x="0" y="0"/>
                  </a:lnTo>
                  <a:lnTo>
                    <a:pt x="0" y="1316735"/>
                  </a:lnTo>
                  <a:lnTo>
                    <a:pt x="2770631" y="1316735"/>
                  </a:lnTo>
                  <a:lnTo>
                    <a:pt x="2770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98207" y="3435096"/>
              <a:ext cx="2771140" cy="1316990"/>
            </a:xfrm>
            <a:custGeom>
              <a:avLst/>
              <a:gdLst/>
              <a:ahLst/>
              <a:cxnLst/>
              <a:rect l="l" t="t" r="r" b="b"/>
              <a:pathLst>
                <a:path w="2771140" h="1316989">
                  <a:moveTo>
                    <a:pt x="0" y="1316735"/>
                  </a:moveTo>
                  <a:lnTo>
                    <a:pt x="2770631" y="1316735"/>
                  </a:lnTo>
                  <a:lnTo>
                    <a:pt x="2770631" y="0"/>
                  </a:lnTo>
                  <a:lnTo>
                    <a:pt x="0" y="0"/>
                  </a:lnTo>
                  <a:lnTo>
                    <a:pt x="0" y="131673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0231" y="3669792"/>
              <a:ext cx="277368" cy="192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98207" y="3435096"/>
              <a:ext cx="2772410" cy="1317625"/>
            </a:xfrm>
            <a:custGeom>
              <a:avLst/>
              <a:gdLst/>
              <a:ahLst/>
              <a:cxnLst/>
              <a:rect l="l" t="t" r="r" b="b"/>
              <a:pathLst>
                <a:path w="2772409" h="1317625">
                  <a:moveTo>
                    <a:pt x="1241044" y="0"/>
                  </a:moveTo>
                  <a:lnTo>
                    <a:pt x="0" y="883919"/>
                  </a:lnTo>
                </a:path>
                <a:path w="2772409" h="1317625">
                  <a:moveTo>
                    <a:pt x="393192" y="591311"/>
                  </a:moveTo>
                  <a:lnTo>
                    <a:pt x="1385189" y="1317243"/>
                  </a:lnTo>
                </a:path>
                <a:path w="2772409" h="1317625">
                  <a:moveTo>
                    <a:pt x="1386840" y="1316862"/>
                  </a:moveTo>
                  <a:lnTo>
                    <a:pt x="2772283" y="658367"/>
                  </a:lnTo>
                </a:path>
                <a:path w="2772409" h="1317625">
                  <a:moveTo>
                    <a:pt x="2222627" y="930909"/>
                  </a:moveTo>
                  <a:lnTo>
                    <a:pt x="1386840" y="0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5647" y="4501896"/>
              <a:ext cx="286511" cy="192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7287" y="4407408"/>
              <a:ext cx="280416" cy="1889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0247" y="3904488"/>
              <a:ext cx="283464" cy="192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37903" y="3660648"/>
              <a:ext cx="280416" cy="192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92135"/>
            <a:ext cx="2969895" cy="933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b="1" spc="-10" dirty="0">
                <a:latin typeface="Calibri"/>
                <a:cs typeface="Calibri"/>
              </a:rPr>
              <a:t>Event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assign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5277" y="1492135"/>
            <a:ext cx="2577465" cy="933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74803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2491562"/>
            <a:ext cx="1009840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6805">
              <a:lnSpc>
                <a:spcPts val="2735"/>
              </a:lnSpc>
              <a:spcBef>
                <a:spcPts val="100"/>
              </a:spcBef>
              <a:tabLst>
                <a:tab pos="5011420" algn="l"/>
                <a:tab pos="6893559" algn="l"/>
              </a:tabLst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portion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</a:t>
            </a:r>
            <a:r>
              <a:rPr sz="2400" b="1" dirty="0">
                <a:latin typeface="Calibri"/>
                <a:cs typeface="Calibri"/>
              </a:rPr>
              <a:t>	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observed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in</a:t>
            </a:r>
            <a:r>
              <a:rPr sz="2400" b="1" dirty="0">
                <a:latin typeface="Calibri"/>
                <a:cs typeface="Calibri"/>
              </a:rPr>
              <a:t>	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large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runs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experiment.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367" y="1676400"/>
            <a:ext cx="2182368" cy="3017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4935" y="1688592"/>
            <a:ext cx="323088" cy="21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8496" y="2130551"/>
            <a:ext cx="758951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7416" y="2157983"/>
            <a:ext cx="326135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824" y="2557272"/>
            <a:ext cx="960119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59552" y="2587751"/>
            <a:ext cx="243839" cy="21640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294632" y="3617595"/>
            <a:ext cx="4380230" cy="1756410"/>
            <a:chOff x="4294632" y="3617595"/>
            <a:chExt cx="4380230" cy="1756410"/>
          </a:xfrm>
        </p:grpSpPr>
        <p:sp>
          <p:nvSpPr>
            <p:cNvPr id="13" name="object 13"/>
            <p:cNvSpPr/>
            <p:nvPr/>
          </p:nvSpPr>
          <p:spPr>
            <a:xfrm>
              <a:off x="4846320" y="3627120"/>
              <a:ext cx="1594485" cy="1737360"/>
            </a:xfrm>
            <a:custGeom>
              <a:avLst/>
              <a:gdLst/>
              <a:ahLst/>
              <a:cxnLst/>
              <a:rect l="l" t="t" r="r" b="b"/>
              <a:pathLst>
                <a:path w="1594485" h="1737360">
                  <a:moveTo>
                    <a:pt x="0" y="868679"/>
                  </a:moveTo>
                  <a:lnTo>
                    <a:pt x="1353" y="817633"/>
                  </a:lnTo>
                  <a:lnTo>
                    <a:pt x="5362" y="767364"/>
                  </a:lnTo>
                  <a:lnTo>
                    <a:pt x="11953" y="717954"/>
                  </a:lnTo>
                  <a:lnTo>
                    <a:pt x="21051" y="669484"/>
                  </a:lnTo>
                  <a:lnTo>
                    <a:pt x="32581" y="622036"/>
                  </a:lnTo>
                  <a:lnTo>
                    <a:pt x="46468" y="575691"/>
                  </a:lnTo>
                  <a:lnTo>
                    <a:pt x="62638" y="530530"/>
                  </a:lnTo>
                  <a:lnTo>
                    <a:pt x="81016" y="486635"/>
                  </a:lnTo>
                  <a:lnTo>
                    <a:pt x="101526" y="444088"/>
                  </a:lnTo>
                  <a:lnTo>
                    <a:pt x="124095" y="402969"/>
                  </a:lnTo>
                  <a:lnTo>
                    <a:pt x="148648" y="363361"/>
                  </a:lnTo>
                  <a:lnTo>
                    <a:pt x="175108" y="325345"/>
                  </a:lnTo>
                  <a:lnTo>
                    <a:pt x="203403" y="289001"/>
                  </a:lnTo>
                  <a:lnTo>
                    <a:pt x="233457" y="254412"/>
                  </a:lnTo>
                  <a:lnTo>
                    <a:pt x="265196" y="221659"/>
                  </a:lnTo>
                  <a:lnTo>
                    <a:pt x="298544" y="190824"/>
                  </a:lnTo>
                  <a:lnTo>
                    <a:pt x="333426" y="161987"/>
                  </a:lnTo>
                  <a:lnTo>
                    <a:pt x="369769" y="135231"/>
                  </a:lnTo>
                  <a:lnTo>
                    <a:pt x="407497" y="110636"/>
                  </a:lnTo>
                  <a:lnTo>
                    <a:pt x="446536" y="88285"/>
                  </a:lnTo>
                  <a:lnTo>
                    <a:pt x="486810" y="68258"/>
                  </a:lnTo>
                  <a:lnTo>
                    <a:pt x="528246" y="50637"/>
                  </a:lnTo>
                  <a:lnTo>
                    <a:pt x="570767" y="35504"/>
                  </a:lnTo>
                  <a:lnTo>
                    <a:pt x="614300" y="22939"/>
                  </a:lnTo>
                  <a:lnTo>
                    <a:pt x="658770" y="13025"/>
                  </a:lnTo>
                  <a:lnTo>
                    <a:pt x="704102" y="5843"/>
                  </a:lnTo>
                  <a:lnTo>
                    <a:pt x="750220" y="1474"/>
                  </a:lnTo>
                  <a:lnTo>
                    <a:pt x="797051" y="0"/>
                  </a:lnTo>
                  <a:lnTo>
                    <a:pt x="843883" y="1474"/>
                  </a:lnTo>
                  <a:lnTo>
                    <a:pt x="890001" y="5843"/>
                  </a:lnTo>
                  <a:lnTo>
                    <a:pt x="935333" y="13025"/>
                  </a:lnTo>
                  <a:lnTo>
                    <a:pt x="979803" y="22939"/>
                  </a:lnTo>
                  <a:lnTo>
                    <a:pt x="1023336" y="35504"/>
                  </a:lnTo>
                  <a:lnTo>
                    <a:pt x="1065857" y="50637"/>
                  </a:lnTo>
                  <a:lnTo>
                    <a:pt x="1107293" y="68258"/>
                  </a:lnTo>
                  <a:lnTo>
                    <a:pt x="1147567" y="88285"/>
                  </a:lnTo>
                  <a:lnTo>
                    <a:pt x="1186606" y="110636"/>
                  </a:lnTo>
                  <a:lnTo>
                    <a:pt x="1224334" y="135231"/>
                  </a:lnTo>
                  <a:lnTo>
                    <a:pt x="1260677" y="161987"/>
                  </a:lnTo>
                  <a:lnTo>
                    <a:pt x="1295559" y="190824"/>
                  </a:lnTo>
                  <a:lnTo>
                    <a:pt x="1328907" y="221659"/>
                  </a:lnTo>
                  <a:lnTo>
                    <a:pt x="1360646" y="254412"/>
                  </a:lnTo>
                  <a:lnTo>
                    <a:pt x="1390700" y="289001"/>
                  </a:lnTo>
                  <a:lnTo>
                    <a:pt x="1418995" y="325345"/>
                  </a:lnTo>
                  <a:lnTo>
                    <a:pt x="1445455" y="363361"/>
                  </a:lnTo>
                  <a:lnTo>
                    <a:pt x="1470008" y="402969"/>
                  </a:lnTo>
                  <a:lnTo>
                    <a:pt x="1492577" y="444088"/>
                  </a:lnTo>
                  <a:lnTo>
                    <a:pt x="1513087" y="486635"/>
                  </a:lnTo>
                  <a:lnTo>
                    <a:pt x="1531465" y="530530"/>
                  </a:lnTo>
                  <a:lnTo>
                    <a:pt x="1547635" y="575691"/>
                  </a:lnTo>
                  <a:lnTo>
                    <a:pt x="1561522" y="622036"/>
                  </a:lnTo>
                  <a:lnTo>
                    <a:pt x="1573052" y="669484"/>
                  </a:lnTo>
                  <a:lnTo>
                    <a:pt x="1582150" y="717954"/>
                  </a:lnTo>
                  <a:lnTo>
                    <a:pt x="1588741" y="767364"/>
                  </a:lnTo>
                  <a:lnTo>
                    <a:pt x="1592750" y="817633"/>
                  </a:lnTo>
                  <a:lnTo>
                    <a:pt x="1594103" y="868679"/>
                  </a:lnTo>
                  <a:lnTo>
                    <a:pt x="1592750" y="919726"/>
                  </a:lnTo>
                  <a:lnTo>
                    <a:pt x="1588741" y="969995"/>
                  </a:lnTo>
                  <a:lnTo>
                    <a:pt x="1582150" y="1019405"/>
                  </a:lnTo>
                  <a:lnTo>
                    <a:pt x="1573052" y="1067875"/>
                  </a:lnTo>
                  <a:lnTo>
                    <a:pt x="1561522" y="1115323"/>
                  </a:lnTo>
                  <a:lnTo>
                    <a:pt x="1547635" y="1161668"/>
                  </a:lnTo>
                  <a:lnTo>
                    <a:pt x="1531465" y="1206829"/>
                  </a:lnTo>
                  <a:lnTo>
                    <a:pt x="1513087" y="1250724"/>
                  </a:lnTo>
                  <a:lnTo>
                    <a:pt x="1492577" y="1293271"/>
                  </a:lnTo>
                  <a:lnTo>
                    <a:pt x="1470008" y="1334390"/>
                  </a:lnTo>
                  <a:lnTo>
                    <a:pt x="1445455" y="1373998"/>
                  </a:lnTo>
                  <a:lnTo>
                    <a:pt x="1418995" y="1412014"/>
                  </a:lnTo>
                  <a:lnTo>
                    <a:pt x="1390700" y="1448358"/>
                  </a:lnTo>
                  <a:lnTo>
                    <a:pt x="1360646" y="1482947"/>
                  </a:lnTo>
                  <a:lnTo>
                    <a:pt x="1328907" y="1515700"/>
                  </a:lnTo>
                  <a:lnTo>
                    <a:pt x="1295559" y="1546535"/>
                  </a:lnTo>
                  <a:lnTo>
                    <a:pt x="1260677" y="1575372"/>
                  </a:lnTo>
                  <a:lnTo>
                    <a:pt x="1224334" y="1602128"/>
                  </a:lnTo>
                  <a:lnTo>
                    <a:pt x="1186606" y="1626723"/>
                  </a:lnTo>
                  <a:lnTo>
                    <a:pt x="1147567" y="1649074"/>
                  </a:lnTo>
                  <a:lnTo>
                    <a:pt x="1107293" y="1669101"/>
                  </a:lnTo>
                  <a:lnTo>
                    <a:pt x="1065857" y="1686722"/>
                  </a:lnTo>
                  <a:lnTo>
                    <a:pt x="1023336" y="1701855"/>
                  </a:lnTo>
                  <a:lnTo>
                    <a:pt x="979803" y="1714420"/>
                  </a:lnTo>
                  <a:lnTo>
                    <a:pt x="935333" y="1724334"/>
                  </a:lnTo>
                  <a:lnTo>
                    <a:pt x="890001" y="1731516"/>
                  </a:lnTo>
                  <a:lnTo>
                    <a:pt x="843883" y="1735885"/>
                  </a:lnTo>
                  <a:lnTo>
                    <a:pt x="797051" y="1737359"/>
                  </a:lnTo>
                  <a:lnTo>
                    <a:pt x="750220" y="1735885"/>
                  </a:lnTo>
                  <a:lnTo>
                    <a:pt x="704102" y="1731516"/>
                  </a:lnTo>
                  <a:lnTo>
                    <a:pt x="658770" y="1724334"/>
                  </a:lnTo>
                  <a:lnTo>
                    <a:pt x="614300" y="1714420"/>
                  </a:lnTo>
                  <a:lnTo>
                    <a:pt x="570767" y="1701855"/>
                  </a:lnTo>
                  <a:lnTo>
                    <a:pt x="528246" y="1686722"/>
                  </a:lnTo>
                  <a:lnTo>
                    <a:pt x="486810" y="1669101"/>
                  </a:lnTo>
                  <a:lnTo>
                    <a:pt x="446536" y="1649074"/>
                  </a:lnTo>
                  <a:lnTo>
                    <a:pt x="407497" y="1626723"/>
                  </a:lnTo>
                  <a:lnTo>
                    <a:pt x="369769" y="1602128"/>
                  </a:lnTo>
                  <a:lnTo>
                    <a:pt x="333426" y="1575372"/>
                  </a:lnTo>
                  <a:lnTo>
                    <a:pt x="298544" y="1546535"/>
                  </a:lnTo>
                  <a:lnTo>
                    <a:pt x="265196" y="1515700"/>
                  </a:lnTo>
                  <a:lnTo>
                    <a:pt x="233457" y="1482947"/>
                  </a:lnTo>
                  <a:lnTo>
                    <a:pt x="203403" y="1448358"/>
                  </a:lnTo>
                  <a:lnTo>
                    <a:pt x="175108" y="1412014"/>
                  </a:lnTo>
                  <a:lnTo>
                    <a:pt x="148648" y="1373998"/>
                  </a:lnTo>
                  <a:lnTo>
                    <a:pt x="124095" y="1334390"/>
                  </a:lnTo>
                  <a:lnTo>
                    <a:pt x="101526" y="1293271"/>
                  </a:lnTo>
                  <a:lnTo>
                    <a:pt x="81016" y="1250724"/>
                  </a:lnTo>
                  <a:lnTo>
                    <a:pt x="62638" y="1206829"/>
                  </a:lnTo>
                  <a:lnTo>
                    <a:pt x="46468" y="1161668"/>
                  </a:lnTo>
                  <a:lnTo>
                    <a:pt x="32581" y="1115323"/>
                  </a:lnTo>
                  <a:lnTo>
                    <a:pt x="21051" y="1067875"/>
                  </a:lnTo>
                  <a:lnTo>
                    <a:pt x="11953" y="1019405"/>
                  </a:lnTo>
                  <a:lnTo>
                    <a:pt x="5362" y="969995"/>
                  </a:lnTo>
                  <a:lnTo>
                    <a:pt x="1353" y="919726"/>
                  </a:lnTo>
                  <a:lnTo>
                    <a:pt x="0" y="86867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0" y="3977640"/>
              <a:ext cx="307848" cy="2194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5752" y="4349496"/>
              <a:ext cx="313944" cy="2164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3624" y="4709160"/>
              <a:ext cx="313944" cy="2194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94632" y="3942206"/>
              <a:ext cx="3430904" cy="883919"/>
            </a:xfrm>
            <a:custGeom>
              <a:avLst/>
              <a:gdLst/>
              <a:ahLst/>
              <a:cxnLst/>
              <a:rect l="l" t="t" r="r" b="b"/>
              <a:pathLst>
                <a:path w="3430904" h="883920">
                  <a:moveTo>
                    <a:pt x="1041273" y="871347"/>
                  </a:moveTo>
                  <a:lnTo>
                    <a:pt x="75374" y="621411"/>
                  </a:lnTo>
                  <a:lnTo>
                    <a:pt x="76187" y="618236"/>
                  </a:lnTo>
                  <a:lnTo>
                    <a:pt x="83312" y="590677"/>
                  </a:lnTo>
                  <a:lnTo>
                    <a:pt x="0" y="608457"/>
                  </a:lnTo>
                  <a:lnTo>
                    <a:pt x="64262" y="664464"/>
                  </a:lnTo>
                  <a:lnTo>
                    <a:pt x="72186" y="633730"/>
                  </a:lnTo>
                  <a:lnTo>
                    <a:pt x="1038098" y="883666"/>
                  </a:lnTo>
                  <a:lnTo>
                    <a:pt x="1041273" y="871347"/>
                  </a:lnTo>
                  <a:close/>
                </a:path>
                <a:path w="3430904" h="883920">
                  <a:moveTo>
                    <a:pt x="1041654" y="99695"/>
                  </a:moveTo>
                  <a:lnTo>
                    <a:pt x="1039876" y="86995"/>
                  </a:lnTo>
                  <a:lnTo>
                    <a:pt x="111137" y="215315"/>
                  </a:lnTo>
                  <a:lnTo>
                    <a:pt x="106807" y="183896"/>
                  </a:lnTo>
                  <a:lnTo>
                    <a:pt x="36576" y="232029"/>
                  </a:lnTo>
                  <a:lnTo>
                    <a:pt x="117221" y="259334"/>
                  </a:lnTo>
                  <a:lnTo>
                    <a:pt x="113131" y="229743"/>
                  </a:lnTo>
                  <a:lnTo>
                    <a:pt x="112890" y="228015"/>
                  </a:lnTo>
                  <a:lnTo>
                    <a:pt x="1041654" y="99695"/>
                  </a:lnTo>
                  <a:close/>
                </a:path>
                <a:path w="3430904" h="883920">
                  <a:moveTo>
                    <a:pt x="1267460" y="465963"/>
                  </a:moveTo>
                  <a:lnTo>
                    <a:pt x="103898" y="367728"/>
                  </a:lnTo>
                  <a:lnTo>
                    <a:pt x="103987" y="366649"/>
                  </a:lnTo>
                  <a:lnTo>
                    <a:pt x="106553" y="336169"/>
                  </a:lnTo>
                  <a:lnTo>
                    <a:pt x="27279" y="367728"/>
                  </a:lnTo>
                  <a:lnTo>
                    <a:pt x="27520" y="367728"/>
                  </a:lnTo>
                  <a:lnTo>
                    <a:pt x="100203" y="411988"/>
                  </a:lnTo>
                  <a:lnTo>
                    <a:pt x="102844" y="380428"/>
                  </a:lnTo>
                  <a:lnTo>
                    <a:pt x="1266444" y="478663"/>
                  </a:lnTo>
                  <a:lnTo>
                    <a:pt x="1267460" y="465963"/>
                  </a:lnTo>
                  <a:close/>
                </a:path>
                <a:path w="3430904" h="883920">
                  <a:moveTo>
                    <a:pt x="3071114" y="35433"/>
                  </a:moveTo>
                  <a:lnTo>
                    <a:pt x="3062224" y="31369"/>
                  </a:lnTo>
                  <a:lnTo>
                    <a:pt x="2993644" y="0"/>
                  </a:lnTo>
                  <a:lnTo>
                    <a:pt x="2994736" y="31369"/>
                  </a:lnTo>
                  <a:lnTo>
                    <a:pt x="2994749" y="31826"/>
                  </a:lnTo>
                  <a:lnTo>
                    <a:pt x="1499362" y="84709"/>
                  </a:lnTo>
                  <a:lnTo>
                    <a:pt x="1499870" y="97409"/>
                  </a:lnTo>
                  <a:lnTo>
                    <a:pt x="2995193" y="44526"/>
                  </a:lnTo>
                  <a:lnTo>
                    <a:pt x="2994876" y="35433"/>
                  </a:lnTo>
                  <a:lnTo>
                    <a:pt x="2995180" y="44069"/>
                  </a:lnTo>
                  <a:lnTo>
                    <a:pt x="2995193" y="44526"/>
                  </a:lnTo>
                  <a:lnTo>
                    <a:pt x="2996311" y="76200"/>
                  </a:lnTo>
                  <a:lnTo>
                    <a:pt x="3071114" y="35433"/>
                  </a:lnTo>
                  <a:close/>
                </a:path>
                <a:path w="3430904" h="883920">
                  <a:moveTo>
                    <a:pt x="3430905" y="513969"/>
                  </a:moveTo>
                  <a:lnTo>
                    <a:pt x="3418700" y="507923"/>
                  </a:lnTo>
                  <a:lnTo>
                    <a:pt x="3354705" y="476123"/>
                  </a:lnTo>
                  <a:lnTo>
                    <a:pt x="3354755" y="507923"/>
                  </a:lnTo>
                  <a:lnTo>
                    <a:pt x="1776984" y="512826"/>
                  </a:lnTo>
                  <a:lnTo>
                    <a:pt x="1776984" y="525526"/>
                  </a:lnTo>
                  <a:lnTo>
                    <a:pt x="3354768" y="520623"/>
                  </a:lnTo>
                  <a:lnTo>
                    <a:pt x="3354832" y="552323"/>
                  </a:lnTo>
                  <a:lnTo>
                    <a:pt x="3417722" y="520623"/>
                  </a:lnTo>
                  <a:lnTo>
                    <a:pt x="3430905" y="513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59040" y="3785616"/>
              <a:ext cx="835151" cy="2773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9455" y="4279392"/>
              <a:ext cx="835151" cy="27736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596132" y="4109973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events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32521"/>
            <a:ext cx="4406900" cy="10375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Axioms</a:t>
            </a:r>
            <a:r>
              <a:rPr sz="2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of</a:t>
            </a:r>
            <a:r>
              <a:rPr sz="2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Probability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1597025" algn="l"/>
              </a:tabLst>
            </a:pPr>
            <a:r>
              <a:rPr sz="2600" b="1" spc="-10" dirty="0">
                <a:latin typeface="Calibri"/>
                <a:cs typeface="Calibri"/>
              </a:rPr>
              <a:t>Definition</a:t>
            </a:r>
            <a:r>
              <a:rPr sz="2400" b="1" spc="-10" dirty="0">
                <a:latin typeface="Calibri"/>
                <a:cs typeface="Calibri"/>
              </a:rPr>
              <a:t>.</a:t>
            </a:r>
            <a:r>
              <a:rPr sz="2400" b="1" dirty="0">
                <a:latin typeface="Calibri"/>
                <a:cs typeface="Calibri"/>
              </a:rPr>
              <a:t>	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measure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8463" y="2073655"/>
            <a:ext cx="4612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function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maps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2408631"/>
            <a:ext cx="56299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0750" algn="l"/>
              </a:tabLst>
            </a:pP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space</a:t>
            </a:r>
            <a:r>
              <a:rPr sz="2400" b="1" dirty="0">
                <a:latin typeface="Calibri"/>
                <a:cs typeface="Calibri"/>
              </a:rPr>
              <a:t>	to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real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numbers.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Such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that: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2902661"/>
            <a:ext cx="5055870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995"/>
              </a:spcBef>
              <a:buAutoNum type="arabicParenR"/>
              <a:tabLst>
                <a:tab pos="469265" algn="l"/>
                <a:tab pos="4845050" algn="l"/>
              </a:tabLst>
            </a:pP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450"/>
              </a:spcBef>
              <a:buAutoNum type="arabi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countable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collection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6699" y="4199001"/>
            <a:ext cx="219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2157983"/>
            <a:ext cx="591312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0632" y="2520695"/>
            <a:ext cx="198119" cy="2194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8688" y="2987039"/>
            <a:ext cx="2023872" cy="3017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8967" y="3633215"/>
            <a:ext cx="198120" cy="2194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6855" y="3605784"/>
            <a:ext cx="1463040" cy="3017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65776" y="4303776"/>
            <a:ext cx="2084831" cy="2743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2936" y="4892040"/>
            <a:ext cx="8074152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91817"/>
            <a:ext cx="62858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Roll</a:t>
            </a:r>
            <a:r>
              <a:rPr sz="25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25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fair</a:t>
            </a:r>
            <a:r>
              <a:rPr sz="25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die</a:t>
            </a:r>
            <a:r>
              <a:rPr sz="25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(fair:</a:t>
            </a:r>
            <a:r>
              <a:rPr sz="25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outcomes</a:t>
            </a:r>
            <a:r>
              <a:rPr sz="25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are</a:t>
            </a:r>
            <a:r>
              <a:rPr sz="25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equally</a:t>
            </a:r>
            <a:r>
              <a:rPr sz="25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4471C4"/>
                </a:solidFill>
                <a:latin typeface="Calibri"/>
                <a:cs typeface="Calibri"/>
              </a:rPr>
              <a:t>likely).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24" y="2346960"/>
            <a:ext cx="4946904" cy="304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728723" y="2761742"/>
            <a:ext cx="918210" cy="419100"/>
          </a:xfrm>
          <a:custGeom>
            <a:avLst/>
            <a:gdLst/>
            <a:ahLst/>
            <a:cxnLst/>
            <a:rect l="l" t="t" r="r" b="b"/>
            <a:pathLst>
              <a:path w="918210" h="419100">
                <a:moveTo>
                  <a:pt x="845719" y="389939"/>
                </a:moveTo>
                <a:lnTo>
                  <a:pt x="832738" y="418973"/>
                </a:lnTo>
                <a:lnTo>
                  <a:pt x="917828" y="415290"/>
                </a:lnTo>
                <a:lnTo>
                  <a:pt x="901293" y="395097"/>
                </a:lnTo>
                <a:lnTo>
                  <a:pt x="857250" y="395097"/>
                </a:lnTo>
                <a:lnTo>
                  <a:pt x="845719" y="389939"/>
                </a:lnTo>
                <a:close/>
              </a:path>
              <a:path w="918210" h="419100">
                <a:moveTo>
                  <a:pt x="850893" y="378367"/>
                </a:moveTo>
                <a:lnTo>
                  <a:pt x="845719" y="389939"/>
                </a:lnTo>
                <a:lnTo>
                  <a:pt x="857250" y="395097"/>
                </a:lnTo>
                <a:lnTo>
                  <a:pt x="862457" y="383540"/>
                </a:lnTo>
                <a:lnTo>
                  <a:pt x="850893" y="378367"/>
                </a:lnTo>
                <a:close/>
              </a:path>
              <a:path w="918210" h="419100">
                <a:moveTo>
                  <a:pt x="863853" y="349377"/>
                </a:moveTo>
                <a:lnTo>
                  <a:pt x="850893" y="378367"/>
                </a:lnTo>
                <a:lnTo>
                  <a:pt x="862457" y="383540"/>
                </a:lnTo>
                <a:lnTo>
                  <a:pt x="857250" y="395097"/>
                </a:lnTo>
                <a:lnTo>
                  <a:pt x="901293" y="395097"/>
                </a:lnTo>
                <a:lnTo>
                  <a:pt x="863853" y="349377"/>
                </a:lnTo>
                <a:close/>
              </a:path>
              <a:path w="918210" h="419100">
                <a:moveTo>
                  <a:pt x="5080" y="0"/>
                </a:moveTo>
                <a:lnTo>
                  <a:pt x="0" y="11684"/>
                </a:lnTo>
                <a:lnTo>
                  <a:pt x="845719" y="389939"/>
                </a:lnTo>
                <a:lnTo>
                  <a:pt x="850893" y="378367"/>
                </a:lnTo>
                <a:lnTo>
                  <a:pt x="5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9920" y="2748660"/>
            <a:ext cx="76200" cy="331470"/>
          </a:xfrm>
          <a:custGeom>
            <a:avLst/>
            <a:gdLst/>
            <a:ahLst/>
            <a:cxnLst/>
            <a:rect l="l" t="t" r="r" b="b"/>
            <a:pathLst>
              <a:path w="76200" h="331469">
                <a:moveTo>
                  <a:pt x="31619" y="255902"/>
                </a:moveTo>
                <a:lnTo>
                  <a:pt x="0" y="259079"/>
                </a:lnTo>
                <a:lnTo>
                  <a:pt x="45593" y="331088"/>
                </a:lnTo>
                <a:lnTo>
                  <a:pt x="69359" y="268477"/>
                </a:lnTo>
                <a:lnTo>
                  <a:pt x="32893" y="268477"/>
                </a:lnTo>
                <a:lnTo>
                  <a:pt x="31619" y="255902"/>
                </a:lnTo>
                <a:close/>
              </a:path>
              <a:path w="76200" h="331469">
                <a:moveTo>
                  <a:pt x="44199" y="254637"/>
                </a:moveTo>
                <a:lnTo>
                  <a:pt x="31619" y="255902"/>
                </a:lnTo>
                <a:lnTo>
                  <a:pt x="32893" y="268477"/>
                </a:lnTo>
                <a:lnTo>
                  <a:pt x="45466" y="267208"/>
                </a:lnTo>
                <a:lnTo>
                  <a:pt x="44199" y="254637"/>
                </a:lnTo>
                <a:close/>
              </a:path>
              <a:path w="76200" h="331469">
                <a:moveTo>
                  <a:pt x="75818" y="251460"/>
                </a:moveTo>
                <a:lnTo>
                  <a:pt x="44199" y="254637"/>
                </a:lnTo>
                <a:lnTo>
                  <a:pt x="45466" y="267208"/>
                </a:lnTo>
                <a:lnTo>
                  <a:pt x="32893" y="268477"/>
                </a:lnTo>
                <a:lnTo>
                  <a:pt x="69359" y="268477"/>
                </a:lnTo>
                <a:lnTo>
                  <a:pt x="75818" y="251460"/>
                </a:lnTo>
                <a:close/>
              </a:path>
              <a:path w="76200" h="331469">
                <a:moveTo>
                  <a:pt x="18542" y="0"/>
                </a:moveTo>
                <a:lnTo>
                  <a:pt x="5842" y="1269"/>
                </a:lnTo>
                <a:lnTo>
                  <a:pt x="31619" y="255902"/>
                </a:lnTo>
                <a:lnTo>
                  <a:pt x="44199" y="254637"/>
                </a:lnTo>
                <a:lnTo>
                  <a:pt x="185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97223" y="2767457"/>
            <a:ext cx="1880870" cy="430530"/>
          </a:xfrm>
          <a:custGeom>
            <a:avLst/>
            <a:gdLst/>
            <a:ahLst/>
            <a:cxnLst/>
            <a:rect l="l" t="t" r="r" b="b"/>
            <a:pathLst>
              <a:path w="1880870" h="430530">
                <a:moveTo>
                  <a:pt x="66548" y="355726"/>
                </a:moveTo>
                <a:lnTo>
                  <a:pt x="0" y="408939"/>
                </a:lnTo>
                <a:lnTo>
                  <a:pt x="82550" y="430148"/>
                </a:lnTo>
                <a:lnTo>
                  <a:pt x="76460" y="401827"/>
                </a:lnTo>
                <a:lnTo>
                  <a:pt x="63373" y="401827"/>
                </a:lnTo>
                <a:lnTo>
                  <a:pt x="60705" y="389381"/>
                </a:lnTo>
                <a:lnTo>
                  <a:pt x="73208" y="386703"/>
                </a:lnTo>
                <a:lnTo>
                  <a:pt x="66548" y="355726"/>
                </a:lnTo>
                <a:close/>
              </a:path>
              <a:path w="1880870" h="430530">
                <a:moveTo>
                  <a:pt x="73208" y="386703"/>
                </a:moveTo>
                <a:lnTo>
                  <a:pt x="60705" y="389381"/>
                </a:lnTo>
                <a:lnTo>
                  <a:pt x="63373" y="401827"/>
                </a:lnTo>
                <a:lnTo>
                  <a:pt x="75884" y="399147"/>
                </a:lnTo>
                <a:lnTo>
                  <a:pt x="73208" y="386703"/>
                </a:lnTo>
                <a:close/>
              </a:path>
              <a:path w="1880870" h="430530">
                <a:moveTo>
                  <a:pt x="75884" y="399147"/>
                </a:moveTo>
                <a:lnTo>
                  <a:pt x="63373" y="401827"/>
                </a:lnTo>
                <a:lnTo>
                  <a:pt x="76460" y="401827"/>
                </a:lnTo>
                <a:lnTo>
                  <a:pt x="75884" y="399147"/>
                </a:lnTo>
                <a:close/>
              </a:path>
              <a:path w="1880870" h="430530">
                <a:moveTo>
                  <a:pt x="1878076" y="0"/>
                </a:moveTo>
                <a:lnTo>
                  <a:pt x="73208" y="386703"/>
                </a:lnTo>
                <a:lnTo>
                  <a:pt x="75884" y="399147"/>
                </a:lnTo>
                <a:lnTo>
                  <a:pt x="1880742" y="12445"/>
                </a:lnTo>
                <a:lnTo>
                  <a:pt x="18780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9144" y="3098038"/>
            <a:ext cx="270764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disjoint</a:t>
            </a:r>
            <a:endParaRPr sz="1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964"/>
              </a:spcBef>
            </a:pP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2475" b="1" baseline="25252" dirty="0">
                <a:solidFill>
                  <a:srgbClr val="FF0000"/>
                </a:solidFill>
                <a:latin typeface="Calibri"/>
                <a:cs typeface="Calibri"/>
              </a:rPr>
              <a:t>rd</a:t>
            </a:r>
            <a:r>
              <a:rPr sz="2475" b="1" spc="232" baseline="2525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axiom: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224" y="4309871"/>
            <a:ext cx="9558528" cy="28041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224" y="5245608"/>
            <a:ext cx="3864864" cy="27736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105657" y="4672203"/>
            <a:ext cx="412115" cy="408305"/>
          </a:xfrm>
          <a:custGeom>
            <a:avLst/>
            <a:gdLst/>
            <a:ahLst/>
            <a:cxnLst/>
            <a:rect l="l" t="t" r="r" b="b"/>
            <a:pathLst>
              <a:path w="412114" h="408304">
                <a:moveTo>
                  <a:pt x="368117" y="334715"/>
                </a:moveTo>
                <a:lnTo>
                  <a:pt x="366401" y="335071"/>
                </a:lnTo>
                <a:lnTo>
                  <a:pt x="337184" y="341503"/>
                </a:lnTo>
                <a:lnTo>
                  <a:pt x="390652" y="407797"/>
                </a:lnTo>
                <a:lnTo>
                  <a:pt x="406038" y="347091"/>
                </a:lnTo>
                <a:lnTo>
                  <a:pt x="370840" y="347091"/>
                </a:lnTo>
                <a:lnTo>
                  <a:pt x="368195" y="335071"/>
                </a:lnTo>
                <a:lnTo>
                  <a:pt x="368117" y="334715"/>
                </a:lnTo>
                <a:close/>
              </a:path>
              <a:path w="412114" h="408304">
                <a:moveTo>
                  <a:pt x="369492" y="334391"/>
                </a:moveTo>
                <a:lnTo>
                  <a:pt x="368045" y="334391"/>
                </a:lnTo>
                <a:lnTo>
                  <a:pt x="368554" y="335788"/>
                </a:lnTo>
                <a:lnTo>
                  <a:pt x="368353" y="335788"/>
                </a:lnTo>
                <a:lnTo>
                  <a:pt x="370840" y="347091"/>
                </a:lnTo>
                <a:lnTo>
                  <a:pt x="383286" y="344297"/>
                </a:lnTo>
                <a:lnTo>
                  <a:pt x="381359" y="335788"/>
                </a:lnTo>
                <a:lnTo>
                  <a:pt x="368554" y="335788"/>
                </a:lnTo>
                <a:lnTo>
                  <a:pt x="368196" y="335071"/>
                </a:lnTo>
                <a:lnTo>
                  <a:pt x="381197" y="335071"/>
                </a:lnTo>
                <a:lnTo>
                  <a:pt x="381116" y="334715"/>
                </a:lnTo>
                <a:lnTo>
                  <a:pt x="368017" y="334715"/>
                </a:lnTo>
                <a:lnTo>
                  <a:pt x="369492" y="334391"/>
                </a:lnTo>
                <a:close/>
              </a:path>
              <a:path w="412114" h="408304">
                <a:moveTo>
                  <a:pt x="411606" y="325120"/>
                </a:moveTo>
                <a:lnTo>
                  <a:pt x="380494" y="331968"/>
                </a:lnTo>
                <a:lnTo>
                  <a:pt x="383286" y="344297"/>
                </a:lnTo>
                <a:lnTo>
                  <a:pt x="370840" y="347091"/>
                </a:lnTo>
                <a:lnTo>
                  <a:pt x="406038" y="347091"/>
                </a:lnTo>
                <a:lnTo>
                  <a:pt x="411606" y="325120"/>
                </a:lnTo>
                <a:close/>
              </a:path>
              <a:path w="412114" h="408304">
                <a:moveTo>
                  <a:pt x="261535" y="211455"/>
                </a:moveTo>
                <a:lnTo>
                  <a:pt x="215392" y="211455"/>
                </a:lnTo>
                <a:lnTo>
                  <a:pt x="232549" y="214780"/>
                </a:lnTo>
                <a:lnTo>
                  <a:pt x="249361" y="220062"/>
                </a:lnTo>
                <a:lnTo>
                  <a:pt x="265944" y="227187"/>
                </a:lnTo>
                <a:lnTo>
                  <a:pt x="266530" y="227533"/>
                </a:lnTo>
                <a:lnTo>
                  <a:pt x="282818" y="236609"/>
                </a:lnTo>
                <a:lnTo>
                  <a:pt x="325803" y="271955"/>
                </a:lnTo>
                <a:lnTo>
                  <a:pt x="350456" y="302821"/>
                </a:lnTo>
                <a:lnTo>
                  <a:pt x="368196" y="335071"/>
                </a:lnTo>
                <a:lnTo>
                  <a:pt x="368164" y="334715"/>
                </a:lnTo>
                <a:lnTo>
                  <a:pt x="368045" y="334391"/>
                </a:lnTo>
                <a:lnTo>
                  <a:pt x="369492" y="334391"/>
                </a:lnTo>
                <a:lnTo>
                  <a:pt x="380494" y="331968"/>
                </a:lnTo>
                <a:lnTo>
                  <a:pt x="360553" y="295021"/>
                </a:lnTo>
                <a:lnTo>
                  <a:pt x="335153" y="263398"/>
                </a:lnTo>
                <a:lnTo>
                  <a:pt x="305318" y="236609"/>
                </a:lnTo>
                <a:lnTo>
                  <a:pt x="271906" y="215900"/>
                </a:lnTo>
                <a:lnTo>
                  <a:pt x="261535" y="211455"/>
                </a:lnTo>
                <a:close/>
              </a:path>
              <a:path w="412114" h="408304">
                <a:moveTo>
                  <a:pt x="380494" y="331968"/>
                </a:moveTo>
                <a:lnTo>
                  <a:pt x="368017" y="334715"/>
                </a:lnTo>
                <a:lnTo>
                  <a:pt x="381116" y="334715"/>
                </a:lnTo>
                <a:lnTo>
                  <a:pt x="380494" y="331968"/>
                </a:lnTo>
                <a:close/>
              </a:path>
              <a:path w="412114" h="408304">
                <a:moveTo>
                  <a:pt x="12700" y="0"/>
                </a:moveTo>
                <a:lnTo>
                  <a:pt x="0" y="762"/>
                </a:lnTo>
                <a:lnTo>
                  <a:pt x="1038" y="18409"/>
                </a:lnTo>
                <a:lnTo>
                  <a:pt x="1143" y="20193"/>
                </a:lnTo>
                <a:lnTo>
                  <a:pt x="9779" y="59055"/>
                </a:lnTo>
                <a:lnTo>
                  <a:pt x="26035" y="95885"/>
                </a:lnTo>
                <a:lnTo>
                  <a:pt x="48514" y="129540"/>
                </a:lnTo>
                <a:lnTo>
                  <a:pt x="76200" y="159004"/>
                </a:lnTo>
                <a:lnTo>
                  <a:pt x="108077" y="182753"/>
                </a:lnTo>
                <a:lnTo>
                  <a:pt x="142875" y="200025"/>
                </a:lnTo>
                <a:lnTo>
                  <a:pt x="189103" y="210185"/>
                </a:lnTo>
                <a:lnTo>
                  <a:pt x="208575" y="210729"/>
                </a:lnTo>
                <a:lnTo>
                  <a:pt x="207260" y="210729"/>
                </a:lnTo>
                <a:lnTo>
                  <a:pt x="216074" y="211586"/>
                </a:lnTo>
                <a:lnTo>
                  <a:pt x="215392" y="211455"/>
                </a:lnTo>
                <a:lnTo>
                  <a:pt x="261535" y="211455"/>
                </a:lnTo>
                <a:lnTo>
                  <a:pt x="217424" y="199009"/>
                </a:lnTo>
                <a:lnTo>
                  <a:pt x="190268" y="197499"/>
                </a:lnTo>
                <a:lnTo>
                  <a:pt x="181748" y="196647"/>
                </a:lnTo>
                <a:lnTo>
                  <a:pt x="181346" y="196647"/>
                </a:lnTo>
                <a:lnTo>
                  <a:pt x="164608" y="193421"/>
                </a:lnTo>
                <a:lnTo>
                  <a:pt x="164194" y="193421"/>
                </a:lnTo>
                <a:lnTo>
                  <a:pt x="147866" y="188214"/>
                </a:lnTo>
                <a:lnTo>
                  <a:pt x="147701" y="188214"/>
                </a:lnTo>
                <a:lnTo>
                  <a:pt x="147224" y="188023"/>
                </a:lnTo>
                <a:lnTo>
                  <a:pt x="131427" y="181102"/>
                </a:lnTo>
                <a:lnTo>
                  <a:pt x="131064" y="181102"/>
                </a:lnTo>
                <a:lnTo>
                  <a:pt x="114590" y="171855"/>
                </a:lnTo>
                <a:lnTo>
                  <a:pt x="100289" y="162126"/>
                </a:lnTo>
                <a:lnTo>
                  <a:pt x="99645" y="161606"/>
                </a:lnTo>
                <a:lnTo>
                  <a:pt x="99020" y="161195"/>
                </a:lnTo>
                <a:lnTo>
                  <a:pt x="84455" y="149352"/>
                </a:lnTo>
                <a:lnTo>
                  <a:pt x="70866" y="136017"/>
                </a:lnTo>
                <a:lnTo>
                  <a:pt x="65318" y="129540"/>
                </a:lnTo>
                <a:lnTo>
                  <a:pt x="58993" y="122222"/>
                </a:lnTo>
                <a:lnTo>
                  <a:pt x="47687" y="107030"/>
                </a:lnTo>
                <a:lnTo>
                  <a:pt x="47272" y="106345"/>
                </a:lnTo>
                <a:lnTo>
                  <a:pt x="46884" y="105851"/>
                </a:lnTo>
                <a:lnTo>
                  <a:pt x="36721" y="88936"/>
                </a:lnTo>
                <a:lnTo>
                  <a:pt x="28498" y="72517"/>
                </a:lnTo>
                <a:lnTo>
                  <a:pt x="21648" y="54215"/>
                </a:lnTo>
                <a:lnTo>
                  <a:pt x="16942" y="37338"/>
                </a:lnTo>
                <a:lnTo>
                  <a:pt x="16800" y="36887"/>
                </a:lnTo>
                <a:lnTo>
                  <a:pt x="13854" y="19239"/>
                </a:lnTo>
                <a:lnTo>
                  <a:pt x="13785" y="18409"/>
                </a:lnTo>
                <a:lnTo>
                  <a:pt x="12744" y="762"/>
                </a:lnTo>
                <a:lnTo>
                  <a:pt x="12700" y="0"/>
                </a:lnTo>
                <a:close/>
              </a:path>
              <a:path w="412114" h="408304">
                <a:moveTo>
                  <a:pt x="147269" y="188023"/>
                </a:moveTo>
                <a:lnTo>
                  <a:pt x="147701" y="188214"/>
                </a:lnTo>
                <a:lnTo>
                  <a:pt x="147866" y="188214"/>
                </a:lnTo>
                <a:lnTo>
                  <a:pt x="147269" y="188023"/>
                </a:lnTo>
                <a:close/>
              </a:path>
              <a:path w="412114" h="408304">
                <a:moveTo>
                  <a:pt x="129787" y="180384"/>
                </a:moveTo>
                <a:lnTo>
                  <a:pt x="131064" y="181102"/>
                </a:lnTo>
                <a:lnTo>
                  <a:pt x="131427" y="181102"/>
                </a:lnTo>
                <a:lnTo>
                  <a:pt x="129787" y="180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3976878"/>
            <a:ext cx="389001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85714"/>
              <a:buFont typeface="Wingdings"/>
              <a:buChar char=""/>
              <a:tabLst>
                <a:tab pos="323215" algn="l"/>
              </a:tabLst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Equally</a:t>
            </a:r>
            <a:r>
              <a:rPr sz="2800" b="1" spc="-10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likely</a:t>
            </a:r>
            <a:r>
              <a:rPr sz="28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outcomes: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944" y="1703832"/>
            <a:ext cx="5154167" cy="6614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75944" y="2429255"/>
            <a:ext cx="7638415" cy="883919"/>
            <a:chOff x="1075944" y="2429255"/>
            <a:chExt cx="7638415" cy="88391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5944" y="2429255"/>
              <a:ext cx="7638288" cy="6583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3069" y="3083305"/>
              <a:ext cx="209422" cy="2297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5008" y="3083179"/>
              <a:ext cx="222884" cy="2298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11626" y="3330321"/>
            <a:ext cx="72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disjoint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7120" y="4709159"/>
            <a:ext cx="1749552" cy="7589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21109"/>
            <a:ext cx="2649855" cy="102298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Using</a:t>
            </a:r>
            <a:r>
              <a:rPr sz="28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 axioms: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1494155" algn="l"/>
              </a:tabLst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1)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what</a:t>
            </a:r>
            <a:r>
              <a:rPr sz="24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888" y="2173223"/>
            <a:ext cx="868680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6055" y="2157983"/>
            <a:ext cx="1002791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5983" y="2804160"/>
            <a:ext cx="1725167" cy="228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9888" y="3432047"/>
            <a:ext cx="3907536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9888" y="4642103"/>
            <a:ext cx="6867144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2910" y="3813936"/>
            <a:ext cx="97281" cy="22428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38729" y="3814317"/>
            <a:ext cx="86868" cy="22720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10460" y="4056075"/>
            <a:ext cx="727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disjoint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53600" y="2060448"/>
            <a:ext cx="167640" cy="18287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384922" y="2188082"/>
            <a:ext cx="2733675" cy="1465580"/>
            <a:chOff x="7384922" y="2188082"/>
            <a:chExt cx="2733675" cy="1465580"/>
          </a:xfrm>
        </p:grpSpPr>
        <p:sp>
          <p:nvSpPr>
            <p:cNvPr id="14" name="object 14"/>
            <p:cNvSpPr/>
            <p:nvPr/>
          </p:nvSpPr>
          <p:spPr>
            <a:xfrm>
              <a:off x="7394447" y="2197607"/>
              <a:ext cx="2273935" cy="1286510"/>
            </a:xfrm>
            <a:custGeom>
              <a:avLst/>
              <a:gdLst/>
              <a:ahLst/>
              <a:cxnLst/>
              <a:rect l="l" t="t" r="r" b="b"/>
              <a:pathLst>
                <a:path w="2273934" h="1286510">
                  <a:moveTo>
                    <a:pt x="2273807" y="0"/>
                  </a:moveTo>
                  <a:lnTo>
                    <a:pt x="0" y="0"/>
                  </a:lnTo>
                  <a:lnTo>
                    <a:pt x="0" y="1286256"/>
                  </a:lnTo>
                  <a:lnTo>
                    <a:pt x="2273807" y="1286256"/>
                  </a:lnTo>
                  <a:lnTo>
                    <a:pt x="2273807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94447" y="2197607"/>
              <a:ext cx="2273935" cy="1286510"/>
            </a:xfrm>
            <a:custGeom>
              <a:avLst/>
              <a:gdLst/>
              <a:ahLst/>
              <a:cxnLst/>
              <a:rect l="l" t="t" r="r" b="b"/>
              <a:pathLst>
                <a:path w="2273934" h="1286510">
                  <a:moveTo>
                    <a:pt x="0" y="1286256"/>
                  </a:moveTo>
                  <a:lnTo>
                    <a:pt x="2273807" y="1286256"/>
                  </a:lnTo>
                  <a:lnTo>
                    <a:pt x="2273807" y="0"/>
                  </a:lnTo>
                  <a:lnTo>
                    <a:pt x="0" y="0"/>
                  </a:lnTo>
                  <a:lnTo>
                    <a:pt x="0" y="1286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58911" y="2401823"/>
              <a:ext cx="944880" cy="878205"/>
            </a:xfrm>
            <a:custGeom>
              <a:avLst/>
              <a:gdLst/>
              <a:ahLst/>
              <a:cxnLst/>
              <a:rect l="l" t="t" r="r" b="b"/>
              <a:pathLst>
                <a:path w="944879" h="878204">
                  <a:moveTo>
                    <a:pt x="472440" y="0"/>
                  </a:moveTo>
                  <a:lnTo>
                    <a:pt x="424125" y="2265"/>
                  </a:lnTo>
                  <a:lnTo>
                    <a:pt x="377208" y="8915"/>
                  </a:lnTo>
                  <a:lnTo>
                    <a:pt x="331927" y="19729"/>
                  </a:lnTo>
                  <a:lnTo>
                    <a:pt x="288518" y="34486"/>
                  </a:lnTo>
                  <a:lnTo>
                    <a:pt x="247218" y="52966"/>
                  </a:lnTo>
                  <a:lnTo>
                    <a:pt x="208266" y="74949"/>
                  </a:lnTo>
                  <a:lnTo>
                    <a:pt x="171897" y="100213"/>
                  </a:lnTo>
                  <a:lnTo>
                    <a:pt x="138350" y="128539"/>
                  </a:lnTo>
                  <a:lnTo>
                    <a:pt x="107861" y="159707"/>
                  </a:lnTo>
                  <a:lnTo>
                    <a:pt x="80668" y="193495"/>
                  </a:lnTo>
                  <a:lnTo>
                    <a:pt x="57008" y="229683"/>
                  </a:lnTo>
                  <a:lnTo>
                    <a:pt x="37117" y="268051"/>
                  </a:lnTo>
                  <a:lnTo>
                    <a:pt x="21234" y="308378"/>
                  </a:lnTo>
                  <a:lnTo>
                    <a:pt x="9595" y="350444"/>
                  </a:lnTo>
                  <a:lnTo>
                    <a:pt x="2438" y="394029"/>
                  </a:lnTo>
                  <a:lnTo>
                    <a:pt x="0" y="438912"/>
                  </a:lnTo>
                  <a:lnTo>
                    <a:pt x="2438" y="483794"/>
                  </a:lnTo>
                  <a:lnTo>
                    <a:pt x="9595" y="527379"/>
                  </a:lnTo>
                  <a:lnTo>
                    <a:pt x="21234" y="569445"/>
                  </a:lnTo>
                  <a:lnTo>
                    <a:pt x="37117" y="609772"/>
                  </a:lnTo>
                  <a:lnTo>
                    <a:pt x="57008" y="648140"/>
                  </a:lnTo>
                  <a:lnTo>
                    <a:pt x="80668" y="684328"/>
                  </a:lnTo>
                  <a:lnTo>
                    <a:pt x="107861" y="718116"/>
                  </a:lnTo>
                  <a:lnTo>
                    <a:pt x="138350" y="749284"/>
                  </a:lnTo>
                  <a:lnTo>
                    <a:pt x="171897" y="777610"/>
                  </a:lnTo>
                  <a:lnTo>
                    <a:pt x="208266" y="802874"/>
                  </a:lnTo>
                  <a:lnTo>
                    <a:pt x="247218" y="824857"/>
                  </a:lnTo>
                  <a:lnTo>
                    <a:pt x="288518" y="843337"/>
                  </a:lnTo>
                  <a:lnTo>
                    <a:pt x="331927" y="858094"/>
                  </a:lnTo>
                  <a:lnTo>
                    <a:pt x="377208" y="868908"/>
                  </a:lnTo>
                  <a:lnTo>
                    <a:pt x="424125" y="875558"/>
                  </a:lnTo>
                  <a:lnTo>
                    <a:pt x="472440" y="877824"/>
                  </a:lnTo>
                  <a:lnTo>
                    <a:pt x="520733" y="875558"/>
                  </a:lnTo>
                  <a:lnTo>
                    <a:pt x="567634" y="868908"/>
                  </a:lnTo>
                  <a:lnTo>
                    <a:pt x="612905" y="858094"/>
                  </a:lnTo>
                  <a:lnTo>
                    <a:pt x="656308" y="843337"/>
                  </a:lnTo>
                  <a:lnTo>
                    <a:pt x="697604" y="824857"/>
                  </a:lnTo>
                  <a:lnTo>
                    <a:pt x="736557" y="802874"/>
                  </a:lnTo>
                  <a:lnTo>
                    <a:pt x="772929" y="777610"/>
                  </a:lnTo>
                  <a:lnTo>
                    <a:pt x="806481" y="749284"/>
                  </a:lnTo>
                  <a:lnTo>
                    <a:pt x="836977" y="718116"/>
                  </a:lnTo>
                  <a:lnTo>
                    <a:pt x="864177" y="684328"/>
                  </a:lnTo>
                  <a:lnTo>
                    <a:pt x="887846" y="648140"/>
                  </a:lnTo>
                  <a:lnTo>
                    <a:pt x="907744" y="609772"/>
                  </a:lnTo>
                  <a:lnTo>
                    <a:pt x="923634" y="569445"/>
                  </a:lnTo>
                  <a:lnTo>
                    <a:pt x="935279" y="527379"/>
                  </a:lnTo>
                  <a:lnTo>
                    <a:pt x="942440" y="483794"/>
                  </a:lnTo>
                  <a:lnTo>
                    <a:pt x="944880" y="438912"/>
                  </a:lnTo>
                  <a:lnTo>
                    <a:pt x="942440" y="394029"/>
                  </a:lnTo>
                  <a:lnTo>
                    <a:pt x="935279" y="350444"/>
                  </a:lnTo>
                  <a:lnTo>
                    <a:pt x="923634" y="308378"/>
                  </a:lnTo>
                  <a:lnTo>
                    <a:pt x="907744" y="268051"/>
                  </a:lnTo>
                  <a:lnTo>
                    <a:pt x="887846" y="229683"/>
                  </a:lnTo>
                  <a:lnTo>
                    <a:pt x="864177" y="193495"/>
                  </a:lnTo>
                  <a:lnTo>
                    <a:pt x="836977" y="159707"/>
                  </a:lnTo>
                  <a:lnTo>
                    <a:pt x="806481" y="128539"/>
                  </a:lnTo>
                  <a:lnTo>
                    <a:pt x="772929" y="100213"/>
                  </a:lnTo>
                  <a:lnTo>
                    <a:pt x="736557" y="74949"/>
                  </a:lnTo>
                  <a:lnTo>
                    <a:pt x="697604" y="52966"/>
                  </a:lnTo>
                  <a:lnTo>
                    <a:pt x="656308" y="34486"/>
                  </a:lnTo>
                  <a:lnTo>
                    <a:pt x="612905" y="19729"/>
                  </a:lnTo>
                  <a:lnTo>
                    <a:pt x="567634" y="8915"/>
                  </a:lnTo>
                  <a:lnTo>
                    <a:pt x="520733" y="2265"/>
                  </a:lnTo>
                  <a:lnTo>
                    <a:pt x="47244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8911" y="2401823"/>
              <a:ext cx="944880" cy="878205"/>
            </a:xfrm>
            <a:custGeom>
              <a:avLst/>
              <a:gdLst/>
              <a:ahLst/>
              <a:cxnLst/>
              <a:rect l="l" t="t" r="r" b="b"/>
              <a:pathLst>
                <a:path w="944879" h="878204">
                  <a:moveTo>
                    <a:pt x="0" y="438912"/>
                  </a:moveTo>
                  <a:lnTo>
                    <a:pt x="2438" y="394029"/>
                  </a:lnTo>
                  <a:lnTo>
                    <a:pt x="9595" y="350444"/>
                  </a:lnTo>
                  <a:lnTo>
                    <a:pt x="21234" y="308378"/>
                  </a:lnTo>
                  <a:lnTo>
                    <a:pt x="37117" y="268051"/>
                  </a:lnTo>
                  <a:lnTo>
                    <a:pt x="57008" y="229683"/>
                  </a:lnTo>
                  <a:lnTo>
                    <a:pt x="80668" y="193495"/>
                  </a:lnTo>
                  <a:lnTo>
                    <a:pt x="107861" y="159707"/>
                  </a:lnTo>
                  <a:lnTo>
                    <a:pt x="138350" y="128539"/>
                  </a:lnTo>
                  <a:lnTo>
                    <a:pt x="171897" y="100213"/>
                  </a:lnTo>
                  <a:lnTo>
                    <a:pt x="208266" y="74949"/>
                  </a:lnTo>
                  <a:lnTo>
                    <a:pt x="247218" y="52966"/>
                  </a:lnTo>
                  <a:lnTo>
                    <a:pt x="288518" y="34486"/>
                  </a:lnTo>
                  <a:lnTo>
                    <a:pt x="331927" y="19729"/>
                  </a:lnTo>
                  <a:lnTo>
                    <a:pt x="377208" y="8915"/>
                  </a:lnTo>
                  <a:lnTo>
                    <a:pt x="424125" y="2265"/>
                  </a:lnTo>
                  <a:lnTo>
                    <a:pt x="472440" y="0"/>
                  </a:lnTo>
                  <a:lnTo>
                    <a:pt x="520733" y="2265"/>
                  </a:lnTo>
                  <a:lnTo>
                    <a:pt x="567634" y="8915"/>
                  </a:lnTo>
                  <a:lnTo>
                    <a:pt x="612905" y="19729"/>
                  </a:lnTo>
                  <a:lnTo>
                    <a:pt x="656308" y="34486"/>
                  </a:lnTo>
                  <a:lnTo>
                    <a:pt x="697604" y="52966"/>
                  </a:lnTo>
                  <a:lnTo>
                    <a:pt x="736557" y="74949"/>
                  </a:lnTo>
                  <a:lnTo>
                    <a:pt x="772929" y="100213"/>
                  </a:lnTo>
                  <a:lnTo>
                    <a:pt x="806481" y="128539"/>
                  </a:lnTo>
                  <a:lnTo>
                    <a:pt x="836977" y="159707"/>
                  </a:lnTo>
                  <a:lnTo>
                    <a:pt x="864177" y="193495"/>
                  </a:lnTo>
                  <a:lnTo>
                    <a:pt x="887846" y="229683"/>
                  </a:lnTo>
                  <a:lnTo>
                    <a:pt x="907744" y="268051"/>
                  </a:lnTo>
                  <a:lnTo>
                    <a:pt x="923634" y="308378"/>
                  </a:lnTo>
                  <a:lnTo>
                    <a:pt x="935279" y="350444"/>
                  </a:lnTo>
                  <a:lnTo>
                    <a:pt x="942440" y="394029"/>
                  </a:lnTo>
                  <a:lnTo>
                    <a:pt x="944880" y="438912"/>
                  </a:lnTo>
                  <a:lnTo>
                    <a:pt x="942440" y="483794"/>
                  </a:lnTo>
                  <a:lnTo>
                    <a:pt x="935279" y="527379"/>
                  </a:lnTo>
                  <a:lnTo>
                    <a:pt x="923634" y="569445"/>
                  </a:lnTo>
                  <a:lnTo>
                    <a:pt x="907744" y="609772"/>
                  </a:lnTo>
                  <a:lnTo>
                    <a:pt x="887846" y="648140"/>
                  </a:lnTo>
                  <a:lnTo>
                    <a:pt x="864177" y="684328"/>
                  </a:lnTo>
                  <a:lnTo>
                    <a:pt x="836977" y="718116"/>
                  </a:lnTo>
                  <a:lnTo>
                    <a:pt x="806481" y="749284"/>
                  </a:lnTo>
                  <a:lnTo>
                    <a:pt x="772929" y="777610"/>
                  </a:lnTo>
                  <a:lnTo>
                    <a:pt x="736557" y="802874"/>
                  </a:lnTo>
                  <a:lnTo>
                    <a:pt x="697604" y="824857"/>
                  </a:lnTo>
                  <a:lnTo>
                    <a:pt x="656308" y="843337"/>
                  </a:lnTo>
                  <a:lnTo>
                    <a:pt x="612905" y="858094"/>
                  </a:lnTo>
                  <a:lnTo>
                    <a:pt x="567634" y="868908"/>
                  </a:lnTo>
                  <a:lnTo>
                    <a:pt x="520733" y="875558"/>
                  </a:lnTo>
                  <a:lnTo>
                    <a:pt x="472440" y="877824"/>
                  </a:lnTo>
                  <a:lnTo>
                    <a:pt x="424125" y="875558"/>
                  </a:lnTo>
                  <a:lnTo>
                    <a:pt x="377208" y="868908"/>
                  </a:lnTo>
                  <a:lnTo>
                    <a:pt x="331927" y="858094"/>
                  </a:lnTo>
                  <a:lnTo>
                    <a:pt x="288518" y="843337"/>
                  </a:lnTo>
                  <a:lnTo>
                    <a:pt x="247218" y="824857"/>
                  </a:lnTo>
                  <a:lnTo>
                    <a:pt x="208266" y="802874"/>
                  </a:lnTo>
                  <a:lnTo>
                    <a:pt x="171897" y="777610"/>
                  </a:lnTo>
                  <a:lnTo>
                    <a:pt x="138350" y="749284"/>
                  </a:lnTo>
                  <a:lnTo>
                    <a:pt x="107861" y="718116"/>
                  </a:lnTo>
                  <a:lnTo>
                    <a:pt x="80668" y="684328"/>
                  </a:lnTo>
                  <a:lnTo>
                    <a:pt x="57008" y="648140"/>
                  </a:lnTo>
                  <a:lnTo>
                    <a:pt x="37117" y="609772"/>
                  </a:lnTo>
                  <a:lnTo>
                    <a:pt x="21234" y="569445"/>
                  </a:lnTo>
                  <a:lnTo>
                    <a:pt x="9595" y="527379"/>
                  </a:lnTo>
                  <a:lnTo>
                    <a:pt x="2438" y="483794"/>
                  </a:lnTo>
                  <a:lnTo>
                    <a:pt x="0" y="4389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30767" y="2749295"/>
              <a:ext cx="201168" cy="1798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99320" y="3120897"/>
              <a:ext cx="819150" cy="532765"/>
            </a:xfrm>
            <a:custGeom>
              <a:avLst/>
              <a:gdLst/>
              <a:ahLst/>
              <a:cxnLst/>
              <a:rect l="l" t="t" r="r" b="b"/>
              <a:pathLst>
                <a:path w="819150" h="532764">
                  <a:moveTo>
                    <a:pt x="799198" y="488248"/>
                  </a:moveTo>
                  <a:lnTo>
                    <a:pt x="743969" y="488248"/>
                  </a:lnTo>
                  <a:lnTo>
                    <a:pt x="756157" y="489076"/>
                  </a:lnTo>
                  <a:lnTo>
                    <a:pt x="755284" y="499999"/>
                  </a:lnTo>
                  <a:lnTo>
                    <a:pt x="755218" y="500818"/>
                  </a:lnTo>
                  <a:lnTo>
                    <a:pt x="755142" y="501776"/>
                  </a:lnTo>
                  <a:lnTo>
                    <a:pt x="742492" y="501776"/>
                  </a:lnTo>
                  <a:lnTo>
                    <a:pt x="740282" y="532510"/>
                  </a:lnTo>
                  <a:lnTo>
                    <a:pt x="814716" y="501776"/>
                  </a:lnTo>
                  <a:lnTo>
                    <a:pt x="755142" y="501776"/>
                  </a:lnTo>
                  <a:lnTo>
                    <a:pt x="742561" y="500818"/>
                  </a:lnTo>
                  <a:lnTo>
                    <a:pt x="817038" y="500818"/>
                  </a:lnTo>
                  <a:lnTo>
                    <a:pt x="819023" y="499999"/>
                  </a:lnTo>
                  <a:lnTo>
                    <a:pt x="799198" y="488248"/>
                  </a:lnTo>
                  <a:close/>
                </a:path>
                <a:path w="819150" h="532764">
                  <a:moveTo>
                    <a:pt x="745744" y="456564"/>
                  </a:moveTo>
                  <a:lnTo>
                    <a:pt x="742620" y="499999"/>
                  </a:lnTo>
                  <a:lnTo>
                    <a:pt x="742561" y="500818"/>
                  </a:lnTo>
                  <a:lnTo>
                    <a:pt x="755142" y="501776"/>
                  </a:lnTo>
                  <a:lnTo>
                    <a:pt x="756097" y="489838"/>
                  </a:lnTo>
                  <a:lnTo>
                    <a:pt x="756157" y="489076"/>
                  </a:lnTo>
                  <a:lnTo>
                    <a:pt x="743969" y="488248"/>
                  </a:lnTo>
                  <a:lnTo>
                    <a:pt x="799198" y="488248"/>
                  </a:lnTo>
                  <a:lnTo>
                    <a:pt x="745744" y="456564"/>
                  </a:lnTo>
                  <a:close/>
                </a:path>
                <a:path w="819150" h="532764">
                  <a:moveTo>
                    <a:pt x="190454" y="33739"/>
                  </a:moveTo>
                  <a:lnTo>
                    <a:pt x="148857" y="33739"/>
                  </a:lnTo>
                  <a:lnTo>
                    <a:pt x="183844" y="44830"/>
                  </a:lnTo>
                  <a:lnTo>
                    <a:pt x="217405" y="57780"/>
                  </a:lnTo>
                  <a:lnTo>
                    <a:pt x="217177" y="57780"/>
                  </a:lnTo>
                  <a:lnTo>
                    <a:pt x="248905" y="72643"/>
                  </a:lnTo>
                  <a:lnTo>
                    <a:pt x="263769" y="80512"/>
                  </a:lnTo>
                  <a:lnTo>
                    <a:pt x="305434" y="106679"/>
                  </a:lnTo>
                  <a:lnTo>
                    <a:pt x="339752" y="134420"/>
                  </a:lnTo>
                  <a:lnTo>
                    <a:pt x="369700" y="166781"/>
                  </a:lnTo>
                  <a:lnTo>
                    <a:pt x="389951" y="199111"/>
                  </a:lnTo>
                  <a:lnTo>
                    <a:pt x="400351" y="228853"/>
                  </a:lnTo>
                  <a:lnTo>
                    <a:pt x="400938" y="231012"/>
                  </a:lnTo>
                  <a:lnTo>
                    <a:pt x="402622" y="242076"/>
                  </a:lnTo>
                  <a:lnTo>
                    <a:pt x="402716" y="242695"/>
                  </a:lnTo>
                  <a:lnTo>
                    <a:pt x="402756" y="242958"/>
                  </a:lnTo>
                  <a:lnTo>
                    <a:pt x="408812" y="289687"/>
                  </a:lnTo>
                  <a:lnTo>
                    <a:pt x="424306" y="324992"/>
                  </a:lnTo>
                  <a:lnTo>
                    <a:pt x="448818" y="358775"/>
                  </a:lnTo>
                  <a:lnTo>
                    <a:pt x="481125" y="390437"/>
                  </a:lnTo>
                  <a:lnTo>
                    <a:pt x="519937" y="419480"/>
                  </a:lnTo>
                  <a:lnTo>
                    <a:pt x="564642" y="445262"/>
                  </a:lnTo>
                  <a:lnTo>
                    <a:pt x="631189" y="473582"/>
                  </a:lnTo>
                  <a:lnTo>
                    <a:pt x="685292" y="489838"/>
                  </a:lnTo>
                  <a:lnTo>
                    <a:pt x="722756" y="497713"/>
                  </a:lnTo>
                  <a:lnTo>
                    <a:pt x="742166" y="500818"/>
                  </a:lnTo>
                  <a:lnTo>
                    <a:pt x="742561" y="500818"/>
                  </a:lnTo>
                  <a:lnTo>
                    <a:pt x="743351" y="489838"/>
                  </a:lnTo>
                  <a:lnTo>
                    <a:pt x="743465" y="488248"/>
                  </a:lnTo>
                  <a:lnTo>
                    <a:pt x="743969" y="488248"/>
                  </a:lnTo>
                  <a:lnTo>
                    <a:pt x="725036" y="485260"/>
                  </a:lnTo>
                  <a:lnTo>
                    <a:pt x="706618" y="481632"/>
                  </a:lnTo>
                  <a:lnTo>
                    <a:pt x="706863" y="481632"/>
                  </a:lnTo>
                  <a:lnTo>
                    <a:pt x="688484" y="477454"/>
                  </a:lnTo>
                  <a:lnTo>
                    <a:pt x="688219" y="477454"/>
                  </a:lnTo>
                  <a:lnTo>
                    <a:pt x="670543" y="472757"/>
                  </a:lnTo>
                  <a:lnTo>
                    <a:pt x="670328" y="472621"/>
                  </a:lnTo>
                  <a:lnTo>
                    <a:pt x="635659" y="461772"/>
                  </a:lnTo>
                  <a:lnTo>
                    <a:pt x="602541" y="448833"/>
                  </a:lnTo>
                  <a:lnTo>
                    <a:pt x="570377" y="433959"/>
                  </a:lnTo>
                  <a:lnTo>
                    <a:pt x="555542" y="426058"/>
                  </a:lnTo>
                  <a:lnTo>
                    <a:pt x="540860" y="417504"/>
                  </a:lnTo>
                  <a:lnTo>
                    <a:pt x="540998" y="417504"/>
                  </a:lnTo>
                  <a:lnTo>
                    <a:pt x="525697" y="408008"/>
                  </a:lnTo>
                  <a:lnTo>
                    <a:pt x="490241" y="381552"/>
                  </a:lnTo>
                  <a:lnTo>
                    <a:pt x="457520" y="349380"/>
                  </a:lnTo>
                  <a:lnTo>
                    <a:pt x="429885" y="308526"/>
                  </a:lnTo>
                  <a:lnTo>
                    <a:pt x="416684" y="265429"/>
                  </a:lnTo>
                  <a:lnTo>
                    <a:pt x="415417" y="241046"/>
                  </a:lnTo>
                  <a:lnTo>
                    <a:pt x="413511" y="228853"/>
                  </a:lnTo>
                  <a:lnTo>
                    <a:pt x="394843" y="181482"/>
                  </a:lnTo>
                  <a:lnTo>
                    <a:pt x="370331" y="147574"/>
                  </a:lnTo>
                  <a:lnTo>
                    <a:pt x="338200" y="115950"/>
                  </a:lnTo>
                  <a:lnTo>
                    <a:pt x="299211" y="86994"/>
                  </a:lnTo>
                  <a:lnTo>
                    <a:pt x="254507" y="61213"/>
                  </a:lnTo>
                  <a:lnTo>
                    <a:pt x="247150" y="57780"/>
                  </a:lnTo>
                  <a:lnTo>
                    <a:pt x="217405" y="57780"/>
                  </a:lnTo>
                  <a:lnTo>
                    <a:pt x="216675" y="57597"/>
                  </a:lnTo>
                  <a:lnTo>
                    <a:pt x="246759" y="57597"/>
                  </a:lnTo>
                  <a:lnTo>
                    <a:pt x="222123" y="46100"/>
                  </a:lnTo>
                  <a:lnTo>
                    <a:pt x="190454" y="33739"/>
                  </a:lnTo>
                  <a:close/>
                </a:path>
                <a:path w="819150" h="532764">
                  <a:moveTo>
                    <a:pt x="722178" y="484692"/>
                  </a:moveTo>
                  <a:lnTo>
                    <a:pt x="725036" y="485260"/>
                  </a:lnTo>
                  <a:lnTo>
                    <a:pt x="725651" y="485260"/>
                  </a:lnTo>
                  <a:lnTo>
                    <a:pt x="722178" y="484692"/>
                  </a:lnTo>
                  <a:close/>
                </a:path>
                <a:path w="819150" h="532764">
                  <a:moveTo>
                    <a:pt x="706839" y="481632"/>
                  </a:moveTo>
                  <a:lnTo>
                    <a:pt x="706618" y="481632"/>
                  </a:lnTo>
                  <a:lnTo>
                    <a:pt x="708476" y="481998"/>
                  </a:lnTo>
                  <a:lnTo>
                    <a:pt x="706839" y="481632"/>
                  </a:lnTo>
                  <a:close/>
                </a:path>
                <a:path w="819150" h="532764">
                  <a:moveTo>
                    <a:pt x="686837" y="477080"/>
                  </a:moveTo>
                  <a:lnTo>
                    <a:pt x="688219" y="477454"/>
                  </a:lnTo>
                  <a:lnTo>
                    <a:pt x="688481" y="477454"/>
                  </a:lnTo>
                  <a:lnTo>
                    <a:pt x="686837" y="477080"/>
                  </a:lnTo>
                  <a:close/>
                </a:path>
                <a:path w="819150" h="532764">
                  <a:moveTo>
                    <a:pt x="670328" y="472621"/>
                  </a:moveTo>
                  <a:lnTo>
                    <a:pt x="670543" y="472757"/>
                  </a:lnTo>
                  <a:lnTo>
                    <a:pt x="671989" y="473141"/>
                  </a:lnTo>
                  <a:lnTo>
                    <a:pt x="670328" y="472621"/>
                  </a:lnTo>
                  <a:close/>
                </a:path>
                <a:path w="819150" h="532764">
                  <a:moveTo>
                    <a:pt x="540998" y="417504"/>
                  </a:moveTo>
                  <a:lnTo>
                    <a:pt x="540860" y="417504"/>
                  </a:lnTo>
                  <a:lnTo>
                    <a:pt x="542789" y="418627"/>
                  </a:lnTo>
                  <a:lnTo>
                    <a:pt x="540998" y="417504"/>
                  </a:lnTo>
                  <a:close/>
                </a:path>
                <a:path w="819150" h="532764">
                  <a:moveTo>
                    <a:pt x="292431" y="97677"/>
                  </a:moveTo>
                  <a:lnTo>
                    <a:pt x="292175" y="97677"/>
                  </a:lnTo>
                  <a:lnTo>
                    <a:pt x="295046" y="99488"/>
                  </a:lnTo>
                  <a:lnTo>
                    <a:pt x="292431" y="97677"/>
                  </a:lnTo>
                  <a:close/>
                </a:path>
                <a:path w="819150" h="532764">
                  <a:moveTo>
                    <a:pt x="216079" y="57266"/>
                  </a:moveTo>
                  <a:lnTo>
                    <a:pt x="216675" y="57597"/>
                  </a:lnTo>
                  <a:lnTo>
                    <a:pt x="217405" y="57780"/>
                  </a:lnTo>
                  <a:lnTo>
                    <a:pt x="216079" y="57266"/>
                  </a:lnTo>
                  <a:close/>
                </a:path>
                <a:path w="819150" h="532764">
                  <a:moveTo>
                    <a:pt x="175761" y="28902"/>
                  </a:moveTo>
                  <a:lnTo>
                    <a:pt x="130951" y="28902"/>
                  </a:lnTo>
                  <a:lnTo>
                    <a:pt x="149907" y="34072"/>
                  </a:lnTo>
                  <a:lnTo>
                    <a:pt x="148857" y="33739"/>
                  </a:lnTo>
                  <a:lnTo>
                    <a:pt x="190454" y="33739"/>
                  </a:lnTo>
                  <a:lnTo>
                    <a:pt x="187959" y="32765"/>
                  </a:lnTo>
                  <a:lnTo>
                    <a:pt x="175761" y="28902"/>
                  </a:lnTo>
                  <a:close/>
                </a:path>
                <a:path w="819150" h="532764">
                  <a:moveTo>
                    <a:pt x="111218" y="24468"/>
                  </a:moveTo>
                  <a:lnTo>
                    <a:pt x="132306" y="29267"/>
                  </a:lnTo>
                  <a:lnTo>
                    <a:pt x="130951" y="28902"/>
                  </a:lnTo>
                  <a:lnTo>
                    <a:pt x="175761" y="28902"/>
                  </a:lnTo>
                  <a:lnTo>
                    <a:pt x="162871" y="24819"/>
                  </a:lnTo>
                  <a:lnTo>
                    <a:pt x="113064" y="24819"/>
                  </a:lnTo>
                  <a:lnTo>
                    <a:pt x="111218" y="24468"/>
                  </a:lnTo>
                  <a:close/>
                </a:path>
                <a:path w="819150" h="532764">
                  <a:moveTo>
                    <a:pt x="92794" y="20955"/>
                  </a:moveTo>
                  <a:lnTo>
                    <a:pt x="113064" y="24819"/>
                  </a:lnTo>
                  <a:lnTo>
                    <a:pt x="162871" y="24819"/>
                  </a:lnTo>
                  <a:lnTo>
                    <a:pt x="152273" y="21462"/>
                  </a:lnTo>
                  <a:lnTo>
                    <a:pt x="151502" y="21255"/>
                  </a:lnTo>
                  <a:lnTo>
                    <a:pt x="94648" y="21255"/>
                  </a:lnTo>
                  <a:lnTo>
                    <a:pt x="92794" y="20955"/>
                  </a:lnTo>
                  <a:close/>
                </a:path>
                <a:path w="819150" h="532764">
                  <a:moveTo>
                    <a:pt x="253" y="0"/>
                  </a:moveTo>
                  <a:lnTo>
                    <a:pt x="190" y="3175"/>
                  </a:lnTo>
                  <a:lnTo>
                    <a:pt x="81" y="8636"/>
                  </a:lnTo>
                  <a:lnTo>
                    <a:pt x="0" y="12700"/>
                  </a:lnTo>
                  <a:lnTo>
                    <a:pt x="19848" y="13094"/>
                  </a:lnTo>
                  <a:lnTo>
                    <a:pt x="19179" y="13094"/>
                  </a:lnTo>
                  <a:lnTo>
                    <a:pt x="38673" y="14120"/>
                  </a:lnTo>
                  <a:lnTo>
                    <a:pt x="38238" y="14120"/>
                  </a:lnTo>
                  <a:lnTo>
                    <a:pt x="57809" y="15850"/>
                  </a:lnTo>
                  <a:lnTo>
                    <a:pt x="57516" y="15850"/>
                  </a:lnTo>
                  <a:lnTo>
                    <a:pt x="75473" y="18145"/>
                  </a:lnTo>
                  <a:lnTo>
                    <a:pt x="94648" y="21255"/>
                  </a:lnTo>
                  <a:lnTo>
                    <a:pt x="151502" y="21255"/>
                  </a:lnTo>
                  <a:lnTo>
                    <a:pt x="96520" y="8636"/>
                  </a:lnTo>
                  <a:lnTo>
                    <a:pt x="58293" y="3175"/>
                  </a:lnTo>
                  <a:lnTo>
                    <a:pt x="19557" y="380"/>
                  </a:lnTo>
                  <a:lnTo>
                    <a:pt x="253" y="0"/>
                  </a:lnTo>
                  <a:close/>
                </a:path>
                <a:path w="819150" h="532764">
                  <a:moveTo>
                    <a:pt x="57572" y="15850"/>
                  </a:moveTo>
                  <a:lnTo>
                    <a:pt x="56759" y="15850"/>
                  </a:lnTo>
                  <a:lnTo>
                    <a:pt x="59790" y="16133"/>
                  </a:lnTo>
                  <a:lnTo>
                    <a:pt x="57572" y="158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29088" y="3572255"/>
            <a:ext cx="344424" cy="2042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Probability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67497"/>
            <a:ext cx="1864995" cy="933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2)</a:t>
            </a:r>
            <a:endParaRPr sz="2400">
              <a:latin typeface="Calibri"/>
              <a:cs typeface="Calibri"/>
            </a:endParaRPr>
          </a:p>
          <a:p>
            <a:pPr marL="1036955">
              <a:lnSpc>
                <a:spcPct val="100000"/>
              </a:lnSpc>
              <a:spcBef>
                <a:spcPts val="695"/>
              </a:spcBef>
            </a:pPr>
            <a:r>
              <a:rPr sz="2400" b="1" spc="-10" dirty="0">
                <a:latin typeface="Calibri"/>
                <a:cs typeface="Calibri"/>
              </a:rPr>
              <a:t>empty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836289"/>
            <a:ext cx="276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3)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752" y="1636776"/>
            <a:ext cx="1417320" cy="3078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183" y="2115311"/>
            <a:ext cx="332232" cy="2590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4752" y="2691383"/>
            <a:ext cx="5858256" cy="3078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183" y="3947159"/>
            <a:ext cx="1505712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2183" y="4629911"/>
            <a:ext cx="5059679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61944" y="5007864"/>
            <a:ext cx="838200" cy="2103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30752" y="5291328"/>
            <a:ext cx="460248" cy="25298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55496"/>
            <a:ext cx="275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4)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1648967"/>
            <a:ext cx="4733544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9991" y="3377184"/>
            <a:ext cx="4730496" cy="7894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5328" y="1740407"/>
            <a:ext cx="3913631" cy="34655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9991" y="2212848"/>
            <a:ext cx="3218688" cy="2773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59991" y="2782823"/>
            <a:ext cx="4678680" cy="27736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39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42745"/>
            <a:ext cx="2874645" cy="221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5)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Calibri"/>
              <a:cs typeface="Calibri"/>
            </a:endParaRPr>
          </a:p>
          <a:p>
            <a:pPr marL="490855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Use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Venn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6)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60" y="1664207"/>
            <a:ext cx="5940551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2560" y="2109216"/>
            <a:ext cx="2170176" cy="2438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2560" y="3468623"/>
            <a:ext cx="3898391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2560" y="4069079"/>
            <a:ext cx="3642360" cy="2773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32560" y="4651247"/>
            <a:ext cx="5599175" cy="2529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5608" y="5239511"/>
            <a:ext cx="2368295" cy="2773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4783" y="3389376"/>
            <a:ext cx="167640" cy="18287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8098155" y="3468242"/>
            <a:ext cx="2643505" cy="1911350"/>
            <a:chOff x="8098155" y="3468242"/>
            <a:chExt cx="2643505" cy="1911350"/>
          </a:xfrm>
        </p:grpSpPr>
        <p:sp>
          <p:nvSpPr>
            <p:cNvPr id="12" name="object 12"/>
            <p:cNvSpPr/>
            <p:nvPr/>
          </p:nvSpPr>
          <p:spPr>
            <a:xfrm>
              <a:off x="8107680" y="3477767"/>
              <a:ext cx="2624455" cy="1572895"/>
            </a:xfrm>
            <a:custGeom>
              <a:avLst/>
              <a:gdLst/>
              <a:ahLst/>
              <a:cxnLst/>
              <a:rect l="l" t="t" r="r" b="b"/>
              <a:pathLst>
                <a:path w="2624454" h="1572895">
                  <a:moveTo>
                    <a:pt x="2624328" y="0"/>
                  </a:moveTo>
                  <a:lnTo>
                    <a:pt x="0" y="0"/>
                  </a:lnTo>
                  <a:lnTo>
                    <a:pt x="0" y="1572767"/>
                  </a:lnTo>
                  <a:lnTo>
                    <a:pt x="2624328" y="1572767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07680" y="3477767"/>
              <a:ext cx="2624455" cy="1572895"/>
            </a:xfrm>
            <a:custGeom>
              <a:avLst/>
              <a:gdLst/>
              <a:ahLst/>
              <a:cxnLst/>
              <a:rect l="l" t="t" r="r" b="b"/>
              <a:pathLst>
                <a:path w="2624454" h="1572895">
                  <a:moveTo>
                    <a:pt x="0" y="1572767"/>
                  </a:moveTo>
                  <a:lnTo>
                    <a:pt x="2624328" y="1572767"/>
                  </a:lnTo>
                  <a:lnTo>
                    <a:pt x="2624328" y="0"/>
                  </a:lnTo>
                  <a:lnTo>
                    <a:pt x="0" y="0"/>
                  </a:lnTo>
                  <a:lnTo>
                    <a:pt x="0" y="157276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59952" y="3712463"/>
              <a:ext cx="1542415" cy="1152525"/>
            </a:xfrm>
            <a:custGeom>
              <a:avLst/>
              <a:gdLst/>
              <a:ahLst/>
              <a:cxnLst/>
              <a:rect l="l" t="t" r="r" b="b"/>
              <a:pathLst>
                <a:path w="1542415" h="1152525">
                  <a:moveTo>
                    <a:pt x="771144" y="0"/>
                  </a:moveTo>
                  <a:lnTo>
                    <a:pt x="716079" y="1446"/>
                  </a:lnTo>
                  <a:lnTo>
                    <a:pt x="662058" y="5721"/>
                  </a:lnTo>
                  <a:lnTo>
                    <a:pt x="609211" y="12726"/>
                  </a:lnTo>
                  <a:lnTo>
                    <a:pt x="557670" y="22364"/>
                  </a:lnTo>
                  <a:lnTo>
                    <a:pt x="507564" y="34538"/>
                  </a:lnTo>
                  <a:lnTo>
                    <a:pt x="459024" y="49149"/>
                  </a:lnTo>
                  <a:lnTo>
                    <a:pt x="412181" y="66101"/>
                  </a:lnTo>
                  <a:lnTo>
                    <a:pt x="367165" y="85296"/>
                  </a:lnTo>
                  <a:lnTo>
                    <a:pt x="324107" y="106637"/>
                  </a:lnTo>
                  <a:lnTo>
                    <a:pt x="283138" y="130025"/>
                  </a:lnTo>
                  <a:lnTo>
                    <a:pt x="244387" y="155364"/>
                  </a:lnTo>
                  <a:lnTo>
                    <a:pt x="207986" y="182556"/>
                  </a:lnTo>
                  <a:lnTo>
                    <a:pt x="174066" y="211504"/>
                  </a:lnTo>
                  <a:lnTo>
                    <a:pt x="142756" y="242109"/>
                  </a:lnTo>
                  <a:lnTo>
                    <a:pt x="114188" y="274274"/>
                  </a:lnTo>
                  <a:lnTo>
                    <a:pt x="88491" y="307903"/>
                  </a:lnTo>
                  <a:lnTo>
                    <a:pt x="65797" y="342897"/>
                  </a:lnTo>
                  <a:lnTo>
                    <a:pt x="46236" y="379158"/>
                  </a:lnTo>
                  <a:lnTo>
                    <a:pt x="29939" y="416590"/>
                  </a:lnTo>
                  <a:lnTo>
                    <a:pt x="17037" y="455095"/>
                  </a:lnTo>
                  <a:lnTo>
                    <a:pt x="7659" y="494575"/>
                  </a:lnTo>
                  <a:lnTo>
                    <a:pt x="1936" y="534933"/>
                  </a:lnTo>
                  <a:lnTo>
                    <a:pt x="0" y="576072"/>
                  </a:lnTo>
                  <a:lnTo>
                    <a:pt x="1936" y="617210"/>
                  </a:lnTo>
                  <a:lnTo>
                    <a:pt x="7659" y="657568"/>
                  </a:lnTo>
                  <a:lnTo>
                    <a:pt x="17037" y="697048"/>
                  </a:lnTo>
                  <a:lnTo>
                    <a:pt x="29939" y="735553"/>
                  </a:lnTo>
                  <a:lnTo>
                    <a:pt x="46236" y="772985"/>
                  </a:lnTo>
                  <a:lnTo>
                    <a:pt x="65797" y="809246"/>
                  </a:lnTo>
                  <a:lnTo>
                    <a:pt x="88491" y="844240"/>
                  </a:lnTo>
                  <a:lnTo>
                    <a:pt x="114188" y="877869"/>
                  </a:lnTo>
                  <a:lnTo>
                    <a:pt x="142756" y="910034"/>
                  </a:lnTo>
                  <a:lnTo>
                    <a:pt x="174066" y="940639"/>
                  </a:lnTo>
                  <a:lnTo>
                    <a:pt x="207986" y="969587"/>
                  </a:lnTo>
                  <a:lnTo>
                    <a:pt x="244387" y="996779"/>
                  </a:lnTo>
                  <a:lnTo>
                    <a:pt x="283138" y="1022118"/>
                  </a:lnTo>
                  <a:lnTo>
                    <a:pt x="324107" y="1045506"/>
                  </a:lnTo>
                  <a:lnTo>
                    <a:pt x="367165" y="1066847"/>
                  </a:lnTo>
                  <a:lnTo>
                    <a:pt x="412181" y="1086042"/>
                  </a:lnTo>
                  <a:lnTo>
                    <a:pt x="459024" y="1102994"/>
                  </a:lnTo>
                  <a:lnTo>
                    <a:pt x="507564" y="1117605"/>
                  </a:lnTo>
                  <a:lnTo>
                    <a:pt x="557670" y="1129779"/>
                  </a:lnTo>
                  <a:lnTo>
                    <a:pt x="609211" y="1139417"/>
                  </a:lnTo>
                  <a:lnTo>
                    <a:pt x="662058" y="1146422"/>
                  </a:lnTo>
                  <a:lnTo>
                    <a:pt x="716079" y="1150697"/>
                  </a:lnTo>
                  <a:lnTo>
                    <a:pt x="771144" y="1152144"/>
                  </a:lnTo>
                  <a:lnTo>
                    <a:pt x="826208" y="1150697"/>
                  </a:lnTo>
                  <a:lnTo>
                    <a:pt x="880229" y="1146422"/>
                  </a:lnTo>
                  <a:lnTo>
                    <a:pt x="933076" y="1139417"/>
                  </a:lnTo>
                  <a:lnTo>
                    <a:pt x="984617" y="1129779"/>
                  </a:lnTo>
                  <a:lnTo>
                    <a:pt x="1034723" y="1117605"/>
                  </a:lnTo>
                  <a:lnTo>
                    <a:pt x="1083263" y="1102994"/>
                  </a:lnTo>
                  <a:lnTo>
                    <a:pt x="1130106" y="1086042"/>
                  </a:lnTo>
                  <a:lnTo>
                    <a:pt x="1175122" y="1066847"/>
                  </a:lnTo>
                  <a:lnTo>
                    <a:pt x="1218180" y="1045506"/>
                  </a:lnTo>
                  <a:lnTo>
                    <a:pt x="1259149" y="1022118"/>
                  </a:lnTo>
                  <a:lnTo>
                    <a:pt x="1297900" y="996779"/>
                  </a:lnTo>
                  <a:lnTo>
                    <a:pt x="1334301" y="969587"/>
                  </a:lnTo>
                  <a:lnTo>
                    <a:pt x="1368221" y="940639"/>
                  </a:lnTo>
                  <a:lnTo>
                    <a:pt x="1399531" y="910034"/>
                  </a:lnTo>
                  <a:lnTo>
                    <a:pt x="1428099" y="877869"/>
                  </a:lnTo>
                  <a:lnTo>
                    <a:pt x="1453796" y="844240"/>
                  </a:lnTo>
                  <a:lnTo>
                    <a:pt x="1476490" y="809246"/>
                  </a:lnTo>
                  <a:lnTo>
                    <a:pt x="1496051" y="772985"/>
                  </a:lnTo>
                  <a:lnTo>
                    <a:pt x="1512348" y="735553"/>
                  </a:lnTo>
                  <a:lnTo>
                    <a:pt x="1525250" y="697048"/>
                  </a:lnTo>
                  <a:lnTo>
                    <a:pt x="1534628" y="657568"/>
                  </a:lnTo>
                  <a:lnTo>
                    <a:pt x="1540351" y="617210"/>
                  </a:lnTo>
                  <a:lnTo>
                    <a:pt x="1542288" y="576072"/>
                  </a:lnTo>
                  <a:lnTo>
                    <a:pt x="1540351" y="534933"/>
                  </a:lnTo>
                  <a:lnTo>
                    <a:pt x="1534628" y="494575"/>
                  </a:lnTo>
                  <a:lnTo>
                    <a:pt x="1525250" y="455095"/>
                  </a:lnTo>
                  <a:lnTo>
                    <a:pt x="1512348" y="416590"/>
                  </a:lnTo>
                  <a:lnTo>
                    <a:pt x="1496051" y="379158"/>
                  </a:lnTo>
                  <a:lnTo>
                    <a:pt x="1476490" y="342897"/>
                  </a:lnTo>
                  <a:lnTo>
                    <a:pt x="1453796" y="307903"/>
                  </a:lnTo>
                  <a:lnTo>
                    <a:pt x="1428099" y="274274"/>
                  </a:lnTo>
                  <a:lnTo>
                    <a:pt x="1399531" y="242109"/>
                  </a:lnTo>
                  <a:lnTo>
                    <a:pt x="1368221" y="211504"/>
                  </a:lnTo>
                  <a:lnTo>
                    <a:pt x="1334301" y="182556"/>
                  </a:lnTo>
                  <a:lnTo>
                    <a:pt x="1297900" y="155364"/>
                  </a:lnTo>
                  <a:lnTo>
                    <a:pt x="1259149" y="130025"/>
                  </a:lnTo>
                  <a:lnTo>
                    <a:pt x="1218180" y="106637"/>
                  </a:lnTo>
                  <a:lnTo>
                    <a:pt x="1175122" y="85296"/>
                  </a:lnTo>
                  <a:lnTo>
                    <a:pt x="1130106" y="66101"/>
                  </a:lnTo>
                  <a:lnTo>
                    <a:pt x="1083263" y="49149"/>
                  </a:lnTo>
                  <a:lnTo>
                    <a:pt x="1034723" y="34538"/>
                  </a:lnTo>
                  <a:lnTo>
                    <a:pt x="984617" y="22364"/>
                  </a:lnTo>
                  <a:lnTo>
                    <a:pt x="933076" y="12726"/>
                  </a:lnTo>
                  <a:lnTo>
                    <a:pt x="880229" y="5721"/>
                  </a:lnTo>
                  <a:lnTo>
                    <a:pt x="826208" y="1446"/>
                  </a:lnTo>
                  <a:lnTo>
                    <a:pt x="771144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59952" y="3712463"/>
              <a:ext cx="1542415" cy="1152525"/>
            </a:xfrm>
            <a:custGeom>
              <a:avLst/>
              <a:gdLst/>
              <a:ahLst/>
              <a:cxnLst/>
              <a:rect l="l" t="t" r="r" b="b"/>
              <a:pathLst>
                <a:path w="1542415" h="1152525">
                  <a:moveTo>
                    <a:pt x="0" y="576072"/>
                  </a:moveTo>
                  <a:lnTo>
                    <a:pt x="1936" y="534933"/>
                  </a:lnTo>
                  <a:lnTo>
                    <a:pt x="7659" y="494575"/>
                  </a:lnTo>
                  <a:lnTo>
                    <a:pt x="17037" y="455095"/>
                  </a:lnTo>
                  <a:lnTo>
                    <a:pt x="29939" y="416590"/>
                  </a:lnTo>
                  <a:lnTo>
                    <a:pt x="46236" y="379158"/>
                  </a:lnTo>
                  <a:lnTo>
                    <a:pt x="65797" y="342897"/>
                  </a:lnTo>
                  <a:lnTo>
                    <a:pt x="88491" y="307903"/>
                  </a:lnTo>
                  <a:lnTo>
                    <a:pt x="114188" y="274274"/>
                  </a:lnTo>
                  <a:lnTo>
                    <a:pt x="142756" y="242109"/>
                  </a:lnTo>
                  <a:lnTo>
                    <a:pt x="174066" y="211504"/>
                  </a:lnTo>
                  <a:lnTo>
                    <a:pt x="207986" y="182556"/>
                  </a:lnTo>
                  <a:lnTo>
                    <a:pt x="244387" y="155364"/>
                  </a:lnTo>
                  <a:lnTo>
                    <a:pt x="283138" y="130025"/>
                  </a:lnTo>
                  <a:lnTo>
                    <a:pt x="324107" y="106637"/>
                  </a:lnTo>
                  <a:lnTo>
                    <a:pt x="367165" y="85296"/>
                  </a:lnTo>
                  <a:lnTo>
                    <a:pt x="412181" y="66101"/>
                  </a:lnTo>
                  <a:lnTo>
                    <a:pt x="459024" y="49149"/>
                  </a:lnTo>
                  <a:lnTo>
                    <a:pt x="507564" y="34538"/>
                  </a:lnTo>
                  <a:lnTo>
                    <a:pt x="557670" y="22364"/>
                  </a:lnTo>
                  <a:lnTo>
                    <a:pt x="609211" y="12726"/>
                  </a:lnTo>
                  <a:lnTo>
                    <a:pt x="662058" y="5721"/>
                  </a:lnTo>
                  <a:lnTo>
                    <a:pt x="716079" y="1446"/>
                  </a:lnTo>
                  <a:lnTo>
                    <a:pt x="771144" y="0"/>
                  </a:lnTo>
                  <a:lnTo>
                    <a:pt x="826208" y="1446"/>
                  </a:lnTo>
                  <a:lnTo>
                    <a:pt x="880229" y="5721"/>
                  </a:lnTo>
                  <a:lnTo>
                    <a:pt x="933076" y="12726"/>
                  </a:lnTo>
                  <a:lnTo>
                    <a:pt x="984617" y="22364"/>
                  </a:lnTo>
                  <a:lnTo>
                    <a:pt x="1034723" y="34538"/>
                  </a:lnTo>
                  <a:lnTo>
                    <a:pt x="1083263" y="49149"/>
                  </a:lnTo>
                  <a:lnTo>
                    <a:pt x="1130106" y="66101"/>
                  </a:lnTo>
                  <a:lnTo>
                    <a:pt x="1175122" y="85296"/>
                  </a:lnTo>
                  <a:lnTo>
                    <a:pt x="1218180" y="106637"/>
                  </a:lnTo>
                  <a:lnTo>
                    <a:pt x="1259149" y="130025"/>
                  </a:lnTo>
                  <a:lnTo>
                    <a:pt x="1297900" y="155364"/>
                  </a:lnTo>
                  <a:lnTo>
                    <a:pt x="1334301" y="182556"/>
                  </a:lnTo>
                  <a:lnTo>
                    <a:pt x="1368221" y="211504"/>
                  </a:lnTo>
                  <a:lnTo>
                    <a:pt x="1399531" y="242109"/>
                  </a:lnTo>
                  <a:lnTo>
                    <a:pt x="1428099" y="274274"/>
                  </a:lnTo>
                  <a:lnTo>
                    <a:pt x="1453796" y="307903"/>
                  </a:lnTo>
                  <a:lnTo>
                    <a:pt x="1476490" y="342897"/>
                  </a:lnTo>
                  <a:lnTo>
                    <a:pt x="1496051" y="379158"/>
                  </a:lnTo>
                  <a:lnTo>
                    <a:pt x="1512348" y="416590"/>
                  </a:lnTo>
                  <a:lnTo>
                    <a:pt x="1525250" y="455095"/>
                  </a:lnTo>
                  <a:lnTo>
                    <a:pt x="1534628" y="494575"/>
                  </a:lnTo>
                  <a:lnTo>
                    <a:pt x="1540351" y="534933"/>
                  </a:lnTo>
                  <a:lnTo>
                    <a:pt x="1542288" y="576072"/>
                  </a:lnTo>
                  <a:lnTo>
                    <a:pt x="1540351" y="617210"/>
                  </a:lnTo>
                  <a:lnTo>
                    <a:pt x="1534628" y="657568"/>
                  </a:lnTo>
                  <a:lnTo>
                    <a:pt x="1525250" y="697048"/>
                  </a:lnTo>
                  <a:lnTo>
                    <a:pt x="1512348" y="735553"/>
                  </a:lnTo>
                  <a:lnTo>
                    <a:pt x="1496051" y="772985"/>
                  </a:lnTo>
                  <a:lnTo>
                    <a:pt x="1476490" y="809246"/>
                  </a:lnTo>
                  <a:lnTo>
                    <a:pt x="1453796" y="844240"/>
                  </a:lnTo>
                  <a:lnTo>
                    <a:pt x="1428099" y="877869"/>
                  </a:lnTo>
                  <a:lnTo>
                    <a:pt x="1399531" y="910034"/>
                  </a:lnTo>
                  <a:lnTo>
                    <a:pt x="1368221" y="940639"/>
                  </a:lnTo>
                  <a:lnTo>
                    <a:pt x="1334301" y="969587"/>
                  </a:lnTo>
                  <a:lnTo>
                    <a:pt x="1297900" y="996779"/>
                  </a:lnTo>
                  <a:lnTo>
                    <a:pt x="1259149" y="1022118"/>
                  </a:lnTo>
                  <a:lnTo>
                    <a:pt x="1218180" y="1045506"/>
                  </a:lnTo>
                  <a:lnTo>
                    <a:pt x="1175122" y="1066847"/>
                  </a:lnTo>
                  <a:lnTo>
                    <a:pt x="1130106" y="1086042"/>
                  </a:lnTo>
                  <a:lnTo>
                    <a:pt x="1083263" y="1102994"/>
                  </a:lnTo>
                  <a:lnTo>
                    <a:pt x="1034723" y="1117605"/>
                  </a:lnTo>
                  <a:lnTo>
                    <a:pt x="984617" y="1129779"/>
                  </a:lnTo>
                  <a:lnTo>
                    <a:pt x="933076" y="1139417"/>
                  </a:lnTo>
                  <a:lnTo>
                    <a:pt x="880229" y="1146422"/>
                  </a:lnTo>
                  <a:lnTo>
                    <a:pt x="826208" y="1150697"/>
                  </a:lnTo>
                  <a:lnTo>
                    <a:pt x="771144" y="1152144"/>
                  </a:lnTo>
                  <a:lnTo>
                    <a:pt x="716079" y="1150697"/>
                  </a:lnTo>
                  <a:lnTo>
                    <a:pt x="662058" y="1146422"/>
                  </a:lnTo>
                  <a:lnTo>
                    <a:pt x="609211" y="1139417"/>
                  </a:lnTo>
                  <a:lnTo>
                    <a:pt x="557670" y="1129779"/>
                  </a:lnTo>
                  <a:lnTo>
                    <a:pt x="507564" y="1117605"/>
                  </a:lnTo>
                  <a:lnTo>
                    <a:pt x="459024" y="1102994"/>
                  </a:lnTo>
                  <a:lnTo>
                    <a:pt x="412181" y="1086042"/>
                  </a:lnTo>
                  <a:lnTo>
                    <a:pt x="367165" y="1066847"/>
                  </a:lnTo>
                  <a:lnTo>
                    <a:pt x="324107" y="1045506"/>
                  </a:lnTo>
                  <a:lnTo>
                    <a:pt x="283138" y="1022118"/>
                  </a:lnTo>
                  <a:lnTo>
                    <a:pt x="244387" y="996779"/>
                  </a:lnTo>
                  <a:lnTo>
                    <a:pt x="207986" y="969587"/>
                  </a:lnTo>
                  <a:lnTo>
                    <a:pt x="174066" y="940639"/>
                  </a:lnTo>
                  <a:lnTo>
                    <a:pt x="142756" y="910034"/>
                  </a:lnTo>
                  <a:lnTo>
                    <a:pt x="114188" y="877869"/>
                  </a:lnTo>
                  <a:lnTo>
                    <a:pt x="88491" y="844240"/>
                  </a:lnTo>
                  <a:lnTo>
                    <a:pt x="65797" y="809246"/>
                  </a:lnTo>
                  <a:lnTo>
                    <a:pt x="46236" y="772985"/>
                  </a:lnTo>
                  <a:lnTo>
                    <a:pt x="29939" y="735553"/>
                  </a:lnTo>
                  <a:lnTo>
                    <a:pt x="17037" y="697048"/>
                  </a:lnTo>
                  <a:lnTo>
                    <a:pt x="7659" y="657568"/>
                  </a:lnTo>
                  <a:lnTo>
                    <a:pt x="1936" y="617210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59240" y="4026407"/>
              <a:ext cx="744220" cy="527685"/>
            </a:xfrm>
            <a:custGeom>
              <a:avLst/>
              <a:gdLst/>
              <a:ahLst/>
              <a:cxnLst/>
              <a:rect l="l" t="t" r="r" b="b"/>
              <a:pathLst>
                <a:path w="744220" h="527685">
                  <a:moveTo>
                    <a:pt x="371855" y="0"/>
                  </a:moveTo>
                  <a:lnTo>
                    <a:pt x="316908" y="2857"/>
                  </a:lnTo>
                  <a:lnTo>
                    <a:pt x="264463" y="11158"/>
                  </a:lnTo>
                  <a:lnTo>
                    <a:pt x="215095" y="24495"/>
                  </a:lnTo>
                  <a:lnTo>
                    <a:pt x="169381" y="42461"/>
                  </a:lnTo>
                  <a:lnTo>
                    <a:pt x="127895" y="64649"/>
                  </a:lnTo>
                  <a:lnTo>
                    <a:pt x="91213" y="90653"/>
                  </a:lnTo>
                  <a:lnTo>
                    <a:pt x="59911" y="120065"/>
                  </a:lnTo>
                  <a:lnTo>
                    <a:pt x="34563" y="152477"/>
                  </a:lnTo>
                  <a:lnTo>
                    <a:pt x="15744" y="187484"/>
                  </a:lnTo>
                  <a:lnTo>
                    <a:pt x="4032" y="224678"/>
                  </a:lnTo>
                  <a:lnTo>
                    <a:pt x="0" y="263652"/>
                  </a:lnTo>
                  <a:lnTo>
                    <a:pt x="4032" y="302625"/>
                  </a:lnTo>
                  <a:lnTo>
                    <a:pt x="15744" y="339819"/>
                  </a:lnTo>
                  <a:lnTo>
                    <a:pt x="34563" y="374826"/>
                  </a:lnTo>
                  <a:lnTo>
                    <a:pt x="59911" y="407238"/>
                  </a:lnTo>
                  <a:lnTo>
                    <a:pt x="91213" y="436650"/>
                  </a:lnTo>
                  <a:lnTo>
                    <a:pt x="127895" y="462654"/>
                  </a:lnTo>
                  <a:lnTo>
                    <a:pt x="169381" y="484842"/>
                  </a:lnTo>
                  <a:lnTo>
                    <a:pt x="215095" y="502808"/>
                  </a:lnTo>
                  <a:lnTo>
                    <a:pt x="264463" y="516145"/>
                  </a:lnTo>
                  <a:lnTo>
                    <a:pt x="316908" y="524446"/>
                  </a:lnTo>
                  <a:lnTo>
                    <a:pt x="371855" y="527304"/>
                  </a:lnTo>
                  <a:lnTo>
                    <a:pt x="426803" y="524446"/>
                  </a:lnTo>
                  <a:lnTo>
                    <a:pt x="479248" y="516145"/>
                  </a:lnTo>
                  <a:lnTo>
                    <a:pt x="528616" y="502808"/>
                  </a:lnTo>
                  <a:lnTo>
                    <a:pt x="574330" y="484842"/>
                  </a:lnTo>
                  <a:lnTo>
                    <a:pt x="615816" y="462654"/>
                  </a:lnTo>
                  <a:lnTo>
                    <a:pt x="652498" y="436650"/>
                  </a:lnTo>
                  <a:lnTo>
                    <a:pt x="683800" y="407238"/>
                  </a:lnTo>
                  <a:lnTo>
                    <a:pt x="709148" y="374826"/>
                  </a:lnTo>
                  <a:lnTo>
                    <a:pt x="727967" y="339819"/>
                  </a:lnTo>
                  <a:lnTo>
                    <a:pt x="739679" y="302625"/>
                  </a:lnTo>
                  <a:lnTo>
                    <a:pt x="743711" y="263652"/>
                  </a:lnTo>
                  <a:lnTo>
                    <a:pt x="739679" y="224678"/>
                  </a:lnTo>
                  <a:lnTo>
                    <a:pt x="727967" y="187484"/>
                  </a:lnTo>
                  <a:lnTo>
                    <a:pt x="709148" y="152477"/>
                  </a:lnTo>
                  <a:lnTo>
                    <a:pt x="683800" y="120065"/>
                  </a:lnTo>
                  <a:lnTo>
                    <a:pt x="652498" y="90653"/>
                  </a:lnTo>
                  <a:lnTo>
                    <a:pt x="615816" y="64649"/>
                  </a:lnTo>
                  <a:lnTo>
                    <a:pt x="574330" y="42461"/>
                  </a:lnTo>
                  <a:lnTo>
                    <a:pt x="528616" y="24495"/>
                  </a:lnTo>
                  <a:lnTo>
                    <a:pt x="479248" y="11158"/>
                  </a:lnTo>
                  <a:lnTo>
                    <a:pt x="426803" y="2857"/>
                  </a:lnTo>
                  <a:lnTo>
                    <a:pt x="37185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9240" y="4026407"/>
              <a:ext cx="744220" cy="527685"/>
            </a:xfrm>
            <a:custGeom>
              <a:avLst/>
              <a:gdLst/>
              <a:ahLst/>
              <a:cxnLst/>
              <a:rect l="l" t="t" r="r" b="b"/>
              <a:pathLst>
                <a:path w="744220" h="527685">
                  <a:moveTo>
                    <a:pt x="0" y="263652"/>
                  </a:moveTo>
                  <a:lnTo>
                    <a:pt x="4032" y="224678"/>
                  </a:lnTo>
                  <a:lnTo>
                    <a:pt x="15744" y="187484"/>
                  </a:lnTo>
                  <a:lnTo>
                    <a:pt x="34563" y="152477"/>
                  </a:lnTo>
                  <a:lnTo>
                    <a:pt x="59911" y="120065"/>
                  </a:lnTo>
                  <a:lnTo>
                    <a:pt x="91213" y="90653"/>
                  </a:lnTo>
                  <a:lnTo>
                    <a:pt x="127895" y="64649"/>
                  </a:lnTo>
                  <a:lnTo>
                    <a:pt x="169381" y="42461"/>
                  </a:lnTo>
                  <a:lnTo>
                    <a:pt x="215095" y="24495"/>
                  </a:lnTo>
                  <a:lnTo>
                    <a:pt x="264463" y="11158"/>
                  </a:lnTo>
                  <a:lnTo>
                    <a:pt x="316908" y="2857"/>
                  </a:lnTo>
                  <a:lnTo>
                    <a:pt x="371855" y="0"/>
                  </a:lnTo>
                  <a:lnTo>
                    <a:pt x="426803" y="2857"/>
                  </a:lnTo>
                  <a:lnTo>
                    <a:pt x="479248" y="11158"/>
                  </a:lnTo>
                  <a:lnTo>
                    <a:pt x="528616" y="24495"/>
                  </a:lnTo>
                  <a:lnTo>
                    <a:pt x="574330" y="42461"/>
                  </a:lnTo>
                  <a:lnTo>
                    <a:pt x="615816" y="64649"/>
                  </a:lnTo>
                  <a:lnTo>
                    <a:pt x="652498" y="90653"/>
                  </a:lnTo>
                  <a:lnTo>
                    <a:pt x="683800" y="120065"/>
                  </a:lnTo>
                  <a:lnTo>
                    <a:pt x="709148" y="152477"/>
                  </a:lnTo>
                  <a:lnTo>
                    <a:pt x="727967" y="187484"/>
                  </a:lnTo>
                  <a:lnTo>
                    <a:pt x="739679" y="224678"/>
                  </a:lnTo>
                  <a:lnTo>
                    <a:pt x="743711" y="263652"/>
                  </a:lnTo>
                  <a:lnTo>
                    <a:pt x="739679" y="302625"/>
                  </a:lnTo>
                  <a:lnTo>
                    <a:pt x="727967" y="339819"/>
                  </a:lnTo>
                  <a:lnTo>
                    <a:pt x="709148" y="374826"/>
                  </a:lnTo>
                  <a:lnTo>
                    <a:pt x="683800" y="407238"/>
                  </a:lnTo>
                  <a:lnTo>
                    <a:pt x="652498" y="436650"/>
                  </a:lnTo>
                  <a:lnTo>
                    <a:pt x="615816" y="462654"/>
                  </a:lnTo>
                  <a:lnTo>
                    <a:pt x="574330" y="484842"/>
                  </a:lnTo>
                  <a:lnTo>
                    <a:pt x="528616" y="502808"/>
                  </a:lnTo>
                  <a:lnTo>
                    <a:pt x="479248" y="516145"/>
                  </a:lnTo>
                  <a:lnTo>
                    <a:pt x="426803" y="524446"/>
                  </a:lnTo>
                  <a:lnTo>
                    <a:pt x="371855" y="527304"/>
                  </a:lnTo>
                  <a:lnTo>
                    <a:pt x="316908" y="524446"/>
                  </a:lnTo>
                  <a:lnTo>
                    <a:pt x="264463" y="516145"/>
                  </a:lnTo>
                  <a:lnTo>
                    <a:pt x="215095" y="502808"/>
                  </a:lnTo>
                  <a:lnTo>
                    <a:pt x="169381" y="484842"/>
                  </a:lnTo>
                  <a:lnTo>
                    <a:pt x="127895" y="462654"/>
                  </a:lnTo>
                  <a:lnTo>
                    <a:pt x="91213" y="436650"/>
                  </a:lnTo>
                  <a:lnTo>
                    <a:pt x="59911" y="407238"/>
                  </a:lnTo>
                  <a:lnTo>
                    <a:pt x="34563" y="374826"/>
                  </a:lnTo>
                  <a:lnTo>
                    <a:pt x="15744" y="339819"/>
                  </a:lnTo>
                  <a:lnTo>
                    <a:pt x="4032" y="302625"/>
                  </a:lnTo>
                  <a:lnTo>
                    <a:pt x="0" y="26365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9952" y="3685031"/>
              <a:ext cx="204216" cy="1737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21368" y="4209287"/>
              <a:ext cx="198120" cy="17983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35568" y="4208144"/>
              <a:ext cx="236854" cy="1171575"/>
            </a:xfrm>
            <a:custGeom>
              <a:avLst/>
              <a:gdLst/>
              <a:ahLst/>
              <a:cxnLst/>
              <a:rect l="l" t="t" r="r" b="b"/>
              <a:pathLst>
                <a:path w="236854" h="1171575">
                  <a:moveTo>
                    <a:pt x="0" y="1089786"/>
                  </a:moveTo>
                  <a:lnTo>
                    <a:pt x="24383" y="1171447"/>
                  </a:lnTo>
                  <a:lnTo>
                    <a:pt x="69886" y="1109979"/>
                  </a:lnTo>
                  <a:lnTo>
                    <a:pt x="41655" y="1109979"/>
                  </a:lnTo>
                  <a:lnTo>
                    <a:pt x="29082" y="1107820"/>
                  </a:lnTo>
                  <a:lnTo>
                    <a:pt x="31286" y="1095292"/>
                  </a:lnTo>
                  <a:lnTo>
                    <a:pt x="0" y="1089786"/>
                  </a:lnTo>
                  <a:close/>
                </a:path>
                <a:path w="236854" h="1171575">
                  <a:moveTo>
                    <a:pt x="31286" y="1095292"/>
                  </a:moveTo>
                  <a:lnTo>
                    <a:pt x="29082" y="1107820"/>
                  </a:lnTo>
                  <a:lnTo>
                    <a:pt x="41655" y="1109979"/>
                  </a:lnTo>
                  <a:lnTo>
                    <a:pt x="43848" y="1097503"/>
                  </a:lnTo>
                  <a:lnTo>
                    <a:pt x="31286" y="1095292"/>
                  </a:lnTo>
                  <a:close/>
                </a:path>
                <a:path w="236854" h="1171575">
                  <a:moveTo>
                    <a:pt x="43848" y="1097503"/>
                  </a:moveTo>
                  <a:lnTo>
                    <a:pt x="41655" y="1109979"/>
                  </a:lnTo>
                  <a:lnTo>
                    <a:pt x="69886" y="1109979"/>
                  </a:lnTo>
                  <a:lnTo>
                    <a:pt x="75056" y="1102994"/>
                  </a:lnTo>
                  <a:lnTo>
                    <a:pt x="43848" y="1097503"/>
                  </a:lnTo>
                  <a:close/>
                </a:path>
                <a:path w="236854" h="1171575">
                  <a:moveTo>
                    <a:pt x="223900" y="0"/>
                  </a:moveTo>
                  <a:lnTo>
                    <a:pt x="31286" y="1095292"/>
                  </a:lnTo>
                  <a:lnTo>
                    <a:pt x="43848" y="1097503"/>
                  </a:lnTo>
                  <a:lnTo>
                    <a:pt x="236347" y="2285"/>
                  </a:lnTo>
                  <a:lnTo>
                    <a:pt x="223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0559" y="5443728"/>
            <a:ext cx="868679" cy="19811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Probability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45747"/>
            <a:ext cx="3724910" cy="102298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twice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observed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8328" y="2076958"/>
            <a:ext cx="502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3544" y="2197607"/>
            <a:ext cx="396239" cy="2560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1303" y="2209800"/>
            <a:ext cx="502920" cy="2560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216" y="2865120"/>
            <a:ext cx="1481328" cy="2773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6216" y="3624071"/>
            <a:ext cx="7894320" cy="2804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6216" y="4383023"/>
            <a:ext cx="5193792" cy="2804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Sample</a:t>
            </a:r>
            <a:r>
              <a:rPr spc="-70" dirty="0"/>
              <a:t> </a:t>
            </a:r>
            <a:r>
              <a:rPr spc="-10" dirty="0"/>
              <a:t>Space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21109"/>
            <a:ext cx="4312920" cy="158051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latin typeface="Calibri"/>
                <a:cs typeface="Calibri"/>
              </a:rPr>
              <a:t>Sample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Space: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469265" algn="l"/>
              </a:tabLst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a)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Countable:</a:t>
            </a:r>
            <a:endParaRPr sz="2400">
              <a:latin typeface="Calibri"/>
              <a:cs typeface="Calibri"/>
            </a:endParaRPr>
          </a:p>
          <a:p>
            <a:pPr marL="1018540">
              <a:lnSpc>
                <a:spcPct val="100000"/>
              </a:lnSpc>
              <a:spcBef>
                <a:spcPts val="1515"/>
              </a:spcBef>
            </a:pPr>
            <a:r>
              <a:rPr sz="2400" b="1" spc="-10" dirty="0">
                <a:latin typeface="Calibri"/>
                <a:cs typeface="Calibri"/>
              </a:rPr>
              <a:t>Discrete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960" y="2145792"/>
            <a:ext cx="2968752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7696" y="3230879"/>
            <a:ext cx="3105912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9888" y="3834384"/>
            <a:ext cx="6114288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9888" y="2712720"/>
            <a:ext cx="377951" cy="2194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Sample</a:t>
            </a:r>
            <a:r>
              <a:rPr spc="-70" dirty="0"/>
              <a:t> </a:t>
            </a:r>
            <a:r>
              <a:rPr spc="-10" dirty="0"/>
              <a:t>Space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007" y="1542781"/>
            <a:ext cx="4726305" cy="8070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469900" algn="l"/>
              </a:tabLst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b)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Uncountable</a:t>
            </a:r>
            <a:endParaRPr sz="2400">
              <a:latin typeface="Calibri"/>
              <a:cs typeface="Calibri"/>
            </a:endParaRPr>
          </a:p>
          <a:p>
            <a:pPr marL="1018540">
              <a:lnSpc>
                <a:spcPct val="100000"/>
              </a:lnSpc>
              <a:spcBef>
                <a:spcPts val="195"/>
              </a:spcBef>
            </a:pP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2054351"/>
            <a:ext cx="377951" cy="219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975" y="2593848"/>
            <a:ext cx="3855720" cy="3444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spc="-110" dirty="0"/>
              <a:t> </a:t>
            </a:r>
            <a:r>
              <a:rPr dirty="0"/>
              <a:t>Probability</a:t>
            </a:r>
            <a:r>
              <a:rPr spc="-65" dirty="0"/>
              <a:t> </a:t>
            </a:r>
            <a:r>
              <a:rPr spc="-10" dirty="0"/>
              <a:t>Space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43304"/>
            <a:ext cx="6586220" cy="3559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choose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point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completely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a)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400" b="1" spc="-25" dirty="0"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2400" b="1" spc="-25" dirty="0">
                <a:latin typeface="Calibri"/>
                <a:cs typeface="Calibri"/>
              </a:rPr>
              <a:t>c)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sz="2400" b="1" spc="-25" dirty="0">
                <a:latin typeface="Calibri"/>
                <a:cs typeface="Calibri"/>
              </a:rPr>
              <a:t>d)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4280" y="1676400"/>
            <a:ext cx="731520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272" y="2828544"/>
            <a:ext cx="2191512" cy="2773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2080" y="3508247"/>
            <a:ext cx="2508504" cy="2804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2080" y="4178808"/>
            <a:ext cx="4486656" cy="2804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2080" y="4824984"/>
            <a:ext cx="6065520" cy="27736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761363" y="2319147"/>
            <a:ext cx="1723389" cy="156210"/>
            <a:chOff x="1761363" y="2319147"/>
            <a:chExt cx="1723389" cy="156210"/>
          </a:xfrm>
        </p:grpSpPr>
        <p:sp>
          <p:nvSpPr>
            <p:cNvPr id="10" name="object 10"/>
            <p:cNvSpPr/>
            <p:nvPr/>
          </p:nvSpPr>
          <p:spPr>
            <a:xfrm>
              <a:off x="1770888" y="2328672"/>
              <a:ext cx="1704339" cy="137160"/>
            </a:xfrm>
            <a:custGeom>
              <a:avLst/>
              <a:gdLst/>
              <a:ahLst/>
              <a:cxnLst/>
              <a:rect l="l" t="t" r="r" b="b"/>
              <a:pathLst>
                <a:path w="1704339" h="137160">
                  <a:moveTo>
                    <a:pt x="0" y="69976"/>
                  </a:moveTo>
                  <a:lnTo>
                    <a:pt x="1695831" y="60960"/>
                  </a:lnTo>
                </a:path>
                <a:path w="1704339" h="137160">
                  <a:moveTo>
                    <a:pt x="1704086" y="137032"/>
                  </a:moveTo>
                  <a:lnTo>
                    <a:pt x="1697736" y="0"/>
                  </a:lnTo>
                </a:path>
                <a:path w="1704339" h="137160">
                  <a:moveTo>
                    <a:pt x="12445" y="137032"/>
                  </a:moveTo>
                  <a:lnTo>
                    <a:pt x="6095" y="0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68652" y="2363724"/>
              <a:ext cx="67945" cy="66040"/>
            </a:xfrm>
            <a:custGeom>
              <a:avLst/>
              <a:gdLst/>
              <a:ahLst/>
              <a:cxnLst/>
              <a:rect l="l" t="t" r="r" b="b"/>
              <a:pathLst>
                <a:path w="67944" h="66039">
                  <a:moveTo>
                    <a:pt x="0" y="0"/>
                  </a:moveTo>
                  <a:lnTo>
                    <a:pt x="67437" y="65531"/>
                  </a:lnTo>
                </a:path>
                <a:path w="67944" h="66039">
                  <a:moveTo>
                    <a:pt x="0" y="65531"/>
                  </a:moveTo>
                  <a:lnTo>
                    <a:pt x="67437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59427" y="2837307"/>
            <a:ext cx="1744980" cy="156210"/>
            <a:chOff x="4559427" y="2837307"/>
            <a:chExt cx="1744980" cy="156210"/>
          </a:xfrm>
        </p:grpSpPr>
        <p:sp>
          <p:nvSpPr>
            <p:cNvPr id="13" name="object 13"/>
            <p:cNvSpPr/>
            <p:nvPr/>
          </p:nvSpPr>
          <p:spPr>
            <a:xfrm>
              <a:off x="4590288" y="2846832"/>
              <a:ext cx="1704339" cy="137160"/>
            </a:xfrm>
            <a:custGeom>
              <a:avLst/>
              <a:gdLst/>
              <a:ahLst/>
              <a:cxnLst/>
              <a:rect l="l" t="t" r="r" b="b"/>
              <a:pathLst>
                <a:path w="1704339" h="137160">
                  <a:moveTo>
                    <a:pt x="0" y="69976"/>
                  </a:moveTo>
                  <a:lnTo>
                    <a:pt x="1695831" y="60959"/>
                  </a:lnTo>
                </a:path>
                <a:path w="1704339" h="137160">
                  <a:moveTo>
                    <a:pt x="1704086" y="137032"/>
                  </a:moveTo>
                  <a:lnTo>
                    <a:pt x="1697736" y="0"/>
                  </a:lnTo>
                </a:path>
                <a:path w="1704339" h="137160">
                  <a:moveTo>
                    <a:pt x="12446" y="137032"/>
                  </a:moveTo>
                  <a:lnTo>
                    <a:pt x="6096" y="0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8952" y="2868168"/>
              <a:ext cx="917575" cy="97155"/>
            </a:xfrm>
            <a:custGeom>
              <a:avLst/>
              <a:gdLst/>
              <a:ahLst/>
              <a:cxnLst/>
              <a:rect l="l" t="t" r="r" b="b"/>
              <a:pathLst>
                <a:path w="917575" h="97155">
                  <a:moveTo>
                    <a:pt x="0" y="6096"/>
                  </a:moveTo>
                  <a:lnTo>
                    <a:pt x="78994" y="96647"/>
                  </a:lnTo>
                </a:path>
                <a:path w="917575" h="97155">
                  <a:moveTo>
                    <a:pt x="838200" y="0"/>
                  </a:moveTo>
                  <a:lnTo>
                    <a:pt x="917194" y="90551"/>
                  </a:lnTo>
                </a:path>
                <a:path w="917575" h="97155">
                  <a:moveTo>
                    <a:pt x="42672" y="51689"/>
                  </a:moveTo>
                  <a:lnTo>
                    <a:pt x="870838" y="42672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Continuous</a:t>
            </a:r>
            <a:r>
              <a:rPr spc="-110" dirty="0"/>
              <a:t> </a:t>
            </a:r>
            <a:r>
              <a:rPr dirty="0"/>
              <a:t>Probability</a:t>
            </a:r>
            <a:r>
              <a:rPr spc="-75" dirty="0"/>
              <a:t> </a:t>
            </a:r>
            <a:r>
              <a:rPr spc="-10" dirty="0"/>
              <a:t>Space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43304"/>
            <a:ext cx="9819005" cy="4145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Key</a:t>
            </a:r>
            <a:r>
              <a:rPr sz="2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point:</a:t>
            </a:r>
            <a:r>
              <a:rPr sz="2800" b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Axioms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applies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continuous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ts val="3225"/>
              </a:lnSpc>
            </a:pPr>
            <a:r>
              <a:rPr sz="2800" b="1" spc="-10" dirty="0">
                <a:latin typeface="Calibri"/>
                <a:cs typeface="Calibri"/>
              </a:rPr>
              <a:t>Example:</a:t>
            </a:r>
            <a:r>
              <a:rPr sz="2800" b="1" spc="-1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Suppose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know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certain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machine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lasts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45"/>
              </a:lnSpc>
              <a:tabLst>
                <a:tab pos="3121660" algn="l"/>
              </a:tabLst>
            </a:pPr>
            <a:r>
              <a:rPr sz="2400" b="1" dirty="0">
                <a:latin typeface="Calibri"/>
                <a:cs typeface="Calibri"/>
              </a:rPr>
              <a:t>more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equal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to</a:t>
            </a:r>
            <a:r>
              <a:rPr sz="2400" b="1" dirty="0">
                <a:latin typeface="Calibri"/>
                <a:cs typeface="Calibri"/>
              </a:rPr>
              <a:t>	years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400">
              <a:latin typeface="Calibri"/>
              <a:cs typeface="Calibri"/>
            </a:endParaRPr>
          </a:p>
          <a:p>
            <a:pPr marL="469265" marR="6870065" indent="-457200">
              <a:lnSpc>
                <a:spcPct val="120900"/>
              </a:lnSpc>
            </a:pPr>
            <a:r>
              <a:rPr sz="2400" b="1" dirty="0">
                <a:latin typeface="Calibri"/>
                <a:cs typeface="Calibri"/>
              </a:rPr>
              <a:t>Find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following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sets: </a:t>
            </a:r>
            <a:r>
              <a:rPr sz="2400" b="1" spc="-25" dirty="0">
                <a:latin typeface="Calibri"/>
                <a:cs typeface="Calibri"/>
              </a:rPr>
              <a:t>a)</a:t>
            </a:r>
            <a:endParaRPr sz="24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400" b="1" spc="-25" dirty="0">
                <a:latin typeface="Calibri"/>
                <a:cs typeface="Calibri"/>
              </a:rPr>
              <a:t>b)</a:t>
            </a:r>
            <a:endParaRPr sz="24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205"/>
              </a:spcBef>
            </a:pPr>
            <a:r>
              <a:rPr sz="2400" b="1" spc="-25" dirty="0">
                <a:latin typeface="Calibri"/>
                <a:cs typeface="Calibri"/>
              </a:rPr>
              <a:t>c)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1711" y="3060192"/>
            <a:ext cx="173736" cy="1402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600" y="3364991"/>
            <a:ext cx="4282440" cy="6004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0783" y="4370832"/>
            <a:ext cx="1264920" cy="2804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0783" y="4882896"/>
            <a:ext cx="1264920" cy="2804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0783" y="5398008"/>
            <a:ext cx="1850136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/>
              <a:t>Conditional</a:t>
            </a:r>
            <a:r>
              <a:rPr spc="-3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815" y="1603705"/>
            <a:ext cx="7948295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Suppose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certain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city,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0.3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percent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days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rainy</a:t>
            </a:r>
            <a:r>
              <a:rPr sz="2400" b="1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rains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cloudy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might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815" y="4070984"/>
            <a:ext cx="51447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Conditional</a:t>
            </a:r>
            <a:r>
              <a:rPr sz="2500" b="1" spc="-10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4471C4"/>
                </a:solidFill>
                <a:latin typeface="Calibri"/>
                <a:cs typeface="Calibri"/>
              </a:rPr>
              <a:t>probability:</a:t>
            </a:r>
            <a:r>
              <a:rPr sz="25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0060" y="4083177"/>
            <a:ext cx="701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given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783" y="2264664"/>
            <a:ext cx="2145791" cy="3017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783" y="3352800"/>
            <a:ext cx="3337560" cy="3078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6376" y="4200144"/>
            <a:ext cx="240791" cy="2164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57288" y="4191000"/>
            <a:ext cx="246888" cy="2072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8320" y="4748784"/>
            <a:ext cx="113385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30553"/>
            <a:ext cx="9677400" cy="788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fair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die,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outcome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even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55"/>
              </a:lnSpc>
            </a:pP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was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equal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i.e.,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198696"/>
            <a:ext cx="85280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Note: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791" y="2581655"/>
            <a:ext cx="1895856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216" y="3194304"/>
            <a:ext cx="4983480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9192" y="4230623"/>
            <a:ext cx="4279391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85990" y="1774393"/>
            <a:ext cx="2639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95932"/>
            <a:ext cx="5885180" cy="12407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ct val="145500"/>
              </a:lnSpc>
              <a:spcBef>
                <a:spcPts val="365"/>
              </a:spcBef>
              <a:tabLst>
                <a:tab pos="2872740" algn="l"/>
              </a:tabLst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Definition</a:t>
            </a:r>
            <a:r>
              <a:rPr sz="2400" b="1" dirty="0">
                <a:latin typeface="Calibri"/>
                <a:cs typeface="Calibri"/>
              </a:rPr>
              <a:t>: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4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Probability </a:t>
            </a:r>
            <a:r>
              <a:rPr sz="2400" b="1" dirty="0">
                <a:latin typeface="Calibri"/>
                <a:cs typeface="Calibri"/>
              </a:rPr>
              <a:t>occurred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</a:t>
            </a:r>
            <a:r>
              <a:rPr sz="2400" b="1" dirty="0">
                <a:latin typeface="Calibri"/>
                <a:cs typeface="Calibri"/>
              </a:rPr>
              <a:t>	has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occurred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25" dirty="0">
                <a:latin typeface="Calibri"/>
                <a:cs typeface="Calibri"/>
              </a:rPr>
              <a:t> by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59" y="1856232"/>
            <a:ext cx="1133856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76104" y="1886711"/>
            <a:ext cx="240792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4240" y="2462783"/>
            <a:ext cx="246887" cy="207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32760" y="3273552"/>
            <a:ext cx="5891784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30858"/>
            <a:ext cx="594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5965" algn="l"/>
                <a:tab pos="1758314" algn="l"/>
              </a:tabLst>
            </a:pP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 </a:t>
            </a:r>
            <a:r>
              <a:rPr sz="2400" b="1" spc="-10" dirty="0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6469" y="1530858"/>
            <a:ext cx="612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055" y="1621536"/>
            <a:ext cx="240792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9904" y="1630679"/>
            <a:ext cx="246887" cy="2072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6871" y="1630679"/>
            <a:ext cx="268224" cy="2712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83664" y="2423160"/>
            <a:ext cx="8467344" cy="7589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39184" y="3325367"/>
            <a:ext cx="3913632" cy="241706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02640"/>
            <a:ext cx="48888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49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42745"/>
            <a:ext cx="7083425" cy="168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Conditional</a:t>
            </a:r>
            <a:r>
              <a:rPr sz="2400" b="1" spc="-9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probability</a:t>
            </a:r>
            <a:r>
              <a:rPr sz="2400" b="1" spc="-10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satisfies</a:t>
            </a:r>
            <a:r>
              <a:rPr sz="24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probability</a:t>
            </a:r>
            <a:r>
              <a:rPr sz="2400" b="1" spc="-1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axioms</a:t>
            </a:r>
            <a:r>
              <a:rPr sz="24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995"/>
              </a:spcBef>
              <a:buAutoNum type="alphaL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425"/>
              </a:spcBef>
              <a:buAutoNum type="alphaLcParenR"/>
              <a:tabLst>
                <a:tab pos="469265" algn="l"/>
                <a:tab pos="4183379" algn="l"/>
                <a:tab pos="5339715" algn="l"/>
              </a:tabLst>
            </a:pPr>
            <a:r>
              <a:rPr sz="2400" b="1" dirty="0">
                <a:latin typeface="Calibri"/>
                <a:cs typeface="Calibri"/>
              </a:rPr>
              <a:t>Conditional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given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6495" y="2267711"/>
            <a:ext cx="2395728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3544" y="2962655"/>
            <a:ext cx="246887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0256" y="2938272"/>
            <a:ext cx="1892807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1303" y="2962655"/>
            <a:ext cx="246887" cy="20726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55496"/>
            <a:ext cx="6240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3166745" algn="l"/>
              </a:tabLst>
            </a:pPr>
            <a:r>
              <a:rPr sz="2400" b="1" spc="-25" dirty="0">
                <a:latin typeface="Calibri"/>
                <a:cs typeface="Calibri"/>
              </a:rPr>
              <a:t>c)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disjoint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695" y="1652016"/>
            <a:ext cx="2087880" cy="274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0263" y="2471927"/>
            <a:ext cx="9784080" cy="3017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7967" y="3480815"/>
            <a:ext cx="182879" cy="20116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682114" y="3471290"/>
            <a:ext cx="4041140" cy="1738630"/>
            <a:chOff x="1682114" y="3471290"/>
            <a:chExt cx="4041140" cy="1738630"/>
          </a:xfrm>
        </p:grpSpPr>
        <p:sp>
          <p:nvSpPr>
            <p:cNvPr id="8" name="object 8"/>
            <p:cNvSpPr/>
            <p:nvPr/>
          </p:nvSpPr>
          <p:spPr>
            <a:xfrm>
              <a:off x="1691639" y="3480815"/>
              <a:ext cx="3234055" cy="1719580"/>
            </a:xfrm>
            <a:custGeom>
              <a:avLst/>
              <a:gdLst/>
              <a:ahLst/>
              <a:cxnLst/>
              <a:rect l="l" t="t" r="r" b="b"/>
              <a:pathLst>
                <a:path w="3234054" h="1719579">
                  <a:moveTo>
                    <a:pt x="3233928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3233928" y="1719072"/>
                  </a:lnTo>
                  <a:lnTo>
                    <a:pt x="32339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91639" y="3480815"/>
              <a:ext cx="3234055" cy="1719580"/>
            </a:xfrm>
            <a:custGeom>
              <a:avLst/>
              <a:gdLst/>
              <a:ahLst/>
              <a:cxnLst/>
              <a:rect l="l" t="t" r="r" b="b"/>
              <a:pathLst>
                <a:path w="3234054" h="1719579">
                  <a:moveTo>
                    <a:pt x="0" y="1719072"/>
                  </a:moveTo>
                  <a:lnTo>
                    <a:pt x="3233928" y="1719072"/>
                  </a:lnTo>
                  <a:lnTo>
                    <a:pt x="3233928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14727" y="3673969"/>
              <a:ext cx="1960245" cy="1316990"/>
            </a:xfrm>
            <a:custGeom>
              <a:avLst/>
              <a:gdLst/>
              <a:ahLst/>
              <a:cxnLst/>
              <a:rect l="l" t="t" r="r" b="b"/>
              <a:pathLst>
                <a:path w="1960245" h="1316989">
                  <a:moveTo>
                    <a:pt x="3124" y="772173"/>
                  </a:moveTo>
                  <a:lnTo>
                    <a:pt x="0" y="756233"/>
                  </a:lnTo>
                  <a:lnTo>
                    <a:pt x="1725" y="738825"/>
                  </a:lnTo>
                  <a:lnTo>
                    <a:pt x="8149" y="720045"/>
                  </a:lnTo>
                  <a:lnTo>
                    <a:pt x="34495" y="678752"/>
                  </a:lnTo>
                  <a:lnTo>
                    <a:pt x="77833" y="633123"/>
                  </a:lnTo>
                  <a:lnTo>
                    <a:pt x="136962" y="583927"/>
                  </a:lnTo>
                  <a:lnTo>
                    <a:pt x="172073" y="558231"/>
                  </a:lnTo>
                  <a:lnTo>
                    <a:pt x="210680" y="531932"/>
                  </a:lnTo>
                  <a:lnTo>
                    <a:pt x="252633" y="505125"/>
                  </a:lnTo>
                  <a:lnTo>
                    <a:pt x="297783" y="477907"/>
                  </a:lnTo>
                  <a:lnTo>
                    <a:pt x="345978" y="450373"/>
                  </a:lnTo>
                  <a:lnTo>
                    <a:pt x="397069" y="422620"/>
                  </a:lnTo>
                  <a:lnTo>
                    <a:pt x="450905" y="394744"/>
                  </a:lnTo>
                  <a:lnTo>
                    <a:pt x="507336" y="366840"/>
                  </a:lnTo>
                  <a:lnTo>
                    <a:pt x="566211" y="339006"/>
                  </a:lnTo>
                  <a:lnTo>
                    <a:pt x="627381" y="311336"/>
                  </a:lnTo>
                  <a:lnTo>
                    <a:pt x="690695" y="283928"/>
                  </a:lnTo>
                  <a:lnTo>
                    <a:pt x="756002" y="256876"/>
                  </a:lnTo>
                  <a:lnTo>
                    <a:pt x="823153" y="230278"/>
                  </a:lnTo>
                  <a:lnTo>
                    <a:pt x="891997" y="204229"/>
                  </a:lnTo>
                  <a:lnTo>
                    <a:pt x="961247" y="179237"/>
                  </a:lnTo>
                  <a:lnTo>
                    <a:pt x="1029568" y="155762"/>
                  </a:lnTo>
                  <a:lnTo>
                    <a:pt x="1096782" y="133829"/>
                  </a:lnTo>
                  <a:lnTo>
                    <a:pt x="1162713" y="113464"/>
                  </a:lnTo>
                  <a:lnTo>
                    <a:pt x="1227184" y="94690"/>
                  </a:lnTo>
                  <a:lnTo>
                    <a:pt x="1290019" y="77534"/>
                  </a:lnTo>
                  <a:lnTo>
                    <a:pt x="1351040" y="62019"/>
                  </a:lnTo>
                  <a:lnTo>
                    <a:pt x="1410072" y="48171"/>
                  </a:lnTo>
                  <a:lnTo>
                    <a:pt x="1466938" y="36015"/>
                  </a:lnTo>
                  <a:lnTo>
                    <a:pt x="1521461" y="25575"/>
                  </a:lnTo>
                  <a:lnTo>
                    <a:pt x="1573464" y="16877"/>
                  </a:lnTo>
                  <a:lnTo>
                    <a:pt x="1622772" y="9946"/>
                  </a:lnTo>
                  <a:lnTo>
                    <a:pt x="1669206" y="4806"/>
                  </a:lnTo>
                  <a:lnTo>
                    <a:pt x="1712591" y="1482"/>
                  </a:lnTo>
                  <a:lnTo>
                    <a:pt x="1752751" y="0"/>
                  </a:lnTo>
                  <a:lnTo>
                    <a:pt x="1789508" y="383"/>
                  </a:lnTo>
                  <a:lnTo>
                    <a:pt x="1852107" y="6849"/>
                  </a:lnTo>
                  <a:lnTo>
                    <a:pt x="1898977" y="21079"/>
                  </a:lnTo>
                  <a:lnTo>
                    <a:pt x="1936699" y="57417"/>
                  </a:lnTo>
                  <a:lnTo>
                    <a:pt x="1939823" y="73357"/>
                  </a:lnTo>
                  <a:lnTo>
                    <a:pt x="1938098" y="90768"/>
                  </a:lnTo>
                  <a:lnTo>
                    <a:pt x="1920700" y="129612"/>
                  </a:lnTo>
                  <a:lnTo>
                    <a:pt x="1885707" y="173180"/>
                  </a:lnTo>
                  <a:lnTo>
                    <a:pt x="1834323" y="220703"/>
                  </a:lnTo>
                  <a:lnTo>
                    <a:pt x="1802860" y="245706"/>
                  </a:lnTo>
                  <a:lnTo>
                    <a:pt x="1767750" y="271410"/>
                  </a:lnTo>
                  <a:lnTo>
                    <a:pt x="1729143" y="297718"/>
                  </a:lnTo>
                  <a:lnTo>
                    <a:pt x="1687189" y="324533"/>
                  </a:lnTo>
                  <a:lnTo>
                    <a:pt x="1642040" y="351759"/>
                  </a:lnTo>
                  <a:lnTo>
                    <a:pt x="1593844" y="379301"/>
                  </a:lnTo>
                  <a:lnTo>
                    <a:pt x="1542754" y="407062"/>
                  </a:lnTo>
                  <a:lnTo>
                    <a:pt x="1488918" y="434945"/>
                  </a:lnTo>
                  <a:lnTo>
                    <a:pt x="1432487" y="462855"/>
                  </a:lnTo>
                  <a:lnTo>
                    <a:pt x="1373611" y="490696"/>
                  </a:lnTo>
                  <a:lnTo>
                    <a:pt x="1312441" y="518371"/>
                  </a:lnTo>
                  <a:lnTo>
                    <a:pt x="1249128" y="545783"/>
                  </a:lnTo>
                  <a:lnTo>
                    <a:pt x="1183820" y="572838"/>
                  </a:lnTo>
                  <a:lnTo>
                    <a:pt x="1116669" y="599438"/>
                  </a:lnTo>
                  <a:lnTo>
                    <a:pt x="1047826" y="625488"/>
                  </a:lnTo>
                  <a:lnTo>
                    <a:pt x="978590" y="650479"/>
                  </a:lnTo>
                  <a:lnTo>
                    <a:pt x="910282" y="673952"/>
                  </a:lnTo>
                  <a:lnTo>
                    <a:pt x="843078" y="695881"/>
                  </a:lnTo>
                  <a:lnTo>
                    <a:pt x="777155" y="716243"/>
                  </a:lnTo>
                  <a:lnTo>
                    <a:pt x="712689" y="735011"/>
                  </a:lnTo>
                  <a:lnTo>
                    <a:pt x="649858" y="752162"/>
                  </a:lnTo>
                  <a:lnTo>
                    <a:pt x="588838" y="767670"/>
                  </a:lnTo>
                  <a:lnTo>
                    <a:pt x="529806" y="781510"/>
                  </a:lnTo>
                  <a:lnTo>
                    <a:pt x="472940" y="793659"/>
                  </a:lnTo>
                  <a:lnTo>
                    <a:pt x="418414" y="804090"/>
                  </a:lnTo>
                  <a:lnTo>
                    <a:pt x="366408" y="812780"/>
                  </a:lnTo>
                  <a:lnTo>
                    <a:pt x="317096" y="819703"/>
                  </a:lnTo>
                  <a:lnTo>
                    <a:pt x="270657" y="824835"/>
                  </a:lnTo>
                  <a:lnTo>
                    <a:pt x="227266" y="828151"/>
                  </a:lnTo>
                  <a:lnTo>
                    <a:pt x="187102" y="829626"/>
                  </a:lnTo>
                  <a:lnTo>
                    <a:pt x="150339" y="829235"/>
                  </a:lnTo>
                  <a:lnTo>
                    <a:pt x="87729" y="822756"/>
                  </a:lnTo>
                  <a:lnTo>
                    <a:pt x="40851" y="808517"/>
                  </a:lnTo>
                  <a:lnTo>
                    <a:pt x="3124" y="772173"/>
                  </a:lnTo>
                  <a:close/>
                </a:path>
                <a:path w="1960245" h="1316989">
                  <a:moveTo>
                    <a:pt x="35636" y="678193"/>
                  </a:moveTo>
                  <a:lnTo>
                    <a:pt x="72712" y="637771"/>
                  </a:lnTo>
                  <a:lnTo>
                    <a:pt x="121041" y="619891"/>
                  </a:lnTo>
                  <a:lnTo>
                    <a:pt x="186413" y="609146"/>
                  </a:lnTo>
                  <a:lnTo>
                    <a:pt x="224995" y="606417"/>
                  </a:lnTo>
                  <a:lnTo>
                    <a:pt x="267243" y="605432"/>
                  </a:lnTo>
                  <a:lnTo>
                    <a:pt x="312959" y="606179"/>
                  </a:lnTo>
                  <a:lnTo>
                    <a:pt x="361946" y="608645"/>
                  </a:lnTo>
                  <a:lnTo>
                    <a:pt x="414006" y="612816"/>
                  </a:lnTo>
                  <a:lnTo>
                    <a:pt x="468939" y="618680"/>
                  </a:lnTo>
                  <a:lnTo>
                    <a:pt x="526549" y="626225"/>
                  </a:lnTo>
                  <a:lnTo>
                    <a:pt x="586638" y="635436"/>
                  </a:lnTo>
                  <a:lnTo>
                    <a:pt x="649007" y="646301"/>
                  </a:lnTo>
                  <a:lnTo>
                    <a:pt x="713458" y="658808"/>
                  </a:lnTo>
                  <a:lnTo>
                    <a:pt x="779793" y="672942"/>
                  </a:lnTo>
                  <a:lnTo>
                    <a:pt x="847815" y="688692"/>
                  </a:lnTo>
                  <a:lnTo>
                    <a:pt x="917325" y="706044"/>
                  </a:lnTo>
                  <a:lnTo>
                    <a:pt x="988125" y="724985"/>
                  </a:lnTo>
                  <a:lnTo>
                    <a:pt x="1060018" y="745503"/>
                  </a:lnTo>
                  <a:lnTo>
                    <a:pt x="1131562" y="767202"/>
                  </a:lnTo>
                  <a:lnTo>
                    <a:pt x="1201336" y="789634"/>
                  </a:lnTo>
                  <a:lnTo>
                    <a:pt x="1269164" y="812700"/>
                  </a:lnTo>
                  <a:lnTo>
                    <a:pt x="1334874" y="836307"/>
                  </a:lnTo>
                  <a:lnTo>
                    <a:pt x="1398292" y="860356"/>
                  </a:lnTo>
                  <a:lnTo>
                    <a:pt x="1459245" y="884752"/>
                  </a:lnTo>
                  <a:lnTo>
                    <a:pt x="1517559" y="909399"/>
                  </a:lnTo>
                  <a:lnTo>
                    <a:pt x="1573061" y="934200"/>
                  </a:lnTo>
                  <a:lnTo>
                    <a:pt x="1625577" y="959060"/>
                  </a:lnTo>
                  <a:lnTo>
                    <a:pt x="1674933" y="983881"/>
                  </a:lnTo>
                  <a:lnTo>
                    <a:pt x="1720957" y="1008568"/>
                  </a:lnTo>
                  <a:lnTo>
                    <a:pt x="1763475" y="1033024"/>
                  </a:lnTo>
                  <a:lnTo>
                    <a:pt x="1802314" y="1057153"/>
                  </a:lnTo>
                  <a:lnTo>
                    <a:pt x="1837299" y="1080859"/>
                  </a:lnTo>
                  <a:lnTo>
                    <a:pt x="1868258" y="1104046"/>
                  </a:lnTo>
                  <a:lnTo>
                    <a:pt x="1917401" y="1148476"/>
                  </a:lnTo>
                  <a:lnTo>
                    <a:pt x="1948357" y="1189673"/>
                  </a:lnTo>
                  <a:lnTo>
                    <a:pt x="1959738" y="1226868"/>
                  </a:lnTo>
                  <a:lnTo>
                    <a:pt x="1957654" y="1243724"/>
                  </a:lnTo>
                  <a:lnTo>
                    <a:pt x="1920578" y="1284146"/>
                  </a:lnTo>
                  <a:lnTo>
                    <a:pt x="1872248" y="1302025"/>
                  </a:lnTo>
                  <a:lnTo>
                    <a:pt x="1806876" y="1312770"/>
                  </a:lnTo>
                  <a:lnTo>
                    <a:pt x="1768294" y="1315500"/>
                  </a:lnTo>
                  <a:lnTo>
                    <a:pt x="1726046" y="1316485"/>
                  </a:lnTo>
                  <a:lnTo>
                    <a:pt x="1680330" y="1315738"/>
                  </a:lnTo>
                  <a:lnTo>
                    <a:pt x="1631343" y="1313272"/>
                  </a:lnTo>
                  <a:lnTo>
                    <a:pt x="1579284" y="1309101"/>
                  </a:lnTo>
                  <a:lnTo>
                    <a:pt x="1524350" y="1303236"/>
                  </a:lnTo>
                  <a:lnTo>
                    <a:pt x="1466740" y="1295692"/>
                  </a:lnTo>
                  <a:lnTo>
                    <a:pt x="1406652" y="1286481"/>
                  </a:lnTo>
                  <a:lnTo>
                    <a:pt x="1344283" y="1275615"/>
                  </a:lnTo>
                  <a:lnTo>
                    <a:pt x="1279832" y="1263109"/>
                  </a:lnTo>
                  <a:lnTo>
                    <a:pt x="1213496" y="1248974"/>
                  </a:lnTo>
                  <a:lnTo>
                    <a:pt x="1145475" y="1233225"/>
                  </a:lnTo>
                  <a:lnTo>
                    <a:pt x="1075965" y="1215873"/>
                  </a:lnTo>
                  <a:lnTo>
                    <a:pt x="1005164" y="1196931"/>
                  </a:lnTo>
                  <a:lnTo>
                    <a:pt x="933272" y="1176414"/>
                  </a:lnTo>
                  <a:lnTo>
                    <a:pt x="861727" y="1154715"/>
                  </a:lnTo>
                  <a:lnTo>
                    <a:pt x="791954" y="1132283"/>
                  </a:lnTo>
                  <a:lnTo>
                    <a:pt x="724125" y="1109216"/>
                  </a:lnTo>
                  <a:lnTo>
                    <a:pt x="658415" y="1085610"/>
                  </a:lnTo>
                  <a:lnTo>
                    <a:pt x="594997" y="1061561"/>
                  </a:lnTo>
                  <a:lnTo>
                    <a:pt x="534044" y="1037165"/>
                  </a:lnTo>
                  <a:lnTo>
                    <a:pt x="475730" y="1012518"/>
                  </a:lnTo>
                  <a:lnTo>
                    <a:pt x="420229" y="987717"/>
                  </a:lnTo>
                  <a:lnTo>
                    <a:pt x="367713" y="962857"/>
                  </a:lnTo>
                  <a:lnTo>
                    <a:pt x="318356" y="938036"/>
                  </a:lnTo>
                  <a:lnTo>
                    <a:pt x="272332" y="913349"/>
                  </a:lnTo>
                  <a:lnTo>
                    <a:pt x="229814" y="888893"/>
                  </a:lnTo>
                  <a:lnTo>
                    <a:pt x="190976" y="864764"/>
                  </a:lnTo>
                  <a:lnTo>
                    <a:pt x="155990" y="841058"/>
                  </a:lnTo>
                  <a:lnTo>
                    <a:pt x="125032" y="817871"/>
                  </a:lnTo>
                  <a:lnTo>
                    <a:pt x="75888" y="773441"/>
                  </a:lnTo>
                  <a:lnTo>
                    <a:pt x="44932" y="732244"/>
                  </a:lnTo>
                  <a:lnTo>
                    <a:pt x="33551" y="695049"/>
                  </a:lnTo>
                  <a:lnTo>
                    <a:pt x="35636" y="678193"/>
                  </a:lnTo>
                  <a:close/>
                </a:path>
              </a:pathLst>
            </a:custGeom>
            <a:ln w="190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37788" y="3567683"/>
              <a:ext cx="421005" cy="1560830"/>
            </a:xfrm>
            <a:custGeom>
              <a:avLst/>
              <a:gdLst/>
              <a:ahLst/>
              <a:cxnLst/>
              <a:rect l="l" t="t" r="r" b="b"/>
              <a:pathLst>
                <a:path w="421004" h="1560829">
                  <a:moveTo>
                    <a:pt x="0" y="780288"/>
                  </a:moveTo>
                  <a:lnTo>
                    <a:pt x="859" y="709270"/>
                  </a:lnTo>
                  <a:lnTo>
                    <a:pt x="3386" y="640038"/>
                  </a:lnTo>
                  <a:lnTo>
                    <a:pt x="7508" y="572867"/>
                  </a:lnTo>
                  <a:lnTo>
                    <a:pt x="13151" y="508032"/>
                  </a:lnTo>
                  <a:lnTo>
                    <a:pt x="20240" y="445809"/>
                  </a:lnTo>
                  <a:lnTo>
                    <a:pt x="28701" y="386475"/>
                  </a:lnTo>
                  <a:lnTo>
                    <a:pt x="38461" y="330303"/>
                  </a:lnTo>
                  <a:lnTo>
                    <a:pt x="49445" y="277570"/>
                  </a:lnTo>
                  <a:lnTo>
                    <a:pt x="61579" y="228552"/>
                  </a:lnTo>
                  <a:lnTo>
                    <a:pt x="74788" y="183523"/>
                  </a:lnTo>
                  <a:lnTo>
                    <a:pt x="89000" y="142760"/>
                  </a:lnTo>
                  <a:lnTo>
                    <a:pt x="104139" y="106538"/>
                  </a:lnTo>
                  <a:lnTo>
                    <a:pt x="136905" y="48820"/>
                  </a:lnTo>
                  <a:lnTo>
                    <a:pt x="172494" y="12572"/>
                  </a:lnTo>
                  <a:lnTo>
                    <a:pt x="210312" y="0"/>
                  </a:lnTo>
                  <a:lnTo>
                    <a:pt x="229462" y="3189"/>
                  </a:lnTo>
                  <a:lnTo>
                    <a:pt x="266239" y="27874"/>
                  </a:lnTo>
                  <a:lnTo>
                    <a:pt x="300490" y="75133"/>
                  </a:lnTo>
                  <a:lnTo>
                    <a:pt x="331623" y="142760"/>
                  </a:lnTo>
                  <a:lnTo>
                    <a:pt x="345835" y="183523"/>
                  </a:lnTo>
                  <a:lnTo>
                    <a:pt x="359044" y="228552"/>
                  </a:lnTo>
                  <a:lnTo>
                    <a:pt x="371178" y="277570"/>
                  </a:lnTo>
                  <a:lnTo>
                    <a:pt x="382162" y="330303"/>
                  </a:lnTo>
                  <a:lnTo>
                    <a:pt x="391922" y="386475"/>
                  </a:lnTo>
                  <a:lnTo>
                    <a:pt x="400383" y="445809"/>
                  </a:lnTo>
                  <a:lnTo>
                    <a:pt x="407472" y="508032"/>
                  </a:lnTo>
                  <a:lnTo>
                    <a:pt x="413115" y="572867"/>
                  </a:lnTo>
                  <a:lnTo>
                    <a:pt x="417237" y="640038"/>
                  </a:lnTo>
                  <a:lnTo>
                    <a:pt x="419764" y="709270"/>
                  </a:lnTo>
                  <a:lnTo>
                    <a:pt x="420624" y="780288"/>
                  </a:lnTo>
                  <a:lnTo>
                    <a:pt x="419764" y="851305"/>
                  </a:lnTo>
                  <a:lnTo>
                    <a:pt x="417237" y="920537"/>
                  </a:lnTo>
                  <a:lnTo>
                    <a:pt x="413115" y="987708"/>
                  </a:lnTo>
                  <a:lnTo>
                    <a:pt x="407472" y="1052543"/>
                  </a:lnTo>
                  <a:lnTo>
                    <a:pt x="400383" y="1114766"/>
                  </a:lnTo>
                  <a:lnTo>
                    <a:pt x="391922" y="1174100"/>
                  </a:lnTo>
                  <a:lnTo>
                    <a:pt x="382162" y="1230272"/>
                  </a:lnTo>
                  <a:lnTo>
                    <a:pt x="371178" y="1283005"/>
                  </a:lnTo>
                  <a:lnTo>
                    <a:pt x="359044" y="1332023"/>
                  </a:lnTo>
                  <a:lnTo>
                    <a:pt x="345835" y="1377052"/>
                  </a:lnTo>
                  <a:lnTo>
                    <a:pt x="331623" y="1417815"/>
                  </a:lnTo>
                  <a:lnTo>
                    <a:pt x="316484" y="1454037"/>
                  </a:lnTo>
                  <a:lnTo>
                    <a:pt x="283718" y="1511755"/>
                  </a:lnTo>
                  <a:lnTo>
                    <a:pt x="248129" y="1548003"/>
                  </a:lnTo>
                  <a:lnTo>
                    <a:pt x="210312" y="1560576"/>
                  </a:lnTo>
                  <a:lnTo>
                    <a:pt x="191161" y="1557386"/>
                  </a:lnTo>
                  <a:lnTo>
                    <a:pt x="154384" y="1532701"/>
                  </a:lnTo>
                  <a:lnTo>
                    <a:pt x="120133" y="1485442"/>
                  </a:lnTo>
                  <a:lnTo>
                    <a:pt x="89000" y="1417815"/>
                  </a:lnTo>
                  <a:lnTo>
                    <a:pt x="74788" y="1377052"/>
                  </a:lnTo>
                  <a:lnTo>
                    <a:pt x="61579" y="1332023"/>
                  </a:lnTo>
                  <a:lnTo>
                    <a:pt x="49445" y="1283005"/>
                  </a:lnTo>
                  <a:lnTo>
                    <a:pt x="38461" y="1230272"/>
                  </a:lnTo>
                  <a:lnTo>
                    <a:pt x="28701" y="1174100"/>
                  </a:lnTo>
                  <a:lnTo>
                    <a:pt x="20240" y="1114766"/>
                  </a:lnTo>
                  <a:lnTo>
                    <a:pt x="13151" y="1052543"/>
                  </a:lnTo>
                  <a:lnTo>
                    <a:pt x="7508" y="987708"/>
                  </a:lnTo>
                  <a:lnTo>
                    <a:pt x="3386" y="920537"/>
                  </a:lnTo>
                  <a:lnTo>
                    <a:pt x="859" y="851305"/>
                  </a:lnTo>
                  <a:lnTo>
                    <a:pt x="0" y="780288"/>
                  </a:lnTo>
                  <a:close/>
                </a:path>
              </a:pathLst>
            </a:custGeom>
            <a:ln w="28575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519" y="4160519"/>
              <a:ext cx="225551" cy="1920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800" y="3608831"/>
              <a:ext cx="338327" cy="240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4858511"/>
              <a:ext cx="344424" cy="24079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35626" y="4129785"/>
              <a:ext cx="1087755" cy="105410"/>
            </a:xfrm>
            <a:custGeom>
              <a:avLst/>
              <a:gdLst/>
              <a:ahLst/>
              <a:cxnLst/>
              <a:rect l="l" t="t" r="r" b="b"/>
              <a:pathLst>
                <a:path w="1087754" h="105410">
                  <a:moveTo>
                    <a:pt x="1013840" y="29082"/>
                  </a:moveTo>
                  <a:lnTo>
                    <a:pt x="1011940" y="60705"/>
                  </a:lnTo>
                  <a:lnTo>
                    <a:pt x="1024636" y="61468"/>
                  </a:lnTo>
                  <a:lnTo>
                    <a:pt x="1024026" y="71627"/>
                  </a:lnTo>
                  <a:lnTo>
                    <a:pt x="1023919" y="73405"/>
                  </a:lnTo>
                  <a:lnTo>
                    <a:pt x="1023874" y="74168"/>
                  </a:lnTo>
                  <a:lnTo>
                    <a:pt x="1011131" y="74168"/>
                  </a:lnTo>
                  <a:lnTo>
                    <a:pt x="1009269" y="105156"/>
                  </a:lnTo>
                  <a:lnTo>
                    <a:pt x="1081691" y="74168"/>
                  </a:lnTo>
                  <a:lnTo>
                    <a:pt x="1023874" y="74168"/>
                  </a:lnTo>
                  <a:lnTo>
                    <a:pt x="1011177" y="73405"/>
                  </a:lnTo>
                  <a:lnTo>
                    <a:pt x="1083473" y="73405"/>
                  </a:lnTo>
                  <a:lnTo>
                    <a:pt x="1087627" y="71627"/>
                  </a:lnTo>
                  <a:lnTo>
                    <a:pt x="1013840" y="29082"/>
                  </a:lnTo>
                  <a:close/>
                </a:path>
                <a:path w="1087754" h="105410">
                  <a:moveTo>
                    <a:pt x="1011940" y="60705"/>
                  </a:moveTo>
                  <a:lnTo>
                    <a:pt x="1011284" y="71627"/>
                  </a:lnTo>
                  <a:lnTo>
                    <a:pt x="1011177" y="73405"/>
                  </a:lnTo>
                  <a:lnTo>
                    <a:pt x="1023874" y="74168"/>
                  </a:lnTo>
                  <a:lnTo>
                    <a:pt x="1024636" y="61468"/>
                  </a:lnTo>
                  <a:lnTo>
                    <a:pt x="1011940" y="60705"/>
                  </a:lnTo>
                  <a:close/>
                </a:path>
                <a:path w="1087754" h="105410">
                  <a:moveTo>
                    <a:pt x="762" y="0"/>
                  </a:moveTo>
                  <a:lnTo>
                    <a:pt x="0" y="12700"/>
                  </a:lnTo>
                  <a:lnTo>
                    <a:pt x="1011177" y="73405"/>
                  </a:lnTo>
                  <a:lnTo>
                    <a:pt x="1011894" y="61468"/>
                  </a:lnTo>
                  <a:lnTo>
                    <a:pt x="1011940" y="6070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91784" y="4075176"/>
            <a:ext cx="4788408" cy="25298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98703"/>
            <a:ext cx="48888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21109"/>
            <a:ext cx="5012690" cy="102298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dice</a:t>
            </a:r>
            <a:endParaRPr sz="24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dots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shown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least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die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878960"/>
            <a:ext cx="569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Find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215" y="1700783"/>
            <a:ext cx="1200912" cy="2651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775" y="2157983"/>
            <a:ext cx="243840" cy="2164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1975" y="2706623"/>
            <a:ext cx="2636520" cy="2438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4775" y="3270503"/>
            <a:ext cx="2679192" cy="2682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2016" y="3703320"/>
            <a:ext cx="3246120" cy="75895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696594"/>
            <a:ext cx="48875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Conditional</a:t>
            </a:r>
            <a:r>
              <a:rPr spc="-3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34644"/>
            <a:ext cx="3433445" cy="10217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Special</a:t>
            </a:r>
            <a:r>
              <a:rPr sz="2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cases: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  <a:tabLst>
                <a:tab pos="810895" algn="l"/>
                <a:tab pos="1904364" algn="l"/>
              </a:tabLst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1)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are</a:t>
            </a:r>
            <a:r>
              <a:rPr sz="24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disjoint: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3433394"/>
            <a:ext cx="2774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2)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185416"/>
            <a:ext cx="240792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0488" y="2185416"/>
            <a:ext cx="246887" cy="210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19" y="2636520"/>
            <a:ext cx="4800600" cy="6949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1119" y="3544823"/>
            <a:ext cx="975359" cy="243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41119" y="3983735"/>
            <a:ext cx="4215383" cy="6949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738491" y="2398395"/>
            <a:ext cx="2582545" cy="1024890"/>
            <a:chOff x="7738491" y="2398395"/>
            <a:chExt cx="2582545" cy="1024890"/>
          </a:xfrm>
        </p:grpSpPr>
        <p:sp>
          <p:nvSpPr>
            <p:cNvPr id="11" name="object 11"/>
            <p:cNvSpPr/>
            <p:nvPr/>
          </p:nvSpPr>
          <p:spPr>
            <a:xfrm>
              <a:off x="7748016" y="2407920"/>
              <a:ext cx="2563495" cy="1005840"/>
            </a:xfrm>
            <a:custGeom>
              <a:avLst/>
              <a:gdLst/>
              <a:ahLst/>
              <a:cxnLst/>
              <a:rect l="l" t="t" r="r" b="b"/>
              <a:pathLst>
                <a:path w="2563495" h="1005839">
                  <a:moveTo>
                    <a:pt x="2563368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2563368" y="1005839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016" y="2407920"/>
              <a:ext cx="2563495" cy="1005840"/>
            </a:xfrm>
            <a:custGeom>
              <a:avLst/>
              <a:gdLst/>
              <a:ahLst/>
              <a:cxnLst/>
              <a:rect l="l" t="t" r="r" b="b"/>
              <a:pathLst>
                <a:path w="2563495" h="1005839">
                  <a:moveTo>
                    <a:pt x="0" y="1005839"/>
                  </a:moveTo>
                  <a:lnTo>
                    <a:pt x="2563368" y="1005839"/>
                  </a:lnTo>
                  <a:lnTo>
                    <a:pt x="2563368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13192" y="2462784"/>
              <a:ext cx="829310" cy="771525"/>
            </a:xfrm>
            <a:custGeom>
              <a:avLst/>
              <a:gdLst/>
              <a:ahLst/>
              <a:cxnLst/>
              <a:rect l="l" t="t" r="r" b="b"/>
              <a:pathLst>
                <a:path w="829309" h="771525">
                  <a:moveTo>
                    <a:pt x="414527" y="0"/>
                  </a:moveTo>
                  <a:lnTo>
                    <a:pt x="366177" y="2593"/>
                  </a:lnTo>
                  <a:lnTo>
                    <a:pt x="319466" y="10181"/>
                  </a:lnTo>
                  <a:lnTo>
                    <a:pt x="274707" y="22474"/>
                  </a:lnTo>
                  <a:lnTo>
                    <a:pt x="232210" y="39184"/>
                  </a:lnTo>
                  <a:lnTo>
                    <a:pt x="192285" y="60020"/>
                  </a:lnTo>
                  <a:lnTo>
                    <a:pt x="155243" y="84695"/>
                  </a:lnTo>
                  <a:lnTo>
                    <a:pt x="121396" y="112918"/>
                  </a:lnTo>
                  <a:lnTo>
                    <a:pt x="91053" y="144402"/>
                  </a:lnTo>
                  <a:lnTo>
                    <a:pt x="64526" y="178856"/>
                  </a:lnTo>
                  <a:lnTo>
                    <a:pt x="42125" y="215992"/>
                  </a:lnTo>
                  <a:lnTo>
                    <a:pt x="24161" y="255521"/>
                  </a:lnTo>
                  <a:lnTo>
                    <a:pt x="10945" y="297153"/>
                  </a:lnTo>
                  <a:lnTo>
                    <a:pt x="2788" y="340599"/>
                  </a:lnTo>
                  <a:lnTo>
                    <a:pt x="0" y="385571"/>
                  </a:lnTo>
                  <a:lnTo>
                    <a:pt x="2788" y="430544"/>
                  </a:lnTo>
                  <a:lnTo>
                    <a:pt x="10945" y="473990"/>
                  </a:lnTo>
                  <a:lnTo>
                    <a:pt x="24161" y="515622"/>
                  </a:lnTo>
                  <a:lnTo>
                    <a:pt x="42125" y="555151"/>
                  </a:lnTo>
                  <a:lnTo>
                    <a:pt x="64526" y="592287"/>
                  </a:lnTo>
                  <a:lnTo>
                    <a:pt x="91053" y="626741"/>
                  </a:lnTo>
                  <a:lnTo>
                    <a:pt x="121396" y="658225"/>
                  </a:lnTo>
                  <a:lnTo>
                    <a:pt x="155243" y="686448"/>
                  </a:lnTo>
                  <a:lnTo>
                    <a:pt x="192285" y="711123"/>
                  </a:lnTo>
                  <a:lnTo>
                    <a:pt x="232210" y="731959"/>
                  </a:lnTo>
                  <a:lnTo>
                    <a:pt x="274707" y="748669"/>
                  </a:lnTo>
                  <a:lnTo>
                    <a:pt x="319466" y="760962"/>
                  </a:lnTo>
                  <a:lnTo>
                    <a:pt x="366177" y="768550"/>
                  </a:lnTo>
                  <a:lnTo>
                    <a:pt x="414527" y="771143"/>
                  </a:lnTo>
                  <a:lnTo>
                    <a:pt x="462878" y="768550"/>
                  </a:lnTo>
                  <a:lnTo>
                    <a:pt x="509589" y="760962"/>
                  </a:lnTo>
                  <a:lnTo>
                    <a:pt x="554348" y="748669"/>
                  </a:lnTo>
                  <a:lnTo>
                    <a:pt x="596845" y="731959"/>
                  </a:lnTo>
                  <a:lnTo>
                    <a:pt x="636770" y="711123"/>
                  </a:lnTo>
                  <a:lnTo>
                    <a:pt x="673812" y="686448"/>
                  </a:lnTo>
                  <a:lnTo>
                    <a:pt x="707659" y="658225"/>
                  </a:lnTo>
                  <a:lnTo>
                    <a:pt x="738002" y="626741"/>
                  </a:lnTo>
                  <a:lnTo>
                    <a:pt x="764529" y="592287"/>
                  </a:lnTo>
                  <a:lnTo>
                    <a:pt x="786930" y="555151"/>
                  </a:lnTo>
                  <a:lnTo>
                    <a:pt x="804894" y="515622"/>
                  </a:lnTo>
                  <a:lnTo>
                    <a:pt x="818110" y="473990"/>
                  </a:lnTo>
                  <a:lnTo>
                    <a:pt x="826267" y="430544"/>
                  </a:lnTo>
                  <a:lnTo>
                    <a:pt x="829055" y="385571"/>
                  </a:lnTo>
                  <a:lnTo>
                    <a:pt x="826267" y="340599"/>
                  </a:lnTo>
                  <a:lnTo>
                    <a:pt x="818110" y="297153"/>
                  </a:lnTo>
                  <a:lnTo>
                    <a:pt x="804894" y="255521"/>
                  </a:lnTo>
                  <a:lnTo>
                    <a:pt x="786930" y="215992"/>
                  </a:lnTo>
                  <a:lnTo>
                    <a:pt x="764529" y="178856"/>
                  </a:lnTo>
                  <a:lnTo>
                    <a:pt x="738002" y="144402"/>
                  </a:lnTo>
                  <a:lnTo>
                    <a:pt x="707659" y="112918"/>
                  </a:lnTo>
                  <a:lnTo>
                    <a:pt x="673812" y="84695"/>
                  </a:lnTo>
                  <a:lnTo>
                    <a:pt x="636770" y="60020"/>
                  </a:lnTo>
                  <a:lnTo>
                    <a:pt x="596845" y="39184"/>
                  </a:lnTo>
                  <a:lnTo>
                    <a:pt x="554348" y="22474"/>
                  </a:lnTo>
                  <a:lnTo>
                    <a:pt x="509589" y="10181"/>
                  </a:lnTo>
                  <a:lnTo>
                    <a:pt x="462878" y="2593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13192" y="2462784"/>
              <a:ext cx="829310" cy="771525"/>
            </a:xfrm>
            <a:custGeom>
              <a:avLst/>
              <a:gdLst/>
              <a:ahLst/>
              <a:cxnLst/>
              <a:rect l="l" t="t" r="r" b="b"/>
              <a:pathLst>
                <a:path w="829309" h="771525">
                  <a:moveTo>
                    <a:pt x="0" y="385571"/>
                  </a:moveTo>
                  <a:lnTo>
                    <a:pt x="2788" y="340599"/>
                  </a:lnTo>
                  <a:lnTo>
                    <a:pt x="10945" y="297153"/>
                  </a:lnTo>
                  <a:lnTo>
                    <a:pt x="24161" y="255521"/>
                  </a:lnTo>
                  <a:lnTo>
                    <a:pt x="42125" y="215992"/>
                  </a:lnTo>
                  <a:lnTo>
                    <a:pt x="64526" y="178856"/>
                  </a:lnTo>
                  <a:lnTo>
                    <a:pt x="91053" y="144402"/>
                  </a:lnTo>
                  <a:lnTo>
                    <a:pt x="121396" y="112918"/>
                  </a:lnTo>
                  <a:lnTo>
                    <a:pt x="155243" y="84695"/>
                  </a:lnTo>
                  <a:lnTo>
                    <a:pt x="192285" y="60020"/>
                  </a:lnTo>
                  <a:lnTo>
                    <a:pt x="232210" y="39184"/>
                  </a:lnTo>
                  <a:lnTo>
                    <a:pt x="274707" y="22474"/>
                  </a:lnTo>
                  <a:lnTo>
                    <a:pt x="319466" y="10181"/>
                  </a:lnTo>
                  <a:lnTo>
                    <a:pt x="366177" y="2593"/>
                  </a:lnTo>
                  <a:lnTo>
                    <a:pt x="414527" y="0"/>
                  </a:lnTo>
                  <a:lnTo>
                    <a:pt x="462878" y="2593"/>
                  </a:lnTo>
                  <a:lnTo>
                    <a:pt x="509589" y="10181"/>
                  </a:lnTo>
                  <a:lnTo>
                    <a:pt x="554348" y="22474"/>
                  </a:lnTo>
                  <a:lnTo>
                    <a:pt x="596845" y="39184"/>
                  </a:lnTo>
                  <a:lnTo>
                    <a:pt x="636770" y="60020"/>
                  </a:lnTo>
                  <a:lnTo>
                    <a:pt x="673812" y="84695"/>
                  </a:lnTo>
                  <a:lnTo>
                    <a:pt x="707659" y="112918"/>
                  </a:lnTo>
                  <a:lnTo>
                    <a:pt x="738002" y="144402"/>
                  </a:lnTo>
                  <a:lnTo>
                    <a:pt x="764529" y="178856"/>
                  </a:lnTo>
                  <a:lnTo>
                    <a:pt x="786930" y="215992"/>
                  </a:lnTo>
                  <a:lnTo>
                    <a:pt x="804894" y="255521"/>
                  </a:lnTo>
                  <a:lnTo>
                    <a:pt x="818110" y="297153"/>
                  </a:lnTo>
                  <a:lnTo>
                    <a:pt x="826267" y="340599"/>
                  </a:lnTo>
                  <a:lnTo>
                    <a:pt x="829055" y="385571"/>
                  </a:lnTo>
                  <a:lnTo>
                    <a:pt x="826267" y="430544"/>
                  </a:lnTo>
                  <a:lnTo>
                    <a:pt x="818110" y="473990"/>
                  </a:lnTo>
                  <a:lnTo>
                    <a:pt x="804894" y="515622"/>
                  </a:lnTo>
                  <a:lnTo>
                    <a:pt x="786930" y="555151"/>
                  </a:lnTo>
                  <a:lnTo>
                    <a:pt x="764529" y="592287"/>
                  </a:lnTo>
                  <a:lnTo>
                    <a:pt x="738002" y="626741"/>
                  </a:lnTo>
                  <a:lnTo>
                    <a:pt x="707659" y="658225"/>
                  </a:lnTo>
                  <a:lnTo>
                    <a:pt x="673812" y="686448"/>
                  </a:lnTo>
                  <a:lnTo>
                    <a:pt x="636770" y="711123"/>
                  </a:lnTo>
                  <a:lnTo>
                    <a:pt x="596845" y="731959"/>
                  </a:lnTo>
                  <a:lnTo>
                    <a:pt x="554348" y="748669"/>
                  </a:lnTo>
                  <a:lnTo>
                    <a:pt x="509589" y="760962"/>
                  </a:lnTo>
                  <a:lnTo>
                    <a:pt x="462878" y="768550"/>
                  </a:lnTo>
                  <a:lnTo>
                    <a:pt x="414527" y="771143"/>
                  </a:lnTo>
                  <a:lnTo>
                    <a:pt x="366177" y="768550"/>
                  </a:lnTo>
                  <a:lnTo>
                    <a:pt x="319466" y="760962"/>
                  </a:lnTo>
                  <a:lnTo>
                    <a:pt x="274707" y="748669"/>
                  </a:lnTo>
                  <a:lnTo>
                    <a:pt x="232210" y="731959"/>
                  </a:lnTo>
                  <a:lnTo>
                    <a:pt x="192285" y="711123"/>
                  </a:lnTo>
                  <a:lnTo>
                    <a:pt x="155243" y="686448"/>
                  </a:lnTo>
                  <a:lnTo>
                    <a:pt x="121396" y="658225"/>
                  </a:lnTo>
                  <a:lnTo>
                    <a:pt x="91053" y="626741"/>
                  </a:lnTo>
                  <a:lnTo>
                    <a:pt x="64526" y="592287"/>
                  </a:lnTo>
                  <a:lnTo>
                    <a:pt x="42125" y="555151"/>
                  </a:lnTo>
                  <a:lnTo>
                    <a:pt x="24161" y="515622"/>
                  </a:lnTo>
                  <a:lnTo>
                    <a:pt x="10945" y="473990"/>
                  </a:lnTo>
                  <a:lnTo>
                    <a:pt x="2788" y="430544"/>
                  </a:lnTo>
                  <a:lnTo>
                    <a:pt x="0" y="38557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62288" y="2462784"/>
              <a:ext cx="871855" cy="771525"/>
            </a:xfrm>
            <a:custGeom>
              <a:avLst/>
              <a:gdLst/>
              <a:ahLst/>
              <a:cxnLst/>
              <a:rect l="l" t="t" r="r" b="b"/>
              <a:pathLst>
                <a:path w="871854" h="771525">
                  <a:moveTo>
                    <a:pt x="435863" y="0"/>
                  </a:moveTo>
                  <a:lnTo>
                    <a:pt x="385043" y="2593"/>
                  </a:lnTo>
                  <a:lnTo>
                    <a:pt x="335942" y="10181"/>
                  </a:lnTo>
                  <a:lnTo>
                    <a:pt x="288887" y="22474"/>
                  </a:lnTo>
                  <a:lnTo>
                    <a:pt x="244206" y="39184"/>
                  </a:lnTo>
                  <a:lnTo>
                    <a:pt x="202227" y="60020"/>
                  </a:lnTo>
                  <a:lnTo>
                    <a:pt x="163276" y="84695"/>
                  </a:lnTo>
                  <a:lnTo>
                    <a:pt x="127682" y="112918"/>
                  </a:lnTo>
                  <a:lnTo>
                    <a:pt x="95772" y="144402"/>
                  </a:lnTo>
                  <a:lnTo>
                    <a:pt x="67872" y="178856"/>
                  </a:lnTo>
                  <a:lnTo>
                    <a:pt x="44311" y="215992"/>
                  </a:lnTo>
                  <a:lnTo>
                    <a:pt x="25416" y="255521"/>
                  </a:lnTo>
                  <a:lnTo>
                    <a:pt x="11514" y="297153"/>
                  </a:lnTo>
                  <a:lnTo>
                    <a:pt x="2933" y="340599"/>
                  </a:lnTo>
                  <a:lnTo>
                    <a:pt x="0" y="385571"/>
                  </a:lnTo>
                  <a:lnTo>
                    <a:pt x="2933" y="430544"/>
                  </a:lnTo>
                  <a:lnTo>
                    <a:pt x="11514" y="473990"/>
                  </a:lnTo>
                  <a:lnTo>
                    <a:pt x="25416" y="515622"/>
                  </a:lnTo>
                  <a:lnTo>
                    <a:pt x="44311" y="555151"/>
                  </a:lnTo>
                  <a:lnTo>
                    <a:pt x="67872" y="592287"/>
                  </a:lnTo>
                  <a:lnTo>
                    <a:pt x="95772" y="626741"/>
                  </a:lnTo>
                  <a:lnTo>
                    <a:pt x="127682" y="658225"/>
                  </a:lnTo>
                  <a:lnTo>
                    <a:pt x="163276" y="686448"/>
                  </a:lnTo>
                  <a:lnTo>
                    <a:pt x="202227" y="711123"/>
                  </a:lnTo>
                  <a:lnTo>
                    <a:pt x="244206" y="731959"/>
                  </a:lnTo>
                  <a:lnTo>
                    <a:pt x="288887" y="748669"/>
                  </a:lnTo>
                  <a:lnTo>
                    <a:pt x="335942" y="760962"/>
                  </a:lnTo>
                  <a:lnTo>
                    <a:pt x="385043" y="768550"/>
                  </a:lnTo>
                  <a:lnTo>
                    <a:pt x="435863" y="771143"/>
                  </a:lnTo>
                  <a:lnTo>
                    <a:pt x="486684" y="768550"/>
                  </a:lnTo>
                  <a:lnTo>
                    <a:pt x="535785" y="760962"/>
                  </a:lnTo>
                  <a:lnTo>
                    <a:pt x="582840" y="748669"/>
                  </a:lnTo>
                  <a:lnTo>
                    <a:pt x="627521" y="731959"/>
                  </a:lnTo>
                  <a:lnTo>
                    <a:pt x="669500" y="711123"/>
                  </a:lnTo>
                  <a:lnTo>
                    <a:pt x="708451" y="686448"/>
                  </a:lnTo>
                  <a:lnTo>
                    <a:pt x="744045" y="658225"/>
                  </a:lnTo>
                  <a:lnTo>
                    <a:pt x="775955" y="626741"/>
                  </a:lnTo>
                  <a:lnTo>
                    <a:pt x="803855" y="592287"/>
                  </a:lnTo>
                  <a:lnTo>
                    <a:pt x="827416" y="555151"/>
                  </a:lnTo>
                  <a:lnTo>
                    <a:pt x="846311" y="515622"/>
                  </a:lnTo>
                  <a:lnTo>
                    <a:pt x="860213" y="473990"/>
                  </a:lnTo>
                  <a:lnTo>
                    <a:pt x="868794" y="430544"/>
                  </a:lnTo>
                  <a:lnTo>
                    <a:pt x="871727" y="385571"/>
                  </a:lnTo>
                  <a:lnTo>
                    <a:pt x="868794" y="340599"/>
                  </a:lnTo>
                  <a:lnTo>
                    <a:pt x="860213" y="297153"/>
                  </a:lnTo>
                  <a:lnTo>
                    <a:pt x="846311" y="255521"/>
                  </a:lnTo>
                  <a:lnTo>
                    <a:pt x="827416" y="215992"/>
                  </a:lnTo>
                  <a:lnTo>
                    <a:pt x="803855" y="178856"/>
                  </a:lnTo>
                  <a:lnTo>
                    <a:pt x="775955" y="144402"/>
                  </a:lnTo>
                  <a:lnTo>
                    <a:pt x="744045" y="112918"/>
                  </a:lnTo>
                  <a:lnTo>
                    <a:pt x="708451" y="84695"/>
                  </a:lnTo>
                  <a:lnTo>
                    <a:pt x="669500" y="60020"/>
                  </a:lnTo>
                  <a:lnTo>
                    <a:pt x="627521" y="39184"/>
                  </a:lnTo>
                  <a:lnTo>
                    <a:pt x="582840" y="22474"/>
                  </a:lnTo>
                  <a:lnTo>
                    <a:pt x="535785" y="10181"/>
                  </a:lnTo>
                  <a:lnTo>
                    <a:pt x="486684" y="2593"/>
                  </a:lnTo>
                  <a:lnTo>
                    <a:pt x="435863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2288" y="2462784"/>
              <a:ext cx="871855" cy="771525"/>
            </a:xfrm>
            <a:custGeom>
              <a:avLst/>
              <a:gdLst/>
              <a:ahLst/>
              <a:cxnLst/>
              <a:rect l="l" t="t" r="r" b="b"/>
              <a:pathLst>
                <a:path w="871854" h="771525">
                  <a:moveTo>
                    <a:pt x="0" y="385571"/>
                  </a:moveTo>
                  <a:lnTo>
                    <a:pt x="2933" y="340599"/>
                  </a:lnTo>
                  <a:lnTo>
                    <a:pt x="11514" y="297153"/>
                  </a:lnTo>
                  <a:lnTo>
                    <a:pt x="25416" y="255521"/>
                  </a:lnTo>
                  <a:lnTo>
                    <a:pt x="44311" y="215992"/>
                  </a:lnTo>
                  <a:lnTo>
                    <a:pt x="67872" y="178856"/>
                  </a:lnTo>
                  <a:lnTo>
                    <a:pt x="95772" y="144402"/>
                  </a:lnTo>
                  <a:lnTo>
                    <a:pt x="127682" y="112918"/>
                  </a:lnTo>
                  <a:lnTo>
                    <a:pt x="163276" y="84695"/>
                  </a:lnTo>
                  <a:lnTo>
                    <a:pt x="202227" y="60020"/>
                  </a:lnTo>
                  <a:lnTo>
                    <a:pt x="244206" y="39184"/>
                  </a:lnTo>
                  <a:lnTo>
                    <a:pt x="288887" y="22474"/>
                  </a:lnTo>
                  <a:lnTo>
                    <a:pt x="335942" y="10181"/>
                  </a:lnTo>
                  <a:lnTo>
                    <a:pt x="385043" y="2593"/>
                  </a:lnTo>
                  <a:lnTo>
                    <a:pt x="435863" y="0"/>
                  </a:lnTo>
                  <a:lnTo>
                    <a:pt x="486684" y="2593"/>
                  </a:lnTo>
                  <a:lnTo>
                    <a:pt x="535785" y="10181"/>
                  </a:lnTo>
                  <a:lnTo>
                    <a:pt x="582840" y="22474"/>
                  </a:lnTo>
                  <a:lnTo>
                    <a:pt x="627521" y="39184"/>
                  </a:lnTo>
                  <a:lnTo>
                    <a:pt x="669500" y="60020"/>
                  </a:lnTo>
                  <a:lnTo>
                    <a:pt x="708451" y="84695"/>
                  </a:lnTo>
                  <a:lnTo>
                    <a:pt x="744045" y="112918"/>
                  </a:lnTo>
                  <a:lnTo>
                    <a:pt x="775955" y="144402"/>
                  </a:lnTo>
                  <a:lnTo>
                    <a:pt x="803855" y="178856"/>
                  </a:lnTo>
                  <a:lnTo>
                    <a:pt x="827416" y="215992"/>
                  </a:lnTo>
                  <a:lnTo>
                    <a:pt x="846311" y="255521"/>
                  </a:lnTo>
                  <a:lnTo>
                    <a:pt x="860213" y="297153"/>
                  </a:lnTo>
                  <a:lnTo>
                    <a:pt x="868794" y="340599"/>
                  </a:lnTo>
                  <a:lnTo>
                    <a:pt x="871727" y="385571"/>
                  </a:lnTo>
                  <a:lnTo>
                    <a:pt x="868794" y="430544"/>
                  </a:lnTo>
                  <a:lnTo>
                    <a:pt x="860213" y="473990"/>
                  </a:lnTo>
                  <a:lnTo>
                    <a:pt x="846311" y="515622"/>
                  </a:lnTo>
                  <a:lnTo>
                    <a:pt x="827416" y="555151"/>
                  </a:lnTo>
                  <a:lnTo>
                    <a:pt x="803855" y="592287"/>
                  </a:lnTo>
                  <a:lnTo>
                    <a:pt x="775955" y="626741"/>
                  </a:lnTo>
                  <a:lnTo>
                    <a:pt x="744045" y="658225"/>
                  </a:lnTo>
                  <a:lnTo>
                    <a:pt x="708451" y="686448"/>
                  </a:lnTo>
                  <a:lnTo>
                    <a:pt x="669500" y="711123"/>
                  </a:lnTo>
                  <a:lnTo>
                    <a:pt x="627521" y="731959"/>
                  </a:lnTo>
                  <a:lnTo>
                    <a:pt x="582840" y="748669"/>
                  </a:lnTo>
                  <a:lnTo>
                    <a:pt x="535785" y="760962"/>
                  </a:lnTo>
                  <a:lnTo>
                    <a:pt x="486684" y="768550"/>
                  </a:lnTo>
                  <a:lnTo>
                    <a:pt x="435863" y="771143"/>
                  </a:lnTo>
                  <a:lnTo>
                    <a:pt x="385043" y="768550"/>
                  </a:lnTo>
                  <a:lnTo>
                    <a:pt x="335942" y="760962"/>
                  </a:lnTo>
                  <a:lnTo>
                    <a:pt x="288887" y="748669"/>
                  </a:lnTo>
                  <a:lnTo>
                    <a:pt x="244206" y="731959"/>
                  </a:lnTo>
                  <a:lnTo>
                    <a:pt x="202227" y="711123"/>
                  </a:lnTo>
                  <a:lnTo>
                    <a:pt x="163276" y="686448"/>
                  </a:lnTo>
                  <a:lnTo>
                    <a:pt x="127682" y="658225"/>
                  </a:lnTo>
                  <a:lnTo>
                    <a:pt x="95772" y="626741"/>
                  </a:lnTo>
                  <a:lnTo>
                    <a:pt x="67872" y="592287"/>
                  </a:lnTo>
                  <a:lnTo>
                    <a:pt x="44311" y="555151"/>
                  </a:lnTo>
                  <a:lnTo>
                    <a:pt x="25416" y="515622"/>
                  </a:lnTo>
                  <a:lnTo>
                    <a:pt x="11514" y="473990"/>
                  </a:lnTo>
                  <a:lnTo>
                    <a:pt x="2933" y="430544"/>
                  </a:lnTo>
                  <a:lnTo>
                    <a:pt x="0" y="38557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06712" y="2770632"/>
              <a:ext cx="207264" cy="1737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39328" y="2782824"/>
              <a:ext cx="201168" cy="179832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78440" y="2225039"/>
            <a:ext cx="164592" cy="18287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9295" y="3742944"/>
            <a:ext cx="164592" cy="18288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7738491" y="3812666"/>
            <a:ext cx="2582545" cy="1061720"/>
            <a:chOff x="7738491" y="3812666"/>
            <a:chExt cx="2582545" cy="1061720"/>
          </a:xfrm>
        </p:grpSpPr>
        <p:sp>
          <p:nvSpPr>
            <p:cNvPr id="22" name="object 22"/>
            <p:cNvSpPr/>
            <p:nvPr/>
          </p:nvSpPr>
          <p:spPr>
            <a:xfrm>
              <a:off x="7748016" y="3822191"/>
              <a:ext cx="2563495" cy="1042669"/>
            </a:xfrm>
            <a:custGeom>
              <a:avLst/>
              <a:gdLst/>
              <a:ahLst/>
              <a:cxnLst/>
              <a:rect l="l" t="t" r="r" b="b"/>
              <a:pathLst>
                <a:path w="2563495" h="1042670">
                  <a:moveTo>
                    <a:pt x="2563368" y="0"/>
                  </a:moveTo>
                  <a:lnTo>
                    <a:pt x="0" y="0"/>
                  </a:lnTo>
                  <a:lnTo>
                    <a:pt x="0" y="1042416"/>
                  </a:lnTo>
                  <a:lnTo>
                    <a:pt x="2563368" y="1042416"/>
                  </a:lnTo>
                  <a:lnTo>
                    <a:pt x="2563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48016" y="3822191"/>
              <a:ext cx="2563495" cy="1042669"/>
            </a:xfrm>
            <a:custGeom>
              <a:avLst/>
              <a:gdLst/>
              <a:ahLst/>
              <a:cxnLst/>
              <a:rect l="l" t="t" r="r" b="b"/>
              <a:pathLst>
                <a:path w="2563495" h="1042670">
                  <a:moveTo>
                    <a:pt x="0" y="1042416"/>
                  </a:moveTo>
                  <a:lnTo>
                    <a:pt x="2563368" y="1042416"/>
                  </a:lnTo>
                  <a:lnTo>
                    <a:pt x="2563368" y="0"/>
                  </a:lnTo>
                  <a:lnTo>
                    <a:pt x="0" y="0"/>
                  </a:lnTo>
                  <a:lnTo>
                    <a:pt x="0" y="104241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336280" y="3916679"/>
              <a:ext cx="1377950" cy="850900"/>
            </a:xfrm>
            <a:custGeom>
              <a:avLst/>
              <a:gdLst/>
              <a:ahLst/>
              <a:cxnLst/>
              <a:rect l="l" t="t" r="r" b="b"/>
              <a:pathLst>
                <a:path w="1377950" h="850900">
                  <a:moveTo>
                    <a:pt x="688848" y="0"/>
                  </a:moveTo>
                  <a:lnTo>
                    <a:pt x="629404" y="1560"/>
                  </a:lnTo>
                  <a:lnTo>
                    <a:pt x="571366" y="6157"/>
                  </a:lnTo>
                  <a:lnTo>
                    <a:pt x="514940" y="13664"/>
                  </a:lnTo>
                  <a:lnTo>
                    <a:pt x="460332" y="23951"/>
                  </a:lnTo>
                  <a:lnTo>
                    <a:pt x="407751" y="36891"/>
                  </a:lnTo>
                  <a:lnTo>
                    <a:pt x="357401" y="52358"/>
                  </a:lnTo>
                  <a:lnTo>
                    <a:pt x="309490" y="70223"/>
                  </a:lnTo>
                  <a:lnTo>
                    <a:pt x="264225" y="90358"/>
                  </a:lnTo>
                  <a:lnTo>
                    <a:pt x="221812" y="112636"/>
                  </a:lnTo>
                  <a:lnTo>
                    <a:pt x="182457" y="136930"/>
                  </a:lnTo>
                  <a:lnTo>
                    <a:pt x="146367" y="163111"/>
                  </a:lnTo>
                  <a:lnTo>
                    <a:pt x="113750" y="191052"/>
                  </a:lnTo>
                  <a:lnTo>
                    <a:pt x="84811" y="220625"/>
                  </a:lnTo>
                  <a:lnTo>
                    <a:pt x="59757" y="251703"/>
                  </a:lnTo>
                  <a:lnTo>
                    <a:pt x="38796" y="284158"/>
                  </a:lnTo>
                  <a:lnTo>
                    <a:pt x="9974" y="352689"/>
                  </a:lnTo>
                  <a:lnTo>
                    <a:pt x="0" y="425196"/>
                  </a:lnTo>
                  <a:lnTo>
                    <a:pt x="2528" y="461882"/>
                  </a:lnTo>
                  <a:lnTo>
                    <a:pt x="22132" y="532529"/>
                  </a:lnTo>
                  <a:lnTo>
                    <a:pt x="59757" y="598688"/>
                  </a:lnTo>
                  <a:lnTo>
                    <a:pt x="84811" y="629766"/>
                  </a:lnTo>
                  <a:lnTo>
                    <a:pt x="113750" y="659339"/>
                  </a:lnTo>
                  <a:lnTo>
                    <a:pt x="146367" y="687280"/>
                  </a:lnTo>
                  <a:lnTo>
                    <a:pt x="182457" y="713461"/>
                  </a:lnTo>
                  <a:lnTo>
                    <a:pt x="221812" y="737755"/>
                  </a:lnTo>
                  <a:lnTo>
                    <a:pt x="264225" y="760033"/>
                  </a:lnTo>
                  <a:lnTo>
                    <a:pt x="309490" y="780168"/>
                  </a:lnTo>
                  <a:lnTo>
                    <a:pt x="357401" y="798033"/>
                  </a:lnTo>
                  <a:lnTo>
                    <a:pt x="407751" y="813500"/>
                  </a:lnTo>
                  <a:lnTo>
                    <a:pt x="460332" y="826440"/>
                  </a:lnTo>
                  <a:lnTo>
                    <a:pt x="514940" y="836727"/>
                  </a:lnTo>
                  <a:lnTo>
                    <a:pt x="571366" y="844234"/>
                  </a:lnTo>
                  <a:lnTo>
                    <a:pt x="629404" y="848831"/>
                  </a:lnTo>
                  <a:lnTo>
                    <a:pt x="688848" y="850392"/>
                  </a:lnTo>
                  <a:lnTo>
                    <a:pt x="748291" y="848831"/>
                  </a:lnTo>
                  <a:lnTo>
                    <a:pt x="806329" y="844234"/>
                  </a:lnTo>
                  <a:lnTo>
                    <a:pt x="862755" y="836727"/>
                  </a:lnTo>
                  <a:lnTo>
                    <a:pt x="917363" y="826440"/>
                  </a:lnTo>
                  <a:lnTo>
                    <a:pt x="969944" y="813500"/>
                  </a:lnTo>
                  <a:lnTo>
                    <a:pt x="1020294" y="798033"/>
                  </a:lnTo>
                  <a:lnTo>
                    <a:pt x="1068205" y="780168"/>
                  </a:lnTo>
                  <a:lnTo>
                    <a:pt x="1113470" y="760033"/>
                  </a:lnTo>
                  <a:lnTo>
                    <a:pt x="1155883" y="737755"/>
                  </a:lnTo>
                  <a:lnTo>
                    <a:pt x="1195238" y="713461"/>
                  </a:lnTo>
                  <a:lnTo>
                    <a:pt x="1231328" y="687280"/>
                  </a:lnTo>
                  <a:lnTo>
                    <a:pt x="1263945" y="659339"/>
                  </a:lnTo>
                  <a:lnTo>
                    <a:pt x="1292884" y="629766"/>
                  </a:lnTo>
                  <a:lnTo>
                    <a:pt x="1317938" y="598688"/>
                  </a:lnTo>
                  <a:lnTo>
                    <a:pt x="1338899" y="566233"/>
                  </a:lnTo>
                  <a:lnTo>
                    <a:pt x="1367721" y="497702"/>
                  </a:lnTo>
                  <a:lnTo>
                    <a:pt x="1377696" y="425196"/>
                  </a:lnTo>
                  <a:lnTo>
                    <a:pt x="1375167" y="388509"/>
                  </a:lnTo>
                  <a:lnTo>
                    <a:pt x="1355563" y="317862"/>
                  </a:lnTo>
                  <a:lnTo>
                    <a:pt x="1317938" y="251703"/>
                  </a:lnTo>
                  <a:lnTo>
                    <a:pt x="1292884" y="220625"/>
                  </a:lnTo>
                  <a:lnTo>
                    <a:pt x="1263945" y="191052"/>
                  </a:lnTo>
                  <a:lnTo>
                    <a:pt x="1231328" y="163111"/>
                  </a:lnTo>
                  <a:lnTo>
                    <a:pt x="1195238" y="136930"/>
                  </a:lnTo>
                  <a:lnTo>
                    <a:pt x="1155883" y="112636"/>
                  </a:lnTo>
                  <a:lnTo>
                    <a:pt x="1113470" y="90358"/>
                  </a:lnTo>
                  <a:lnTo>
                    <a:pt x="1068205" y="70223"/>
                  </a:lnTo>
                  <a:lnTo>
                    <a:pt x="1020294" y="52358"/>
                  </a:lnTo>
                  <a:lnTo>
                    <a:pt x="969944" y="36891"/>
                  </a:lnTo>
                  <a:lnTo>
                    <a:pt x="917363" y="23951"/>
                  </a:lnTo>
                  <a:lnTo>
                    <a:pt x="862755" y="13664"/>
                  </a:lnTo>
                  <a:lnTo>
                    <a:pt x="806329" y="6157"/>
                  </a:lnTo>
                  <a:lnTo>
                    <a:pt x="748291" y="1560"/>
                  </a:lnTo>
                  <a:lnTo>
                    <a:pt x="688848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36280" y="3916679"/>
              <a:ext cx="1377950" cy="850900"/>
            </a:xfrm>
            <a:custGeom>
              <a:avLst/>
              <a:gdLst/>
              <a:ahLst/>
              <a:cxnLst/>
              <a:rect l="l" t="t" r="r" b="b"/>
              <a:pathLst>
                <a:path w="1377950" h="850900">
                  <a:moveTo>
                    <a:pt x="0" y="425196"/>
                  </a:moveTo>
                  <a:lnTo>
                    <a:pt x="9974" y="352689"/>
                  </a:lnTo>
                  <a:lnTo>
                    <a:pt x="38796" y="284158"/>
                  </a:lnTo>
                  <a:lnTo>
                    <a:pt x="59757" y="251703"/>
                  </a:lnTo>
                  <a:lnTo>
                    <a:pt x="84811" y="220625"/>
                  </a:lnTo>
                  <a:lnTo>
                    <a:pt x="113750" y="191052"/>
                  </a:lnTo>
                  <a:lnTo>
                    <a:pt x="146367" y="163111"/>
                  </a:lnTo>
                  <a:lnTo>
                    <a:pt x="182457" y="136930"/>
                  </a:lnTo>
                  <a:lnTo>
                    <a:pt x="221812" y="112636"/>
                  </a:lnTo>
                  <a:lnTo>
                    <a:pt x="264225" y="90358"/>
                  </a:lnTo>
                  <a:lnTo>
                    <a:pt x="309490" y="70223"/>
                  </a:lnTo>
                  <a:lnTo>
                    <a:pt x="357401" y="52358"/>
                  </a:lnTo>
                  <a:lnTo>
                    <a:pt x="407751" y="36891"/>
                  </a:lnTo>
                  <a:lnTo>
                    <a:pt x="460332" y="23951"/>
                  </a:lnTo>
                  <a:lnTo>
                    <a:pt x="514940" y="13664"/>
                  </a:lnTo>
                  <a:lnTo>
                    <a:pt x="571366" y="6157"/>
                  </a:lnTo>
                  <a:lnTo>
                    <a:pt x="629404" y="1560"/>
                  </a:lnTo>
                  <a:lnTo>
                    <a:pt x="688848" y="0"/>
                  </a:lnTo>
                  <a:lnTo>
                    <a:pt x="748291" y="1560"/>
                  </a:lnTo>
                  <a:lnTo>
                    <a:pt x="806329" y="6157"/>
                  </a:lnTo>
                  <a:lnTo>
                    <a:pt x="862755" y="13664"/>
                  </a:lnTo>
                  <a:lnTo>
                    <a:pt x="917363" y="23951"/>
                  </a:lnTo>
                  <a:lnTo>
                    <a:pt x="969944" y="36891"/>
                  </a:lnTo>
                  <a:lnTo>
                    <a:pt x="1020294" y="52358"/>
                  </a:lnTo>
                  <a:lnTo>
                    <a:pt x="1068205" y="70223"/>
                  </a:lnTo>
                  <a:lnTo>
                    <a:pt x="1113470" y="90358"/>
                  </a:lnTo>
                  <a:lnTo>
                    <a:pt x="1155883" y="112636"/>
                  </a:lnTo>
                  <a:lnTo>
                    <a:pt x="1195238" y="136930"/>
                  </a:lnTo>
                  <a:lnTo>
                    <a:pt x="1231328" y="163111"/>
                  </a:lnTo>
                  <a:lnTo>
                    <a:pt x="1263945" y="191052"/>
                  </a:lnTo>
                  <a:lnTo>
                    <a:pt x="1292884" y="220625"/>
                  </a:lnTo>
                  <a:lnTo>
                    <a:pt x="1317938" y="251703"/>
                  </a:lnTo>
                  <a:lnTo>
                    <a:pt x="1338899" y="284158"/>
                  </a:lnTo>
                  <a:lnTo>
                    <a:pt x="1367721" y="352689"/>
                  </a:lnTo>
                  <a:lnTo>
                    <a:pt x="1377696" y="425196"/>
                  </a:lnTo>
                  <a:lnTo>
                    <a:pt x="1375167" y="461882"/>
                  </a:lnTo>
                  <a:lnTo>
                    <a:pt x="1355563" y="532529"/>
                  </a:lnTo>
                  <a:lnTo>
                    <a:pt x="1317938" y="598688"/>
                  </a:lnTo>
                  <a:lnTo>
                    <a:pt x="1292884" y="629766"/>
                  </a:lnTo>
                  <a:lnTo>
                    <a:pt x="1263945" y="659339"/>
                  </a:lnTo>
                  <a:lnTo>
                    <a:pt x="1231328" y="687280"/>
                  </a:lnTo>
                  <a:lnTo>
                    <a:pt x="1195238" y="713461"/>
                  </a:lnTo>
                  <a:lnTo>
                    <a:pt x="1155883" y="737755"/>
                  </a:lnTo>
                  <a:lnTo>
                    <a:pt x="1113470" y="760033"/>
                  </a:lnTo>
                  <a:lnTo>
                    <a:pt x="1068205" y="780168"/>
                  </a:lnTo>
                  <a:lnTo>
                    <a:pt x="1020294" y="798033"/>
                  </a:lnTo>
                  <a:lnTo>
                    <a:pt x="969944" y="813500"/>
                  </a:lnTo>
                  <a:lnTo>
                    <a:pt x="917363" y="826440"/>
                  </a:lnTo>
                  <a:lnTo>
                    <a:pt x="862755" y="836727"/>
                  </a:lnTo>
                  <a:lnTo>
                    <a:pt x="806329" y="844234"/>
                  </a:lnTo>
                  <a:lnTo>
                    <a:pt x="748291" y="848831"/>
                  </a:lnTo>
                  <a:lnTo>
                    <a:pt x="688848" y="850392"/>
                  </a:lnTo>
                  <a:lnTo>
                    <a:pt x="629404" y="848831"/>
                  </a:lnTo>
                  <a:lnTo>
                    <a:pt x="571366" y="844234"/>
                  </a:lnTo>
                  <a:lnTo>
                    <a:pt x="514940" y="836727"/>
                  </a:lnTo>
                  <a:lnTo>
                    <a:pt x="460332" y="826440"/>
                  </a:lnTo>
                  <a:lnTo>
                    <a:pt x="407751" y="813500"/>
                  </a:lnTo>
                  <a:lnTo>
                    <a:pt x="357401" y="798033"/>
                  </a:lnTo>
                  <a:lnTo>
                    <a:pt x="309490" y="780168"/>
                  </a:lnTo>
                  <a:lnTo>
                    <a:pt x="264225" y="760033"/>
                  </a:lnTo>
                  <a:lnTo>
                    <a:pt x="221812" y="737755"/>
                  </a:lnTo>
                  <a:lnTo>
                    <a:pt x="182457" y="713461"/>
                  </a:lnTo>
                  <a:lnTo>
                    <a:pt x="146367" y="687280"/>
                  </a:lnTo>
                  <a:lnTo>
                    <a:pt x="113750" y="659339"/>
                  </a:lnTo>
                  <a:lnTo>
                    <a:pt x="84811" y="629766"/>
                  </a:lnTo>
                  <a:lnTo>
                    <a:pt x="59757" y="598688"/>
                  </a:lnTo>
                  <a:lnTo>
                    <a:pt x="38796" y="566233"/>
                  </a:lnTo>
                  <a:lnTo>
                    <a:pt x="9974" y="497702"/>
                  </a:lnTo>
                  <a:lnTo>
                    <a:pt x="0" y="4251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50224" y="4056887"/>
              <a:ext cx="744220" cy="530860"/>
            </a:xfrm>
            <a:custGeom>
              <a:avLst/>
              <a:gdLst/>
              <a:ahLst/>
              <a:cxnLst/>
              <a:rect l="l" t="t" r="r" b="b"/>
              <a:pathLst>
                <a:path w="744220" h="530860">
                  <a:moveTo>
                    <a:pt x="371855" y="0"/>
                  </a:moveTo>
                  <a:lnTo>
                    <a:pt x="316908" y="2875"/>
                  </a:lnTo>
                  <a:lnTo>
                    <a:pt x="264463" y="11229"/>
                  </a:lnTo>
                  <a:lnTo>
                    <a:pt x="215095" y="24649"/>
                  </a:lnTo>
                  <a:lnTo>
                    <a:pt x="169381" y="42726"/>
                  </a:lnTo>
                  <a:lnTo>
                    <a:pt x="127895" y="65050"/>
                  </a:lnTo>
                  <a:lnTo>
                    <a:pt x="91213" y="91209"/>
                  </a:lnTo>
                  <a:lnTo>
                    <a:pt x="59911" y="120794"/>
                  </a:lnTo>
                  <a:lnTo>
                    <a:pt x="34563" y="153393"/>
                  </a:lnTo>
                  <a:lnTo>
                    <a:pt x="15744" y="188597"/>
                  </a:lnTo>
                  <a:lnTo>
                    <a:pt x="4032" y="225995"/>
                  </a:lnTo>
                  <a:lnTo>
                    <a:pt x="0" y="265175"/>
                  </a:lnTo>
                  <a:lnTo>
                    <a:pt x="4032" y="304356"/>
                  </a:lnTo>
                  <a:lnTo>
                    <a:pt x="15744" y="341754"/>
                  </a:lnTo>
                  <a:lnTo>
                    <a:pt x="34563" y="376958"/>
                  </a:lnTo>
                  <a:lnTo>
                    <a:pt x="59911" y="409557"/>
                  </a:lnTo>
                  <a:lnTo>
                    <a:pt x="91213" y="439142"/>
                  </a:lnTo>
                  <a:lnTo>
                    <a:pt x="127895" y="465301"/>
                  </a:lnTo>
                  <a:lnTo>
                    <a:pt x="169381" y="487625"/>
                  </a:lnTo>
                  <a:lnTo>
                    <a:pt x="215095" y="505702"/>
                  </a:lnTo>
                  <a:lnTo>
                    <a:pt x="264463" y="519122"/>
                  </a:lnTo>
                  <a:lnTo>
                    <a:pt x="316908" y="527476"/>
                  </a:lnTo>
                  <a:lnTo>
                    <a:pt x="371855" y="530351"/>
                  </a:lnTo>
                  <a:lnTo>
                    <a:pt x="426803" y="527476"/>
                  </a:lnTo>
                  <a:lnTo>
                    <a:pt x="479248" y="519122"/>
                  </a:lnTo>
                  <a:lnTo>
                    <a:pt x="528616" y="505702"/>
                  </a:lnTo>
                  <a:lnTo>
                    <a:pt x="574330" y="487625"/>
                  </a:lnTo>
                  <a:lnTo>
                    <a:pt x="615816" y="465301"/>
                  </a:lnTo>
                  <a:lnTo>
                    <a:pt x="652498" y="439142"/>
                  </a:lnTo>
                  <a:lnTo>
                    <a:pt x="683800" y="409557"/>
                  </a:lnTo>
                  <a:lnTo>
                    <a:pt x="709148" y="376958"/>
                  </a:lnTo>
                  <a:lnTo>
                    <a:pt x="727967" y="341754"/>
                  </a:lnTo>
                  <a:lnTo>
                    <a:pt x="739679" y="304356"/>
                  </a:lnTo>
                  <a:lnTo>
                    <a:pt x="743711" y="265175"/>
                  </a:lnTo>
                  <a:lnTo>
                    <a:pt x="739679" y="225995"/>
                  </a:lnTo>
                  <a:lnTo>
                    <a:pt x="727967" y="188597"/>
                  </a:lnTo>
                  <a:lnTo>
                    <a:pt x="709148" y="153393"/>
                  </a:lnTo>
                  <a:lnTo>
                    <a:pt x="683800" y="120794"/>
                  </a:lnTo>
                  <a:lnTo>
                    <a:pt x="652498" y="91209"/>
                  </a:lnTo>
                  <a:lnTo>
                    <a:pt x="615816" y="65050"/>
                  </a:lnTo>
                  <a:lnTo>
                    <a:pt x="574330" y="42726"/>
                  </a:lnTo>
                  <a:lnTo>
                    <a:pt x="528616" y="24649"/>
                  </a:lnTo>
                  <a:lnTo>
                    <a:pt x="479248" y="11229"/>
                  </a:lnTo>
                  <a:lnTo>
                    <a:pt x="426803" y="2875"/>
                  </a:lnTo>
                  <a:lnTo>
                    <a:pt x="37185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50224" y="4056887"/>
              <a:ext cx="744220" cy="530860"/>
            </a:xfrm>
            <a:custGeom>
              <a:avLst/>
              <a:gdLst/>
              <a:ahLst/>
              <a:cxnLst/>
              <a:rect l="l" t="t" r="r" b="b"/>
              <a:pathLst>
                <a:path w="744220" h="530860">
                  <a:moveTo>
                    <a:pt x="0" y="265175"/>
                  </a:moveTo>
                  <a:lnTo>
                    <a:pt x="4032" y="225995"/>
                  </a:lnTo>
                  <a:lnTo>
                    <a:pt x="15744" y="188597"/>
                  </a:lnTo>
                  <a:lnTo>
                    <a:pt x="34563" y="153393"/>
                  </a:lnTo>
                  <a:lnTo>
                    <a:pt x="59911" y="120794"/>
                  </a:lnTo>
                  <a:lnTo>
                    <a:pt x="91213" y="91209"/>
                  </a:lnTo>
                  <a:lnTo>
                    <a:pt x="127895" y="65050"/>
                  </a:lnTo>
                  <a:lnTo>
                    <a:pt x="169381" y="42726"/>
                  </a:lnTo>
                  <a:lnTo>
                    <a:pt x="215095" y="24649"/>
                  </a:lnTo>
                  <a:lnTo>
                    <a:pt x="264463" y="11229"/>
                  </a:lnTo>
                  <a:lnTo>
                    <a:pt x="316908" y="2875"/>
                  </a:lnTo>
                  <a:lnTo>
                    <a:pt x="371855" y="0"/>
                  </a:lnTo>
                  <a:lnTo>
                    <a:pt x="426803" y="2875"/>
                  </a:lnTo>
                  <a:lnTo>
                    <a:pt x="479248" y="11229"/>
                  </a:lnTo>
                  <a:lnTo>
                    <a:pt x="528616" y="24649"/>
                  </a:lnTo>
                  <a:lnTo>
                    <a:pt x="574330" y="42726"/>
                  </a:lnTo>
                  <a:lnTo>
                    <a:pt x="615816" y="65050"/>
                  </a:lnTo>
                  <a:lnTo>
                    <a:pt x="652498" y="91209"/>
                  </a:lnTo>
                  <a:lnTo>
                    <a:pt x="683800" y="120794"/>
                  </a:lnTo>
                  <a:lnTo>
                    <a:pt x="709148" y="153393"/>
                  </a:lnTo>
                  <a:lnTo>
                    <a:pt x="727967" y="188597"/>
                  </a:lnTo>
                  <a:lnTo>
                    <a:pt x="739679" y="225995"/>
                  </a:lnTo>
                  <a:lnTo>
                    <a:pt x="743711" y="265175"/>
                  </a:lnTo>
                  <a:lnTo>
                    <a:pt x="739679" y="304356"/>
                  </a:lnTo>
                  <a:lnTo>
                    <a:pt x="727967" y="341754"/>
                  </a:lnTo>
                  <a:lnTo>
                    <a:pt x="709148" y="376958"/>
                  </a:lnTo>
                  <a:lnTo>
                    <a:pt x="683800" y="409557"/>
                  </a:lnTo>
                  <a:lnTo>
                    <a:pt x="652498" y="439142"/>
                  </a:lnTo>
                  <a:lnTo>
                    <a:pt x="615816" y="465301"/>
                  </a:lnTo>
                  <a:lnTo>
                    <a:pt x="574330" y="487625"/>
                  </a:lnTo>
                  <a:lnTo>
                    <a:pt x="528616" y="505702"/>
                  </a:lnTo>
                  <a:lnTo>
                    <a:pt x="479248" y="519122"/>
                  </a:lnTo>
                  <a:lnTo>
                    <a:pt x="426803" y="527476"/>
                  </a:lnTo>
                  <a:lnTo>
                    <a:pt x="371855" y="530351"/>
                  </a:lnTo>
                  <a:lnTo>
                    <a:pt x="316908" y="527476"/>
                  </a:lnTo>
                  <a:lnTo>
                    <a:pt x="264463" y="519122"/>
                  </a:lnTo>
                  <a:lnTo>
                    <a:pt x="215095" y="505702"/>
                  </a:lnTo>
                  <a:lnTo>
                    <a:pt x="169381" y="487625"/>
                  </a:lnTo>
                  <a:lnTo>
                    <a:pt x="127895" y="465301"/>
                  </a:lnTo>
                  <a:lnTo>
                    <a:pt x="91213" y="439142"/>
                  </a:lnTo>
                  <a:lnTo>
                    <a:pt x="59911" y="409557"/>
                  </a:lnTo>
                  <a:lnTo>
                    <a:pt x="34563" y="376958"/>
                  </a:lnTo>
                  <a:lnTo>
                    <a:pt x="15744" y="341754"/>
                  </a:lnTo>
                  <a:lnTo>
                    <a:pt x="4032" y="304356"/>
                  </a:lnTo>
                  <a:lnTo>
                    <a:pt x="0" y="265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9976" y="3950207"/>
              <a:ext cx="207264" cy="17373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21496" y="4230623"/>
              <a:ext cx="201168" cy="179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79106"/>
            <a:ext cx="4888865" cy="11988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  <a:p>
            <a:pPr marL="129539">
              <a:lnSpc>
                <a:spcPct val="100000"/>
              </a:lnSpc>
              <a:spcBef>
                <a:spcPts val="580"/>
              </a:spcBef>
            </a:pPr>
            <a:r>
              <a:rPr sz="2400" spc="-25" dirty="0">
                <a:solidFill>
                  <a:srgbClr val="4471C4"/>
                </a:solidFill>
              </a:rPr>
              <a:t>3)</a:t>
            </a:r>
            <a:endParaRPr sz="24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5711" y="1514855"/>
            <a:ext cx="987551" cy="243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711" y="1929383"/>
            <a:ext cx="4803648" cy="6949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6600" y="1481327"/>
            <a:ext cx="167640" cy="18287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265794" y="1548002"/>
            <a:ext cx="2585720" cy="1064895"/>
            <a:chOff x="8265794" y="1548002"/>
            <a:chExt cx="2585720" cy="1064895"/>
          </a:xfrm>
        </p:grpSpPr>
        <p:sp>
          <p:nvSpPr>
            <p:cNvPr id="7" name="object 7"/>
            <p:cNvSpPr/>
            <p:nvPr/>
          </p:nvSpPr>
          <p:spPr>
            <a:xfrm>
              <a:off x="8275319" y="1557527"/>
              <a:ext cx="2566670" cy="1045844"/>
            </a:xfrm>
            <a:custGeom>
              <a:avLst/>
              <a:gdLst/>
              <a:ahLst/>
              <a:cxnLst/>
              <a:rect l="l" t="t" r="r" b="b"/>
              <a:pathLst>
                <a:path w="2566670" h="1045844">
                  <a:moveTo>
                    <a:pt x="2566416" y="0"/>
                  </a:moveTo>
                  <a:lnTo>
                    <a:pt x="0" y="0"/>
                  </a:lnTo>
                  <a:lnTo>
                    <a:pt x="0" y="1045463"/>
                  </a:lnTo>
                  <a:lnTo>
                    <a:pt x="2566416" y="1045463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75319" y="1557527"/>
              <a:ext cx="2566670" cy="1045844"/>
            </a:xfrm>
            <a:custGeom>
              <a:avLst/>
              <a:gdLst/>
              <a:ahLst/>
              <a:cxnLst/>
              <a:rect l="l" t="t" r="r" b="b"/>
              <a:pathLst>
                <a:path w="2566670" h="1045844">
                  <a:moveTo>
                    <a:pt x="0" y="1045463"/>
                  </a:moveTo>
                  <a:lnTo>
                    <a:pt x="2566416" y="1045463"/>
                  </a:lnTo>
                  <a:lnTo>
                    <a:pt x="2566416" y="0"/>
                  </a:lnTo>
                  <a:lnTo>
                    <a:pt x="0" y="0"/>
                  </a:lnTo>
                  <a:lnTo>
                    <a:pt x="0" y="104546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63583" y="1655063"/>
              <a:ext cx="1377950" cy="850900"/>
            </a:xfrm>
            <a:custGeom>
              <a:avLst/>
              <a:gdLst/>
              <a:ahLst/>
              <a:cxnLst/>
              <a:rect l="l" t="t" r="r" b="b"/>
              <a:pathLst>
                <a:path w="1377950" h="850900">
                  <a:moveTo>
                    <a:pt x="688848" y="0"/>
                  </a:moveTo>
                  <a:lnTo>
                    <a:pt x="629404" y="1560"/>
                  </a:lnTo>
                  <a:lnTo>
                    <a:pt x="571366" y="6157"/>
                  </a:lnTo>
                  <a:lnTo>
                    <a:pt x="514940" y="13664"/>
                  </a:lnTo>
                  <a:lnTo>
                    <a:pt x="460332" y="23951"/>
                  </a:lnTo>
                  <a:lnTo>
                    <a:pt x="407751" y="36891"/>
                  </a:lnTo>
                  <a:lnTo>
                    <a:pt x="357401" y="52358"/>
                  </a:lnTo>
                  <a:lnTo>
                    <a:pt x="309490" y="70223"/>
                  </a:lnTo>
                  <a:lnTo>
                    <a:pt x="264225" y="90358"/>
                  </a:lnTo>
                  <a:lnTo>
                    <a:pt x="221812" y="112636"/>
                  </a:lnTo>
                  <a:lnTo>
                    <a:pt x="182457" y="136930"/>
                  </a:lnTo>
                  <a:lnTo>
                    <a:pt x="146367" y="163111"/>
                  </a:lnTo>
                  <a:lnTo>
                    <a:pt x="113750" y="191052"/>
                  </a:lnTo>
                  <a:lnTo>
                    <a:pt x="84811" y="220625"/>
                  </a:lnTo>
                  <a:lnTo>
                    <a:pt x="59757" y="251703"/>
                  </a:lnTo>
                  <a:lnTo>
                    <a:pt x="38796" y="284158"/>
                  </a:lnTo>
                  <a:lnTo>
                    <a:pt x="9974" y="352689"/>
                  </a:lnTo>
                  <a:lnTo>
                    <a:pt x="0" y="425196"/>
                  </a:lnTo>
                  <a:lnTo>
                    <a:pt x="2528" y="461882"/>
                  </a:lnTo>
                  <a:lnTo>
                    <a:pt x="22132" y="532529"/>
                  </a:lnTo>
                  <a:lnTo>
                    <a:pt x="59757" y="598688"/>
                  </a:lnTo>
                  <a:lnTo>
                    <a:pt x="84811" y="629766"/>
                  </a:lnTo>
                  <a:lnTo>
                    <a:pt x="113750" y="659339"/>
                  </a:lnTo>
                  <a:lnTo>
                    <a:pt x="146367" y="687280"/>
                  </a:lnTo>
                  <a:lnTo>
                    <a:pt x="182457" y="713461"/>
                  </a:lnTo>
                  <a:lnTo>
                    <a:pt x="221812" y="737755"/>
                  </a:lnTo>
                  <a:lnTo>
                    <a:pt x="264225" y="760033"/>
                  </a:lnTo>
                  <a:lnTo>
                    <a:pt x="309490" y="780168"/>
                  </a:lnTo>
                  <a:lnTo>
                    <a:pt x="357401" y="798033"/>
                  </a:lnTo>
                  <a:lnTo>
                    <a:pt x="407751" y="813500"/>
                  </a:lnTo>
                  <a:lnTo>
                    <a:pt x="460332" y="826440"/>
                  </a:lnTo>
                  <a:lnTo>
                    <a:pt x="514940" y="836727"/>
                  </a:lnTo>
                  <a:lnTo>
                    <a:pt x="571366" y="844234"/>
                  </a:lnTo>
                  <a:lnTo>
                    <a:pt x="629404" y="848831"/>
                  </a:lnTo>
                  <a:lnTo>
                    <a:pt x="688848" y="850391"/>
                  </a:lnTo>
                  <a:lnTo>
                    <a:pt x="748291" y="848831"/>
                  </a:lnTo>
                  <a:lnTo>
                    <a:pt x="806329" y="844234"/>
                  </a:lnTo>
                  <a:lnTo>
                    <a:pt x="862755" y="836727"/>
                  </a:lnTo>
                  <a:lnTo>
                    <a:pt x="917363" y="826440"/>
                  </a:lnTo>
                  <a:lnTo>
                    <a:pt x="969944" y="813500"/>
                  </a:lnTo>
                  <a:lnTo>
                    <a:pt x="1020294" y="798033"/>
                  </a:lnTo>
                  <a:lnTo>
                    <a:pt x="1068205" y="780168"/>
                  </a:lnTo>
                  <a:lnTo>
                    <a:pt x="1113470" y="760033"/>
                  </a:lnTo>
                  <a:lnTo>
                    <a:pt x="1155883" y="737755"/>
                  </a:lnTo>
                  <a:lnTo>
                    <a:pt x="1195238" y="713461"/>
                  </a:lnTo>
                  <a:lnTo>
                    <a:pt x="1231328" y="687280"/>
                  </a:lnTo>
                  <a:lnTo>
                    <a:pt x="1263945" y="659339"/>
                  </a:lnTo>
                  <a:lnTo>
                    <a:pt x="1292884" y="629766"/>
                  </a:lnTo>
                  <a:lnTo>
                    <a:pt x="1317938" y="598688"/>
                  </a:lnTo>
                  <a:lnTo>
                    <a:pt x="1338899" y="566233"/>
                  </a:lnTo>
                  <a:lnTo>
                    <a:pt x="1367721" y="497702"/>
                  </a:lnTo>
                  <a:lnTo>
                    <a:pt x="1377696" y="425196"/>
                  </a:lnTo>
                  <a:lnTo>
                    <a:pt x="1375167" y="388509"/>
                  </a:lnTo>
                  <a:lnTo>
                    <a:pt x="1355563" y="317862"/>
                  </a:lnTo>
                  <a:lnTo>
                    <a:pt x="1317938" y="251703"/>
                  </a:lnTo>
                  <a:lnTo>
                    <a:pt x="1292884" y="220625"/>
                  </a:lnTo>
                  <a:lnTo>
                    <a:pt x="1263945" y="191052"/>
                  </a:lnTo>
                  <a:lnTo>
                    <a:pt x="1231328" y="163111"/>
                  </a:lnTo>
                  <a:lnTo>
                    <a:pt x="1195238" y="136930"/>
                  </a:lnTo>
                  <a:lnTo>
                    <a:pt x="1155883" y="112636"/>
                  </a:lnTo>
                  <a:lnTo>
                    <a:pt x="1113470" y="90358"/>
                  </a:lnTo>
                  <a:lnTo>
                    <a:pt x="1068205" y="70223"/>
                  </a:lnTo>
                  <a:lnTo>
                    <a:pt x="1020294" y="52358"/>
                  </a:lnTo>
                  <a:lnTo>
                    <a:pt x="969944" y="36891"/>
                  </a:lnTo>
                  <a:lnTo>
                    <a:pt x="917363" y="23951"/>
                  </a:lnTo>
                  <a:lnTo>
                    <a:pt x="862755" y="13664"/>
                  </a:lnTo>
                  <a:lnTo>
                    <a:pt x="806329" y="6157"/>
                  </a:lnTo>
                  <a:lnTo>
                    <a:pt x="748291" y="1560"/>
                  </a:lnTo>
                  <a:lnTo>
                    <a:pt x="6888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63583" y="1655063"/>
              <a:ext cx="1377950" cy="850900"/>
            </a:xfrm>
            <a:custGeom>
              <a:avLst/>
              <a:gdLst/>
              <a:ahLst/>
              <a:cxnLst/>
              <a:rect l="l" t="t" r="r" b="b"/>
              <a:pathLst>
                <a:path w="1377950" h="850900">
                  <a:moveTo>
                    <a:pt x="0" y="425196"/>
                  </a:moveTo>
                  <a:lnTo>
                    <a:pt x="9974" y="352689"/>
                  </a:lnTo>
                  <a:lnTo>
                    <a:pt x="38796" y="284158"/>
                  </a:lnTo>
                  <a:lnTo>
                    <a:pt x="59757" y="251703"/>
                  </a:lnTo>
                  <a:lnTo>
                    <a:pt x="84811" y="220625"/>
                  </a:lnTo>
                  <a:lnTo>
                    <a:pt x="113750" y="191052"/>
                  </a:lnTo>
                  <a:lnTo>
                    <a:pt x="146367" y="163111"/>
                  </a:lnTo>
                  <a:lnTo>
                    <a:pt x="182457" y="136930"/>
                  </a:lnTo>
                  <a:lnTo>
                    <a:pt x="221812" y="112636"/>
                  </a:lnTo>
                  <a:lnTo>
                    <a:pt x="264225" y="90358"/>
                  </a:lnTo>
                  <a:lnTo>
                    <a:pt x="309490" y="70223"/>
                  </a:lnTo>
                  <a:lnTo>
                    <a:pt x="357401" y="52358"/>
                  </a:lnTo>
                  <a:lnTo>
                    <a:pt x="407751" y="36891"/>
                  </a:lnTo>
                  <a:lnTo>
                    <a:pt x="460332" y="23951"/>
                  </a:lnTo>
                  <a:lnTo>
                    <a:pt x="514940" y="13664"/>
                  </a:lnTo>
                  <a:lnTo>
                    <a:pt x="571366" y="6157"/>
                  </a:lnTo>
                  <a:lnTo>
                    <a:pt x="629404" y="1560"/>
                  </a:lnTo>
                  <a:lnTo>
                    <a:pt x="688848" y="0"/>
                  </a:lnTo>
                  <a:lnTo>
                    <a:pt x="748291" y="1560"/>
                  </a:lnTo>
                  <a:lnTo>
                    <a:pt x="806329" y="6157"/>
                  </a:lnTo>
                  <a:lnTo>
                    <a:pt x="862755" y="13664"/>
                  </a:lnTo>
                  <a:lnTo>
                    <a:pt x="917363" y="23951"/>
                  </a:lnTo>
                  <a:lnTo>
                    <a:pt x="969944" y="36891"/>
                  </a:lnTo>
                  <a:lnTo>
                    <a:pt x="1020294" y="52358"/>
                  </a:lnTo>
                  <a:lnTo>
                    <a:pt x="1068205" y="70223"/>
                  </a:lnTo>
                  <a:lnTo>
                    <a:pt x="1113470" y="90358"/>
                  </a:lnTo>
                  <a:lnTo>
                    <a:pt x="1155883" y="112636"/>
                  </a:lnTo>
                  <a:lnTo>
                    <a:pt x="1195238" y="136930"/>
                  </a:lnTo>
                  <a:lnTo>
                    <a:pt x="1231328" y="163111"/>
                  </a:lnTo>
                  <a:lnTo>
                    <a:pt x="1263945" y="191052"/>
                  </a:lnTo>
                  <a:lnTo>
                    <a:pt x="1292884" y="220625"/>
                  </a:lnTo>
                  <a:lnTo>
                    <a:pt x="1317938" y="251703"/>
                  </a:lnTo>
                  <a:lnTo>
                    <a:pt x="1338899" y="284158"/>
                  </a:lnTo>
                  <a:lnTo>
                    <a:pt x="1367721" y="352689"/>
                  </a:lnTo>
                  <a:lnTo>
                    <a:pt x="1377696" y="425196"/>
                  </a:lnTo>
                  <a:lnTo>
                    <a:pt x="1375167" y="461882"/>
                  </a:lnTo>
                  <a:lnTo>
                    <a:pt x="1355563" y="532529"/>
                  </a:lnTo>
                  <a:lnTo>
                    <a:pt x="1317938" y="598688"/>
                  </a:lnTo>
                  <a:lnTo>
                    <a:pt x="1292884" y="629766"/>
                  </a:lnTo>
                  <a:lnTo>
                    <a:pt x="1263945" y="659339"/>
                  </a:lnTo>
                  <a:lnTo>
                    <a:pt x="1231328" y="687280"/>
                  </a:lnTo>
                  <a:lnTo>
                    <a:pt x="1195238" y="713461"/>
                  </a:lnTo>
                  <a:lnTo>
                    <a:pt x="1155883" y="737755"/>
                  </a:lnTo>
                  <a:lnTo>
                    <a:pt x="1113470" y="760033"/>
                  </a:lnTo>
                  <a:lnTo>
                    <a:pt x="1068205" y="780168"/>
                  </a:lnTo>
                  <a:lnTo>
                    <a:pt x="1020294" y="798033"/>
                  </a:lnTo>
                  <a:lnTo>
                    <a:pt x="969944" y="813500"/>
                  </a:lnTo>
                  <a:lnTo>
                    <a:pt x="917363" y="826440"/>
                  </a:lnTo>
                  <a:lnTo>
                    <a:pt x="862755" y="836727"/>
                  </a:lnTo>
                  <a:lnTo>
                    <a:pt x="806329" y="844234"/>
                  </a:lnTo>
                  <a:lnTo>
                    <a:pt x="748291" y="848831"/>
                  </a:lnTo>
                  <a:lnTo>
                    <a:pt x="688848" y="850391"/>
                  </a:lnTo>
                  <a:lnTo>
                    <a:pt x="629404" y="848831"/>
                  </a:lnTo>
                  <a:lnTo>
                    <a:pt x="571366" y="844234"/>
                  </a:lnTo>
                  <a:lnTo>
                    <a:pt x="514940" y="836727"/>
                  </a:lnTo>
                  <a:lnTo>
                    <a:pt x="460332" y="826440"/>
                  </a:lnTo>
                  <a:lnTo>
                    <a:pt x="407751" y="813500"/>
                  </a:lnTo>
                  <a:lnTo>
                    <a:pt x="357401" y="798033"/>
                  </a:lnTo>
                  <a:lnTo>
                    <a:pt x="309490" y="780168"/>
                  </a:lnTo>
                  <a:lnTo>
                    <a:pt x="264225" y="760033"/>
                  </a:lnTo>
                  <a:lnTo>
                    <a:pt x="221812" y="737755"/>
                  </a:lnTo>
                  <a:lnTo>
                    <a:pt x="182457" y="713461"/>
                  </a:lnTo>
                  <a:lnTo>
                    <a:pt x="146367" y="687280"/>
                  </a:lnTo>
                  <a:lnTo>
                    <a:pt x="113750" y="659339"/>
                  </a:lnTo>
                  <a:lnTo>
                    <a:pt x="84811" y="629766"/>
                  </a:lnTo>
                  <a:lnTo>
                    <a:pt x="59757" y="598688"/>
                  </a:lnTo>
                  <a:lnTo>
                    <a:pt x="38796" y="566233"/>
                  </a:lnTo>
                  <a:lnTo>
                    <a:pt x="9974" y="497702"/>
                  </a:lnTo>
                  <a:lnTo>
                    <a:pt x="0" y="4251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80575" y="1795271"/>
              <a:ext cx="744220" cy="530860"/>
            </a:xfrm>
            <a:custGeom>
              <a:avLst/>
              <a:gdLst/>
              <a:ahLst/>
              <a:cxnLst/>
              <a:rect l="l" t="t" r="r" b="b"/>
              <a:pathLst>
                <a:path w="744220" h="530860">
                  <a:moveTo>
                    <a:pt x="371855" y="0"/>
                  </a:moveTo>
                  <a:lnTo>
                    <a:pt x="316908" y="2875"/>
                  </a:lnTo>
                  <a:lnTo>
                    <a:pt x="264463" y="11229"/>
                  </a:lnTo>
                  <a:lnTo>
                    <a:pt x="215095" y="24649"/>
                  </a:lnTo>
                  <a:lnTo>
                    <a:pt x="169381" y="42726"/>
                  </a:lnTo>
                  <a:lnTo>
                    <a:pt x="127895" y="65050"/>
                  </a:lnTo>
                  <a:lnTo>
                    <a:pt x="91213" y="91209"/>
                  </a:lnTo>
                  <a:lnTo>
                    <a:pt x="59911" y="120794"/>
                  </a:lnTo>
                  <a:lnTo>
                    <a:pt x="34563" y="153393"/>
                  </a:lnTo>
                  <a:lnTo>
                    <a:pt x="15744" y="188597"/>
                  </a:lnTo>
                  <a:lnTo>
                    <a:pt x="4032" y="225995"/>
                  </a:lnTo>
                  <a:lnTo>
                    <a:pt x="0" y="265175"/>
                  </a:lnTo>
                  <a:lnTo>
                    <a:pt x="4032" y="304356"/>
                  </a:lnTo>
                  <a:lnTo>
                    <a:pt x="15744" y="341754"/>
                  </a:lnTo>
                  <a:lnTo>
                    <a:pt x="34563" y="376958"/>
                  </a:lnTo>
                  <a:lnTo>
                    <a:pt x="59911" y="409557"/>
                  </a:lnTo>
                  <a:lnTo>
                    <a:pt x="91213" y="439142"/>
                  </a:lnTo>
                  <a:lnTo>
                    <a:pt x="127895" y="465301"/>
                  </a:lnTo>
                  <a:lnTo>
                    <a:pt x="169381" y="487625"/>
                  </a:lnTo>
                  <a:lnTo>
                    <a:pt x="215095" y="505702"/>
                  </a:lnTo>
                  <a:lnTo>
                    <a:pt x="264463" y="519122"/>
                  </a:lnTo>
                  <a:lnTo>
                    <a:pt x="316908" y="527476"/>
                  </a:lnTo>
                  <a:lnTo>
                    <a:pt x="371855" y="530351"/>
                  </a:lnTo>
                  <a:lnTo>
                    <a:pt x="426803" y="527476"/>
                  </a:lnTo>
                  <a:lnTo>
                    <a:pt x="479248" y="519122"/>
                  </a:lnTo>
                  <a:lnTo>
                    <a:pt x="528616" y="505702"/>
                  </a:lnTo>
                  <a:lnTo>
                    <a:pt x="574330" y="487625"/>
                  </a:lnTo>
                  <a:lnTo>
                    <a:pt x="615816" y="465301"/>
                  </a:lnTo>
                  <a:lnTo>
                    <a:pt x="652498" y="439142"/>
                  </a:lnTo>
                  <a:lnTo>
                    <a:pt x="683800" y="409557"/>
                  </a:lnTo>
                  <a:lnTo>
                    <a:pt x="709148" y="376958"/>
                  </a:lnTo>
                  <a:lnTo>
                    <a:pt x="727967" y="341754"/>
                  </a:lnTo>
                  <a:lnTo>
                    <a:pt x="739679" y="304356"/>
                  </a:lnTo>
                  <a:lnTo>
                    <a:pt x="743712" y="265175"/>
                  </a:lnTo>
                  <a:lnTo>
                    <a:pt x="739679" y="225995"/>
                  </a:lnTo>
                  <a:lnTo>
                    <a:pt x="727967" y="188597"/>
                  </a:lnTo>
                  <a:lnTo>
                    <a:pt x="709148" y="153393"/>
                  </a:lnTo>
                  <a:lnTo>
                    <a:pt x="683800" y="120794"/>
                  </a:lnTo>
                  <a:lnTo>
                    <a:pt x="652498" y="91209"/>
                  </a:lnTo>
                  <a:lnTo>
                    <a:pt x="615816" y="65050"/>
                  </a:lnTo>
                  <a:lnTo>
                    <a:pt x="574330" y="42726"/>
                  </a:lnTo>
                  <a:lnTo>
                    <a:pt x="528616" y="24649"/>
                  </a:lnTo>
                  <a:lnTo>
                    <a:pt x="479248" y="11229"/>
                  </a:lnTo>
                  <a:lnTo>
                    <a:pt x="426803" y="2875"/>
                  </a:lnTo>
                  <a:lnTo>
                    <a:pt x="371855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80575" y="1795271"/>
              <a:ext cx="744220" cy="530860"/>
            </a:xfrm>
            <a:custGeom>
              <a:avLst/>
              <a:gdLst/>
              <a:ahLst/>
              <a:cxnLst/>
              <a:rect l="l" t="t" r="r" b="b"/>
              <a:pathLst>
                <a:path w="744220" h="530860">
                  <a:moveTo>
                    <a:pt x="0" y="265175"/>
                  </a:moveTo>
                  <a:lnTo>
                    <a:pt x="4032" y="225995"/>
                  </a:lnTo>
                  <a:lnTo>
                    <a:pt x="15744" y="188597"/>
                  </a:lnTo>
                  <a:lnTo>
                    <a:pt x="34563" y="153393"/>
                  </a:lnTo>
                  <a:lnTo>
                    <a:pt x="59911" y="120794"/>
                  </a:lnTo>
                  <a:lnTo>
                    <a:pt x="91213" y="91209"/>
                  </a:lnTo>
                  <a:lnTo>
                    <a:pt x="127895" y="65050"/>
                  </a:lnTo>
                  <a:lnTo>
                    <a:pt x="169381" y="42726"/>
                  </a:lnTo>
                  <a:lnTo>
                    <a:pt x="215095" y="24649"/>
                  </a:lnTo>
                  <a:lnTo>
                    <a:pt x="264463" y="11229"/>
                  </a:lnTo>
                  <a:lnTo>
                    <a:pt x="316908" y="2875"/>
                  </a:lnTo>
                  <a:lnTo>
                    <a:pt x="371855" y="0"/>
                  </a:lnTo>
                  <a:lnTo>
                    <a:pt x="426803" y="2875"/>
                  </a:lnTo>
                  <a:lnTo>
                    <a:pt x="479248" y="11229"/>
                  </a:lnTo>
                  <a:lnTo>
                    <a:pt x="528616" y="24649"/>
                  </a:lnTo>
                  <a:lnTo>
                    <a:pt x="574330" y="42726"/>
                  </a:lnTo>
                  <a:lnTo>
                    <a:pt x="615816" y="65050"/>
                  </a:lnTo>
                  <a:lnTo>
                    <a:pt x="652498" y="91209"/>
                  </a:lnTo>
                  <a:lnTo>
                    <a:pt x="683800" y="120794"/>
                  </a:lnTo>
                  <a:lnTo>
                    <a:pt x="709148" y="153393"/>
                  </a:lnTo>
                  <a:lnTo>
                    <a:pt x="727967" y="188597"/>
                  </a:lnTo>
                  <a:lnTo>
                    <a:pt x="739679" y="225995"/>
                  </a:lnTo>
                  <a:lnTo>
                    <a:pt x="743712" y="265175"/>
                  </a:lnTo>
                  <a:lnTo>
                    <a:pt x="739679" y="304356"/>
                  </a:lnTo>
                  <a:lnTo>
                    <a:pt x="727967" y="341754"/>
                  </a:lnTo>
                  <a:lnTo>
                    <a:pt x="709148" y="376958"/>
                  </a:lnTo>
                  <a:lnTo>
                    <a:pt x="683800" y="409557"/>
                  </a:lnTo>
                  <a:lnTo>
                    <a:pt x="652498" y="439142"/>
                  </a:lnTo>
                  <a:lnTo>
                    <a:pt x="615816" y="465301"/>
                  </a:lnTo>
                  <a:lnTo>
                    <a:pt x="574330" y="487625"/>
                  </a:lnTo>
                  <a:lnTo>
                    <a:pt x="528616" y="505702"/>
                  </a:lnTo>
                  <a:lnTo>
                    <a:pt x="479248" y="519122"/>
                  </a:lnTo>
                  <a:lnTo>
                    <a:pt x="426803" y="527476"/>
                  </a:lnTo>
                  <a:lnTo>
                    <a:pt x="371855" y="530351"/>
                  </a:lnTo>
                  <a:lnTo>
                    <a:pt x="316908" y="527476"/>
                  </a:lnTo>
                  <a:lnTo>
                    <a:pt x="264463" y="519122"/>
                  </a:lnTo>
                  <a:lnTo>
                    <a:pt x="215095" y="505702"/>
                  </a:lnTo>
                  <a:lnTo>
                    <a:pt x="169381" y="487625"/>
                  </a:lnTo>
                  <a:lnTo>
                    <a:pt x="127895" y="465301"/>
                  </a:lnTo>
                  <a:lnTo>
                    <a:pt x="91213" y="439142"/>
                  </a:lnTo>
                  <a:lnTo>
                    <a:pt x="59911" y="409557"/>
                  </a:lnTo>
                  <a:lnTo>
                    <a:pt x="34563" y="376958"/>
                  </a:lnTo>
                  <a:lnTo>
                    <a:pt x="15744" y="341754"/>
                  </a:lnTo>
                  <a:lnTo>
                    <a:pt x="4032" y="304356"/>
                  </a:lnTo>
                  <a:lnTo>
                    <a:pt x="0" y="265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64039" y="2002536"/>
              <a:ext cx="204216" cy="1737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2999" y="1621535"/>
              <a:ext cx="201168" cy="1798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592" y="1548482"/>
            <a:ext cx="9891395" cy="19177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ct val="145500"/>
              </a:lnSpc>
              <a:spcBef>
                <a:spcPts val="365"/>
              </a:spcBef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400" b="1" dirty="0">
                <a:latin typeface="Calibri"/>
                <a:cs typeface="Calibri"/>
              </a:rPr>
              <a:t>.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Roll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die,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larger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equal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5,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number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311275">
              <a:lnSpc>
                <a:spcPct val="100000"/>
              </a:lnSpc>
              <a:spcBef>
                <a:spcPts val="2450"/>
              </a:spcBef>
              <a:tabLst>
                <a:tab pos="3637915" algn="l"/>
              </a:tabLst>
            </a:pPr>
            <a:r>
              <a:rPr sz="2400" b="1" spc="-50" dirty="0">
                <a:latin typeface="Calibri"/>
                <a:cs typeface="Calibri"/>
              </a:rPr>
              <a:t>,</a:t>
            </a:r>
            <a:r>
              <a:rPr sz="2400" b="1" dirty="0">
                <a:latin typeface="Calibri"/>
                <a:cs typeface="Calibri"/>
              </a:rPr>
              <a:t>	even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number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3176016"/>
            <a:ext cx="423672" cy="216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2503" y="3197351"/>
            <a:ext cx="435863" cy="2072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6607" y="3176016"/>
            <a:ext cx="496824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04164"/>
            <a:ext cx="48888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13407"/>
            <a:ext cx="30816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4471C4"/>
                </a:solidFill>
                <a:latin typeface="Calibri"/>
                <a:cs typeface="Calibri"/>
              </a:rPr>
              <a:t>Definition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r>
              <a:rPr sz="2400" b="1" spc="-1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7858" y="1665223"/>
            <a:ext cx="496951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00"/>
              </a:spcBef>
              <a:tabLst>
                <a:tab pos="1221740" algn="l"/>
              </a:tabLst>
            </a:pP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independent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2400" b="1" spc="-10" dirty="0">
                <a:latin typeface="Calibri"/>
                <a:cs typeface="Calibri"/>
              </a:rPr>
              <a:t>equivalently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2984" y="1776983"/>
            <a:ext cx="240791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7488" y="1776983"/>
            <a:ext cx="246887" cy="2072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6855" y="2420111"/>
            <a:ext cx="3316224" cy="2773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8695" y="2401823"/>
            <a:ext cx="2298192" cy="28041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8695" y="3236976"/>
            <a:ext cx="8141208" cy="27736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08836"/>
            <a:ext cx="13887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Warning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9021" y="2130297"/>
            <a:ext cx="16535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Independent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2039253"/>
            <a:ext cx="3586479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Disjoint</a:t>
            </a:r>
            <a:r>
              <a:rPr sz="2400" b="1" spc="-9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(mutually</a:t>
            </a:r>
            <a:r>
              <a:rPr sz="24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exclusive) Disjoint: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b="1" spc="-10" dirty="0">
                <a:solidFill>
                  <a:srgbClr val="4471C4"/>
                </a:solidFill>
                <a:latin typeface="Calibri"/>
                <a:cs typeface="Calibri"/>
              </a:rPr>
              <a:t>Independent: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6111" y="2237232"/>
            <a:ext cx="234696" cy="2773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3223" y="2670048"/>
            <a:ext cx="5373624" cy="2834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9400" y="3136392"/>
            <a:ext cx="8186928" cy="28041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57</a:t>
            </a:r>
          </a:p>
        </p:txBody>
      </p:sp>
      <p:sp>
        <p:nvSpPr>
          <p:cNvPr id="3" name="object 3"/>
          <p:cNvSpPr/>
          <p:nvPr/>
        </p:nvSpPr>
        <p:spPr>
          <a:xfrm>
            <a:off x="929639" y="4618354"/>
            <a:ext cx="9936480" cy="375285"/>
          </a:xfrm>
          <a:custGeom>
            <a:avLst/>
            <a:gdLst/>
            <a:ahLst/>
            <a:cxnLst/>
            <a:rect l="l" t="t" r="r" b="b"/>
            <a:pathLst>
              <a:path w="9936480" h="375285">
                <a:moveTo>
                  <a:pt x="9936480" y="0"/>
                </a:moveTo>
                <a:lnTo>
                  <a:pt x="0" y="0"/>
                </a:lnTo>
                <a:lnTo>
                  <a:pt x="0" y="374904"/>
                </a:lnTo>
                <a:lnTo>
                  <a:pt x="9936480" y="374904"/>
                </a:lnTo>
                <a:lnTo>
                  <a:pt x="99364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244" y="1494281"/>
            <a:ext cx="4705985" cy="192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4995">
              <a:lnSpc>
                <a:spcPct val="134200"/>
              </a:lnSpc>
              <a:spcBef>
                <a:spcPts val="100"/>
              </a:spcBef>
              <a:tabLst>
                <a:tab pos="1631950" algn="l"/>
                <a:tab pos="2584450" algn="l"/>
              </a:tabLst>
            </a:pPr>
            <a:r>
              <a:rPr sz="2400" b="1" spc="-10" dirty="0">
                <a:latin typeface="Calibri"/>
                <a:cs typeface="Calibri"/>
              </a:rPr>
              <a:t>Suppose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disjoint</a:t>
            </a:r>
            <a:r>
              <a:rPr sz="2400" b="1" spc="-10" dirty="0">
                <a:latin typeface="Calibri"/>
                <a:cs typeface="Calibri"/>
              </a:rPr>
              <a:t>: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743960" algn="l"/>
              </a:tabLst>
            </a:pP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disjoint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7520" y="3025266"/>
            <a:ext cx="2265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independent.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639" y="3959986"/>
            <a:ext cx="10031095" cy="35242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completely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different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concepts.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When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disjoint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9639" y="4312030"/>
            <a:ext cx="9936480" cy="32956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0"/>
              </a:lnSpc>
            </a:pP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means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them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occurs,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other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cannot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occur.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Thus,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9639" y="4595317"/>
            <a:ext cx="9936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usually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lot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information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about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which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means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cannot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639" y="4993259"/>
            <a:ext cx="2094230" cy="32956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45"/>
              </a:lnSpc>
            </a:pP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independent.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1716023"/>
            <a:ext cx="240792" cy="2164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9439" y="1731264"/>
            <a:ext cx="246887" cy="20726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8927" y="2225039"/>
            <a:ext cx="1392936" cy="28041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0400" y="2048255"/>
            <a:ext cx="4803648" cy="6949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16736" y="3139439"/>
            <a:ext cx="3209543" cy="28041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36920" y="3197351"/>
            <a:ext cx="310896" cy="1798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82877"/>
            <a:ext cx="13817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5833" y="3931411"/>
            <a:ext cx="5420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Event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connection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4401" y="3931411"/>
            <a:ext cx="1007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455" y="3410711"/>
            <a:ext cx="7812024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832" y="4029455"/>
            <a:ext cx="432816" cy="207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8583" y="4041647"/>
            <a:ext cx="280416" cy="2103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00871" y="4044696"/>
            <a:ext cx="283464" cy="20726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334386" y="2294763"/>
            <a:ext cx="1130935" cy="293370"/>
            <a:chOff x="2334386" y="2294763"/>
            <a:chExt cx="1130935" cy="29337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4386" y="2492883"/>
              <a:ext cx="89154" cy="95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414015" y="2304288"/>
              <a:ext cx="1042035" cy="234950"/>
            </a:xfrm>
            <a:custGeom>
              <a:avLst/>
              <a:gdLst/>
              <a:ahLst/>
              <a:cxnLst/>
              <a:rect l="l" t="t" r="r" b="b"/>
              <a:pathLst>
                <a:path w="1042035" h="234950">
                  <a:moveTo>
                    <a:pt x="0" y="234696"/>
                  </a:moveTo>
                  <a:lnTo>
                    <a:pt x="871600" y="234696"/>
                  </a:lnTo>
                </a:path>
                <a:path w="1042035" h="234950">
                  <a:moveTo>
                    <a:pt x="862583" y="231394"/>
                  </a:moveTo>
                  <a:lnTo>
                    <a:pt x="1041781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10659" y="2492882"/>
            <a:ext cx="845185" cy="95250"/>
            <a:chOff x="4510659" y="2492882"/>
            <a:chExt cx="845185" cy="95250"/>
          </a:xfrm>
        </p:grpSpPr>
        <p:sp>
          <p:nvSpPr>
            <p:cNvPr id="14" name="object 14"/>
            <p:cNvSpPr/>
            <p:nvPr/>
          </p:nvSpPr>
          <p:spPr>
            <a:xfrm>
              <a:off x="4520184" y="2535935"/>
              <a:ext cx="791210" cy="3810"/>
            </a:xfrm>
            <a:custGeom>
              <a:avLst/>
              <a:gdLst/>
              <a:ahLst/>
              <a:cxnLst/>
              <a:rect l="l" t="t" r="r" b="b"/>
              <a:pathLst>
                <a:path w="791210" h="3810">
                  <a:moveTo>
                    <a:pt x="0" y="0"/>
                  </a:moveTo>
                  <a:lnTo>
                    <a:pt x="791210" y="368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6563" y="2492882"/>
              <a:ext cx="89153" cy="9525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3584447" y="2310383"/>
            <a:ext cx="786765" cy="233679"/>
          </a:xfrm>
          <a:custGeom>
            <a:avLst/>
            <a:gdLst/>
            <a:ahLst/>
            <a:cxnLst/>
            <a:rect l="l" t="t" r="r" b="b"/>
            <a:pathLst>
              <a:path w="786764" h="233680">
                <a:moveTo>
                  <a:pt x="0" y="225551"/>
                </a:moveTo>
                <a:lnTo>
                  <a:pt x="636651" y="229235"/>
                </a:lnTo>
              </a:path>
              <a:path w="786764" h="233680">
                <a:moveTo>
                  <a:pt x="630936" y="233171"/>
                </a:moveTo>
                <a:lnTo>
                  <a:pt x="7865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60192" y="2029967"/>
            <a:ext cx="307847" cy="21945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23359" y="2029967"/>
            <a:ext cx="313943" cy="21945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5648" y="2414016"/>
            <a:ext cx="234695" cy="1737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96128" y="2414016"/>
            <a:ext cx="213360" cy="1737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80536" y="2657348"/>
            <a:ext cx="133223" cy="18961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15384" y="2660269"/>
            <a:ext cx="160781" cy="22288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62629" y="2865881"/>
            <a:ext cx="11099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Calibri"/>
                <a:cs typeface="Calibri"/>
              </a:rPr>
              <a:t>independent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00481"/>
            <a:ext cx="48888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59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73750"/>
            <a:ext cx="4855845" cy="3480435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800" b="1" spc="-10" dirty="0">
                <a:solidFill>
                  <a:srgbClr val="4471C4"/>
                </a:solidFill>
                <a:latin typeface="Calibri"/>
                <a:cs typeface="Calibri"/>
              </a:rPr>
              <a:t>Remark: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  <a:tabLst>
                <a:tab pos="469265" algn="l"/>
                <a:tab pos="2012314" algn="l"/>
              </a:tabLst>
            </a:pP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2)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4471C4"/>
                </a:solidFill>
                <a:latin typeface="Calibri"/>
                <a:cs typeface="Calibri"/>
              </a:rPr>
              <a:t>If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	are</a:t>
            </a:r>
            <a:r>
              <a:rPr sz="2400" b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471C4"/>
                </a:solidFill>
                <a:latin typeface="Calibri"/>
                <a:cs typeface="Calibri"/>
              </a:rPr>
              <a:t>independent,</a:t>
            </a:r>
            <a:r>
              <a:rPr sz="2400" b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4471C4"/>
                </a:solidFill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  <a:p>
            <a:pPr marL="2296160" indent="-1826895">
              <a:lnSpc>
                <a:spcPct val="100000"/>
              </a:lnSpc>
              <a:spcBef>
                <a:spcPts val="1950"/>
              </a:spcBef>
              <a:buAutoNum type="alphaLcParenR"/>
              <a:tabLst>
                <a:tab pos="2296160" algn="l"/>
              </a:tabLst>
            </a:pPr>
            <a:r>
              <a:rPr sz="2400" dirty="0">
                <a:latin typeface="Calibri"/>
                <a:cs typeface="Calibri"/>
              </a:rPr>
              <a:t>are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independent.</a:t>
            </a:r>
            <a:endParaRPr sz="2400">
              <a:latin typeface="Calibri"/>
              <a:cs typeface="Calibri"/>
            </a:endParaRPr>
          </a:p>
          <a:p>
            <a:pPr marL="2296160" indent="-1826895">
              <a:lnSpc>
                <a:spcPct val="100000"/>
              </a:lnSpc>
              <a:spcBef>
                <a:spcPts val="1945"/>
              </a:spcBef>
              <a:buAutoNum type="alphaLcParenR"/>
              <a:tabLst>
                <a:tab pos="2296160" algn="l"/>
              </a:tabLst>
            </a:pPr>
            <a:r>
              <a:rPr sz="2400" dirty="0">
                <a:latin typeface="Calibri"/>
                <a:cs typeface="Calibri"/>
              </a:rPr>
              <a:t>are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independent.</a:t>
            </a:r>
            <a:endParaRPr sz="2400">
              <a:latin typeface="Calibri"/>
              <a:cs typeface="Calibri"/>
            </a:endParaRPr>
          </a:p>
          <a:p>
            <a:pPr marL="2296160" indent="-1826895">
              <a:lnSpc>
                <a:spcPct val="100000"/>
              </a:lnSpc>
              <a:spcBef>
                <a:spcPts val="1945"/>
              </a:spcBef>
              <a:buAutoNum type="alphaLcParenR"/>
              <a:tabLst>
                <a:tab pos="2296160" algn="l"/>
              </a:tabLst>
            </a:pPr>
            <a:r>
              <a:rPr sz="2400" dirty="0">
                <a:latin typeface="Calibri"/>
                <a:cs typeface="Calibri"/>
              </a:rPr>
              <a:t>are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80" y="2225039"/>
            <a:ext cx="7930896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9551" y="2849879"/>
            <a:ext cx="981456" cy="2194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6607" y="3447288"/>
            <a:ext cx="1124712" cy="2255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6607" y="4066032"/>
            <a:ext cx="1124712" cy="228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16607" y="4672584"/>
            <a:ext cx="1264920" cy="22555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595704"/>
            <a:ext cx="138176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4312460"/>
            <a:ext cx="1236980" cy="93471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b="1" spc="-20" dirty="0">
                <a:latin typeface="Calibri"/>
                <a:cs typeface="Calibri"/>
              </a:rPr>
              <a:t>Find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latin typeface="Calibri"/>
                <a:cs typeface="Calibri"/>
              </a:rPr>
              <a:t>Note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6153" y="4855845"/>
            <a:ext cx="220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independent.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19729" y="2057400"/>
            <a:ext cx="3862704" cy="1158875"/>
            <a:chOff x="2919729" y="2057400"/>
            <a:chExt cx="3862704" cy="1158875"/>
          </a:xfrm>
        </p:grpSpPr>
        <p:sp>
          <p:nvSpPr>
            <p:cNvPr id="7" name="object 7"/>
            <p:cNvSpPr/>
            <p:nvPr/>
          </p:nvSpPr>
          <p:spPr>
            <a:xfrm>
              <a:off x="3023615" y="2100071"/>
              <a:ext cx="3657600" cy="1070610"/>
            </a:xfrm>
            <a:custGeom>
              <a:avLst/>
              <a:gdLst/>
              <a:ahLst/>
              <a:cxnLst/>
              <a:rect l="l" t="t" r="r" b="b"/>
              <a:pathLst>
                <a:path w="3657600" h="1070610">
                  <a:moveTo>
                    <a:pt x="0" y="1060957"/>
                  </a:moveTo>
                  <a:lnTo>
                    <a:pt x="1704974" y="1054607"/>
                  </a:lnTo>
                </a:path>
                <a:path w="3657600" h="1070610">
                  <a:moveTo>
                    <a:pt x="1700783" y="1055877"/>
                  </a:moveTo>
                  <a:lnTo>
                    <a:pt x="1891283" y="795527"/>
                  </a:lnTo>
                </a:path>
                <a:path w="3657600" h="1070610">
                  <a:moveTo>
                    <a:pt x="1128013" y="1056639"/>
                  </a:moveTo>
                  <a:lnTo>
                    <a:pt x="1121663" y="243839"/>
                  </a:lnTo>
                </a:path>
                <a:path w="3657600" h="1070610">
                  <a:moveTo>
                    <a:pt x="1130808" y="249936"/>
                  </a:moveTo>
                  <a:lnTo>
                    <a:pt x="1702308" y="254507"/>
                  </a:lnTo>
                </a:path>
                <a:path w="3657600" h="1070610">
                  <a:moveTo>
                    <a:pt x="1700783" y="260350"/>
                  </a:moveTo>
                  <a:lnTo>
                    <a:pt x="1891283" y="0"/>
                  </a:lnTo>
                </a:path>
                <a:path w="3657600" h="1070610">
                  <a:moveTo>
                    <a:pt x="1950720" y="274192"/>
                  </a:moveTo>
                  <a:lnTo>
                    <a:pt x="2665095" y="265175"/>
                  </a:lnTo>
                </a:path>
                <a:path w="3657600" h="1070610">
                  <a:moveTo>
                    <a:pt x="2673096" y="265175"/>
                  </a:moveTo>
                  <a:lnTo>
                    <a:pt x="2673096" y="1064767"/>
                  </a:lnTo>
                </a:path>
                <a:path w="3657600" h="1070610">
                  <a:moveTo>
                    <a:pt x="1981199" y="1070482"/>
                  </a:moveTo>
                  <a:lnTo>
                    <a:pt x="3657600" y="105460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9729" y="3114802"/>
              <a:ext cx="110236" cy="1010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4865" y="3108705"/>
              <a:ext cx="107187" cy="1010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722" y="2137282"/>
              <a:ext cx="193801" cy="1192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722" y="2938907"/>
              <a:ext cx="193801" cy="1192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6071" y="2057400"/>
              <a:ext cx="307848" cy="2194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6071" y="2810255"/>
              <a:ext cx="310896" cy="219456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6792" y="3069335"/>
            <a:ext cx="234695" cy="17373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89064" y="3069335"/>
            <a:ext cx="210311" cy="17373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80280" y="3312667"/>
            <a:ext cx="133223" cy="18961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18176" y="3315589"/>
            <a:ext cx="160782" cy="22288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263009" y="3521786"/>
            <a:ext cx="11106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latin typeface="Calibri"/>
                <a:cs typeface="Calibri"/>
              </a:rPr>
              <a:t>independent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41335" y="2264664"/>
            <a:ext cx="3255264" cy="2804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13904" y="2953511"/>
            <a:ext cx="3261359" cy="28041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33727" y="4483608"/>
            <a:ext cx="1636776" cy="2773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56104" y="4937759"/>
            <a:ext cx="1142999" cy="29260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6469" y="1744471"/>
            <a:ext cx="2601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561337"/>
            <a:ext cx="59429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  <a:tabLst>
                <a:tab pos="735965" algn="l"/>
                <a:tab pos="1758314" algn="l"/>
                <a:tab pos="2204720" algn="l"/>
                <a:tab pos="3359785" algn="l"/>
              </a:tabLst>
            </a:pP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events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 </a:t>
            </a:r>
            <a:r>
              <a:rPr sz="2400" b="1" spc="-10" dirty="0">
                <a:latin typeface="Calibri"/>
                <a:cs typeface="Calibri"/>
              </a:rPr>
              <a:t>space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probability</a:t>
            </a:r>
            <a:r>
              <a:rPr sz="24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</a:t>
            </a:r>
            <a:r>
              <a:rPr sz="2400" b="1" dirty="0">
                <a:latin typeface="Calibri"/>
                <a:cs typeface="Calibri"/>
              </a:rPr>
              <a:t>		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defined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840992"/>
            <a:ext cx="240792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9904" y="1844039"/>
            <a:ext cx="246887" cy="210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6871" y="1871472"/>
            <a:ext cx="268224" cy="2743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43455" y="3081527"/>
            <a:ext cx="8470392" cy="758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9295" y="2389632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1920" y="2407920"/>
            <a:ext cx="246887" cy="20726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727913"/>
            <a:ext cx="304292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spc="-10" dirty="0">
                <a:latin typeface="Calibri"/>
                <a:cs typeface="Calibri"/>
              </a:rPr>
              <a:t>Independence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582928"/>
            <a:ext cx="663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4685" algn="l"/>
                <a:tab pos="2877185" algn="l"/>
              </a:tabLst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9735" y="1688592"/>
            <a:ext cx="240792" cy="216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5096" y="1691639"/>
            <a:ext cx="246887" cy="2103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4528" y="2374392"/>
            <a:ext cx="3508248" cy="3017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Independence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0124" y="1569796"/>
            <a:ext cx="6195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all</a:t>
            </a:r>
            <a:r>
              <a:rPr sz="2400" b="1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following</a:t>
            </a:r>
            <a:r>
              <a:rPr sz="2400" b="1" u="sng" spc="-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conditions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569796"/>
            <a:ext cx="308927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  <a:tabLst>
                <a:tab pos="2598420" algn="l"/>
              </a:tabLst>
            </a:pPr>
            <a:r>
              <a:rPr sz="2400" b="1" dirty="0">
                <a:latin typeface="Calibri"/>
                <a:cs typeface="Calibri"/>
              </a:rPr>
              <a:t>Three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sz="2400" b="1" spc="-20" dirty="0">
                <a:latin typeface="Calibri"/>
                <a:cs typeface="Calibri"/>
              </a:rPr>
              <a:t>hold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5664" y="1679448"/>
            <a:ext cx="768096" cy="274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8328" y="1694688"/>
            <a:ext cx="243839" cy="2194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0791" y="2554223"/>
            <a:ext cx="3621023" cy="3017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50791" y="3127248"/>
            <a:ext cx="3602736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50791" y="3703320"/>
            <a:ext cx="3630167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3759" y="4273296"/>
            <a:ext cx="5084064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24611"/>
            <a:ext cx="304292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Independence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473750"/>
            <a:ext cx="10062210" cy="201041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800" b="1" spc="-10" dirty="0">
                <a:latin typeface="Calibri"/>
                <a:cs typeface="Calibri"/>
              </a:rPr>
              <a:t>Example.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90100"/>
              </a:lnSpc>
              <a:spcBef>
                <a:spcPts val="1019"/>
              </a:spcBef>
              <a:tabLst>
                <a:tab pos="4262755" algn="l"/>
                <a:tab pos="6762115" algn="l"/>
                <a:tab pos="7677150" algn="l"/>
                <a:tab pos="9047480" algn="l"/>
              </a:tabLst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darts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players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throw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alternately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board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first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score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bull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wins.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their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throws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player</a:t>
            </a:r>
            <a:r>
              <a:rPr sz="2400" b="1" dirty="0">
                <a:latin typeface="Calibri"/>
                <a:cs typeface="Calibri"/>
              </a:rPr>
              <a:t>	has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dirty="0">
                <a:latin typeface="Calibri"/>
                <a:cs typeface="Calibri"/>
              </a:rPr>
              <a:t>	and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player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dirty="0">
                <a:latin typeface="Calibri"/>
                <a:cs typeface="Calibri"/>
              </a:rPr>
              <a:t>success;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result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different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throws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independent.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r>
              <a:rPr sz="2400" b="1" dirty="0">
                <a:latin typeface="Calibri"/>
                <a:cs typeface="Calibri"/>
              </a:rPr>
              <a:t>	starts,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calculate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he/she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wins.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5840" y="2523744"/>
            <a:ext cx="240791" cy="216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4376" y="2532888"/>
            <a:ext cx="749807" cy="2651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3983" y="2871216"/>
            <a:ext cx="243840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280" y="2566416"/>
            <a:ext cx="387096" cy="19812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19074"/>
            <a:ext cx="49784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Law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Total</a:t>
            </a:r>
            <a:r>
              <a:rPr spc="-85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59" y="1582928"/>
            <a:ext cx="599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494929"/>
            <a:ext cx="1734820" cy="9334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b="1" spc="-25" dirty="0">
                <a:latin typeface="Calibri"/>
                <a:cs typeface="Calibri"/>
              </a:rPr>
              <a:t>Let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0508" y="1494929"/>
            <a:ext cx="4979670" cy="933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47700">
              <a:lnSpc>
                <a:spcPct val="124200"/>
              </a:lnSpc>
              <a:spcBef>
                <a:spcPts val="95"/>
              </a:spcBef>
            </a:pP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partition</a:t>
            </a:r>
            <a:r>
              <a:rPr sz="24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have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752" y="1691639"/>
            <a:ext cx="2084832" cy="2682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7680" y="1676400"/>
            <a:ext cx="201168" cy="2194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6192" y="1658111"/>
            <a:ext cx="161544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7960" y="2142744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91967" y="2825495"/>
            <a:ext cx="6571488" cy="8442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7223" y="4087367"/>
            <a:ext cx="201168" cy="21945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050410" y="4077842"/>
            <a:ext cx="3201670" cy="1404620"/>
            <a:chOff x="4050410" y="4077842"/>
            <a:chExt cx="3201670" cy="1404620"/>
          </a:xfrm>
        </p:grpSpPr>
        <p:sp>
          <p:nvSpPr>
            <p:cNvPr id="13" name="object 13"/>
            <p:cNvSpPr/>
            <p:nvPr/>
          </p:nvSpPr>
          <p:spPr>
            <a:xfrm>
              <a:off x="4059935" y="4087367"/>
              <a:ext cx="3182620" cy="1384300"/>
            </a:xfrm>
            <a:custGeom>
              <a:avLst/>
              <a:gdLst/>
              <a:ahLst/>
              <a:cxnLst/>
              <a:rect l="l" t="t" r="r" b="b"/>
              <a:pathLst>
                <a:path w="3182620" h="1384300">
                  <a:moveTo>
                    <a:pt x="0" y="1383791"/>
                  </a:moveTo>
                  <a:lnTo>
                    <a:pt x="3182112" y="1383791"/>
                  </a:lnTo>
                  <a:lnTo>
                    <a:pt x="3182112" y="0"/>
                  </a:lnTo>
                  <a:lnTo>
                    <a:pt x="0" y="0"/>
                  </a:lnTo>
                  <a:lnTo>
                    <a:pt x="0" y="1383791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43399" y="4404359"/>
              <a:ext cx="2493645" cy="883919"/>
            </a:xfrm>
            <a:custGeom>
              <a:avLst/>
              <a:gdLst/>
              <a:ahLst/>
              <a:cxnLst/>
              <a:rect l="l" t="t" r="r" b="b"/>
              <a:pathLst>
                <a:path w="2493645" h="883920">
                  <a:moveTo>
                    <a:pt x="1246632" y="0"/>
                  </a:moveTo>
                  <a:lnTo>
                    <a:pt x="1178235" y="653"/>
                  </a:lnTo>
                  <a:lnTo>
                    <a:pt x="1110802" y="2593"/>
                  </a:lnTo>
                  <a:lnTo>
                    <a:pt x="1044428" y="5784"/>
                  </a:lnTo>
                  <a:lnTo>
                    <a:pt x="979208" y="10193"/>
                  </a:lnTo>
                  <a:lnTo>
                    <a:pt x="915237" y="15786"/>
                  </a:lnTo>
                  <a:lnTo>
                    <a:pt x="852610" y="22530"/>
                  </a:lnTo>
                  <a:lnTo>
                    <a:pt x="791423" y="30391"/>
                  </a:lnTo>
                  <a:lnTo>
                    <a:pt x="731769" y="39335"/>
                  </a:lnTo>
                  <a:lnTo>
                    <a:pt x="673745" y="49329"/>
                  </a:lnTo>
                  <a:lnTo>
                    <a:pt x="617445" y="60339"/>
                  </a:lnTo>
                  <a:lnTo>
                    <a:pt x="562965" y="72330"/>
                  </a:lnTo>
                  <a:lnTo>
                    <a:pt x="510399" y="85270"/>
                  </a:lnTo>
                  <a:lnTo>
                    <a:pt x="459843" y="99125"/>
                  </a:lnTo>
                  <a:lnTo>
                    <a:pt x="411392" y="113861"/>
                  </a:lnTo>
                  <a:lnTo>
                    <a:pt x="365140" y="129444"/>
                  </a:lnTo>
                  <a:lnTo>
                    <a:pt x="321184" y="145841"/>
                  </a:lnTo>
                  <a:lnTo>
                    <a:pt x="279617" y="163018"/>
                  </a:lnTo>
                  <a:lnTo>
                    <a:pt x="240535" y="180941"/>
                  </a:lnTo>
                  <a:lnTo>
                    <a:pt x="204034" y="199577"/>
                  </a:lnTo>
                  <a:lnTo>
                    <a:pt x="170208" y="218891"/>
                  </a:lnTo>
                  <a:lnTo>
                    <a:pt x="110961" y="259422"/>
                  </a:lnTo>
                  <a:lnTo>
                    <a:pt x="63556" y="302264"/>
                  </a:lnTo>
                  <a:lnTo>
                    <a:pt x="28754" y="347147"/>
                  </a:lnTo>
                  <a:lnTo>
                    <a:pt x="7315" y="393802"/>
                  </a:lnTo>
                  <a:lnTo>
                    <a:pt x="0" y="441959"/>
                  </a:lnTo>
                  <a:lnTo>
                    <a:pt x="1844" y="466209"/>
                  </a:lnTo>
                  <a:lnTo>
                    <a:pt x="16317" y="513649"/>
                  </a:lnTo>
                  <a:lnTo>
                    <a:pt x="44532" y="559452"/>
                  </a:lnTo>
                  <a:lnTo>
                    <a:pt x="85731" y="603348"/>
                  </a:lnTo>
                  <a:lnTo>
                    <a:pt x="139152" y="645068"/>
                  </a:lnTo>
                  <a:lnTo>
                    <a:pt x="204034" y="684342"/>
                  </a:lnTo>
                  <a:lnTo>
                    <a:pt x="240535" y="702978"/>
                  </a:lnTo>
                  <a:lnTo>
                    <a:pt x="279617" y="720901"/>
                  </a:lnTo>
                  <a:lnTo>
                    <a:pt x="321184" y="738078"/>
                  </a:lnTo>
                  <a:lnTo>
                    <a:pt x="365140" y="754475"/>
                  </a:lnTo>
                  <a:lnTo>
                    <a:pt x="411392" y="770058"/>
                  </a:lnTo>
                  <a:lnTo>
                    <a:pt x="459843" y="784794"/>
                  </a:lnTo>
                  <a:lnTo>
                    <a:pt x="510399" y="798649"/>
                  </a:lnTo>
                  <a:lnTo>
                    <a:pt x="562965" y="811589"/>
                  </a:lnTo>
                  <a:lnTo>
                    <a:pt x="617445" y="823580"/>
                  </a:lnTo>
                  <a:lnTo>
                    <a:pt x="673745" y="834590"/>
                  </a:lnTo>
                  <a:lnTo>
                    <a:pt x="731769" y="844584"/>
                  </a:lnTo>
                  <a:lnTo>
                    <a:pt x="791423" y="853528"/>
                  </a:lnTo>
                  <a:lnTo>
                    <a:pt x="852610" y="861389"/>
                  </a:lnTo>
                  <a:lnTo>
                    <a:pt x="915237" y="868133"/>
                  </a:lnTo>
                  <a:lnTo>
                    <a:pt x="979208" y="873726"/>
                  </a:lnTo>
                  <a:lnTo>
                    <a:pt x="1044428" y="878135"/>
                  </a:lnTo>
                  <a:lnTo>
                    <a:pt x="1110802" y="881326"/>
                  </a:lnTo>
                  <a:lnTo>
                    <a:pt x="1178235" y="883266"/>
                  </a:lnTo>
                  <a:lnTo>
                    <a:pt x="1246632" y="883919"/>
                  </a:lnTo>
                  <a:lnTo>
                    <a:pt x="1315028" y="883266"/>
                  </a:lnTo>
                  <a:lnTo>
                    <a:pt x="1382461" y="881326"/>
                  </a:lnTo>
                  <a:lnTo>
                    <a:pt x="1448835" y="878135"/>
                  </a:lnTo>
                  <a:lnTo>
                    <a:pt x="1514055" y="873726"/>
                  </a:lnTo>
                  <a:lnTo>
                    <a:pt x="1578026" y="868133"/>
                  </a:lnTo>
                  <a:lnTo>
                    <a:pt x="1640653" y="861389"/>
                  </a:lnTo>
                  <a:lnTo>
                    <a:pt x="1701840" y="853528"/>
                  </a:lnTo>
                  <a:lnTo>
                    <a:pt x="1761494" y="844584"/>
                  </a:lnTo>
                  <a:lnTo>
                    <a:pt x="1819518" y="834590"/>
                  </a:lnTo>
                  <a:lnTo>
                    <a:pt x="1875818" y="823580"/>
                  </a:lnTo>
                  <a:lnTo>
                    <a:pt x="1930298" y="811589"/>
                  </a:lnTo>
                  <a:lnTo>
                    <a:pt x="1982864" y="798649"/>
                  </a:lnTo>
                  <a:lnTo>
                    <a:pt x="2033420" y="784794"/>
                  </a:lnTo>
                  <a:lnTo>
                    <a:pt x="2081871" y="770058"/>
                  </a:lnTo>
                  <a:lnTo>
                    <a:pt x="2128123" y="754475"/>
                  </a:lnTo>
                  <a:lnTo>
                    <a:pt x="2172079" y="738078"/>
                  </a:lnTo>
                  <a:lnTo>
                    <a:pt x="2213646" y="720901"/>
                  </a:lnTo>
                  <a:lnTo>
                    <a:pt x="2252728" y="702978"/>
                  </a:lnTo>
                  <a:lnTo>
                    <a:pt x="2289229" y="684342"/>
                  </a:lnTo>
                  <a:lnTo>
                    <a:pt x="2323055" y="665028"/>
                  </a:lnTo>
                  <a:lnTo>
                    <a:pt x="2382302" y="624497"/>
                  </a:lnTo>
                  <a:lnTo>
                    <a:pt x="2429707" y="581655"/>
                  </a:lnTo>
                  <a:lnTo>
                    <a:pt x="2464509" y="536772"/>
                  </a:lnTo>
                  <a:lnTo>
                    <a:pt x="2485948" y="490117"/>
                  </a:lnTo>
                  <a:lnTo>
                    <a:pt x="2493264" y="441959"/>
                  </a:lnTo>
                  <a:lnTo>
                    <a:pt x="2491419" y="417710"/>
                  </a:lnTo>
                  <a:lnTo>
                    <a:pt x="2476946" y="370270"/>
                  </a:lnTo>
                  <a:lnTo>
                    <a:pt x="2448731" y="324467"/>
                  </a:lnTo>
                  <a:lnTo>
                    <a:pt x="2407532" y="280571"/>
                  </a:lnTo>
                  <a:lnTo>
                    <a:pt x="2354111" y="238851"/>
                  </a:lnTo>
                  <a:lnTo>
                    <a:pt x="2289229" y="199577"/>
                  </a:lnTo>
                  <a:lnTo>
                    <a:pt x="2252728" y="180941"/>
                  </a:lnTo>
                  <a:lnTo>
                    <a:pt x="2213646" y="163018"/>
                  </a:lnTo>
                  <a:lnTo>
                    <a:pt x="2172079" y="145841"/>
                  </a:lnTo>
                  <a:lnTo>
                    <a:pt x="2128123" y="129444"/>
                  </a:lnTo>
                  <a:lnTo>
                    <a:pt x="2081871" y="113861"/>
                  </a:lnTo>
                  <a:lnTo>
                    <a:pt x="2033420" y="99125"/>
                  </a:lnTo>
                  <a:lnTo>
                    <a:pt x="1982864" y="85270"/>
                  </a:lnTo>
                  <a:lnTo>
                    <a:pt x="1930298" y="72330"/>
                  </a:lnTo>
                  <a:lnTo>
                    <a:pt x="1875818" y="60339"/>
                  </a:lnTo>
                  <a:lnTo>
                    <a:pt x="1819518" y="49329"/>
                  </a:lnTo>
                  <a:lnTo>
                    <a:pt x="1761494" y="39335"/>
                  </a:lnTo>
                  <a:lnTo>
                    <a:pt x="1701840" y="30391"/>
                  </a:lnTo>
                  <a:lnTo>
                    <a:pt x="1640653" y="22530"/>
                  </a:lnTo>
                  <a:lnTo>
                    <a:pt x="1578026" y="15786"/>
                  </a:lnTo>
                  <a:lnTo>
                    <a:pt x="1514055" y="10193"/>
                  </a:lnTo>
                  <a:lnTo>
                    <a:pt x="1448835" y="5784"/>
                  </a:lnTo>
                  <a:lnTo>
                    <a:pt x="1382461" y="2593"/>
                  </a:lnTo>
                  <a:lnTo>
                    <a:pt x="1315028" y="653"/>
                  </a:lnTo>
                  <a:lnTo>
                    <a:pt x="1246632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43399" y="4404359"/>
              <a:ext cx="2493645" cy="883919"/>
            </a:xfrm>
            <a:custGeom>
              <a:avLst/>
              <a:gdLst/>
              <a:ahLst/>
              <a:cxnLst/>
              <a:rect l="l" t="t" r="r" b="b"/>
              <a:pathLst>
                <a:path w="2493645" h="883920">
                  <a:moveTo>
                    <a:pt x="0" y="441959"/>
                  </a:moveTo>
                  <a:lnTo>
                    <a:pt x="7315" y="393802"/>
                  </a:lnTo>
                  <a:lnTo>
                    <a:pt x="28754" y="347147"/>
                  </a:lnTo>
                  <a:lnTo>
                    <a:pt x="63556" y="302264"/>
                  </a:lnTo>
                  <a:lnTo>
                    <a:pt x="110961" y="259422"/>
                  </a:lnTo>
                  <a:lnTo>
                    <a:pt x="170208" y="218891"/>
                  </a:lnTo>
                  <a:lnTo>
                    <a:pt x="204034" y="199577"/>
                  </a:lnTo>
                  <a:lnTo>
                    <a:pt x="240535" y="180941"/>
                  </a:lnTo>
                  <a:lnTo>
                    <a:pt x="279617" y="163018"/>
                  </a:lnTo>
                  <a:lnTo>
                    <a:pt x="321184" y="145841"/>
                  </a:lnTo>
                  <a:lnTo>
                    <a:pt x="365140" y="129444"/>
                  </a:lnTo>
                  <a:lnTo>
                    <a:pt x="411392" y="113861"/>
                  </a:lnTo>
                  <a:lnTo>
                    <a:pt x="459843" y="99125"/>
                  </a:lnTo>
                  <a:lnTo>
                    <a:pt x="510399" y="85270"/>
                  </a:lnTo>
                  <a:lnTo>
                    <a:pt x="562965" y="72330"/>
                  </a:lnTo>
                  <a:lnTo>
                    <a:pt x="617445" y="60339"/>
                  </a:lnTo>
                  <a:lnTo>
                    <a:pt x="673745" y="49329"/>
                  </a:lnTo>
                  <a:lnTo>
                    <a:pt x="731769" y="39335"/>
                  </a:lnTo>
                  <a:lnTo>
                    <a:pt x="791423" y="30391"/>
                  </a:lnTo>
                  <a:lnTo>
                    <a:pt x="852610" y="22530"/>
                  </a:lnTo>
                  <a:lnTo>
                    <a:pt x="915237" y="15786"/>
                  </a:lnTo>
                  <a:lnTo>
                    <a:pt x="979208" y="10193"/>
                  </a:lnTo>
                  <a:lnTo>
                    <a:pt x="1044428" y="5784"/>
                  </a:lnTo>
                  <a:lnTo>
                    <a:pt x="1110802" y="2593"/>
                  </a:lnTo>
                  <a:lnTo>
                    <a:pt x="1178235" y="653"/>
                  </a:lnTo>
                  <a:lnTo>
                    <a:pt x="1246632" y="0"/>
                  </a:lnTo>
                  <a:lnTo>
                    <a:pt x="1315028" y="653"/>
                  </a:lnTo>
                  <a:lnTo>
                    <a:pt x="1382461" y="2593"/>
                  </a:lnTo>
                  <a:lnTo>
                    <a:pt x="1448835" y="5784"/>
                  </a:lnTo>
                  <a:lnTo>
                    <a:pt x="1514055" y="10193"/>
                  </a:lnTo>
                  <a:lnTo>
                    <a:pt x="1578026" y="15786"/>
                  </a:lnTo>
                  <a:lnTo>
                    <a:pt x="1640653" y="22530"/>
                  </a:lnTo>
                  <a:lnTo>
                    <a:pt x="1701840" y="30391"/>
                  </a:lnTo>
                  <a:lnTo>
                    <a:pt x="1761494" y="39335"/>
                  </a:lnTo>
                  <a:lnTo>
                    <a:pt x="1819518" y="49329"/>
                  </a:lnTo>
                  <a:lnTo>
                    <a:pt x="1875818" y="60339"/>
                  </a:lnTo>
                  <a:lnTo>
                    <a:pt x="1930298" y="72330"/>
                  </a:lnTo>
                  <a:lnTo>
                    <a:pt x="1982864" y="85270"/>
                  </a:lnTo>
                  <a:lnTo>
                    <a:pt x="2033420" y="99125"/>
                  </a:lnTo>
                  <a:lnTo>
                    <a:pt x="2081871" y="113861"/>
                  </a:lnTo>
                  <a:lnTo>
                    <a:pt x="2128123" y="129444"/>
                  </a:lnTo>
                  <a:lnTo>
                    <a:pt x="2172079" y="145841"/>
                  </a:lnTo>
                  <a:lnTo>
                    <a:pt x="2213646" y="163018"/>
                  </a:lnTo>
                  <a:lnTo>
                    <a:pt x="2252728" y="180941"/>
                  </a:lnTo>
                  <a:lnTo>
                    <a:pt x="2289229" y="199577"/>
                  </a:lnTo>
                  <a:lnTo>
                    <a:pt x="2323055" y="218891"/>
                  </a:lnTo>
                  <a:lnTo>
                    <a:pt x="2382302" y="259422"/>
                  </a:lnTo>
                  <a:lnTo>
                    <a:pt x="2429707" y="302264"/>
                  </a:lnTo>
                  <a:lnTo>
                    <a:pt x="2464509" y="347147"/>
                  </a:lnTo>
                  <a:lnTo>
                    <a:pt x="2485948" y="393802"/>
                  </a:lnTo>
                  <a:lnTo>
                    <a:pt x="2493264" y="441959"/>
                  </a:lnTo>
                  <a:lnTo>
                    <a:pt x="2491419" y="466209"/>
                  </a:lnTo>
                  <a:lnTo>
                    <a:pt x="2476946" y="513649"/>
                  </a:lnTo>
                  <a:lnTo>
                    <a:pt x="2448731" y="559452"/>
                  </a:lnTo>
                  <a:lnTo>
                    <a:pt x="2407532" y="603348"/>
                  </a:lnTo>
                  <a:lnTo>
                    <a:pt x="2354111" y="645068"/>
                  </a:lnTo>
                  <a:lnTo>
                    <a:pt x="2289229" y="684342"/>
                  </a:lnTo>
                  <a:lnTo>
                    <a:pt x="2252728" y="702978"/>
                  </a:lnTo>
                  <a:lnTo>
                    <a:pt x="2213646" y="720901"/>
                  </a:lnTo>
                  <a:lnTo>
                    <a:pt x="2172079" y="738078"/>
                  </a:lnTo>
                  <a:lnTo>
                    <a:pt x="2128123" y="754475"/>
                  </a:lnTo>
                  <a:lnTo>
                    <a:pt x="2081871" y="770058"/>
                  </a:lnTo>
                  <a:lnTo>
                    <a:pt x="2033420" y="784794"/>
                  </a:lnTo>
                  <a:lnTo>
                    <a:pt x="1982864" y="798649"/>
                  </a:lnTo>
                  <a:lnTo>
                    <a:pt x="1930298" y="811589"/>
                  </a:lnTo>
                  <a:lnTo>
                    <a:pt x="1875818" y="823580"/>
                  </a:lnTo>
                  <a:lnTo>
                    <a:pt x="1819518" y="834590"/>
                  </a:lnTo>
                  <a:lnTo>
                    <a:pt x="1761494" y="844584"/>
                  </a:lnTo>
                  <a:lnTo>
                    <a:pt x="1701840" y="853528"/>
                  </a:lnTo>
                  <a:lnTo>
                    <a:pt x="1640653" y="861389"/>
                  </a:lnTo>
                  <a:lnTo>
                    <a:pt x="1578026" y="868133"/>
                  </a:lnTo>
                  <a:lnTo>
                    <a:pt x="1514055" y="873726"/>
                  </a:lnTo>
                  <a:lnTo>
                    <a:pt x="1448835" y="878135"/>
                  </a:lnTo>
                  <a:lnTo>
                    <a:pt x="1382461" y="881326"/>
                  </a:lnTo>
                  <a:lnTo>
                    <a:pt x="1315028" y="883266"/>
                  </a:lnTo>
                  <a:lnTo>
                    <a:pt x="1246632" y="883919"/>
                  </a:lnTo>
                  <a:lnTo>
                    <a:pt x="1178235" y="883266"/>
                  </a:lnTo>
                  <a:lnTo>
                    <a:pt x="1110802" y="881326"/>
                  </a:lnTo>
                  <a:lnTo>
                    <a:pt x="1044428" y="878135"/>
                  </a:lnTo>
                  <a:lnTo>
                    <a:pt x="979208" y="873726"/>
                  </a:lnTo>
                  <a:lnTo>
                    <a:pt x="915237" y="868133"/>
                  </a:lnTo>
                  <a:lnTo>
                    <a:pt x="852610" y="861389"/>
                  </a:lnTo>
                  <a:lnTo>
                    <a:pt x="791423" y="853528"/>
                  </a:lnTo>
                  <a:lnTo>
                    <a:pt x="731769" y="844584"/>
                  </a:lnTo>
                  <a:lnTo>
                    <a:pt x="673745" y="834590"/>
                  </a:lnTo>
                  <a:lnTo>
                    <a:pt x="617445" y="823580"/>
                  </a:lnTo>
                  <a:lnTo>
                    <a:pt x="562965" y="811589"/>
                  </a:lnTo>
                  <a:lnTo>
                    <a:pt x="510399" y="798649"/>
                  </a:lnTo>
                  <a:lnTo>
                    <a:pt x="459843" y="784794"/>
                  </a:lnTo>
                  <a:lnTo>
                    <a:pt x="411392" y="770058"/>
                  </a:lnTo>
                  <a:lnTo>
                    <a:pt x="365140" y="754475"/>
                  </a:lnTo>
                  <a:lnTo>
                    <a:pt x="321184" y="738078"/>
                  </a:lnTo>
                  <a:lnTo>
                    <a:pt x="279617" y="720901"/>
                  </a:lnTo>
                  <a:lnTo>
                    <a:pt x="240535" y="702978"/>
                  </a:lnTo>
                  <a:lnTo>
                    <a:pt x="204034" y="684342"/>
                  </a:lnTo>
                  <a:lnTo>
                    <a:pt x="170208" y="665028"/>
                  </a:lnTo>
                  <a:lnTo>
                    <a:pt x="110961" y="624497"/>
                  </a:lnTo>
                  <a:lnTo>
                    <a:pt x="63556" y="581655"/>
                  </a:lnTo>
                  <a:lnTo>
                    <a:pt x="28754" y="536772"/>
                  </a:lnTo>
                  <a:lnTo>
                    <a:pt x="7315" y="490117"/>
                  </a:lnTo>
                  <a:lnTo>
                    <a:pt x="0" y="44195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3063" y="4087367"/>
              <a:ext cx="1720850" cy="1385570"/>
            </a:xfrm>
            <a:custGeom>
              <a:avLst/>
              <a:gdLst/>
              <a:ahLst/>
              <a:cxnLst/>
              <a:rect l="l" t="t" r="r" b="b"/>
              <a:pathLst>
                <a:path w="1720850" h="1385570">
                  <a:moveTo>
                    <a:pt x="204724" y="0"/>
                  </a:moveTo>
                  <a:lnTo>
                    <a:pt x="0" y="1385188"/>
                  </a:lnTo>
                </a:path>
                <a:path w="1720850" h="1385570">
                  <a:moveTo>
                    <a:pt x="819912" y="0"/>
                  </a:moveTo>
                  <a:lnTo>
                    <a:pt x="948182" y="1385188"/>
                  </a:lnTo>
                </a:path>
                <a:path w="1720850" h="1385570">
                  <a:moveTo>
                    <a:pt x="1720469" y="0"/>
                  </a:moveTo>
                  <a:lnTo>
                    <a:pt x="1392936" y="1385188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55591" y="4169663"/>
              <a:ext cx="304800" cy="2133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7967" y="4136135"/>
              <a:ext cx="310896" cy="2103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8151" y="4136135"/>
              <a:ext cx="313944" cy="2133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1591" y="4215383"/>
              <a:ext cx="316992" cy="2133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3127" y="4706111"/>
              <a:ext cx="307848" cy="2194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77967" y="4696967"/>
              <a:ext cx="313943" cy="2194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8151" y="4669535"/>
              <a:ext cx="313944" cy="2194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9943" y="4724399"/>
              <a:ext cx="316992" cy="2194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6767" y="4696967"/>
              <a:ext cx="201168" cy="1798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16356"/>
            <a:ext cx="497967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Law</a:t>
            </a:r>
            <a:r>
              <a:rPr spc="-9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55" dirty="0"/>
              <a:t>Total</a:t>
            </a:r>
            <a:r>
              <a:rPr spc="-7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1712976"/>
            <a:ext cx="1837944" cy="2651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9" y="2356104"/>
            <a:ext cx="5788152" cy="301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8719" y="3057144"/>
            <a:ext cx="5297424" cy="8442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8719" y="4300728"/>
            <a:ext cx="8421624" cy="75895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Law</a:t>
            </a:r>
            <a:r>
              <a:rPr spc="-8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55" dirty="0"/>
              <a:t>Total</a:t>
            </a:r>
            <a:r>
              <a:rPr spc="-7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895962"/>
            <a:ext cx="8724265" cy="284924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b="1" spc="-10" dirty="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b="1" dirty="0">
                <a:latin typeface="Calibri"/>
                <a:cs typeface="Calibri"/>
              </a:rPr>
              <a:t>Three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coins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bag: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AutoNum type="alphaL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Coin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heads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0.9.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AutoNum type="alphaL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Coin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heads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0.6.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00"/>
              </a:spcBef>
              <a:buAutoNum type="alphaLcParenR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Coin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heads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0.3.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dirty="0">
                <a:latin typeface="Calibri"/>
                <a:cs typeface="Calibri"/>
              </a:rPr>
              <a:t>I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draw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coin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toss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it.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heads?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1303" y="3048000"/>
            <a:ext cx="205740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1303" y="3496055"/>
            <a:ext cx="2057400" cy="2804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1303" y="3944111"/>
            <a:ext cx="2057400" cy="28041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Bayes'</a:t>
            </a:r>
            <a:r>
              <a:rPr spc="-165" dirty="0"/>
              <a:t> </a:t>
            </a:r>
            <a:r>
              <a:rPr spc="-20" dirty="0"/>
              <a:t>Rule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21028"/>
            <a:ext cx="4667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7495" algn="l"/>
                <a:tab pos="3705860" algn="l"/>
              </a:tabLst>
            </a:pP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where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4644" y="1621028"/>
            <a:ext cx="1224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20" dirty="0">
                <a:latin typeface="Calibri"/>
                <a:cs typeface="Calibri"/>
              </a:rPr>
              <a:t> have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1567" y="1716023"/>
            <a:ext cx="240791" cy="2164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7303" y="1722120"/>
            <a:ext cx="246887" cy="2103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99759" y="1722120"/>
            <a:ext cx="1417319" cy="304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7303" y="2453639"/>
            <a:ext cx="3773424" cy="7589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1095" y="3782567"/>
            <a:ext cx="7260335" cy="6979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11095" y="4770120"/>
            <a:ext cx="2874263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Bayes'</a:t>
            </a:r>
            <a:r>
              <a:rPr spc="-165" dirty="0"/>
              <a:t> </a:t>
            </a:r>
            <a:r>
              <a:rPr spc="-20" dirty="0"/>
              <a:t>Rule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9270" y="1782571"/>
            <a:ext cx="648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1122" y="1782571"/>
            <a:ext cx="1524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1599437"/>
            <a:ext cx="5994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If </a:t>
            </a:r>
            <a:r>
              <a:rPr sz="2400" b="1" spc="-20" dirty="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9346" y="1599437"/>
            <a:ext cx="44221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8440">
              <a:lnSpc>
                <a:spcPct val="1501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partition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sample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space </a:t>
            </a: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have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1892807"/>
            <a:ext cx="2081783" cy="268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5928" y="1889760"/>
            <a:ext cx="198120" cy="2194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47759" y="1880616"/>
            <a:ext cx="240792" cy="2164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1536" y="2420111"/>
            <a:ext cx="1505712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5104" y="3194304"/>
            <a:ext cx="7370064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Bayes'</a:t>
            </a:r>
            <a:r>
              <a:rPr spc="-180" dirty="0"/>
              <a:t> </a:t>
            </a:r>
            <a:r>
              <a:rPr spc="-20" dirty="0"/>
              <a:t>Rule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480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2800" spc="-10" dirty="0"/>
              <a:t>Example.</a:t>
            </a:r>
            <a:endParaRPr sz="2800"/>
          </a:p>
          <a:p>
            <a:pPr marL="12700" marR="5080">
              <a:lnSpc>
                <a:spcPct val="100000"/>
              </a:lnSpc>
              <a:spcBef>
                <a:spcPts val="1025"/>
              </a:spcBef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previous</a:t>
            </a:r>
            <a:r>
              <a:rPr spc="-65" dirty="0"/>
              <a:t> </a:t>
            </a:r>
            <a:r>
              <a:rPr dirty="0"/>
              <a:t>problem,</a:t>
            </a:r>
            <a:r>
              <a:rPr spc="-65" dirty="0"/>
              <a:t> </a:t>
            </a:r>
            <a:r>
              <a:rPr dirty="0"/>
              <a:t>suppose</a:t>
            </a:r>
            <a:r>
              <a:rPr spc="-7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know</a:t>
            </a:r>
            <a:r>
              <a:rPr spc="-5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result</a:t>
            </a:r>
            <a:r>
              <a:rPr spc="-6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heads;</a:t>
            </a:r>
            <a:r>
              <a:rPr spc="-35" dirty="0"/>
              <a:t> </a:t>
            </a: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dirty="0"/>
              <a:t>probability</a:t>
            </a:r>
            <a:r>
              <a:rPr spc="-110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Coin</a:t>
            </a:r>
            <a:r>
              <a:rPr spc="-60" dirty="0"/>
              <a:t> 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was</a:t>
            </a:r>
            <a:r>
              <a:rPr spc="-40" dirty="0"/>
              <a:t> </a:t>
            </a:r>
            <a:r>
              <a:rPr spc="-10" dirty="0"/>
              <a:t>chosen?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720293"/>
            <a:ext cx="242125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Bayes'</a:t>
            </a:r>
            <a:r>
              <a:rPr spc="-165" dirty="0"/>
              <a:t> </a:t>
            </a:r>
            <a:r>
              <a:rPr spc="-20" dirty="0"/>
              <a:t>Rule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71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38375"/>
            <a:ext cx="10057130" cy="19227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Example.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communication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zero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transmitted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4392930" algn="l"/>
              </a:tabLst>
            </a:pP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2444115" algn="l"/>
                <a:tab pos="9962515" algn="l"/>
              </a:tabLst>
            </a:pPr>
            <a:r>
              <a:rPr sz="2400" b="1" spc="-20" dirty="0">
                <a:latin typeface="Calibri"/>
                <a:cs typeface="Calibri"/>
              </a:rPr>
              <a:t>respectively.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Due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noise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channel,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zero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received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one,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dirty="0">
                <a:latin typeface="Calibri"/>
                <a:cs typeface="Calibri"/>
              </a:rPr>
              <a:t>	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received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zero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also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50" dirty="0">
                <a:latin typeface="Calibri"/>
                <a:cs typeface="Calibri"/>
              </a:rPr>
              <a:t>.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was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observed,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was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transmitted?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182367"/>
            <a:ext cx="2578607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2911" y="2194560"/>
            <a:ext cx="3858767" cy="2804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2760" y="2938272"/>
            <a:ext cx="198119" cy="2712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6183" y="2938272"/>
            <a:ext cx="195072" cy="2712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dirty="0"/>
              <a:t>Conditional</a:t>
            </a:r>
            <a:r>
              <a:rPr spc="-45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72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44472"/>
            <a:ext cx="6565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8645" algn="l"/>
                <a:tab pos="2811780" algn="l"/>
              </a:tabLst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35" dirty="0">
                <a:latin typeface="Calibri"/>
                <a:cs typeface="Calibri"/>
              </a:rPr>
              <a:t>if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3359" y="3614369"/>
            <a:ext cx="78981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835" algn="l"/>
                <a:tab pos="7170420" algn="l"/>
              </a:tabLst>
            </a:pPr>
            <a:r>
              <a:rPr sz="2400" b="1" spc="-25" dirty="0">
                <a:latin typeface="Calibri"/>
                <a:cs typeface="Calibri"/>
              </a:rPr>
              <a:t>and</a:t>
            </a:r>
            <a:r>
              <a:rPr sz="2400" b="1" dirty="0">
                <a:latin typeface="Calibri"/>
                <a:cs typeface="Calibri"/>
              </a:rPr>
              <a:t>	are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conditionally</a:t>
            </a:r>
            <a:r>
              <a:rPr sz="24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</a:t>
            </a:r>
            <a:r>
              <a:rPr sz="2400" b="1" dirty="0">
                <a:latin typeface="Calibri"/>
                <a:cs typeface="Calibri"/>
              </a:rPr>
              <a:t>	if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3614369"/>
            <a:ext cx="145732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Two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only</a:t>
            </a:r>
            <a:r>
              <a:rPr sz="2400" b="1" spc="-25" dirty="0">
                <a:latin typeface="Calibri"/>
                <a:cs typeface="Calibri"/>
              </a:rPr>
              <a:t> if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544" y="1734311"/>
            <a:ext cx="240792" cy="213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6703" y="1740407"/>
            <a:ext cx="246887" cy="2072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6567" y="2441448"/>
            <a:ext cx="8964168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7544" y="3706367"/>
            <a:ext cx="240792" cy="2133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6703" y="3712464"/>
            <a:ext cx="246887" cy="2072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2911" y="3727703"/>
            <a:ext cx="243840" cy="2194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1023" y="4675632"/>
            <a:ext cx="471220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dirty="0"/>
              <a:t>Chain</a:t>
            </a:r>
            <a:r>
              <a:rPr spc="-45" dirty="0"/>
              <a:t> </a:t>
            </a:r>
            <a:r>
              <a:rPr dirty="0"/>
              <a:t>Rule</a:t>
            </a:r>
            <a:r>
              <a:rPr spc="-5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Conditional</a:t>
            </a:r>
            <a:r>
              <a:rPr spc="-100" dirty="0"/>
              <a:t> </a:t>
            </a:r>
            <a:r>
              <a:rPr spc="-10" dirty="0"/>
              <a:t>Probability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73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3111246"/>
            <a:ext cx="5050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We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extend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more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events: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744" y="2054351"/>
            <a:ext cx="7906511" cy="7589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6248" y="4002023"/>
            <a:ext cx="6464808" cy="30175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321587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You</a:t>
            </a:r>
            <a:r>
              <a:rPr spc="-50" dirty="0"/>
              <a:t> </a:t>
            </a:r>
            <a:r>
              <a:rPr spc="-10" dirty="0"/>
              <a:t>explored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basic</a:t>
            </a:r>
            <a:r>
              <a:rPr spc="-60" dirty="0"/>
              <a:t> </a:t>
            </a:r>
            <a:r>
              <a:rPr dirty="0"/>
              <a:t>concepts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probability</a:t>
            </a:r>
            <a:r>
              <a:rPr spc="-95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will</a:t>
            </a:r>
            <a:r>
              <a:rPr spc="-55" dirty="0"/>
              <a:t> </a:t>
            </a:r>
            <a:r>
              <a:rPr dirty="0"/>
              <a:t>provide</a:t>
            </a:r>
            <a:r>
              <a:rPr spc="-9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foundation</a:t>
            </a:r>
            <a:r>
              <a:rPr spc="-75" dirty="0"/>
              <a:t> </a:t>
            </a:r>
            <a:r>
              <a:rPr spc="-25" dirty="0"/>
              <a:t>for </a:t>
            </a:r>
            <a:r>
              <a:rPr dirty="0"/>
              <a:t>discussion</a:t>
            </a:r>
            <a:r>
              <a:rPr spc="-9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probability.</a:t>
            </a:r>
            <a:r>
              <a:rPr spc="-85" dirty="0"/>
              <a:t> </a:t>
            </a:r>
            <a:r>
              <a:rPr spc="-50" dirty="0"/>
              <a:t>You</a:t>
            </a:r>
            <a:r>
              <a:rPr spc="-80" dirty="0"/>
              <a:t> </a:t>
            </a:r>
            <a:r>
              <a:rPr dirty="0"/>
              <a:t>also</a:t>
            </a:r>
            <a:r>
              <a:rPr spc="-55" dirty="0"/>
              <a:t> </a:t>
            </a:r>
            <a:r>
              <a:rPr dirty="0"/>
              <a:t>reviewed</a:t>
            </a:r>
            <a:r>
              <a:rPr spc="-50" dirty="0"/>
              <a:t> </a:t>
            </a:r>
            <a:r>
              <a:rPr spc="-10" dirty="0"/>
              <a:t>mathematical</a:t>
            </a:r>
            <a:r>
              <a:rPr spc="-35" dirty="0"/>
              <a:t> </a:t>
            </a:r>
            <a:r>
              <a:rPr dirty="0"/>
              <a:t>concepts</a:t>
            </a:r>
            <a:r>
              <a:rPr spc="-80" dirty="0"/>
              <a:t> </a:t>
            </a:r>
            <a:r>
              <a:rPr dirty="0"/>
              <a:t>needed</a:t>
            </a:r>
            <a:r>
              <a:rPr spc="-40" dirty="0"/>
              <a:t> </a:t>
            </a:r>
            <a:r>
              <a:rPr spc="-25" dirty="0"/>
              <a:t>to </a:t>
            </a:r>
            <a:r>
              <a:rPr spc="-10" dirty="0"/>
              <a:t>understand</a:t>
            </a:r>
            <a:r>
              <a:rPr spc="-75" dirty="0"/>
              <a:t> </a:t>
            </a:r>
            <a:r>
              <a:rPr dirty="0"/>
              <a:t>probability</a:t>
            </a:r>
            <a:r>
              <a:rPr spc="-110" dirty="0"/>
              <a:t> </a:t>
            </a:r>
            <a:r>
              <a:rPr spc="-10" dirty="0"/>
              <a:t>theory.</a:t>
            </a:r>
            <a:r>
              <a:rPr spc="-55" dirty="0"/>
              <a:t> </a:t>
            </a:r>
            <a:r>
              <a:rPr spc="-45" dirty="0"/>
              <a:t>You</a:t>
            </a:r>
            <a:r>
              <a:rPr spc="-55" dirty="0"/>
              <a:t> </a:t>
            </a:r>
            <a:r>
              <a:rPr dirty="0"/>
              <a:t>had</a:t>
            </a:r>
            <a:r>
              <a:rPr spc="-6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opportunity</a:t>
            </a:r>
            <a:r>
              <a:rPr spc="-11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examine</a:t>
            </a:r>
            <a:r>
              <a:rPr spc="-25" dirty="0"/>
              <a:t> </a:t>
            </a:r>
            <a:r>
              <a:rPr spc="-10" dirty="0"/>
              <a:t>random experiments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axioms</a:t>
            </a:r>
            <a:r>
              <a:rPr spc="-2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probability.</a:t>
            </a:r>
            <a:r>
              <a:rPr spc="-110" dirty="0"/>
              <a:t> </a:t>
            </a:r>
            <a:r>
              <a:rPr spc="-10" dirty="0"/>
              <a:t>Additionally,</a:t>
            </a:r>
            <a:r>
              <a:rPr spc="-110" dirty="0"/>
              <a:t> </a:t>
            </a:r>
            <a:r>
              <a:rPr dirty="0"/>
              <a:t>you</a:t>
            </a:r>
            <a:r>
              <a:rPr spc="-35" dirty="0"/>
              <a:t> </a:t>
            </a:r>
            <a:r>
              <a:rPr dirty="0"/>
              <a:t>explored</a:t>
            </a:r>
            <a:r>
              <a:rPr spc="-35" dirty="0"/>
              <a:t> </a:t>
            </a:r>
            <a:r>
              <a:rPr spc="-10" dirty="0"/>
              <a:t>discrete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continuous</a:t>
            </a:r>
            <a:r>
              <a:rPr spc="-105" dirty="0"/>
              <a:t> </a:t>
            </a:r>
            <a:r>
              <a:rPr dirty="0"/>
              <a:t>probability</a:t>
            </a:r>
            <a:r>
              <a:rPr spc="-90" dirty="0"/>
              <a:t> </a:t>
            </a:r>
            <a:r>
              <a:rPr dirty="0"/>
              <a:t>models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discussed</a:t>
            </a:r>
            <a:r>
              <a:rPr spc="-60" dirty="0"/>
              <a:t> </a:t>
            </a:r>
            <a:r>
              <a:rPr dirty="0"/>
              <a:t>conditional</a:t>
            </a:r>
            <a:r>
              <a:rPr spc="-75" dirty="0"/>
              <a:t> </a:t>
            </a:r>
            <a:r>
              <a:rPr spc="-10" dirty="0"/>
              <a:t>probability.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r>
              <a:rPr spc="-25" dirty="0"/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</TotalTime>
  <Words>1815</Words>
  <Application>Microsoft Office PowerPoint</Application>
  <PresentationFormat>Widescreen</PresentationFormat>
  <Paragraphs>431</Paragraphs>
  <Slides>73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Aptos</vt:lpstr>
      <vt:lpstr>Aptos Display</vt:lpstr>
      <vt:lpstr>Arial</vt:lpstr>
      <vt:lpstr>Arial MT</vt:lpstr>
      <vt:lpstr>Calibri</vt:lpstr>
      <vt:lpstr>Times New Roman</vt:lpstr>
      <vt:lpstr>Wingdings</vt:lpstr>
      <vt:lpstr>Office Theme</vt:lpstr>
      <vt:lpstr>PowerPoint Presentation</vt:lpstr>
      <vt:lpstr>Objectives</vt:lpstr>
      <vt:lpstr>Rationale</vt:lpstr>
      <vt:lpstr>Review of Set Theory</vt:lpstr>
      <vt:lpstr>Review of Set Theory</vt:lpstr>
      <vt:lpstr>Review of Set Theory</vt:lpstr>
      <vt:lpstr>Review of Set Theory</vt:lpstr>
      <vt:lpstr>Venn Diagrams</vt:lpstr>
      <vt:lpstr>PowerPoint Presentation</vt:lpstr>
      <vt:lpstr>Set Operations</vt:lpstr>
      <vt:lpstr>Set Operations</vt:lpstr>
      <vt:lpstr>Set Operations</vt:lpstr>
      <vt:lpstr>Set Operations</vt:lpstr>
      <vt:lpstr>Set Operations</vt:lpstr>
      <vt:lpstr>Set Operations</vt:lpstr>
      <vt:lpstr>PowerPoint Presentation</vt:lpstr>
      <vt:lpstr>Set Operations</vt:lpstr>
      <vt:lpstr>Functions</vt:lpstr>
      <vt:lpstr>Functions</vt:lpstr>
      <vt:lpstr>Countable and Uncountable Sets</vt:lpstr>
      <vt:lpstr>Countable and Uncountable Sets</vt:lpstr>
      <vt:lpstr>Countable and Uncountable Sets</vt:lpstr>
      <vt:lpstr>Countable and Uncountable Sets</vt:lpstr>
      <vt:lpstr>Countable and Uncountable Sets</vt:lpstr>
      <vt:lpstr>Random experiment</vt:lpstr>
      <vt:lpstr>Random experiment</vt:lpstr>
      <vt:lpstr>Random experiment</vt:lpstr>
      <vt:lpstr>Random experiment</vt:lpstr>
      <vt:lpstr>Random experiment</vt:lpstr>
      <vt:lpstr>Random experiment</vt:lpstr>
      <vt:lpstr>Probability</vt:lpstr>
      <vt:lpstr>Probability</vt:lpstr>
      <vt:lpstr>Probability</vt:lpstr>
      <vt:lpstr>Probability</vt:lpstr>
      <vt:lpstr>Probability</vt:lpstr>
      <vt:lpstr>Probability</vt:lpstr>
      <vt:lpstr>Probability</vt:lpstr>
      <vt:lpstr>Probability</vt:lpstr>
      <vt:lpstr>Probability</vt:lpstr>
      <vt:lpstr>Sample Space</vt:lpstr>
      <vt:lpstr>Sample Space</vt:lpstr>
      <vt:lpstr>Continuous Probability Space</vt:lpstr>
      <vt:lpstr>Continuous Probability Space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 3)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Conditional Probability</vt:lpstr>
      <vt:lpstr>PowerPoint Presentation</vt:lpstr>
      <vt:lpstr>Independence</vt:lpstr>
      <vt:lpstr>Independence</vt:lpstr>
      <vt:lpstr>Law of Total Probability</vt:lpstr>
      <vt:lpstr>Law of Total Probability</vt:lpstr>
      <vt:lpstr>Law of Total Probability</vt:lpstr>
      <vt:lpstr>Bayes' Rule</vt:lpstr>
      <vt:lpstr>Bayes' Rule</vt:lpstr>
      <vt:lpstr>Bayes' Rule</vt:lpstr>
      <vt:lpstr>Bayes' Rule</vt:lpstr>
      <vt:lpstr>Conditional Independence</vt:lpstr>
      <vt:lpstr>Chain Rule for Conditional Probability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Matrices</dc:title>
  <dc:creator>Mani Krishna</dc:creator>
  <cp:lastModifiedBy>Richard Bradford Johnson</cp:lastModifiedBy>
  <cp:revision>2</cp:revision>
  <dcterms:created xsi:type="dcterms:W3CDTF">2025-02-25T14:50:33Z</dcterms:created>
  <dcterms:modified xsi:type="dcterms:W3CDTF">2025-03-05T21:24:18Z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2025-02-25T00:00:00Z</vt:filetime>
  </property>
  <property fmtid="{D5CDD505-2E9C-101B-9397-08002B2CF9AE}" pid="5" name="Producer">
    <vt:lpwstr>Microsoft® PowerPoint® for Microsoft 365</vt:lpwstr>
  </property>
</Properties>
</file>