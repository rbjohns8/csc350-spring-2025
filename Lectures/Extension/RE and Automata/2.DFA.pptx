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83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ts val="2780"/>
              </a:lnSpc>
            </a:pPr>
            <a:r>
              <a:rPr dirty="0"/>
              <a:t>𝑞</a:t>
            </a:r>
            <a:fld id="{81D60167-4931-47E6-BA6A-407CBD079E47}" type="slidenum">
              <a:rPr sz="2625" baseline="-15873" dirty="0"/>
              <a:t>‹#›</a:t>
            </a:fld>
            <a:r>
              <a:rPr sz="2625" spc="345" baseline="-15873" dirty="0"/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25" dirty="0"/>
              <a:t>𝑞</a:t>
            </a:r>
            <a:r>
              <a:rPr sz="2625" spc="-37" baseline="-15873" dirty="0"/>
              <a:t>3</a:t>
            </a:r>
            <a:endParaRPr sz="2625" baseline="-15873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ts val="2780"/>
              </a:lnSpc>
            </a:pPr>
            <a:r>
              <a:rPr dirty="0"/>
              <a:t>𝑞</a:t>
            </a:r>
            <a:fld id="{81D60167-4931-47E6-BA6A-407CBD079E47}" type="slidenum">
              <a:rPr sz="2625" baseline="-15873" dirty="0"/>
              <a:t>‹#›</a:t>
            </a:fld>
            <a:r>
              <a:rPr sz="2625" spc="345" baseline="-15873" dirty="0"/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25" dirty="0"/>
              <a:t>𝑞</a:t>
            </a:r>
            <a:r>
              <a:rPr sz="2625" spc="-37" baseline="-15873" dirty="0"/>
              <a:t>3</a:t>
            </a:r>
            <a:endParaRPr sz="2625" baseline="-15873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ts val="2780"/>
              </a:lnSpc>
            </a:pPr>
            <a:r>
              <a:rPr dirty="0"/>
              <a:t>𝑞</a:t>
            </a:r>
            <a:fld id="{81D60167-4931-47E6-BA6A-407CBD079E47}" type="slidenum">
              <a:rPr sz="2625" baseline="-15873" dirty="0"/>
              <a:t>‹#›</a:t>
            </a:fld>
            <a:r>
              <a:rPr sz="2625" spc="345" baseline="-15873" dirty="0"/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25" dirty="0"/>
              <a:t>𝑞</a:t>
            </a:r>
            <a:r>
              <a:rPr sz="2625" spc="-37" baseline="-15873" dirty="0"/>
              <a:t>3</a:t>
            </a:r>
            <a:endParaRPr sz="2625" baseline="-15873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ts val="2780"/>
              </a:lnSpc>
            </a:pPr>
            <a:r>
              <a:rPr dirty="0"/>
              <a:t>𝑞</a:t>
            </a:r>
            <a:fld id="{81D60167-4931-47E6-BA6A-407CBD079E47}" type="slidenum">
              <a:rPr sz="2625" baseline="-15873" dirty="0"/>
              <a:t>‹#›</a:t>
            </a:fld>
            <a:r>
              <a:rPr sz="2625" spc="345" baseline="-15873" dirty="0"/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25" dirty="0"/>
              <a:t>𝑞</a:t>
            </a:r>
            <a:r>
              <a:rPr sz="2625" spc="-37" baseline="-15873" dirty="0"/>
              <a:t>3</a:t>
            </a:r>
            <a:endParaRPr sz="2625" baseline="-15873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ts val="2780"/>
              </a:lnSpc>
            </a:pPr>
            <a:r>
              <a:rPr dirty="0"/>
              <a:t>𝑞</a:t>
            </a:r>
            <a:fld id="{81D60167-4931-47E6-BA6A-407CBD079E47}" type="slidenum">
              <a:rPr sz="2625" baseline="-15873" dirty="0"/>
              <a:t>‹#›</a:t>
            </a:fld>
            <a:r>
              <a:rPr sz="2625" spc="345" baseline="-15873" dirty="0"/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25" dirty="0"/>
              <a:t>𝑞</a:t>
            </a:r>
            <a:r>
              <a:rPr sz="2625" spc="-37" baseline="-15873" dirty="0"/>
              <a:t>3</a:t>
            </a:r>
            <a:endParaRPr sz="2625" baseline="-15873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99364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923925"/>
          </a:xfrm>
          <a:custGeom>
            <a:avLst/>
            <a:gdLst/>
            <a:ahLst/>
            <a:cxnLst/>
            <a:rect l="l" t="t" r="r" b="b"/>
            <a:pathLst>
              <a:path w="12192000" h="923925">
                <a:moveTo>
                  <a:pt x="12192000" y="0"/>
                </a:moveTo>
                <a:lnTo>
                  <a:pt x="0" y="0"/>
                </a:lnTo>
                <a:lnTo>
                  <a:pt x="0" y="923544"/>
                </a:lnTo>
                <a:lnTo>
                  <a:pt x="12192000" y="9235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6E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63500"/>
            <a:ext cx="8379459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3534" y="1215034"/>
            <a:ext cx="8387715" cy="2071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450073" y="5796024"/>
            <a:ext cx="1012190" cy="417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pPr marL="12700">
              <a:lnSpc>
                <a:spcPts val="2780"/>
              </a:lnSpc>
            </a:pPr>
            <a:r>
              <a:rPr dirty="0"/>
              <a:t>𝑞</a:t>
            </a:r>
            <a:fld id="{81D60167-4931-47E6-BA6A-407CBD079E47}" type="slidenum">
              <a:rPr sz="2625" baseline="-15873" dirty="0"/>
              <a:t>‹#›</a:t>
            </a:fld>
            <a:r>
              <a:rPr sz="2625" spc="345" baseline="-15873" dirty="0"/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25" dirty="0"/>
              <a:t>𝑞</a:t>
            </a:r>
            <a:r>
              <a:rPr sz="2625" spc="-37" baseline="-15873" dirty="0"/>
              <a:t>3</a:t>
            </a:r>
            <a:endParaRPr sz="2625" baseline="-15873">
              <a:latin typeface="Franklin Gothic Medium"/>
              <a:cs typeface="Franklin Gothic Mediu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8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43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9.png"/><Relationship Id="rId10" Type="http://schemas.openxmlformats.org/officeDocument/2006/relationships/image" Target="../media/image47.png"/><Relationship Id="rId4" Type="http://schemas.openxmlformats.org/officeDocument/2006/relationships/image" Target="../media/image44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48428" y="245154"/>
            <a:ext cx="2500630" cy="480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29"/>
              </a:lnSpc>
            </a:pPr>
            <a:r>
              <a:rPr sz="3350" i="1" spc="145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3350" i="1" spc="-3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i="1" spc="-10" dirty="0">
                <a:solidFill>
                  <a:srgbClr val="FFFFFF"/>
                </a:solidFill>
                <a:latin typeface="Arial"/>
                <a:cs typeface="Arial"/>
              </a:rPr>
              <a:t>Topics</a:t>
            </a:r>
            <a:endParaRPr sz="33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885944" y="1181100"/>
            <a:ext cx="2849880" cy="5676900"/>
            <a:chOff x="4885944" y="1181100"/>
            <a:chExt cx="2849880" cy="56769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5944" y="6143242"/>
              <a:ext cx="2849879" cy="71475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9636" y="1181100"/>
              <a:ext cx="1482852" cy="50063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1660" y="5013934"/>
              <a:ext cx="1096517" cy="5143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1660" y="4392142"/>
              <a:ext cx="1096517" cy="5143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1660" y="3768839"/>
              <a:ext cx="1096517" cy="51588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1660" y="3147034"/>
              <a:ext cx="1096517" cy="514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1660" y="2525242"/>
              <a:ext cx="1096517" cy="5143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1660" y="1903450"/>
              <a:ext cx="1096517" cy="5143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1660" y="1281658"/>
              <a:ext cx="1096517" cy="5143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61660" y="5644896"/>
              <a:ext cx="1096517" cy="5494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24144" y="5666232"/>
              <a:ext cx="1018794" cy="34518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56147" y="5849111"/>
              <a:ext cx="915161" cy="34518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780023" y="1339722"/>
            <a:ext cx="864235" cy="475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78740" indent="-1270" algn="ctr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Time </a:t>
            </a:r>
            <a:r>
              <a:rPr sz="1200" spc="-3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Complexity</a:t>
            </a:r>
            <a:endParaRPr sz="1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Franklin Gothic Medium"/>
              <a:cs typeface="Franklin Gothic Medium"/>
            </a:endParaRPr>
          </a:p>
          <a:p>
            <a:pPr marL="117475" marR="111760" algn="ctr">
              <a:lnSpc>
                <a:spcPct val="100000"/>
              </a:lnSpc>
            </a:pPr>
            <a:r>
              <a:rPr sz="12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Advanced </a:t>
            </a: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Topics</a:t>
            </a:r>
            <a:endParaRPr sz="1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</a:pPr>
            <a:endParaRPr sz="1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Reducibility</a:t>
            </a:r>
            <a:endParaRPr sz="1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</a:pPr>
            <a:endParaRPr sz="1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2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Decidability</a:t>
            </a:r>
            <a:endParaRPr sz="1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</a:pPr>
            <a:endParaRPr sz="1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Franklin Gothic Medium"/>
              <a:cs typeface="Franklin Gothic Medium"/>
            </a:endParaRPr>
          </a:p>
          <a:p>
            <a:pPr marL="12700" marR="5080" indent="-635"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The</a:t>
            </a: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Church- </a:t>
            </a:r>
            <a:r>
              <a:rPr sz="12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Turing</a:t>
            </a:r>
            <a:r>
              <a:rPr sz="1200" spc="-4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Thesis</a:t>
            </a:r>
            <a:endParaRPr sz="1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200">
              <a:latin typeface="Franklin Gothic Medium"/>
              <a:cs typeface="Franklin Gothic Medium"/>
            </a:endParaRPr>
          </a:p>
          <a:p>
            <a:pPr marL="30480" marR="22860" algn="ctr"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Context-</a:t>
            </a:r>
            <a:r>
              <a:rPr sz="12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Free </a:t>
            </a: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Languages</a:t>
            </a:r>
            <a:endParaRPr sz="1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Franklin Gothic Medium"/>
              <a:cs typeface="Franklin Gothic Medium"/>
            </a:endParaRPr>
          </a:p>
          <a:p>
            <a:pPr marL="80645" marR="74295" indent="-1270"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Regular </a:t>
            </a:r>
            <a:r>
              <a:rPr sz="12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Languages</a:t>
            </a:r>
            <a:endParaRPr sz="1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200">
              <a:latin typeface="Franklin Gothic Medium"/>
              <a:cs typeface="Franklin Gothic Medium"/>
            </a:endParaRPr>
          </a:p>
          <a:p>
            <a:pPr marL="45720" marR="40640" algn="ctr">
              <a:lnSpc>
                <a:spcPct val="100000"/>
              </a:lnSpc>
            </a:pPr>
            <a:r>
              <a:rPr sz="12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Background </a:t>
            </a: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Knowledge</a:t>
            </a:r>
            <a:endParaRPr sz="1200">
              <a:latin typeface="Franklin Gothic Medium"/>
              <a:cs typeface="Franklin Gothic Medium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094223" y="309725"/>
            <a:ext cx="220662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50" i="1" spc="110" dirty="0">
                <a:latin typeface="Arial"/>
                <a:cs typeface="Arial"/>
              </a:rPr>
              <a:t>Class</a:t>
            </a:r>
            <a:r>
              <a:rPr sz="2950" i="1" spc="-275" dirty="0">
                <a:latin typeface="Arial"/>
                <a:cs typeface="Arial"/>
              </a:rPr>
              <a:t> </a:t>
            </a:r>
            <a:r>
              <a:rPr sz="2950" i="1" spc="-10" dirty="0">
                <a:latin typeface="Arial"/>
                <a:cs typeface="Arial"/>
              </a:rPr>
              <a:t>Topics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48428" y="245154"/>
            <a:ext cx="2500630" cy="480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29"/>
              </a:lnSpc>
            </a:pPr>
            <a:r>
              <a:rPr sz="3350" i="1" spc="145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3350" i="1" spc="-3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i="1" spc="-10" dirty="0">
                <a:solidFill>
                  <a:srgbClr val="FFFFFF"/>
                </a:solidFill>
                <a:latin typeface="Arial"/>
                <a:cs typeface="Arial"/>
              </a:rPr>
              <a:t>Topics</a:t>
            </a:r>
            <a:endParaRPr sz="33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912364" y="0"/>
            <a:ext cx="7143115" cy="6858000"/>
            <a:chOff x="2912364" y="0"/>
            <a:chExt cx="714311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2364" y="5027674"/>
              <a:ext cx="7142988" cy="18303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3880" y="0"/>
              <a:ext cx="3715512" cy="51389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8512" y="2203704"/>
              <a:ext cx="2743962" cy="12824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8512" y="644651"/>
              <a:ext cx="2743962" cy="128244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285359" y="836752"/>
            <a:ext cx="189420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95"/>
              </a:spcBef>
            </a:pPr>
            <a:r>
              <a:rPr sz="2800" spc="-50" dirty="0"/>
              <a:t>Context-</a:t>
            </a:r>
            <a:r>
              <a:rPr sz="2800" spc="-20" dirty="0"/>
              <a:t>Free </a:t>
            </a:r>
            <a:r>
              <a:rPr sz="2800" spc="-10" dirty="0"/>
              <a:t>Languages</a:t>
            </a:r>
            <a:endParaRPr sz="2800"/>
          </a:p>
        </p:txBody>
      </p:sp>
      <p:grpSp>
        <p:nvGrpSpPr>
          <p:cNvPr id="10" name="object 10"/>
          <p:cNvGrpSpPr/>
          <p:nvPr/>
        </p:nvGrpSpPr>
        <p:grpSpPr>
          <a:xfrm>
            <a:off x="4858511" y="0"/>
            <a:ext cx="2744470" cy="5097145"/>
            <a:chOff x="4858511" y="0"/>
            <a:chExt cx="2744470" cy="509714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8511" y="0"/>
              <a:ext cx="2743962" cy="3680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58511" y="3787140"/>
              <a:ext cx="2743962" cy="130987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6923" y="3881628"/>
              <a:ext cx="2350770" cy="78714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81599" y="4308347"/>
              <a:ext cx="2113026" cy="78714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21934" y="2396439"/>
            <a:ext cx="1821180" cy="2461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4615" marR="88265" indent="1270"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Regular </a:t>
            </a:r>
            <a:r>
              <a:rPr sz="2800" spc="-4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Languages</a:t>
            </a:r>
            <a:endParaRPr sz="28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2570"/>
              </a:spcBef>
            </a:pPr>
            <a:endParaRPr sz="2800">
              <a:latin typeface="Franklin Gothic Medium"/>
              <a:cs typeface="Franklin Gothic Medium"/>
            </a:endParaRPr>
          </a:p>
          <a:p>
            <a:pPr marL="12700" marR="5080" algn="ctr">
              <a:lnSpc>
                <a:spcPct val="100000"/>
              </a:lnSpc>
            </a:pPr>
            <a:r>
              <a:rPr sz="2800" spc="-3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Background </a:t>
            </a:r>
            <a:r>
              <a:rPr sz="28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Knowledge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28873" y="3724402"/>
            <a:ext cx="946912" cy="1356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48428" y="245154"/>
            <a:ext cx="2500630" cy="480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29"/>
              </a:lnSpc>
            </a:pPr>
            <a:r>
              <a:rPr sz="3350" i="1" spc="145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3350" i="1" spc="-3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350" i="1" spc="-10" dirty="0">
                <a:solidFill>
                  <a:srgbClr val="FFFFFF"/>
                </a:solidFill>
                <a:latin typeface="Arial"/>
                <a:cs typeface="Arial"/>
              </a:rPr>
              <a:t>Topics</a:t>
            </a:r>
            <a:endParaRPr sz="33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912364" y="0"/>
            <a:ext cx="7143115" cy="6858000"/>
            <a:chOff x="2912364" y="0"/>
            <a:chExt cx="714311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2364" y="5027674"/>
              <a:ext cx="7142988" cy="18303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3880" y="0"/>
              <a:ext cx="3715512" cy="51389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8512" y="2203704"/>
              <a:ext cx="2743962" cy="131140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30012" y="2298192"/>
              <a:ext cx="1707641" cy="787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89220" y="2724911"/>
              <a:ext cx="2096262" cy="78714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404230" y="2396439"/>
            <a:ext cx="16554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4066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Regular </a:t>
            </a:r>
            <a:r>
              <a:rPr sz="2800" spc="-4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Languages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58511" y="644651"/>
            <a:ext cx="2743962" cy="128244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285359" y="836752"/>
            <a:ext cx="189420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95"/>
              </a:spcBef>
            </a:pPr>
            <a:r>
              <a:rPr sz="2800" spc="-50" dirty="0"/>
              <a:t>Context-</a:t>
            </a:r>
            <a:r>
              <a:rPr sz="2800" spc="-20" dirty="0"/>
              <a:t>Free </a:t>
            </a:r>
            <a:r>
              <a:rPr sz="2800" spc="-10" dirty="0"/>
              <a:t>Languages</a:t>
            </a:r>
            <a:endParaRPr sz="2800"/>
          </a:p>
        </p:txBody>
      </p:sp>
      <p:grpSp>
        <p:nvGrpSpPr>
          <p:cNvPr id="13" name="object 13"/>
          <p:cNvGrpSpPr/>
          <p:nvPr/>
        </p:nvGrpSpPr>
        <p:grpSpPr>
          <a:xfrm>
            <a:off x="4858511" y="0"/>
            <a:ext cx="2744470" cy="5068570"/>
            <a:chOff x="4858511" y="0"/>
            <a:chExt cx="2744470" cy="506857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58511" y="0"/>
              <a:ext cx="2743962" cy="3680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58511" y="3787140"/>
              <a:ext cx="2743962" cy="128092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321934" y="3979240"/>
            <a:ext cx="182118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Background </a:t>
            </a:r>
            <a:r>
              <a:rPr sz="28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Knowledge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44840" y="1699260"/>
            <a:ext cx="3519678" cy="216331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578595" y="3424428"/>
            <a:ext cx="2849880" cy="297180"/>
          </a:xfrm>
          <a:prstGeom prst="rect">
            <a:avLst/>
          </a:prstGeom>
          <a:solidFill>
            <a:srgbClr val="404040"/>
          </a:solidFill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5"/>
              </a:spcBef>
            </a:pPr>
            <a:r>
              <a:rPr sz="16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</a:t>
            </a:r>
            <a:r>
              <a:rPr sz="16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Classes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18906" y="1862709"/>
            <a:ext cx="2931160" cy="143065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ct val="94700"/>
              </a:lnSpc>
              <a:spcBef>
                <a:spcPts val="250"/>
              </a:spcBef>
            </a:pPr>
            <a:r>
              <a:rPr sz="24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Finite</a:t>
            </a:r>
            <a:r>
              <a:rPr sz="2400" spc="-9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Automata Nondeterminism </a:t>
            </a:r>
            <a:r>
              <a:rPr sz="2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Regular</a:t>
            </a:r>
            <a:r>
              <a:rPr sz="2400" spc="-1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Expressions Nonregular</a:t>
            </a:r>
            <a:r>
              <a:rPr sz="2400" spc="-13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Languages</a:t>
            </a:r>
            <a:endParaRPr sz="2400">
              <a:latin typeface="Franklin Gothic Medium"/>
              <a:cs typeface="Franklin Gothic Medium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28873" y="2168398"/>
            <a:ext cx="946912" cy="13553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9442" y="1118997"/>
            <a:ext cx="10631170" cy="480441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R="466090" algn="ctr">
              <a:lnSpc>
                <a:spcPct val="100000"/>
              </a:lnSpc>
              <a:spcBef>
                <a:spcPts val="855"/>
              </a:spcBef>
            </a:pPr>
            <a:r>
              <a:rPr sz="2400" dirty="0">
                <a:latin typeface="Franklin Gothic Medium"/>
                <a:cs typeface="Franklin Gothic Medium"/>
              </a:rPr>
              <a:t>Our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goal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this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first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part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course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understand</a:t>
            </a:r>
            <a:r>
              <a:rPr sz="2400" spc="-9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what</a:t>
            </a:r>
            <a:r>
              <a:rPr sz="2400" spc="-1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computers</a:t>
            </a:r>
            <a:r>
              <a:rPr sz="2400" spc="-11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can</a:t>
            </a:r>
            <a:r>
              <a:rPr sz="2400" spc="-7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do</a:t>
            </a:r>
            <a:endParaRPr sz="2400">
              <a:latin typeface="Franklin Gothic Medium"/>
              <a:cs typeface="Franklin Gothic Medium"/>
            </a:endParaRPr>
          </a:p>
          <a:p>
            <a:pPr marR="456565" algn="ctr">
              <a:lnSpc>
                <a:spcPct val="100000"/>
              </a:lnSpc>
              <a:spcBef>
                <a:spcPts val="755"/>
              </a:spcBef>
            </a:pPr>
            <a:r>
              <a:rPr sz="2400" dirty="0">
                <a:latin typeface="Franklin Gothic Medium"/>
                <a:cs typeface="Franklin Gothic Medium"/>
              </a:rPr>
              <a:t>But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today’s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30" dirty="0">
                <a:latin typeface="Franklin Gothic Medium"/>
                <a:cs typeface="Franklin Gothic Medium"/>
              </a:rPr>
              <a:t>computers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are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40" dirty="0">
                <a:latin typeface="Franklin Gothic Medium"/>
                <a:cs typeface="Franklin Gothic Medium"/>
              </a:rPr>
              <a:t>complex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objects,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and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hard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talk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about</a:t>
            </a:r>
            <a:endParaRPr sz="2400">
              <a:latin typeface="Franklin Gothic Medium"/>
              <a:cs typeface="Franklin Gothic Medium"/>
            </a:endParaRPr>
          </a:p>
          <a:p>
            <a:pPr marR="6717665" algn="ctr">
              <a:lnSpc>
                <a:spcPct val="100000"/>
              </a:lnSpc>
            </a:pPr>
            <a:r>
              <a:rPr sz="2400" spc="-35" dirty="0">
                <a:latin typeface="Franklin Gothic Medium"/>
                <a:cs typeface="Franklin Gothic Medium"/>
              </a:rPr>
              <a:t>them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mathematically.</a:t>
            </a:r>
            <a:endParaRPr sz="2400">
              <a:latin typeface="Franklin Gothic Medium"/>
              <a:cs typeface="Franklin Gothic Medium"/>
            </a:endParaRPr>
          </a:p>
          <a:p>
            <a:pPr marL="565150" marR="2355850" indent="-553085">
              <a:lnSpc>
                <a:spcPct val="126200"/>
              </a:lnSpc>
              <a:spcBef>
                <a:spcPts val="935"/>
              </a:spcBef>
            </a:pPr>
            <a:r>
              <a:rPr sz="2400" spc="-114" dirty="0">
                <a:latin typeface="Franklin Gothic Medium"/>
                <a:cs typeface="Franklin Gothic Medium"/>
              </a:rPr>
              <a:t>We</a:t>
            </a:r>
            <a:r>
              <a:rPr sz="2400" spc="-3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will</a:t>
            </a:r>
            <a:r>
              <a:rPr sz="2400" spc="-114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abstract</a:t>
            </a:r>
            <a:r>
              <a:rPr sz="2400" spc="-10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models</a:t>
            </a:r>
            <a:r>
              <a:rPr sz="2400" spc="-114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sz="2400" spc="-8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computers</a:t>
            </a:r>
            <a:r>
              <a:rPr sz="2400" spc="-7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are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much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simpler </a:t>
            </a:r>
            <a:r>
              <a:rPr sz="2400" dirty="0">
                <a:latin typeface="Franklin Gothic Medium"/>
                <a:cs typeface="Franklin Gothic Medium"/>
              </a:rPr>
              <a:t>But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capture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important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aspects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30" dirty="0">
                <a:latin typeface="Franklin Gothic Medium"/>
                <a:cs typeface="Franklin Gothic Medium"/>
              </a:rPr>
              <a:t>computers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general</a:t>
            </a:r>
            <a:endParaRPr sz="2400">
              <a:latin typeface="Franklin Gothic Medium"/>
              <a:cs typeface="Franklin Gothic Medium"/>
            </a:endParaRPr>
          </a:p>
          <a:p>
            <a:pPr marL="12700" marR="903605">
              <a:lnSpc>
                <a:spcPct val="100000"/>
              </a:lnSpc>
              <a:spcBef>
                <a:spcPts val="1660"/>
              </a:spcBef>
            </a:pPr>
            <a:r>
              <a:rPr sz="2400" spc="-11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We</a:t>
            </a:r>
            <a:r>
              <a:rPr sz="2400" spc="-4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will</a:t>
            </a:r>
            <a:r>
              <a:rPr sz="2400" spc="-12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look</a:t>
            </a:r>
            <a:r>
              <a:rPr sz="2400" spc="-12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a</a:t>
            </a:r>
            <a:r>
              <a:rPr sz="2400" spc="-7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several</a:t>
            </a:r>
            <a:r>
              <a:rPr sz="2400" spc="-1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models</a:t>
            </a:r>
            <a:r>
              <a:rPr sz="2400" spc="-7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vary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their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capabilities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and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70" dirty="0">
                <a:latin typeface="Franklin Gothic Medium"/>
                <a:cs typeface="Franklin Gothic Medium"/>
              </a:rPr>
              <a:t> way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they </a:t>
            </a:r>
            <a:r>
              <a:rPr sz="2400" spc="-50" dirty="0">
                <a:latin typeface="Franklin Gothic Medium"/>
                <a:cs typeface="Franklin Gothic Medium"/>
              </a:rPr>
              <a:t>approximate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30" dirty="0">
                <a:latin typeface="Franklin Gothic Medium"/>
                <a:cs typeface="Franklin Gothic Medium"/>
              </a:rPr>
              <a:t>computers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we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deal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everyday.</a:t>
            </a:r>
            <a:endParaRPr sz="2400">
              <a:latin typeface="Franklin Gothic Medium"/>
              <a:cs typeface="Franklin Gothic Medium"/>
            </a:endParaRPr>
          </a:p>
          <a:p>
            <a:pPr marL="12700" marR="5080">
              <a:lnSpc>
                <a:spcPct val="100000"/>
              </a:lnSpc>
              <a:spcBef>
                <a:spcPts val="2050"/>
              </a:spcBef>
            </a:pPr>
            <a:r>
              <a:rPr sz="2400" spc="-50" dirty="0">
                <a:latin typeface="Franklin Gothic Medium"/>
                <a:cs typeface="Franklin Gothic Medium"/>
              </a:rPr>
              <a:t>To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start,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we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will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look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very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simple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30" dirty="0">
                <a:latin typeface="Franklin Gothic Medium"/>
                <a:cs typeface="Franklin Gothic Medium"/>
              </a:rPr>
              <a:t>model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called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sz="2400" spc="-12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4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sz="2400" spc="-40" dirty="0">
                <a:latin typeface="Franklin Gothic Medium"/>
                <a:cs typeface="Franklin Gothic Medium"/>
              </a:rPr>
              <a:t>.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It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represents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latin typeface="Franklin Gothic Medium"/>
                <a:cs typeface="Franklin Gothic Medium"/>
              </a:rPr>
              <a:t>a </a:t>
            </a:r>
            <a:r>
              <a:rPr sz="2400" spc="-20" dirty="0">
                <a:latin typeface="Franklin Gothic Medium"/>
                <a:cs typeface="Franklin Gothic Medium"/>
              </a:rPr>
              <a:t>simple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35" dirty="0">
                <a:latin typeface="Franklin Gothic Medium"/>
                <a:cs typeface="Franklin Gothic Medium"/>
              </a:rPr>
              <a:t>computer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has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very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40" dirty="0">
                <a:latin typeface="Franklin Gothic Medium"/>
                <a:cs typeface="Franklin Gothic Medium"/>
              </a:rPr>
              <a:t>small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amount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memory.</a:t>
            </a:r>
            <a:endParaRPr sz="2400">
              <a:latin typeface="Franklin Gothic Medium"/>
              <a:cs typeface="Franklin Gothic Medium"/>
            </a:endParaRPr>
          </a:p>
          <a:p>
            <a:pPr marL="565150">
              <a:lnSpc>
                <a:spcPct val="100000"/>
              </a:lnSpc>
              <a:spcBef>
                <a:spcPts val="1160"/>
              </a:spcBef>
            </a:pPr>
            <a:r>
              <a:rPr sz="2400" spc="-100" dirty="0">
                <a:latin typeface="Franklin Gothic Medium"/>
                <a:cs typeface="Franklin Gothic Medium"/>
              </a:rPr>
              <a:t>We</a:t>
            </a:r>
            <a:r>
              <a:rPr sz="2400" spc="-50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will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look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capabilities</a:t>
            </a:r>
            <a:r>
              <a:rPr sz="2400" spc="-114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sz="2400" spc="-8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this</a:t>
            </a:r>
            <a:r>
              <a:rPr sz="2400" spc="-11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kind</a:t>
            </a:r>
            <a:r>
              <a:rPr sz="2400" spc="-1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sz="2400" spc="-9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machines</a:t>
            </a:r>
            <a:r>
              <a:rPr sz="2400" spc="-10" dirty="0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Motivation</a:t>
            </a:r>
            <a:r>
              <a:rPr spc="-200" dirty="0"/>
              <a:t> </a:t>
            </a:r>
            <a:r>
              <a:rPr spc="-70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2287270"/>
            <a:ext cx="12204700" cy="3517265"/>
            <a:chOff x="-6350" y="2287270"/>
            <a:chExt cx="12204700" cy="3517265"/>
          </a:xfrm>
        </p:grpSpPr>
        <p:sp>
          <p:nvSpPr>
            <p:cNvPr id="4" name="object 4"/>
            <p:cNvSpPr/>
            <p:nvPr/>
          </p:nvSpPr>
          <p:spPr>
            <a:xfrm>
              <a:off x="2150364" y="5244084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2224659" y="0"/>
                  </a:move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lnTo>
                    <a:pt x="2224659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50364" y="5244084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4357116" y="542493"/>
                  </a:moveTo>
                  <a:lnTo>
                    <a:pt x="2224659" y="0"/>
                  </a:ln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close/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79976" y="5241036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3100958" y="0"/>
                  </a:move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lnTo>
                    <a:pt x="3100958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79976" y="5241036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5233416" y="542493"/>
                  </a:moveTo>
                  <a:lnTo>
                    <a:pt x="3100958" y="0"/>
                  </a:ln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01311" y="2734056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0"/>
                  </a:moveTo>
                  <a:lnTo>
                    <a:pt x="0" y="78486"/>
                  </a:lnTo>
                  <a:lnTo>
                    <a:pt x="0" y="2519934"/>
                  </a:lnTo>
                  <a:lnTo>
                    <a:pt x="313943" y="2598420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01311" y="2734056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2598420"/>
                  </a:moveTo>
                  <a:lnTo>
                    <a:pt x="0" y="2519934"/>
                  </a:lnTo>
                  <a:lnTo>
                    <a:pt x="0" y="78486"/>
                  </a:lnTo>
                  <a:lnTo>
                    <a:pt x="313943" y="0"/>
                  </a:lnTo>
                  <a:lnTo>
                    <a:pt x="313943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0"/>
                  </a:moveTo>
                  <a:lnTo>
                    <a:pt x="0" y="554809"/>
                  </a:ln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554809"/>
                  </a:move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05116" y="5230368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77358" y="0"/>
                  </a:move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  <a:lnTo>
                    <a:pt x="4786883" y="9987"/>
                  </a:lnTo>
                  <a:lnTo>
                    <a:pt x="47773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05116" y="5230368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86883" y="9987"/>
                  </a:moveTo>
                  <a:lnTo>
                    <a:pt x="4777358" y="0"/>
                  </a:ln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15255" y="2461260"/>
              <a:ext cx="1096010" cy="3144520"/>
            </a:xfrm>
            <a:custGeom>
              <a:avLst/>
              <a:gdLst/>
              <a:ahLst/>
              <a:cxnLst/>
              <a:rect l="l" t="t" r="r" b="b"/>
              <a:pathLst>
                <a:path w="1096010" h="3144520">
                  <a:moveTo>
                    <a:pt x="1095756" y="0"/>
                  </a:moveTo>
                  <a:lnTo>
                    <a:pt x="0" y="273938"/>
                  </a:lnTo>
                  <a:lnTo>
                    <a:pt x="0" y="2870073"/>
                  </a:lnTo>
                  <a:lnTo>
                    <a:pt x="1095756" y="3144012"/>
                  </a:lnTo>
                  <a:lnTo>
                    <a:pt x="1095756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15255" y="2461260"/>
              <a:ext cx="1096010" cy="3144520"/>
            </a:xfrm>
            <a:custGeom>
              <a:avLst/>
              <a:gdLst/>
              <a:ahLst/>
              <a:cxnLst/>
              <a:rect l="l" t="t" r="r" b="b"/>
              <a:pathLst>
                <a:path w="1096010" h="3144520">
                  <a:moveTo>
                    <a:pt x="1095756" y="3144012"/>
                  </a:moveTo>
                  <a:lnTo>
                    <a:pt x="0" y="2870073"/>
                  </a:lnTo>
                  <a:lnTo>
                    <a:pt x="0" y="273938"/>
                  </a:lnTo>
                  <a:lnTo>
                    <a:pt x="1095756" y="0"/>
                  </a:lnTo>
                  <a:lnTo>
                    <a:pt x="1095756" y="3144012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0"/>
                  </a:moveTo>
                  <a:lnTo>
                    <a:pt x="0" y="170306"/>
                  </a:lnTo>
                  <a:lnTo>
                    <a:pt x="0" y="3315080"/>
                  </a:lnTo>
                  <a:lnTo>
                    <a:pt x="681227" y="3485388"/>
                  </a:lnTo>
                  <a:lnTo>
                    <a:pt x="681227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3485388"/>
                  </a:moveTo>
                  <a:lnTo>
                    <a:pt x="0" y="3315080"/>
                  </a:lnTo>
                  <a:lnTo>
                    <a:pt x="0" y="170306"/>
                  </a:lnTo>
                  <a:lnTo>
                    <a:pt x="681227" y="0"/>
                  </a:lnTo>
                  <a:lnTo>
                    <a:pt x="681227" y="34853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8467" y="3790619"/>
              <a:ext cx="1080770" cy="1658620"/>
            </a:xfrm>
            <a:custGeom>
              <a:avLst/>
              <a:gdLst/>
              <a:ahLst/>
              <a:cxnLst/>
              <a:rect l="l" t="t" r="r" b="b"/>
              <a:pathLst>
                <a:path w="1080770" h="1658620">
                  <a:moveTo>
                    <a:pt x="791044" y="154292"/>
                  </a:moveTo>
                  <a:lnTo>
                    <a:pt x="783183" y="105537"/>
                  </a:lnTo>
                  <a:lnTo>
                    <a:pt x="761276" y="63182"/>
                  </a:lnTo>
                  <a:lnTo>
                    <a:pt x="727875" y="29781"/>
                  </a:lnTo>
                  <a:lnTo>
                    <a:pt x="685507" y="7874"/>
                  </a:lnTo>
                  <a:lnTo>
                    <a:pt x="636739" y="0"/>
                  </a:lnTo>
                  <a:lnTo>
                    <a:pt x="587971" y="7874"/>
                  </a:lnTo>
                  <a:lnTo>
                    <a:pt x="545617" y="29781"/>
                  </a:lnTo>
                  <a:lnTo>
                    <a:pt x="512216" y="63182"/>
                  </a:lnTo>
                  <a:lnTo>
                    <a:pt x="490308" y="105537"/>
                  </a:lnTo>
                  <a:lnTo>
                    <a:pt x="482434" y="154292"/>
                  </a:lnTo>
                  <a:lnTo>
                    <a:pt x="490308" y="203034"/>
                  </a:lnTo>
                  <a:lnTo>
                    <a:pt x="512216" y="245389"/>
                  </a:lnTo>
                  <a:lnTo>
                    <a:pt x="545617" y="278777"/>
                  </a:lnTo>
                  <a:lnTo>
                    <a:pt x="587971" y="300685"/>
                  </a:lnTo>
                  <a:lnTo>
                    <a:pt x="636739" y="308559"/>
                  </a:lnTo>
                  <a:lnTo>
                    <a:pt x="685507" y="300685"/>
                  </a:lnTo>
                  <a:lnTo>
                    <a:pt x="727875" y="278777"/>
                  </a:lnTo>
                  <a:lnTo>
                    <a:pt x="761276" y="245389"/>
                  </a:lnTo>
                  <a:lnTo>
                    <a:pt x="783183" y="203034"/>
                  </a:lnTo>
                  <a:lnTo>
                    <a:pt x="791044" y="154292"/>
                  </a:lnTo>
                  <a:close/>
                </a:path>
                <a:path w="1080770" h="1658620">
                  <a:moveTo>
                    <a:pt x="1080363" y="823772"/>
                  </a:moveTo>
                  <a:lnTo>
                    <a:pt x="1072642" y="795020"/>
                  </a:lnTo>
                  <a:lnTo>
                    <a:pt x="1054811" y="771347"/>
                  </a:lnTo>
                  <a:lnTo>
                    <a:pt x="1028280" y="755967"/>
                  </a:lnTo>
                  <a:lnTo>
                    <a:pt x="829614" y="690397"/>
                  </a:lnTo>
                  <a:lnTo>
                    <a:pt x="715822" y="428117"/>
                  </a:lnTo>
                  <a:lnTo>
                    <a:pt x="691476" y="395122"/>
                  </a:lnTo>
                  <a:lnTo>
                    <a:pt x="659892" y="369544"/>
                  </a:lnTo>
                  <a:lnTo>
                    <a:pt x="622515" y="352996"/>
                  </a:lnTo>
                  <a:lnTo>
                    <a:pt x="580809" y="347129"/>
                  </a:lnTo>
                  <a:lnTo>
                    <a:pt x="546569" y="351218"/>
                  </a:lnTo>
                  <a:lnTo>
                    <a:pt x="245198" y="468617"/>
                  </a:lnTo>
                  <a:lnTo>
                    <a:pt x="209943" y="497370"/>
                  </a:lnTo>
                  <a:lnTo>
                    <a:pt x="106324" y="742467"/>
                  </a:lnTo>
                  <a:lnTo>
                    <a:pt x="100749" y="772248"/>
                  </a:lnTo>
                  <a:lnTo>
                    <a:pt x="106565" y="801293"/>
                  </a:lnTo>
                  <a:lnTo>
                    <a:pt x="122872" y="826008"/>
                  </a:lnTo>
                  <a:lnTo>
                    <a:pt x="148755" y="842759"/>
                  </a:lnTo>
                  <a:lnTo>
                    <a:pt x="177698" y="848537"/>
                  </a:lnTo>
                  <a:lnTo>
                    <a:pt x="200240" y="845350"/>
                  </a:lnTo>
                  <a:lnTo>
                    <a:pt x="220611" y="836002"/>
                  </a:lnTo>
                  <a:lnTo>
                    <a:pt x="237363" y="820877"/>
                  </a:lnTo>
                  <a:lnTo>
                    <a:pt x="249059" y="800328"/>
                  </a:lnTo>
                  <a:lnTo>
                    <a:pt x="328142" y="599757"/>
                  </a:lnTo>
                  <a:lnTo>
                    <a:pt x="409143" y="568909"/>
                  </a:lnTo>
                  <a:lnTo>
                    <a:pt x="276059" y="1218819"/>
                  </a:lnTo>
                  <a:lnTo>
                    <a:pt x="17602" y="1533169"/>
                  </a:lnTo>
                  <a:lnTo>
                    <a:pt x="3111" y="1560080"/>
                  </a:lnTo>
                  <a:lnTo>
                    <a:pt x="8115" y="1617510"/>
                  </a:lnTo>
                  <a:lnTo>
                    <a:pt x="49911" y="1654175"/>
                  </a:lnTo>
                  <a:lnTo>
                    <a:pt x="75463" y="1658518"/>
                  </a:lnTo>
                  <a:lnTo>
                    <a:pt x="92405" y="1656715"/>
                  </a:lnTo>
                  <a:lnTo>
                    <a:pt x="135255" y="1629587"/>
                  </a:lnTo>
                  <a:lnTo>
                    <a:pt x="410679" y="1294180"/>
                  </a:lnTo>
                  <a:lnTo>
                    <a:pt x="467004" y="1045248"/>
                  </a:lnTo>
                  <a:lnTo>
                    <a:pt x="675322" y="1195679"/>
                  </a:lnTo>
                  <a:lnTo>
                    <a:pt x="675322" y="1581378"/>
                  </a:lnTo>
                  <a:lnTo>
                    <a:pt x="697979" y="1635861"/>
                  </a:lnTo>
                  <a:lnTo>
                    <a:pt x="752475" y="1658518"/>
                  </a:lnTo>
                  <a:lnTo>
                    <a:pt x="782421" y="1652435"/>
                  </a:lnTo>
                  <a:lnTo>
                    <a:pt x="806958" y="1635861"/>
                  </a:lnTo>
                  <a:lnTo>
                    <a:pt x="823531" y="1611337"/>
                  </a:lnTo>
                  <a:lnTo>
                    <a:pt x="829614" y="1581378"/>
                  </a:lnTo>
                  <a:lnTo>
                    <a:pt x="829614" y="1157109"/>
                  </a:lnTo>
                  <a:lnTo>
                    <a:pt x="811720" y="1107211"/>
                  </a:lnTo>
                  <a:lnTo>
                    <a:pt x="611670" y="958469"/>
                  </a:lnTo>
                  <a:lnTo>
                    <a:pt x="663740" y="698119"/>
                  </a:lnTo>
                  <a:lnTo>
                    <a:pt x="700392" y="782967"/>
                  </a:lnTo>
                  <a:lnTo>
                    <a:pt x="731850" y="818222"/>
                  </a:lnTo>
                  <a:lnTo>
                    <a:pt x="993571" y="906399"/>
                  </a:lnTo>
                  <a:lnTo>
                    <a:pt x="1026871" y="902601"/>
                  </a:lnTo>
                  <a:lnTo>
                    <a:pt x="1047813" y="891933"/>
                  </a:lnTo>
                  <a:lnTo>
                    <a:pt x="1064780" y="875487"/>
                  </a:lnTo>
                  <a:lnTo>
                    <a:pt x="1076502" y="854329"/>
                  </a:lnTo>
                  <a:lnTo>
                    <a:pt x="1080363" y="823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17134" y="2219655"/>
            <a:ext cx="4864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Door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44541" y="1593850"/>
            <a:ext cx="991235" cy="497840"/>
            <a:chOff x="4844541" y="1593850"/>
            <a:chExt cx="991235" cy="497840"/>
          </a:xfrm>
        </p:grpSpPr>
        <p:sp>
          <p:nvSpPr>
            <p:cNvPr id="21" name="object 21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5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5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061205" y="5841783"/>
            <a:ext cx="94488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0" dirty="0">
                <a:latin typeface="Franklin Gothic Medium"/>
                <a:cs typeface="Franklin Gothic Medium"/>
              </a:rPr>
              <a:t>Front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50683" y="5841783"/>
            <a:ext cx="9036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5" dirty="0">
                <a:latin typeface="Franklin Gothic Medium"/>
                <a:cs typeface="Franklin Gothic Medium"/>
              </a:rPr>
              <a:t>Rear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5224017"/>
            <a:ext cx="12204700" cy="581025"/>
            <a:chOff x="-6350" y="5224017"/>
            <a:chExt cx="12204700" cy="581025"/>
          </a:xfrm>
        </p:grpSpPr>
        <p:sp>
          <p:nvSpPr>
            <p:cNvPr id="3" name="object 3"/>
            <p:cNvSpPr/>
            <p:nvPr/>
          </p:nvSpPr>
          <p:spPr>
            <a:xfrm>
              <a:off x="2150364" y="5244083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2224659" y="0"/>
                  </a:move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lnTo>
                    <a:pt x="222465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50364" y="5244083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4357116" y="542493"/>
                  </a:moveTo>
                  <a:lnTo>
                    <a:pt x="2224659" y="0"/>
                  </a:ln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close/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79976" y="5241035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3100958" y="0"/>
                  </a:move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lnTo>
                    <a:pt x="3100958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79976" y="5241035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5233416" y="542493"/>
                  </a:moveTo>
                  <a:lnTo>
                    <a:pt x="3100958" y="0"/>
                  </a:ln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0"/>
                  </a:moveTo>
                  <a:lnTo>
                    <a:pt x="0" y="554809"/>
                  </a:ln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554809"/>
                  </a:move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05116" y="5230367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77358" y="0"/>
                  </a:move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  <a:lnTo>
                    <a:pt x="4786883" y="9987"/>
                  </a:lnTo>
                  <a:lnTo>
                    <a:pt x="47773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05116" y="5230367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86883" y="9987"/>
                  </a:moveTo>
                  <a:lnTo>
                    <a:pt x="4777358" y="0"/>
                  </a:ln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3240265" y="3790619"/>
            <a:ext cx="1081405" cy="1658620"/>
          </a:xfrm>
          <a:custGeom>
            <a:avLst/>
            <a:gdLst/>
            <a:ahLst/>
            <a:cxnLst/>
            <a:rect l="l" t="t" r="r" b="b"/>
            <a:pathLst>
              <a:path w="1081404" h="1658620">
                <a:moveTo>
                  <a:pt x="791705" y="154292"/>
                </a:moveTo>
                <a:lnTo>
                  <a:pt x="783831" y="105537"/>
                </a:lnTo>
                <a:lnTo>
                  <a:pt x="761911" y="63182"/>
                </a:lnTo>
                <a:lnTo>
                  <a:pt x="728472" y="29781"/>
                </a:lnTo>
                <a:lnTo>
                  <a:pt x="686079" y="7874"/>
                </a:lnTo>
                <a:lnTo>
                  <a:pt x="637273" y="0"/>
                </a:lnTo>
                <a:lnTo>
                  <a:pt x="588454" y="7874"/>
                </a:lnTo>
                <a:lnTo>
                  <a:pt x="546061" y="29781"/>
                </a:lnTo>
                <a:lnTo>
                  <a:pt x="512635" y="63182"/>
                </a:lnTo>
                <a:lnTo>
                  <a:pt x="490715" y="105537"/>
                </a:lnTo>
                <a:lnTo>
                  <a:pt x="482841" y="154292"/>
                </a:lnTo>
                <a:lnTo>
                  <a:pt x="490715" y="203034"/>
                </a:lnTo>
                <a:lnTo>
                  <a:pt x="512635" y="245389"/>
                </a:lnTo>
                <a:lnTo>
                  <a:pt x="546061" y="278777"/>
                </a:lnTo>
                <a:lnTo>
                  <a:pt x="588454" y="300685"/>
                </a:lnTo>
                <a:lnTo>
                  <a:pt x="637273" y="308559"/>
                </a:lnTo>
                <a:lnTo>
                  <a:pt x="686079" y="300685"/>
                </a:lnTo>
                <a:lnTo>
                  <a:pt x="728472" y="278777"/>
                </a:lnTo>
                <a:lnTo>
                  <a:pt x="761911" y="245389"/>
                </a:lnTo>
                <a:lnTo>
                  <a:pt x="783831" y="203034"/>
                </a:lnTo>
                <a:lnTo>
                  <a:pt x="791705" y="154292"/>
                </a:lnTo>
                <a:close/>
              </a:path>
              <a:path w="1081404" h="1658620">
                <a:moveTo>
                  <a:pt x="1081265" y="823772"/>
                </a:moveTo>
                <a:lnTo>
                  <a:pt x="1073543" y="795020"/>
                </a:lnTo>
                <a:lnTo>
                  <a:pt x="1055687" y="771347"/>
                </a:lnTo>
                <a:lnTo>
                  <a:pt x="1029144" y="755967"/>
                </a:lnTo>
                <a:lnTo>
                  <a:pt x="830313" y="690397"/>
                </a:lnTo>
                <a:lnTo>
                  <a:pt x="716419" y="428117"/>
                </a:lnTo>
                <a:lnTo>
                  <a:pt x="692048" y="395122"/>
                </a:lnTo>
                <a:lnTo>
                  <a:pt x="660438" y="369544"/>
                </a:lnTo>
                <a:lnTo>
                  <a:pt x="623036" y="352996"/>
                </a:lnTo>
                <a:lnTo>
                  <a:pt x="581291" y="347129"/>
                </a:lnTo>
                <a:lnTo>
                  <a:pt x="547027" y="351218"/>
                </a:lnTo>
                <a:lnTo>
                  <a:pt x="245402" y="468617"/>
                </a:lnTo>
                <a:lnTo>
                  <a:pt x="210108" y="497370"/>
                </a:lnTo>
                <a:lnTo>
                  <a:pt x="106413" y="742467"/>
                </a:lnTo>
                <a:lnTo>
                  <a:pt x="100838" y="772248"/>
                </a:lnTo>
                <a:lnTo>
                  <a:pt x="106654" y="801293"/>
                </a:lnTo>
                <a:lnTo>
                  <a:pt x="122974" y="826008"/>
                </a:lnTo>
                <a:lnTo>
                  <a:pt x="148882" y="842759"/>
                </a:lnTo>
                <a:lnTo>
                  <a:pt x="177838" y="848537"/>
                </a:lnTo>
                <a:lnTo>
                  <a:pt x="200406" y="845350"/>
                </a:lnTo>
                <a:lnTo>
                  <a:pt x="220789" y="836002"/>
                </a:lnTo>
                <a:lnTo>
                  <a:pt x="237566" y="820877"/>
                </a:lnTo>
                <a:lnTo>
                  <a:pt x="249262" y="800328"/>
                </a:lnTo>
                <a:lnTo>
                  <a:pt x="328409" y="599757"/>
                </a:lnTo>
                <a:lnTo>
                  <a:pt x="409486" y="568909"/>
                </a:lnTo>
                <a:lnTo>
                  <a:pt x="276288" y="1218819"/>
                </a:lnTo>
                <a:lnTo>
                  <a:pt x="17614" y="1533169"/>
                </a:lnTo>
                <a:lnTo>
                  <a:pt x="3111" y="1560080"/>
                </a:lnTo>
                <a:lnTo>
                  <a:pt x="8115" y="1617510"/>
                </a:lnTo>
                <a:lnTo>
                  <a:pt x="49949" y="1654175"/>
                </a:lnTo>
                <a:lnTo>
                  <a:pt x="75526" y="1658518"/>
                </a:lnTo>
                <a:lnTo>
                  <a:pt x="92481" y="1656715"/>
                </a:lnTo>
                <a:lnTo>
                  <a:pt x="135369" y="1629587"/>
                </a:lnTo>
                <a:lnTo>
                  <a:pt x="411022" y="1294180"/>
                </a:lnTo>
                <a:lnTo>
                  <a:pt x="467398" y="1045248"/>
                </a:lnTo>
                <a:lnTo>
                  <a:pt x="675881" y="1195679"/>
                </a:lnTo>
                <a:lnTo>
                  <a:pt x="675881" y="1581378"/>
                </a:lnTo>
                <a:lnTo>
                  <a:pt x="698563" y="1635861"/>
                </a:lnTo>
                <a:lnTo>
                  <a:pt x="753097" y="1658518"/>
                </a:lnTo>
                <a:lnTo>
                  <a:pt x="783082" y="1652435"/>
                </a:lnTo>
                <a:lnTo>
                  <a:pt x="807631" y="1635861"/>
                </a:lnTo>
                <a:lnTo>
                  <a:pt x="824217" y="1611337"/>
                </a:lnTo>
                <a:lnTo>
                  <a:pt x="830313" y="1581378"/>
                </a:lnTo>
                <a:lnTo>
                  <a:pt x="830313" y="1157109"/>
                </a:lnTo>
                <a:lnTo>
                  <a:pt x="812393" y="1107211"/>
                </a:lnTo>
                <a:lnTo>
                  <a:pt x="612178" y="958469"/>
                </a:lnTo>
                <a:lnTo>
                  <a:pt x="664298" y="698119"/>
                </a:lnTo>
                <a:lnTo>
                  <a:pt x="700976" y="782967"/>
                </a:lnTo>
                <a:lnTo>
                  <a:pt x="732459" y="818222"/>
                </a:lnTo>
                <a:lnTo>
                  <a:pt x="994397" y="906399"/>
                </a:lnTo>
                <a:lnTo>
                  <a:pt x="1027722" y="902601"/>
                </a:lnTo>
                <a:lnTo>
                  <a:pt x="1048689" y="891933"/>
                </a:lnTo>
                <a:lnTo>
                  <a:pt x="1065669" y="875487"/>
                </a:lnTo>
                <a:lnTo>
                  <a:pt x="1077404" y="854329"/>
                </a:lnTo>
                <a:lnTo>
                  <a:pt x="1081265" y="823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4394961" y="2287270"/>
            <a:ext cx="2103755" cy="3498215"/>
            <a:chOff x="4394961" y="2287270"/>
            <a:chExt cx="2103755" cy="3498215"/>
          </a:xfrm>
        </p:grpSpPr>
        <p:sp>
          <p:nvSpPr>
            <p:cNvPr id="16" name="object 16"/>
            <p:cNvSpPr/>
            <p:nvPr/>
          </p:nvSpPr>
          <p:spPr>
            <a:xfrm>
              <a:off x="4401311" y="2734056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0"/>
                  </a:moveTo>
                  <a:lnTo>
                    <a:pt x="0" y="78486"/>
                  </a:lnTo>
                  <a:lnTo>
                    <a:pt x="0" y="2519934"/>
                  </a:lnTo>
                  <a:lnTo>
                    <a:pt x="313943" y="2598420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01311" y="2734056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2598420"/>
                  </a:moveTo>
                  <a:lnTo>
                    <a:pt x="0" y="2519934"/>
                  </a:lnTo>
                  <a:lnTo>
                    <a:pt x="0" y="78486"/>
                  </a:lnTo>
                  <a:lnTo>
                    <a:pt x="313943" y="0"/>
                  </a:lnTo>
                  <a:lnTo>
                    <a:pt x="313943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15255" y="2461260"/>
              <a:ext cx="1096010" cy="3144520"/>
            </a:xfrm>
            <a:custGeom>
              <a:avLst/>
              <a:gdLst/>
              <a:ahLst/>
              <a:cxnLst/>
              <a:rect l="l" t="t" r="r" b="b"/>
              <a:pathLst>
                <a:path w="1096010" h="3144520">
                  <a:moveTo>
                    <a:pt x="1095756" y="0"/>
                  </a:moveTo>
                  <a:lnTo>
                    <a:pt x="0" y="273938"/>
                  </a:lnTo>
                  <a:lnTo>
                    <a:pt x="0" y="2870073"/>
                  </a:lnTo>
                  <a:lnTo>
                    <a:pt x="1095756" y="3144012"/>
                  </a:lnTo>
                  <a:lnTo>
                    <a:pt x="1095756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15255" y="2461260"/>
              <a:ext cx="1096010" cy="3144520"/>
            </a:xfrm>
            <a:custGeom>
              <a:avLst/>
              <a:gdLst/>
              <a:ahLst/>
              <a:cxnLst/>
              <a:rect l="l" t="t" r="r" b="b"/>
              <a:pathLst>
                <a:path w="1096010" h="3144520">
                  <a:moveTo>
                    <a:pt x="1095756" y="3144012"/>
                  </a:moveTo>
                  <a:lnTo>
                    <a:pt x="0" y="2870073"/>
                  </a:lnTo>
                  <a:lnTo>
                    <a:pt x="0" y="273938"/>
                  </a:lnTo>
                  <a:lnTo>
                    <a:pt x="1095756" y="0"/>
                  </a:lnTo>
                  <a:lnTo>
                    <a:pt x="1095756" y="3144012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0"/>
                  </a:moveTo>
                  <a:lnTo>
                    <a:pt x="0" y="170306"/>
                  </a:lnTo>
                  <a:lnTo>
                    <a:pt x="0" y="3315080"/>
                  </a:lnTo>
                  <a:lnTo>
                    <a:pt x="681227" y="3485388"/>
                  </a:lnTo>
                  <a:lnTo>
                    <a:pt x="681227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3485388"/>
                  </a:moveTo>
                  <a:lnTo>
                    <a:pt x="0" y="3315080"/>
                  </a:lnTo>
                  <a:lnTo>
                    <a:pt x="0" y="170306"/>
                  </a:lnTo>
                  <a:lnTo>
                    <a:pt x="681227" y="0"/>
                  </a:lnTo>
                  <a:lnTo>
                    <a:pt x="681227" y="34853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017134" y="2219655"/>
            <a:ext cx="4864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Door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44541" y="1593850"/>
            <a:ext cx="991235" cy="497840"/>
            <a:chOff x="4844541" y="1593850"/>
            <a:chExt cx="991235" cy="497840"/>
          </a:xfrm>
        </p:grpSpPr>
        <p:sp>
          <p:nvSpPr>
            <p:cNvPr id="24" name="object 24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5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5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61205" y="5841783"/>
            <a:ext cx="94488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0" dirty="0">
                <a:latin typeface="Franklin Gothic Medium"/>
                <a:cs typeface="Franklin Gothic Medium"/>
              </a:rPr>
              <a:t>Front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50683" y="5841783"/>
            <a:ext cx="9036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5" dirty="0">
                <a:latin typeface="Franklin Gothic Medium"/>
                <a:cs typeface="Franklin Gothic Medium"/>
              </a:rPr>
              <a:t>Rear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5224017"/>
            <a:ext cx="12204700" cy="581025"/>
            <a:chOff x="-6350" y="5224017"/>
            <a:chExt cx="12204700" cy="581025"/>
          </a:xfrm>
        </p:grpSpPr>
        <p:sp>
          <p:nvSpPr>
            <p:cNvPr id="3" name="object 3"/>
            <p:cNvSpPr/>
            <p:nvPr/>
          </p:nvSpPr>
          <p:spPr>
            <a:xfrm>
              <a:off x="2150364" y="5244083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2224659" y="0"/>
                  </a:move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lnTo>
                    <a:pt x="222465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50364" y="5244083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4357116" y="542493"/>
                  </a:moveTo>
                  <a:lnTo>
                    <a:pt x="2224659" y="0"/>
                  </a:ln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close/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79976" y="5241035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3100958" y="0"/>
                  </a:move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lnTo>
                    <a:pt x="3100958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79976" y="5241035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5233416" y="542493"/>
                  </a:moveTo>
                  <a:lnTo>
                    <a:pt x="3100958" y="0"/>
                  </a:ln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0"/>
                  </a:moveTo>
                  <a:lnTo>
                    <a:pt x="0" y="554809"/>
                  </a:ln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554809"/>
                  </a:move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05116" y="5230367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77358" y="0"/>
                  </a:move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  <a:lnTo>
                    <a:pt x="4786883" y="9987"/>
                  </a:lnTo>
                  <a:lnTo>
                    <a:pt x="47773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05116" y="5230367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86883" y="9987"/>
                  </a:moveTo>
                  <a:lnTo>
                    <a:pt x="4777358" y="0"/>
                  </a:ln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611626" y="2727705"/>
            <a:ext cx="1109980" cy="2611120"/>
            <a:chOff x="3611626" y="2727705"/>
            <a:chExt cx="1109980" cy="2611120"/>
          </a:xfrm>
        </p:grpSpPr>
        <p:sp>
          <p:nvSpPr>
            <p:cNvPr id="15" name="object 15"/>
            <p:cNvSpPr/>
            <p:nvPr/>
          </p:nvSpPr>
          <p:spPr>
            <a:xfrm>
              <a:off x="4401312" y="2734055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0"/>
                  </a:moveTo>
                  <a:lnTo>
                    <a:pt x="0" y="78486"/>
                  </a:lnTo>
                  <a:lnTo>
                    <a:pt x="0" y="2519934"/>
                  </a:lnTo>
                  <a:lnTo>
                    <a:pt x="313943" y="2598420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01312" y="2734055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2598420"/>
                  </a:moveTo>
                  <a:lnTo>
                    <a:pt x="0" y="2519934"/>
                  </a:lnTo>
                  <a:lnTo>
                    <a:pt x="0" y="78486"/>
                  </a:lnTo>
                  <a:lnTo>
                    <a:pt x="313943" y="0"/>
                  </a:lnTo>
                  <a:lnTo>
                    <a:pt x="313943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17976" y="2734055"/>
              <a:ext cx="1097280" cy="2598420"/>
            </a:xfrm>
            <a:custGeom>
              <a:avLst/>
              <a:gdLst/>
              <a:ahLst/>
              <a:cxnLst/>
              <a:rect l="l" t="t" r="r" b="b"/>
              <a:pathLst>
                <a:path w="1097279" h="2598420">
                  <a:moveTo>
                    <a:pt x="1097279" y="0"/>
                  </a:moveTo>
                  <a:lnTo>
                    <a:pt x="0" y="274320"/>
                  </a:lnTo>
                  <a:lnTo>
                    <a:pt x="0" y="2324100"/>
                  </a:lnTo>
                  <a:lnTo>
                    <a:pt x="1097279" y="2598420"/>
                  </a:lnTo>
                  <a:lnTo>
                    <a:pt x="1097279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17976" y="2734055"/>
              <a:ext cx="1097280" cy="2598420"/>
            </a:xfrm>
            <a:custGeom>
              <a:avLst/>
              <a:gdLst/>
              <a:ahLst/>
              <a:cxnLst/>
              <a:rect l="l" t="t" r="r" b="b"/>
              <a:pathLst>
                <a:path w="1097279" h="2598420">
                  <a:moveTo>
                    <a:pt x="1097279" y="2598420"/>
                  </a:moveTo>
                  <a:lnTo>
                    <a:pt x="0" y="2324100"/>
                  </a:lnTo>
                  <a:lnTo>
                    <a:pt x="0" y="274320"/>
                  </a:lnTo>
                  <a:lnTo>
                    <a:pt x="1097279" y="0"/>
                  </a:lnTo>
                  <a:lnTo>
                    <a:pt x="1097279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804661" y="2287270"/>
            <a:ext cx="694055" cy="3498215"/>
            <a:chOff x="5804661" y="2287270"/>
            <a:chExt cx="694055" cy="3498215"/>
          </a:xfrm>
        </p:grpSpPr>
        <p:sp>
          <p:nvSpPr>
            <p:cNvPr id="20" name="object 20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0"/>
                  </a:moveTo>
                  <a:lnTo>
                    <a:pt x="0" y="170306"/>
                  </a:lnTo>
                  <a:lnTo>
                    <a:pt x="0" y="3315080"/>
                  </a:lnTo>
                  <a:lnTo>
                    <a:pt x="681227" y="3485388"/>
                  </a:lnTo>
                  <a:lnTo>
                    <a:pt x="681227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3485388"/>
                  </a:moveTo>
                  <a:lnTo>
                    <a:pt x="0" y="3315080"/>
                  </a:lnTo>
                  <a:lnTo>
                    <a:pt x="0" y="170306"/>
                  </a:lnTo>
                  <a:lnTo>
                    <a:pt x="681227" y="0"/>
                  </a:lnTo>
                  <a:lnTo>
                    <a:pt x="681227" y="34853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3240265" y="3790619"/>
            <a:ext cx="1081405" cy="1658620"/>
          </a:xfrm>
          <a:custGeom>
            <a:avLst/>
            <a:gdLst/>
            <a:ahLst/>
            <a:cxnLst/>
            <a:rect l="l" t="t" r="r" b="b"/>
            <a:pathLst>
              <a:path w="1081404" h="1658620">
                <a:moveTo>
                  <a:pt x="791705" y="154292"/>
                </a:moveTo>
                <a:lnTo>
                  <a:pt x="783831" y="105537"/>
                </a:lnTo>
                <a:lnTo>
                  <a:pt x="761911" y="63182"/>
                </a:lnTo>
                <a:lnTo>
                  <a:pt x="728472" y="29781"/>
                </a:lnTo>
                <a:lnTo>
                  <a:pt x="686079" y="7874"/>
                </a:lnTo>
                <a:lnTo>
                  <a:pt x="637273" y="0"/>
                </a:lnTo>
                <a:lnTo>
                  <a:pt x="588454" y="7874"/>
                </a:lnTo>
                <a:lnTo>
                  <a:pt x="546061" y="29781"/>
                </a:lnTo>
                <a:lnTo>
                  <a:pt x="512635" y="63182"/>
                </a:lnTo>
                <a:lnTo>
                  <a:pt x="490715" y="105537"/>
                </a:lnTo>
                <a:lnTo>
                  <a:pt x="482841" y="154292"/>
                </a:lnTo>
                <a:lnTo>
                  <a:pt x="490715" y="203034"/>
                </a:lnTo>
                <a:lnTo>
                  <a:pt x="512635" y="245389"/>
                </a:lnTo>
                <a:lnTo>
                  <a:pt x="546061" y="278777"/>
                </a:lnTo>
                <a:lnTo>
                  <a:pt x="588454" y="300685"/>
                </a:lnTo>
                <a:lnTo>
                  <a:pt x="637273" y="308559"/>
                </a:lnTo>
                <a:lnTo>
                  <a:pt x="686079" y="300685"/>
                </a:lnTo>
                <a:lnTo>
                  <a:pt x="728472" y="278777"/>
                </a:lnTo>
                <a:lnTo>
                  <a:pt x="761911" y="245389"/>
                </a:lnTo>
                <a:lnTo>
                  <a:pt x="783831" y="203034"/>
                </a:lnTo>
                <a:lnTo>
                  <a:pt x="791705" y="154292"/>
                </a:lnTo>
                <a:close/>
              </a:path>
              <a:path w="1081404" h="1658620">
                <a:moveTo>
                  <a:pt x="1081265" y="823772"/>
                </a:moveTo>
                <a:lnTo>
                  <a:pt x="1073543" y="795020"/>
                </a:lnTo>
                <a:lnTo>
                  <a:pt x="1055687" y="771347"/>
                </a:lnTo>
                <a:lnTo>
                  <a:pt x="1029144" y="755967"/>
                </a:lnTo>
                <a:lnTo>
                  <a:pt x="830313" y="690397"/>
                </a:lnTo>
                <a:lnTo>
                  <a:pt x="716419" y="428117"/>
                </a:lnTo>
                <a:lnTo>
                  <a:pt x="692048" y="395122"/>
                </a:lnTo>
                <a:lnTo>
                  <a:pt x="660438" y="369544"/>
                </a:lnTo>
                <a:lnTo>
                  <a:pt x="623036" y="352996"/>
                </a:lnTo>
                <a:lnTo>
                  <a:pt x="581291" y="347129"/>
                </a:lnTo>
                <a:lnTo>
                  <a:pt x="547027" y="351218"/>
                </a:lnTo>
                <a:lnTo>
                  <a:pt x="245402" y="468617"/>
                </a:lnTo>
                <a:lnTo>
                  <a:pt x="210108" y="497370"/>
                </a:lnTo>
                <a:lnTo>
                  <a:pt x="106413" y="742467"/>
                </a:lnTo>
                <a:lnTo>
                  <a:pt x="100838" y="772248"/>
                </a:lnTo>
                <a:lnTo>
                  <a:pt x="106654" y="801293"/>
                </a:lnTo>
                <a:lnTo>
                  <a:pt x="122974" y="826008"/>
                </a:lnTo>
                <a:lnTo>
                  <a:pt x="148882" y="842759"/>
                </a:lnTo>
                <a:lnTo>
                  <a:pt x="177838" y="848537"/>
                </a:lnTo>
                <a:lnTo>
                  <a:pt x="200406" y="845350"/>
                </a:lnTo>
                <a:lnTo>
                  <a:pt x="220789" y="836002"/>
                </a:lnTo>
                <a:lnTo>
                  <a:pt x="237566" y="820877"/>
                </a:lnTo>
                <a:lnTo>
                  <a:pt x="249262" y="800328"/>
                </a:lnTo>
                <a:lnTo>
                  <a:pt x="328409" y="599757"/>
                </a:lnTo>
                <a:lnTo>
                  <a:pt x="409486" y="568909"/>
                </a:lnTo>
                <a:lnTo>
                  <a:pt x="276288" y="1218819"/>
                </a:lnTo>
                <a:lnTo>
                  <a:pt x="17614" y="1533169"/>
                </a:lnTo>
                <a:lnTo>
                  <a:pt x="3111" y="1560080"/>
                </a:lnTo>
                <a:lnTo>
                  <a:pt x="8115" y="1617510"/>
                </a:lnTo>
                <a:lnTo>
                  <a:pt x="49949" y="1654175"/>
                </a:lnTo>
                <a:lnTo>
                  <a:pt x="75526" y="1658518"/>
                </a:lnTo>
                <a:lnTo>
                  <a:pt x="92481" y="1656715"/>
                </a:lnTo>
                <a:lnTo>
                  <a:pt x="135369" y="1629587"/>
                </a:lnTo>
                <a:lnTo>
                  <a:pt x="411022" y="1294180"/>
                </a:lnTo>
                <a:lnTo>
                  <a:pt x="467398" y="1045248"/>
                </a:lnTo>
                <a:lnTo>
                  <a:pt x="675881" y="1195679"/>
                </a:lnTo>
                <a:lnTo>
                  <a:pt x="675881" y="1581378"/>
                </a:lnTo>
                <a:lnTo>
                  <a:pt x="698563" y="1635861"/>
                </a:lnTo>
                <a:lnTo>
                  <a:pt x="753097" y="1658518"/>
                </a:lnTo>
                <a:lnTo>
                  <a:pt x="783082" y="1652435"/>
                </a:lnTo>
                <a:lnTo>
                  <a:pt x="807631" y="1635861"/>
                </a:lnTo>
                <a:lnTo>
                  <a:pt x="824217" y="1611337"/>
                </a:lnTo>
                <a:lnTo>
                  <a:pt x="830313" y="1581378"/>
                </a:lnTo>
                <a:lnTo>
                  <a:pt x="830313" y="1157109"/>
                </a:lnTo>
                <a:lnTo>
                  <a:pt x="812393" y="1107211"/>
                </a:lnTo>
                <a:lnTo>
                  <a:pt x="612178" y="958469"/>
                </a:lnTo>
                <a:lnTo>
                  <a:pt x="664298" y="698119"/>
                </a:lnTo>
                <a:lnTo>
                  <a:pt x="700976" y="782967"/>
                </a:lnTo>
                <a:lnTo>
                  <a:pt x="732459" y="818222"/>
                </a:lnTo>
                <a:lnTo>
                  <a:pt x="994397" y="906399"/>
                </a:lnTo>
                <a:lnTo>
                  <a:pt x="1027722" y="902601"/>
                </a:lnTo>
                <a:lnTo>
                  <a:pt x="1048689" y="891933"/>
                </a:lnTo>
                <a:lnTo>
                  <a:pt x="1065669" y="875487"/>
                </a:lnTo>
                <a:lnTo>
                  <a:pt x="1077404" y="854329"/>
                </a:lnTo>
                <a:lnTo>
                  <a:pt x="1081265" y="823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017134" y="2219655"/>
            <a:ext cx="4864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Door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844541" y="1593850"/>
            <a:ext cx="991235" cy="497840"/>
            <a:chOff x="4844541" y="1593850"/>
            <a:chExt cx="991235" cy="497840"/>
          </a:xfrm>
        </p:grpSpPr>
        <p:sp>
          <p:nvSpPr>
            <p:cNvPr id="25" name="object 25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5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5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061205" y="5841783"/>
            <a:ext cx="94488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0" dirty="0">
                <a:latin typeface="Franklin Gothic Medium"/>
                <a:cs typeface="Franklin Gothic Medium"/>
              </a:rPr>
              <a:t>Front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50683" y="5841783"/>
            <a:ext cx="9036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5" dirty="0">
                <a:latin typeface="Franklin Gothic Medium"/>
                <a:cs typeface="Franklin Gothic Medium"/>
              </a:rPr>
              <a:t>Rear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5224017"/>
            <a:ext cx="12204700" cy="581025"/>
            <a:chOff x="-6350" y="5224017"/>
            <a:chExt cx="12204700" cy="581025"/>
          </a:xfrm>
        </p:grpSpPr>
        <p:sp>
          <p:nvSpPr>
            <p:cNvPr id="3" name="object 3"/>
            <p:cNvSpPr/>
            <p:nvPr/>
          </p:nvSpPr>
          <p:spPr>
            <a:xfrm>
              <a:off x="2150364" y="5244083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2224659" y="0"/>
                  </a:move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lnTo>
                    <a:pt x="222465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50364" y="5244083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4357116" y="542493"/>
                  </a:moveTo>
                  <a:lnTo>
                    <a:pt x="2224659" y="0"/>
                  </a:ln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close/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79976" y="5241035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3100958" y="0"/>
                  </a:move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lnTo>
                    <a:pt x="310095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79976" y="5241035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5233416" y="542493"/>
                  </a:moveTo>
                  <a:lnTo>
                    <a:pt x="3100958" y="0"/>
                  </a:ln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0"/>
                  </a:moveTo>
                  <a:lnTo>
                    <a:pt x="0" y="554809"/>
                  </a:ln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554809"/>
                  </a:move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05116" y="5230367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77358" y="0"/>
                  </a:move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  <a:lnTo>
                    <a:pt x="4786883" y="9987"/>
                  </a:lnTo>
                  <a:lnTo>
                    <a:pt x="47773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05116" y="5230367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86883" y="9987"/>
                  </a:moveTo>
                  <a:lnTo>
                    <a:pt x="4777358" y="0"/>
                  </a:ln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611626" y="2727705"/>
            <a:ext cx="1109980" cy="2611120"/>
            <a:chOff x="3611626" y="2727705"/>
            <a:chExt cx="1109980" cy="2611120"/>
          </a:xfrm>
        </p:grpSpPr>
        <p:sp>
          <p:nvSpPr>
            <p:cNvPr id="15" name="object 15"/>
            <p:cNvSpPr/>
            <p:nvPr/>
          </p:nvSpPr>
          <p:spPr>
            <a:xfrm>
              <a:off x="4401312" y="2734055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0"/>
                  </a:moveTo>
                  <a:lnTo>
                    <a:pt x="0" y="78486"/>
                  </a:lnTo>
                  <a:lnTo>
                    <a:pt x="0" y="2519934"/>
                  </a:lnTo>
                  <a:lnTo>
                    <a:pt x="313943" y="2598420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01312" y="2734055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2598420"/>
                  </a:moveTo>
                  <a:lnTo>
                    <a:pt x="0" y="2519934"/>
                  </a:lnTo>
                  <a:lnTo>
                    <a:pt x="0" y="78486"/>
                  </a:lnTo>
                  <a:lnTo>
                    <a:pt x="313943" y="0"/>
                  </a:lnTo>
                  <a:lnTo>
                    <a:pt x="313943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17976" y="2734055"/>
              <a:ext cx="1097280" cy="2598420"/>
            </a:xfrm>
            <a:custGeom>
              <a:avLst/>
              <a:gdLst/>
              <a:ahLst/>
              <a:cxnLst/>
              <a:rect l="l" t="t" r="r" b="b"/>
              <a:pathLst>
                <a:path w="1097279" h="2598420">
                  <a:moveTo>
                    <a:pt x="1097279" y="0"/>
                  </a:moveTo>
                  <a:lnTo>
                    <a:pt x="0" y="274320"/>
                  </a:lnTo>
                  <a:lnTo>
                    <a:pt x="0" y="2324100"/>
                  </a:lnTo>
                  <a:lnTo>
                    <a:pt x="1097279" y="2598420"/>
                  </a:lnTo>
                  <a:lnTo>
                    <a:pt x="1097279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17976" y="2734055"/>
              <a:ext cx="1097280" cy="2598420"/>
            </a:xfrm>
            <a:custGeom>
              <a:avLst/>
              <a:gdLst/>
              <a:ahLst/>
              <a:cxnLst/>
              <a:rect l="l" t="t" r="r" b="b"/>
              <a:pathLst>
                <a:path w="1097279" h="2598420">
                  <a:moveTo>
                    <a:pt x="1097279" y="2598420"/>
                  </a:moveTo>
                  <a:lnTo>
                    <a:pt x="0" y="2324100"/>
                  </a:lnTo>
                  <a:lnTo>
                    <a:pt x="0" y="274320"/>
                  </a:lnTo>
                  <a:lnTo>
                    <a:pt x="1097279" y="0"/>
                  </a:lnTo>
                  <a:lnTo>
                    <a:pt x="1097279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957493" y="2287270"/>
            <a:ext cx="1541145" cy="3498215"/>
            <a:chOff x="4957493" y="2287270"/>
            <a:chExt cx="1541145" cy="3498215"/>
          </a:xfrm>
        </p:grpSpPr>
        <p:sp>
          <p:nvSpPr>
            <p:cNvPr id="20" name="object 20"/>
            <p:cNvSpPr/>
            <p:nvPr/>
          </p:nvSpPr>
          <p:spPr>
            <a:xfrm>
              <a:off x="4957483" y="3869867"/>
              <a:ext cx="1080770" cy="1658620"/>
            </a:xfrm>
            <a:custGeom>
              <a:avLst/>
              <a:gdLst/>
              <a:ahLst/>
              <a:cxnLst/>
              <a:rect l="l" t="t" r="r" b="b"/>
              <a:pathLst>
                <a:path w="1080770" h="1658620">
                  <a:moveTo>
                    <a:pt x="791044" y="154292"/>
                  </a:moveTo>
                  <a:lnTo>
                    <a:pt x="783183" y="105537"/>
                  </a:lnTo>
                  <a:lnTo>
                    <a:pt x="761276" y="63182"/>
                  </a:lnTo>
                  <a:lnTo>
                    <a:pt x="727875" y="29781"/>
                  </a:lnTo>
                  <a:lnTo>
                    <a:pt x="685507" y="7874"/>
                  </a:lnTo>
                  <a:lnTo>
                    <a:pt x="636739" y="0"/>
                  </a:lnTo>
                  <a:lnTo>
                    <a:pt x="587971" y="7874"/>
                  </a:lnTo>
                  <a:lnTo>
                    <a:pt x="545617" y="29781"/>
                  </a:lnTo>
                  <a:lnTo>
                    <a:pt x="512216" y="63182"/>
                  </a:lnTo>
                  <a:lnTo>
                    <a:pt x="490308" y="105537"/>
                  </a:lnTo>
                  <a:lnTo>
                    <a:pt x="482434" y="154292"/>
                  </a:lnTo>
                  <a:lnTo>
                    <a:pt x="490308" y="203034"/>
                  </a:lnTo>
                  <a:lnTo>
                    <a:pt x="512216" y="245389"/>
                  </a:lnTo>
                  <a:lnTo>
                    <a:pt x="545617" y="278777"/>
                  </a:lnTo>
                  <a:lnTo>
                    <a:pt x="587971" y="300685"/>
                  </a:lnTo>
                  <a:lnTo>
                    <a:pt x="636739" y="308559"/>
                  </a:lnTo>
                  <a:lnTo>
                    <a:pt x="685507" y="300685"/>
                  </a:lnTo>
                  <a:lnTo>
                    <a:pt x="727875" y="278777"/>
                  </a:lnTo>
                  <a:lnTo>
                    <a:pt x="761276" y="245389"/>
                  </a:lnTo>
                  <a:lnTo>
                    <a:pt x="783183" y="203034"/>
                  </a:lnTo>
                  <a:lnTo>
                    <a:pt x="791044" y="154292"/>
                  </a:lnTo>
                  <a:close/>
                </a:path>
                <a:path w="1080770" h="1658620">
                  <a:moveTo>
                    <a:pt x="1080363" y="823772"/>
                  </a:moveTo>
                  <a:lnTo>
                    <a:pt x="1072642" y="795020"/>
                  </a:lnTo>
                  <a:lnTo>
                    <a:pt x="1054811" y="771347"/>
                  </a:lnTo>
                  <a:lnTo>
                    <a:pt x="1028280" y="755967"/>
                  </a:lnTo>
                  <a:lnTo>
                    <a:pt x="829614" y="690397"/>
                  </a:lnTo>
                  <a:lnTo>
                    <a:pt x="715822" y="428117"/>
                  </a:lnTo>
                  <a:lnTo>
                    <a:pt x="691476" y="395122"/>
                  </a:lnTo>
                  <a:lnTo>
                    <a:pt x="659892" y="369544"/>
                  </a:lnTo>
                  <a:lnTo>
                    <a:pt x="622515" y="352996"/>
                  </a:lnTo>
                  <a:lnTo>
                    <a:pt x="580809" y="347129"/>
                  </a:lnTo>
                  <a:lnTo>
                    <a:pt x="546569" y="351218"/>
                  </a:lnTo>
                  <a:lnTo>
                    <a:pt x="245198" y="468617"/>
                  </a:lnTo>
                  <a:lnTo>
                    <a:pt x="209943" y="497370"/>
                  </a:lnTo>
                  <a:lnTo>
                    <a:pt x="106324" y="742467"/>
                  </a:lnTo>
                  <a:lnTo>
                    <a:pt x="100749" y="772248"/>
                  </a:lnTo>
                  <a:lnTo>
                    <a:pt x="106565" y="801293"/>
                  </a:lnTo>
                  <a:lnTo>
                    <a:pt x="122872" y="826008"/>
                  </a:lnTo>
                  <a:lnTo>
                    <a:pt x="148755" y="842759"/>
                  </a:lnTo>
                  <a:lnTo>
                    <a:pt x="177698" y="848537"/>
                  </a:lnTo>
                  <a:lnTo>
                    <a:pt x="200240" y="845350"/>
                  </a:lnTo>
                  <a:lnTo>
                    <a:pt x="220611" y="836002"/>
                  </a:lnTo>
                  <a:lnTo>
                    <a:pt x="237363" y="820877"/>
                  </a:lnTo>
                  <a:lnTo>
                    <a:pt x="249059" y="800328"/>
                  </a:lnTo>
                  <a:lnTo>
                    <a:pt x="328142" y="599757"/>
                  </a:lnTo>
                  <a:lnTo>
                    <a:pt x="409143" y="568909"/>
                  </a:lnTo>
                  <a:lnTo>
                    <a:pt x="276059" y="1218819"/>
                  </a:lnTo>
                  <a:lnTo>
                    <a:pt x="17602" y="1533169"/>
                  </a:lnTo>
                  <a:lnTo>
                    <a:pt x="3111" y="1560080"/>
                  </a:lnTo>
                  <a:lnTo>
                    <a:pt x="8115" y="1617510"/>
                  </a:lnTo>
                  <a:lnTo>
                    <a:pt x="49911" y="1654175"/>
                  </a:lnTo>
                  <a:lnTo>
                    <a:pt x="75463" y="1658518"/>
                  </a:lnTo>
                  <a:lnTo>
                    <a:pt x="92405" y="1656715"/>
                  </a:lnTo>
                  <a:lnTo>
                    <a:pt x="135255" y="1629587"/>
                  </a:lnTo>
                  <a:lnTo>
                    <a:pt x="410679" y="1294180"/>
                  </a:lnTo>
                  <a:lnTo>
                    <a:pt x="467004" y="1045248"/>
                  </a:lnTo>
                  <a:lnTo>
                    <a:pt x="675322" y="1195679"/>
                  </a:lnTo>
                  <a:lnTo>
                    <a:pt x="675322" y="1581378"/>
                  </a:lnTo>
                  <a:lnTo>
                    <a:pt x="697979" y="1635861"/>
                  </a:lnTo>
                  <a:lnTo>
                    <a:pt x="752475" y="1658518"/>
                  </a:lnTo>
                  <a:lnTo>
                    <a:pt x="782421" y="1652435"/>
                  </a:lnTo>
                  <a:lnTo>
                    <a:pt x="806958" y="1635861"/>
                  </a:lnTo>
                  <a:lnTo>
                    <a:pt x="823531" y="1611337"/>
                  </a:lnTo>
                  <a:lnTo>
                    <a:pt x="829614" y="1581378"/>
                  </a:lnTo>
                  <a:lnTo>
                    <a:pt x="829614" y="1157109"/>
                  </a:lnTo>
                  <a:lnTo>
                    <a:pt x="811720" y="1107211"/>
                  </a:lnTo>
                  <a:lnTo>
                    <a:pt x="611670" y="958469"/>
                  </a:lnTo>
                  <a:lnTo>
                    <a:pt x="663740" y="698119"/>
                  </a:lnTo>
                  <a:lnTo>
                    <a:pt x="700392" y="782967"/>
                  </a:lnTo>
                  <a:lnTo>
                    <a:pt x="731850" y="818222"/>
                  </a:lnTo>
                  <a:lnTo>
                    <a:pt x="993571" y="906399"/>
                  </a:lnTo>
                  <a:lnTo>
                    <a:pt x="1026871" y="902601"/>
                  </a:lnTo>
                  <a:lnTo>
                    <a:pt x="1047813" y="891933"/>
                  </a:lnTo>
                  <a:lnTo>
                    <a:pt x="1064780" y="875487"/>
                  </a:lnTo>
                  <a:lnTo>
                    <a:pt x="1076502" y="854329"/>
                  </a:lnTo>
                  <a:lnTo>
                    <a:pt x="1080363" y="823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0"/>
                  </a:moveTo>
                  <a:lnTo>
                    <a:pt x="0" y="170306"/>
                  </a:lnTo>
                  <a:lnTo>
                    <a:pt x="0" y="3315080"/>
                  </a:lnTo>
                  <a:lnTo>
                    <a:pt x="681227" y="3485388"/>
                  </a:lnTo>
                  <a:lnTo>
                    <a:pt x="681227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3485388"/>
                  </a:moveTo>
                  <a:lnTo>
                    <a:pt x="0" y="3315080"/>
                  </a:lnTo>
                  <a:lnTo>
                    <a:pt x="0" y="170306"/>
                  </a:lnTo>
                  <a:lnTo>
                    <a:pt x="681227" y="0"/>
                  </a:lnTo>
                  <a:lnTo>
                    <a:pt x="681227" y="34853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017134" y="2219655"/>
            <a:ext cx="4864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Door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844541" y="1593850"/>
            <a:ext cx="991235" cy="497840"/>
            <a:chOff x="4844541" y="1593850"/>
            <a:chExt cx="991235" cy="497840"/>
          </a:xfrm>
        </p:grpSpPr>
        <p:sp>
          <p:nvSpPr>
            <p:cNvPr id="25" name="object 25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5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5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061205" y="5841783"/>
            <a:ext cx="94488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0" dirty="0">
                <a:latin typeface="Franklin Gothic Medium"/>
                <a:cs typeface="Franklin Gothic Medium"/>
              </a:rPr>
              <a:t>Front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50683" y="5841783"/>
            <a:ext cx="9036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5" dirty="0">
                <a:latin typeface="Franklin Gothic Medium"/>
                <a:cs typeface="Franklin Gothic Medium"/>
              </a:rPr>
              <a:t>Rear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5224017"/>
            <a:ext cx="12204700" cy="581025"/>
            <a:chOff x="-6350" y="5224017"/>
            <a:chExt cx="12204700" cy="581025"/>
          </a:xfrm>
        </p:grpSpPr>
        <p:sp>
          <p:nvSpPr>
            <p:cNvPr id="3" name="object 3"/>
            <p:cNvSpPr/>
            <p:nvPr/>
          </p:nvSpPr>
          <p:spPr>
            <a:xfrm>
              <a:off x="2150364" y="5244083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2224659" y="0"/>
                  </a:move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lnTo>
                    <a:pt x="2224659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50364" y="5244083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4357116" y="542493"/>
                  </a:moveTo>
                  <a:lnTo>
                    <a:pt x="2224659" y="0"/>
                  </a:ln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close/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79976" y="5241035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3100958" y="0"/>
                  </a:move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lnTo>
                    <a:pt x="310095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79976" y="5241035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5233416" y="542493"/>
                  </a:moveTo>
                  <a:lnTo>
                    <a:pt x="3100958" y="0"/>
                  </a:ln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0"/>
                  </a:moveTo>
                  <a:lnTo>
                    <a:pt x="0" y="554809"/>
                  </a:ln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554809"/>
                  </a:move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05116" y="5230367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77358" y="0"/>
                  </a:move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  <a:lnTo>
                    <a:pt x="4786883" y="9987"/>
                  </a:lnTo>
                  <a:lnTo>
                    <a:pt x="47773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05116" y="5230367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86883" y="9987"/>
                  </a:moveTo>
                  <a:lnTo>
                    <a:pt x="4777358" y="0"/>
                  </a:ln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611626" y="2727705"/>
            <a:ext cx="1109980" cy="2611120"/>
            <a:chOff x="3611626" y="2727705"/>
            <a:chExt cx="1109980" cy="2611120"/>
          </a:xfrm>
        </p:grpSpPr>
        <p:sp>
          <p:nvSpPr>
            <p:cNvPr id="15" name="object 15"/>
            <p:cNvSpPr/>
            <p:nvPr/>
          </p:nvSpPr>
          <p:spPr>
            <a:xfrm>
              <a:off x="4401312" y="2734055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0"/>
                  </a:moveTo>
                  <a:lnTo>
                    <a:pt x="0" y="78486"/>
                  </a:lnTo>
                  <a:lnTo>
                    <a:pt x="0" y="2519934"/>
                  </a:lnTo>
                  <a:lnTo>
                    <a:pt x="313943" y="2598420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01312" y="2734055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2598420"/>
                  </a:moveTo>
                  <a:lnTo>
                    <a:pt x="0" y="2519934"/>
                  </a:lnTo>
                  <a:lnTo>
                    <a:pt x="0" y="78486"/>
                  </a:lnTo>
                  <a:lnTo>
                    <a:pt x="313943" y="0"/>
                  </a:lnTo>
                  <a:lnTo>
                    <a:pt x="313943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17976" y="2734055"/>
              <a:ext cx="1097280" cy="2598420"/>
            </a:xfrm>
            <a:custGeom>
              <a:avLst/>
              <a:gdLst/>
              <a:ahLst/>
              <a:cxnLst/>
              <a:rect l="l" t="t" r="r" b="b"/>
              <a:pathLst>
                <a:path w="1097279" h="2598420">
                  <a:moveTo>
                    <a:pt x="1097279" y="0"/>
                  </a:moveTo>
                  <a:lnTo>
                    <a:pt x="0" y="274320"/>
                  </a:lnTo>
                  <a:lnTo>
                    <a:pt x="0" y="2324100"/>
                  </a:lnTo>
                  <a:lnTo>
                    <a:pt x="1097279" y="2598420"/>
                  </a:lnTo>
                  <a:lnTo>
                    <a:pt x="1097279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17976" y="2734055"/>
              <a:ext cx="1097280" cy="2598420"/>
            </a:xfrm>
            <a:custGeom>
              <a:avLst/>
              <a:gdLst/>
              <a:ahLst/>
              <a:cxnLst/>
              <a:rect l="l" t="t" r="r" b="b"/>
              <a:pathLst>
                <a:path w="1097279" h="2598420">
                  <a:moveTo>
                    <a:pt x="1097279" y="2598420"/>
                  </a:moveTo>
                  <a:lnTo>
                    <a:pt x="0" y="2324100"/>
                  </a:lnTo>
                  <a:lnTo>
                    <a:pt x="0" y="274320"/>
                  </a:lnTo>
                  <a:lnTo>
                    <a:pt x="1097279" y="0"/>
                  </a:lnTo>
                  <a:lnTo>
                    <a:pt x="1097279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804661" y="2287270"/>
            <a:ext cx="1539875" cy="3498215"/>
            <a:chOff x="5804661" y="2287270"/>
            <a:chExt cx="1539875" cy="3498215"/>
          </a:xfrm>
        </p:grpSpPr>
        <p:sp>
          <p:nvSpPr>
            <p:cNvPr id="20" name="object 20"/>
            <p:cNvSpPr/>
            <p:nvPr/>
          </p:nvSpPr>
          <p:spPr>
            <a:xfrm>
              <a:off x="6263551" y="3790619"/>
              <a:ext cx="1080770" cy="1658620"/>
            </a:xfrm>
            <a:custGeom>
              <a:avLst/>
              <a:gdLst/>
              <a:ahLst/>
              <a:cxnLst/>
              <a:rect l="l" t="t" r="r" b="b"/>
              <a:pathLst>
                <a:path w="1080770" h="1658620">
                  <a:moveTo>
                    <a:pt x="791044" y="154292"/>
                  </a:moveTo>
                  <a:lnTo>
                    <a:pt x="783183" y="105537"/>
                  </a:lnTo>
                  <a:lnTo>
                    <a:pt x="761276" y="63182"/>
                  </a:lnTo>
                  <a:lnTo>
                    <a:pt x="727875" y="29781"/>
                  </a:lnTo>
                  <a:lnTo>
                    <a:pt x="685507" y="7874"/>
                  </a:lnTo>
                  <a:lnTo>
                    <a:pt x="636739" y="0"/>
                  </a:lnTo>
                  <a:lnTo>
                    <a:pt x="587971" y="7874"/>
                  </a:lnTo>
                  <a:lnTo>
                    <a:pt x="545617" y="29781"/>
                  </a:lnTo>
                  <a:lnTo>
                    <a:pt x="512216" y="63182"/>
                  </a:lnTo>
                  <a:lnTo>
                    <a:pt x="490308" y="105537"/>
                  </a:lnTo>
                  <a:lnTo>
                    <a:pt x="482434" y="154292"/>
                  </a:lnTo>
                  <a:lnTo>
                    <a:pt x="490308" y="203034"/>
                  </a:lnTo>
                  <a:lnTo>
                    <a:pt x="512216" y="245389"/>
                  </a:lnTo>
                  <a:lnTo>
                    <a:pt x="545617" y="278777"/>
                  </a:lnTo>
                  <a:lnTo>
                    <a:pt x="587971" y="300685"/>
                  </a:lnTo>
                  <a:lnTo>
                    <a:pt x="636739" y="308559"/>
                  </a:lnTo>
                  <a:lnTo>
                    <a:pt x="685507" y="300685"/>
                  </a:lnTo>
                  <a:lnTo>
                    <a:pt x="727875" y="278777"/>
                  </a:lnTo>
                  <a:lnTo>
                    <a:pt x="761276" y="245389"/>
                  </a:lnTo>
                  <a:lnTo>
                    <a:pt x="783183" y="203034"/>
                  </a:lnTo>
                  <a:lnTo>
                    <a:pt x="791044" y="154292"/>
                  </a:lnTo>
                  <a:close/>
                </a:path>
                <a:path w="1080770" h="1658620">
                  <a:moveTo>
                    <a:pt x="1080363" y="823772"/>
                  </a:moveTo>
                  <a:lnTo>
                    <a:pt x="1072642" y="795020"/>
                  </a:lnTo>
                  <a:lnTo>
                    <a:pt x="1054811" y="771347"/>
                  </a:lnTo>
                  <a:lnTo>
                    <a:pt x="1028280" y="755967"/>
                  </a:lnTo>
                  <a:lnTo>
                    <a:pt x="829614" y="690397"/>
                  </a:lnTo>
                  <a:lnTo>
                    <a:pt x="715822" y="428117"/>
                  </a:lnTo>
                  <a:lnTo>
                    <a:pt x="691476" y="395122"/>
                  </a:lnTo>
                  <a:lnTo>
                    <a:pt x="659892" y="369544"/>
                  </a:lnTo>
                  <a:lnTo>
                    <a:pt x="622515" y="352996"/>
                  </a:lnTo>
                  <a:lnTo>
                    <a:pt x="580809" y="347129"/>
                  </a:lnTo>
                  <a:lnTo>
                    <a:pt x="546569" y="351218"/>
                  </a:lnTo>
                  <a:lnTo>
                    <a:pt x="245198" y="468617"/>
                  </a:lnTo>
                  <a:lnTo>
                    <a:pt x="209943" y="497370"/>
                  </a:lnTo>
                  <a:lnTo>
                    <a:pt x="106324" y="742467"/>
                  </a:lnTo>
                  <a:lnTo>
                    <a:pt x="100749" y="772248"/>
                  </a:lnTo>
                  <a:lnTo>
                    <a:pt x="106565" y="801293"/>
                  </a:lnTo>
                  <a:lnTo>
                    <a:pt x="122872" y="826008"/>
                  </a:lnTo>
                  <a:lnTo>
                    <a:pt x="148755" y="842759"/>
                  </a:lnTo>
                  <a:lnTo>
                    <a:pt x="177698" y="848537"/>
                  </a:lnTo>
                  <a:lnTo>
                    <a:pt x="200240" y="845350"/>
                  </a:lnTo>
                  <a:lnTo>
                    <a:pt x="220611" y="836002"/>
                  </a:lnTo>
                  <a:lnTo>
                    <a:pt x="237363" y="820877"/>
                  </a:lnTo>
                  <a:lnTo>
                    <a:pt x="249059" y="800328"/>
                  </a:lnTo>
                  <a:lnTo>
                    <a:pt x="328142" y="599757"/>
                  </a:lnTo>
                  <a:lnTo>
                    <a:pt x="409143" y="568909"/>
                  </a:lnTo>
                  <a:lnTo>
                    <a:pt x="276059" y="1218819"/>
                  </a:lnTo>
                  <a:lnTo>
                    <a:pt x="17602" y="1533169"/>
                  </a:lnTo>
                  <a:lnTo>
                    <a:pt x="3111" y="1560080"/>
                  </a:lnTo>
                  <a:lnTo>
                    <a:pt x="8115" y="1617510"/>
                  </a:lnTo>
                  <a:lnTo>
                    <a:pt x="49911" y="1654175"/>
                  </a:lnTo>
                  <a:lnTo>
                    <a:pt x="75463" y="1658518"/>
                  </a:lnTo>
                  <a:lnTo>
                    <a:pt x="92405" y="1656715"/>
                  </a:lnTo>
                  <a:lnTo>
                    <a:pt x="135255" y="1629587"/>
                  </a:lnTo>
                  <a:lnTo>
                    <a:pt x="410679" y="1294180"/>
                  </a:lnTo>
                  <a:lnTo>
                    <a:pt x="467004" y="1045248"/>
                  </a:lnTo>
                  <a:lnTo>
                    <a:pt x="675322" y="1195679"/>
                  </a:lnTo>
                  <a:lnTo>
                    <a:pt x="675322" y="1581378"/>
                  </a:lnTo>
                  <a:lnTo>
                    <a:pt x="697979" y="1635861"/>
                  </a:lnTo>
                  <a:lnTo>
                    <a:pt x="752475" y="1658518"/>
                  </a:lnTo>
                  <a:lnTo>
                    <a:pt x="782421" y="1652435"/>
                  </a:lnTo>
                  <a:lnTo>
                    <a:pt x="806958" y="1635861"/>
                  </a:lnTo>
                  <a:lnTo>
                    <a:pt x="823531" y="1611337"/>
                  </a:lnTo>
                  <a:lnTo>
                    <a:pt x="829614" y="1581378"/>
                  </a:lnTo>
                  <a:lnTo>
                    <a:pt x="829614" y="1157109"/>
                  </a:lnTo>
                  <a:lnTo>
                    <a:pt x="811720" y="1107211"/>
                  </a:lnTo>
                  <a:lnTo>
                    <a:pt x="611670" y="958469"/>
                  </a:lnTo>
                  <a:lnTo>
                    <a:pt x="663740" y="698119"/>
                  </a:lnTo>
                  <a:lnTo>
                    <a:pt x="700392" y="782967"/>
                  </a:lnTo>
                  <a:lnTo>
                    <a:pt x="731850" y="818222"/>
                  </a:lnTo>
                  <a:lnTo>
                    <a:pt x="993571" y="906399"/>
                  </a:lnTo>
                  <a:lnTo>
                    <a:pt x="1026871" y="902601"/>
                  </a:lnTo>
                  <a:lnTo>
                    <a:pt x="1047813" y="891933"/>
                  </a:lnTo>
                  <a:lnTo>
                    <a:pt x="1064780" y="875487"/>
                  </a:lnTo>
                  <a:lnTo>
                    <a:pt x="1076502" y="854329"/>
                  </a:lnTo>
                  <a:lnTo>
                    <a:pt x="1080363" y="823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0"/>
                  </a:moveTo>
                  <a:lnTo>
                    <a:pt x="0" y="170306"/>
                  </a:lnTo>
                  <a:lnTo>
                    <a:pt x="0" y="3315080"/>
                  </a:lnTo>
                  <a:lnTo>
                    <a:pt x="681227" y="3485388"/>
                  </a:lnTo>
                  <a:lnTo>
                    <a:pt x="681227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3485388"/>
                  </a:moveTo>
                  <a:lnTo>
                    <a:pt x="0" y="3315080"/>
                  </a:lnTo>
                  <a:lnTo>
                    <a:pt x="0" y="170306"/>
                  </a:lnTo>
                  <a:lnTo>
                    <a:pt x="681227" y="0"/>
                  </a:lnTo>
                  <a:lnTo>
                    <a:pt x="681227" y="34853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017134" y="2219655"/>
            <a:ext cx="4864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Door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844541" y="1593850"/>
            <a:ext cx="991235" cy="497840"/>
            <a:chOff x="4844541" y="1593850"/>
            <a:chExt cx="991235" cy="497840"/>
          </a:xfrm>
        </p:grpSpPr>
        <p:sp>
          <p:nvSpPr>
            <p:cNvPr id="25" name="object 25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5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5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061205" y="5841783"/>
            <a:ext cx="94488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0" dirty="0">
                <a:latin typeface="Franklin Gothic Medium"/>
                <a:cs typeface="Franklin Gothic Medium"/>
              </a:rPr>
              <a:t>Front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50683" y="5841783"/>
            <a:ext cx="9036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5" dirty="0">
                <a:latin typeface="Franklin Gothic Medium"/>
                <a:cs typeface="Franklin Gothic Medium"/>
              </a:rPr>
              <a:t>Rear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5224017"/>
            <a:ext cx="12204700" cy="581025"/>
            <a:chOff x="-6350" y="5224017"/>
            <a:chExt cx="12204700" cy="581025"/>
          </a:xfrm>
        </p:grpSpPr>
        <p:sp>
          <p:nvSpPr>
            <p:cNvPr id="3" name="object 3"/>
            <p:cNvSpPr/>
            <p:nvPr/>
          </p:nvSpPr>
          <p:spPr>
            <a:xfrm>
              <a:off x="2150364" y="5244083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2224659" y="0"/>
                  </a:move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lnTo>
                    <a:pt x="2224659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50364" y="5244083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4357116" y="542493"/>
                  </a:moveTo>
                  <a:lnTo>
                    <a:pt x="2224659" y="0"/>
                  </a:ln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close/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79976" y="5241035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3100958" y="0"/>
                  </a:move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lnTo>
                    <a:pt x="3100958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79976" y="5241035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5233416" y="542493"/>
                  </a:moveTo>
                  <a:lnTo>
                    <a:pt x="3100958" y="0"/>
                  </a:ln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0"/>
                  </a:moveTo>
                  <a:lnTo>
                    <a:pt x="0" y="554809"/>
                  </a:ln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554809"/>
                  </a:move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05116" y="5230367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77358" y="0"/>
                  </a:move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  <a:lnTo>
                    <a:pt x="4786883" y="9987"/>
                  </a:lnTo>
                  <a:lnTo>
                    <a:pt x="47773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05116" y="5230367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86883" y="9987"/>
                  </a:moveTo>
                  <a:lnTo>
                    <a:pt x="4777358" y="0"/>
                  </a:ln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611626" y="2727705"/>
            <a:ext cx="1109980" cy="2611120"/>
            <a:chOff x="3611626" y="2727705"/>
            <a:chExt cx="1109980" cy="2611120"/>
          </a:xfrm>
        </p:grpSpPr>
        <p:sp>
          <p:nvSpPr>
            <p:cNvPr id="15" name="object 15"/>
            <p:cNvSpPr/>
            <p:nvPr/>
          </p:nvSpPr>
          <p:spPr>
            <a:xfrm>
              <a:off x="4401312" y="2734055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0"/>
                  </a:moveTo>
                  <a:lnTo>
                    <a:pt x="0" y="78486"/>
                  </a:lnTo>
                  <a:lnTo>
                    <a:pt x="0" y="2519934"/>
                  </a:lnTo>
                  <a:lnTo>
                    <a:pt x="313943" y="2598420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01312" y="2734055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2598420"/>
                  </a:moveTo>
                  <a:lnTo>
                    <a:pt x="0" y="2519934"/>
                  </a:lnTo>
                  <a:lnTo>
                    <a:pt x="0" y="78486"/>
                  </a:lnTo>
                  <a:lnTo>
                    <a:pt x="313943" y="0"/>
                  </a:lnTo>
                  <a:lnTo>
                    <a:pt x="313943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17976" y="2734055"/>
              <a:ext cx="1097280" cy="2598420"/>
            </a:xfrm>
            <a:custGeom>
              <a:avLst/>
              <a:gdLst/>
              <a:ahLst/>
              <a:cxnLst/>
              <a:rect l="l" t="t" r="r" b="b"/>
              <a:pathLst>
                <a:path w="1097279" h="2598420">
                  <a:moveTo>
                    <a:pt x="1097279" y="0"/>
                  </a:moveTo>
                  <a:lnTo>
                    <a:pt x="0" y="274320"/>
                  </a:lnTo>
                  <a:lnTo>
                    <a:pt x="0" y="2324100"/>
                  </a:lnTo>
                  <a:lnTo>
                    <a:pt x="1097279" y="2598420"/>
                  </a:lnTo>
                  <a:lnTo>
                    <a:pt x="1097279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17976" y="2734055"/>
              <a:ext cx="1097280" cy="2598420"/>
            </a:xfrm>
            <a:custGeom>
              <a:avLst/>
              <a:gdLst/>
              <a:ahLst/>
              <a:cxnLst/>
              <a:rect l="l" t="t" r="r" b="b"/>
              <a:pathLst>
                <a:path w="1097279" h="2598420">
                  <a:moveTo>
                    <a:pt x="1097279" y="2598420"/>
                  </a:moveTo>
                  <a:lnTo>
                    <a:pt x="0" y="2324100"/>
                  </a:lnTo>
                  <a:lnTo>
                    <a:pt x="0" y="274320"/>
                  </a:lnTo>
                  <a:lnTo>
                    <a:pt x="1097279" y="0"/>
                  </a:lnTo>
                  <a:lnTo>
                    <a:pt x="1097279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10009873" y="3790619"/>
            <a:ext cx="1081405" cy="1658620"/>
          </a:xfrm>
          <a:custGeom>
            <a:avLst/>
            <a:gdLst/>
            <a:ahLst/>
            <a:cxnLst/>
            <a:rect l="l" t="t" r="r" b="b"/>
            <a:pathLst>
              <a:path w="1081404" h="1658620">
                <a:moveTo>
                  <a:pt x="791705" y="154292"/>
                </a:moveTo>
                <a:lnTo>
                  <a:pt x="783831" y="105537"/>
                </a:lnTo>
                <a:lnTo>
                  <a:pt x="761911" y="63182"/>
                </a:lnTo>
                <a:lnTo>
                  <a:pt x="728472" y="29781"/>
                </a:lnTo>
                <a:lnTo>
                  <a:pt x="686079" y="7874"/>
                </a:lnTo>
                <a:lnTo>
                  <a:pt x="637273" y="0"/>
                </a:lnTo>
                <a:lnTo>
                  <a:pt x="588454" y="7874"/>
                </a:lnTo>
                <a:lnTo>
                  <a:pt x="546061" y="29781"/>
                </a:lnTo>
                <a:lnTo>
                  <a:pt x="512635" y="63182"/>
                </a:lnTo>
                <a:lnTo>
                  <a:pt x="490715" y="105537"/>
                </a:lnTo>
                <a:lnTo>
                  <a:pt x="482841" y="154292"/>
                </a:lnTo>
                <a:lnTo>
                  <a:pt x="490715" y="203034"/>
                </a:lnTo>
                <a:lnTo>
                  <a:pt x="512635" y="245389"/>
                </a:lnTo>
                <a:lnTo>
                  <a:pt x="546061" y="278777"/>
                </a:lnTo>
                <a:lnTo>
                  <a:pt x="588454" y="300685"/>
                </a:lnTo>
                <a:lnTo>
                  <a:pt x="637273" y="308559"/>
                </a:lnTo>
                <a:lnTo>
                  <a:pt x="686079" y="300685"/>
                </a:lnTo>
                <a:lnTo>
                  <a:pt x="728472" y="278777"/>
                </a:lnTo>
                <a:lnTo>
                  <a:pt x="761911" y="245389"/>
                </a:lnTo>
                <a:lnTo>
                  <a:pt x="783831" y="203034"/>
                </a:lnTo>
                <a:lnTo>
                  <a:pt x="791705" y="154292"/>
                </a:lnTo>
                <a:close/>
              </a:path>
              <a:path w="1081404" h="1658620">
                <a:moveTo>
                  <a:pt x="1081265" y="823772"/>
                </a:moveTo>
                <a:lnTo>
                  <a:pt x="1073543" y="795020"/>
                </a:lnTo>
                <a:lnTo>
                  <a:pt x="1055687" y="771347"/>
                </a:lnTo>
                <a:lnTo>
                  <a:pt x="1029144" y="755967"/>
                </a:lnTo>
                <a:lnTo>
                  <a:pt x="830313" y="690397"/>
                </a:lnTo>
                <a:lnTo>
                  <a:pt x="716419" y="428117"/>
                </a:lnTo>
                <a:lnTo>
                  <a:pt x="692048" y="395122"/>
                </a:lnTo>
                <a:lnTo>
                  <a:pt x="660438" y="369544"/>
                </a:lnTo>
                <a:lnTo>
                  <a:pt x="623036" y="352996"/>
                </a:lnTo>
                <a:lnTo>
                  <a:pt x="581291" y="347129"/>
                </a:lnTo>
                <a:lnTo>
                  <a:pt x="547027" y="351218"/>
                </a:lnTo>
                <a:lnTo>
                  <a:pt x="245402" y="468617"/>
                </a:lnTo>
                <a:lnTo>
                  <a:pt x="210108" y="497370"/>
                </a:lnTo>
                <a:lnTo>
                  <a:pt x="106413" y="742467"/>
                </a:lnTo>
                <a:lnTo>
                  <a:pt x="100838" y="772248"/>
                </a:lnTo>
                <a:lnTo>
                  <a:pt x="106654" y="801293"/>
                </a:lnTo>
                <a:lnTo>
                  <a:pt x="122974" y="826008"/>
                </a:lnTo>
                <a:lnTo>
                  <a:pt x="148882" y="842759"/>
                </a:lnTo>
                <a:lnTo>
                  <a:pt x="177838" y="848537"/>
                </a:lnTo>
                <a:lnTo>
                  <a:pt x="200406" y="845350"/>
                </a:lnTo>
                <a:lnTo>
                  <a:pt x="220789" y="836002"/>
                </a:lnTo>
                <a:lnTo>
                  <a:pt x="237566" y="820877"/>
                </a:lnTo>
                <a:lnTo>
                  <a:pt x="249262" y="800328"/>
                </a:lnTo>
                <a:lnTo>
                  <a:pt x="328409" y="599757"/>
                </a:lnTo>
                <a:lnTo>
                  <a:pt x="409486" y="568909"/>
                </a:lnTo>
                <a:lnTo>
                  <a:pt x="276288" y="1218819"/>
                </a:lnTo>
                <a:lnTo>
                  <a:pt x="17614" y="1533169"/>
                </a:lnTo>
                <a:lnTo>
                  <a:pt x="3111" y="1560080"/>
                </a:lnTo>
                <a:lnTo>
                  <a:pt x="8115" y="1617510"/>
                </a:lnTo>
                <a:lnTo>
                  <a:pt x="49949" y="1654175"/>
                </a:lnTo>
                <a:lnTo>
                  <a:pt x="75526" y="1658518"/>
                </a:lnTo>
                <a:lnTo>
                  <a:pt x="92481" y="1656715"/>
                </a:lnTo>
                <a:lnTo>
                  <a:pt x="135369" y="1629587"/>
                </a:lnTo>
                <a:lnTo>
                  <a:pt x="411022" y="1294180"/>
                </a:lnTo>
                <a:lnTo>
                  <a:pt x="467398" y="1045248"/>
                </a:lnTo>
                <a:lnTo>
                  <a:pt x="675881" y="1195679"/>
                </a:lnTo>
                <a:lnTo>
                  <a:pt x="675881" y="1581378"/>
                </a:lnTo>
                <a:lnTo>
                  <a:pt x="698563" y="1635861"/>
                </a:lnTo>
                <a:lnTo>
                  <a:pt x="753097" y="1658518"/>
                </a:lnTo>
                <a:lnTo>
                  <a:pt x="783082" y="1652435"/>
                </a:lnTo>
                <a:lnTo>
                  <a:pt x="807631" y="1635861"/>
                </a:lnTo>
                <a:lnTo>
                  <a:pt x="824217" y="1611337"/>
                </a:lnTo>
                <a:lnTo>
                  <a:pt x="830313" y="1581378"/>
                </a:lnTo>
                <a:lnTo>
                  <a:pt x="830313" y="1157109"/>
                </a:lnTo>
                <a:lnTo>
                  <a:pt x="812393" y="1107211"/>
                </a:lnTo>
                <a:lnTo>
                  <a:pt x="612178" y="958469"/>
                </a:lnTo>
                <a:lnTo>
                  <a:pt x="664298" y="698119"/>
                </a:lnTo>
                <a:lnTo>
                  <a:pt x="700976" y="782967"/>
                </a:lnTo>
                <a:lnTo>
                  <a:pt x="732459" y="818222"/>
                </a:lnTo>
                <a:lnTo>
                  <a:pt x="994397" y="906399"/>
                </a:lnTo>
                <a:lnTo>
                  <a:pt x="1027722" y="902601"/>
                </a:lnTo>
                <a:lnTo>
                  <a:pt x="1048689" y="891933"/>
                </a:lnTo>
                <a:lnTo>
                  <a:pt x="1065669" y="875487"/>
                </a:lnTo>
                <a:lnTo>
                  <a:pt x="1077404" y="854329"/>
                </a:lnTo>
                <a:lnTo>
                  <a:pt x="1081265" y="823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5804661" y="2287270"/>
            <a:ext cx="694055" cy="3498215"/>
            <a:chOff x="5804661" y="2287270"/>
            <a:chExt cx="694055" cy="3498215"/>
          </a:xfrm>
        </p:grpSpPr>
        <p:sp>
          <p:nvSpPr>
            <p:cNvPr id="21" name="object 21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0"/>
                  </a:moveTo>
                  <a:lnTo>
                    <a:pt x="0" y="170306"/>
                  </a:lnTo>
                  <a:lnTo>
                    <a:pt x="0" y="3315080"/>
                  </a:lnTo>
                  <a:lnTo>
                    <a:pt x="681227" y="3485388"/>
                  </a:lnTo>
                  <a:lnTo>
                    <a:pt x="681227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3485388"/>
                  </a:moveTo>
                  <a:lnTo>
                    <a:pt x="0" y="3315080"/>
                  </a:lnTo>
                  <a:lnTo>
                    <a:pt x="0" y="170306"/>
                  </a:lnTo>
                  <a:lnTo>
                    <a:pt x="681227" y="0"/>
                  </a:lnTo>
                  <a:lnTo>
                    <a:pt x="681227" y="34853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017134" y="2219655"/>
            <a:ext cx="4864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Door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844541" y="1593850"/>
            <a:ext cx="991235" cy="497840"/>
            <a:chOff x="4844541" y="1593850"/>
            <a:chExt cx="991235" cy="497840"/>
          </a:xfrm>
        </p:grpSpPr>
        <p:sp>
          <p:nvSpPr>
            <p:cNvPr id="25" name="object 25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5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5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061205" y="5841783"/>
            <a:ext cx="94488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0" dirty="0">
                <a:latin typeface="Franklin Gothic Medium"/>
                <a:cs typeface="Franklin Gothic Medium"/>
              </a:rPr>
              <a:t>Front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50683" y="5841783"/>
            <a:ext cx="9036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5" dirty="0">
                <a:latin typeface="Franklin Gothic Medium"/>
                <a:cs typeface="Franklin Gothic Medium"/>
              </a:rPr>
              <a:t>Rear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350" y="2287270"/>
            <a:ext cx="12204700" cy="3517265"/>
            <a:chOff x="-6350" y="2287270"/>
            <a:chExt cx="12204700" cy="3517265"/>
          </a:xfrm>
        </p:grpSpPr>
        <p:sp>
          <p:nvSpPr>
            <p:cNvPr id="6" name="object 6"/>
            <p:cNvSpPr/>
            <p:nvPr/>
          </p:nvSpPr>
          <p:spPr>
            <a:xfrm>
              <a:off x="2150364" y="5244084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2224659" y="0"/>
                  </a:move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lnTo>
                    <a:pt x="2224659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50364" y="5244084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4357116" y="542493"/>
                  </a:moveTo>
                  <a:lnTo>
                    <a:pt x="2224659" y="0"/>
                  </a:ln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close/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9976" y="5241036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3100958" y="0"/>
                  </a:move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lnTo>
                    <a:pt x="3100958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79976" y="5241036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5233416" y="542493"/>
                  </a:moveTo>
                  <a:lnTo>
                    <a:pt x="3100958" y="0"/>
                  </a:ln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01311" y="2734056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0"/>
                  </a:moveTo>
                  <a:lnTo>
                    <a:pt x="0" y="78486"/>
                  </a:lnTo>
                  <a:lnTo>
                    <a:pt x="0" y="2519934"/>
                  </a:lnTo>
                  <a:lnTo>
                    <a:pt x="313943" y="2598420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01311" y="2734056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2598420"/>
                  </a:moveTo>
                  <a:lnTo>
                    <a:pt x="0" y="2519934"/>
                  </a:lnTo>
                  <a:lnTo>
                    <a:pt x="0" y="78486"/>
                  </a:lnTo>
                  <a:lnTo>
                    <a:pt x="313943" y="0"/>
                  </a:lnTo>
                  <a:lnTo>
                    <a:pt x="313943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0"/>
                  </a:moveTo>
                  <a:lnTo>
                    <a:pt x="0" y="554809"/>
                  </a:ln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554809"/>
                  </a:move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05116" y="5230368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77358" y="0"/>
                  </a:move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  <a:lnTo>
                    <a:pt x="4786883" y="9987"/>
                  </a:lnTo>
                  <a:lnTo>
                    <a:pt x="47773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05116" y="5230368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86883" y="9987"/>
                  </a:moveTo>
                  <a:lnTo>
                    <a:pt x="4777358" y="0"/>
                  </a:ln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15255" y="2461260"/>
              <a:ext cx="1096010" cy="3144520"/>
            </a:xfrm>
            <a:custGeom>
              <a:avLst/>
              <a:gdLst/>
              <a:ahLst/>
              <a:cxnLst/>
              <a:rect l="l" t="t" r="r" b="b"/>
              <a:pathLst>
                <a:path w="1096010" h="3144520">
                  <a:moveTo>
                    <a:pt x="1095756" y="0"/>
                  </a:moveTo>
                  <a:lnTo>
                    <a:pt x="0" y="273938"/>
                  </a:lnTo>
                  <a:lnTo>
                    <a:pt x="0" y="2870073"/>
                  </a:lnTo>
                  <a:lnTo>
                    <a:pt x="1095756" y="3144012"/>
                  </a:lnTo>
                  <a:lnTo>
                    <a:pt x="1095756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15255" y="2461260"/>
              <a:ext cx="1096010" cy="3144520"/>
            </a:xfrm>
            <a:custGeom>
              <a:avLst/>
              <a:gdLst/>
              <a:ahLst/>
              <a:cxnLst/>
              <a:rect l="l" t="t" r="r" b="b"/>
              <a:pathLst>
                <a:path w="1096010" h="3144520">
                  <a:moveTo>
                    <a:pt x="1095756" y="3144012"/>
                  </a:moveTo>
                  <a:lnTo>
                    <a:pt x="0" y="2870073"/>
                  </a:lnTo>
                  <a:lnTo>
                    <a:pt x="0" y="273938"/>
                  </a:lnTo>
                  <a:lnTo>
                    <a:pt x="1095756" y="0"/>
                  </a:lnTo>
                  <a:lnTo>
                    <a:pt x="1095756" y="3144012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0"/>
                  </a:moveTo>
                  <a:lnTo>
                    <a:pt x="0" y="170306"/>
                  </a:lnTo>
                  <a:lnTo>
                    <a:pt x="0" y="3315080"/>
                  </a:lnTo>
                  <a:lnTo>
                    <a:pt x="681227" y="3485388"/>
                  </a:lnTo>
                  <a:lnTo>
                    <a:pt x="681227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3485388"/>
                  </a:moveTo>
                  <a:lnTo>
                    <a:pt x="0" y="3315080"/>
                  </a:lnTo>
                  <a:lnTo>
                    <a:pt x="0" y="170306"/>
                  </a:lnTo>
                  <a:lnTo>
                    <a:pt x="681227" y="0"/>
                  </a:lnTo>
                  <a:lnTo>
                    <a:pt x="681227" y="34853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009873" y="3790619"/>
              <a:ext cx="1081405" cy="1658620"/>
            </a:xfrm>
            <a:custGeom>
              <a:avLst/>
              <a:gdLst/>
              <a:ahLst/>
              <a:cxnLst/>
              <a:rect l="l" t="t" r="r" b="b"/>
              <a:pathLst>
                <a:path w="1081404" h="1658620">
                  <a:moveTo>
                    <a:pt x="791705" y="154292"/>
                  </a:moveTo>
                  <a:lnTo>
                    <a:pt x="783831" y="105537"/>
                  </a:lnTo>
                  <a:lnTo>
                    <a:pt x="761911" y="63182"/>
                  </a:lnTo>
                  <a:lnTo>
                    <a:pt x="728472" y="29781"/>
                  </a:lnTo>
                  <a:lnTo>
                    <a:pt x="686079" y="7874"/>
                  </a:lnTo>
                  <a:lnTo>
                    <a:pt x="637273" y="0"/>
                  </a:lnTo>
                  <a:lnTo>
                    <a:pt x="588454" y="7874"/>
                  </a:lnTo>
                  <a:lnTo>
                    <a:pt x="546061" y="29781"/>
                  </a:lnTo>
                  <a:lnTo>
                    <a:pt x="512635" y="63182"/>
                  </a:lnTo>
                  <a:lnTo>
                    <a:pt x="490715" y="105537"/>
                  </a:lnTo>
                  <a:lnTo>
                    <a:pt x="482841" y="154292"/>
                  </a:lnTo>
                  <a:lnTo>
                    <a:pt x="490715" y="203034"/>
                  </a:lnTo>
                  <a:lnTo>
                    <a:pt x="512635" y="245389"/>
                  </a:lnTo>
                  <a:lnTo>
                    <a:pt x="546061" y="278777"/>
                  </a:lnTo>
                  <a:lnTo>
                    <a:pt x="588454" y="300685"/>
                  </a:lnTo>
                  <a:lnTo>
                    <a:pt x="637273" y="308559"/>
                  </a:lnTo>
                  <a:lnTo>
                    <a:pt x="686079" y="300685"/>
                  </a:lnTo>
                  <a:lnTo>
                    <a:pt x="728472" y="278777"/>
                  </a:lnTo>
                  <a:lnTo>
                    <a:pt x="761911" y="245389"/>
                  </a:lnTo>
                  <a:lnTo>
                    <a:pt x="783831" y="203034"/>
                  </a:lnTo>
                  <a:lnTo>
                    <a:pt x="791705" y="154292"/>
                  </a:lnTo>
                  <a:close/>
                </a:path>
                <a:path w="1081404" h="1658620">
                  <a:moveTo>
                    <a:pt x="1081265" y="823772"/>
                  </a:moveTo>
                  <a:lnTo>
                    <a:pt x="1073543" y="795020"/>
                  </a:lnTo>
                  <a:lnTo>
                    <a:pt x="1055687" y="771347"/>
                  </a:lnTo>
                  <a:lnTo>
                    <a:pt x="1029144" y="755967"/>
                  </a:lnTo>
                  <a:lnTo>
                    <a:pt x="830313" y="690397"/>
                  </a:lnTo>
                  <a:lnTo>
                    <a:pt x="716419" y="428117"/>
                  </a:lnTo>
                  <a:lnTo>
                    <a:pt x="692048" y="395122"/>
                  </a:lnTo>
                  <a:lnTo>
                    <a:pt x="660438" y="369544"/>
                  </a:lnTo>
                  <a:lnTo>
                    <a:pt x="623036" y="352996"/>
                  </a:lnTo>
                  <a:lnTo>
                    <a:pt x="581291" y="347129"/>
                  </a:lnTo>
                  <a:lnTo>
                    <a:pt x="547027" y="351218"/>
                  </a:lnTo>
                  <a:lnTo>
                    <a:pt x="245402" y="468617"/>
                  </a:lnTo>
                  <a:lnTo>
                    <a:pt x="210108" y="497370"/>
                  </a:lnTo>
                  <a:lnTo>
                    <a:pt x="106413" y="742467"/>
                  </a:lnTo>
                  <a:lnTo>
                    <a:pt x="100838" y="772248"/>
                  </a:lnTo>
                  <a:lnTo>
                    <a:pt x="106654" y="801293"/>
                  </a:lnTo>
                  <a:lnTo>
                    <a:pt x="122974" y="826008"/>
                  </a:lnTo>
                  <a:lnTo>
                    <a:pt x="148882" y="842759"/>
                  </a:lnTo>
                  <a:lnTo>
                    <a:pt x="177838" y="848537"/>
                  </a:lnTo>
                  <a:lnTo>
                    <a:pt x="200406" y="845350"/>
                  </a:lnTo>
                  <a:lnTo>
                    <a:pt x="220789" y="836002"/>
                  </a:lnTo>
                  <a:lnTo>
                    <a:pt x="237566" y="820877"/>
                  </a:lnTo>
                  <a:lnTo>
                    <a:pt x="249262" y="800328"/>
                  </a:lnTo>
                  <a:lnTo>
                    <a:pt x="328409" y="599757"/>
                  </a:lnTo>
                  <a:lnTo>
                    <a:pt x="409486" y="568909"/>
                  </a:lnTo>
                  <a:lnTo>
                    <a:pt x="276288" y="1218819"/>
                  </a:lnTo>
                  <a:lnTo>
                    <a:pt x="17614" y="1533169"/>
                  </a:lnTo>
                  <a:lnTo>
                    <a:pt x="3111" y="1560080"/>
                  </a:lnTo>
                  <a:lnTo>
                    <a:pt x="8115" y="1617510"/>
                  </a:lnTo>
                  <a:lnTo>
                    <a:pt x="49949" y="1654175"/>
                  </a:lnTo>
                  <a:lnTo>
                    <a:pt x="75526" y="1658518"/>
                  </a:lnTo>
                  <a:lnTo>
                    <a:pt x="92481" y="1656715"/>
                  </a:lnTo>
                  <a:lnTo>
                    <a:pt x="135369" y="1629587"/>
                  </a:lnTo>
                  <a:lnTo>
                    <a:pt x="411022" y="1294180"/>
                  </a:lnTo>
                  <a:lnTo>
                    <a:pt x="467398" y="1045248"/>
                  </a:lnTo>
                  <a:lnTo>
                    <a:pt x="675881" y="1195679"/>
                  </a:lnTo>
                  <a:lnTo>
                    <a:pt x="675881" y="1581378"/>
                  </a:lnTo>
                  <a:lnTo>
                    <a:pt x="698563" y="1635861"/>
                  </a:lnTo>
                  <a:lnTo>
                    <a:pt x="753097" y="1658518"/>
                  </a:lnTo>
                  <a:lnTo>
                    <a:pt x="783082" y="1652435"/>
                  </a:lnTo>
                  <a:lnTo>
                    <a:pt x="807631" y="1635861"/>
                  </a:lnTo>
                  <a:lnTo>
                    <a:pt x="824217" y="1611337"/>
                  </a:lnTo>
                  <a:lnTo>
                    <a:pt x="830313" y="1581378"/>
                  </a:lnTo>
                  <a:lnTo>
                    <a:pt x="830313" y="1157109"/>
                  </a:lnTo>
                  <a:lnTo>
                    <a:pt x="812393" y="1107211"/>
                  </a:lnTo>
                  <a:lnTo>
                    <a:pt x="612178" y="958469"/>
                  </a:lnTo>
                  <a:lnTo>
                    <a:pt x="664298" y="698119"/>
                  </a:lnTo>
                  <a:lnTo>
                    <a:pt x="700976" y="782967"/>
                  </a:lnTo>
                  <a:lnTo>
                    <a:pt x="732459" y="818222"/>
                  </a:lnTo>
                  <a:lnTo>
                    <a:pt x="994397" y="906399"/>
                  </a:lnTo>
                  <a:lnTo>
                    <a:pt x="1027722" y="902601"/>
                  </a:lnTo>
                  <a:lnTo>
                    <a:pt x="1048689" y="891933"/>
                  </a:lnTo>
                  <a:lnTo>
                    <a:pt x="1065669" y="875487"/>
                  </a:lnTo>
                  <a:lnTo>
                    <a:pt x="1077404" y="854329"/>
                  </a:lnTo>
                  <a:lnTo>
                    <a:pt x="1081265" y="823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017134" y="2219655"/>
            <a:ext cx="4864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Door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844541" y="1593850"/>
            <a:ext cx="991235" cy="497840"/>
            <a:chOff x="4844541" y="1593850"/>
            <a:chExt cx="991235" cy="497840"/>
          </a:xfrm>
        </p:grpSpPr>
        <p:sp>
          <p:nvSpPr>
            <p:cNvPr id="23" name="object 23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5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5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61205" y="5841783"/>
            <a:ext cx="94488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0" dirty="0">
                <a:latin typeface="Franklin Gothic Medium"/>
                <a:cs typeface="Franklin Gothic Medium"/>
              </a:rPr>
              <a:t>Front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50683" y="5841783"/>
            <a:ext cx="9036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5" dirty="0">
                <a:latin typeface="Franklin Gothic Medium"/>
                <a:cs typeface="Franklin Gothic Medium"/>
              </a:rPr>
              <a:t>Rear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350" y="2287270"/>
            <a:ext cx="12204700" cy="3517265"/>
            <a:chOff x="-6350" y="2287270"/>
            <a:chExt cx="12204700" cy="3517265"/>
          </a:xfrm>
        </p:grpSpPr>
        <p:sp>
          <p:nvSpPr>
            <p:cNvPr id="6" name="object 6"/>
            <p:cNvSpPr/>
            <p:nvPr/>
          </p:nvSpPr>
          <p:spPr>
            <a:xfrm>
              <a:off x="2150364" y="5244084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2224659" y="0"/>
                  </a:move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lnTo>
                    <a:pt x="2224659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50364" y="5244084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4357116" y="542493"/>
                  </a:moveTo>
                  <a:lnTo>
                    <a:pt x="2224659" y="0"/>
                  </a:ln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close/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9976" y="5241036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3100958" y="0"/>
                  </a:move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lnTo>
                    <a:pt x="310095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79976" y="5241036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5233416" y="542493"/>
                  </a:moveTo>
                  <a:lnTo>
                    <a:pt x="3100958" y="0"/>
                  </a:ln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01311" y="2734056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0"/>
                  </a:moveTo>
                  <a:lnTo>
                    <a:pt x="0" y="78486"/>
                  </a:lnTo>
                  <a:lnTo>
                    <a:pt x="0" y="2519934"/>
                  </a:lnTo>
                  <a:lnTo>
                    <a:pt x="313943" y="2598420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01311" y="2734056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2598420"/>
                  </a:moveTo>
                  <a:lnTo>
                    <a:pt x="0" y="2519934"/>
                  </a:lnTo>
                  <a:lnTo>
                    <a:pt x="0" y="78486"/>
                  </a:lnTo>
                  <a:lnTo>
                    <a:pt x="313943" y="0"/>
                  </a:lnTo>
                  <a:lnTo>
                    <a:pt x="313943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0"/>
                  </a:moveTo>
                  <a:lnTo>
                    <a:pt x="0" y="554809"/>
                  </a:ln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554809"/>
                  </a:move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05116" y="5230368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77358" y="0"/>
                  </a:move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  <a:lnTo>
                    <a:pt x="4786883" y="9987"/>
                  </a:lnTo>
                  <a:lnTo>
                    <a:pt x="47773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05116" y="5230368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86883" y="9987"/>
                  </a:moveTo>
                  <a:lnTo>
                    <a:pt x="4777358" y="0"/>
                  </a:ln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15255" y="2461260"/>
              <a:ext cx="1096010" cy="3144520"/>
            </a:xfrm>
            <a:custGeom>
              <a:avLst/>
              <a:gdLst/>
              <a:ahLst/>
              <a:cxnLst/>
              <a:rect l="l" t="t" r="r" b="b"/>
              <a:pathLst>
                <a:path w="1096010" h="3144520">
                  <a:moveTo>
                    <a:pt x="1095756" y="0"/>
                  </a:moveTo>
                  <a:lnTo>
                    <a:pt x="0" y="273938"/>
                  </a:lnTo>
                  <a:lnTo>
                    <a:pt x="0" y="2870073"/>
                  </a:lnTo>
                  <a:lnTo>
                    <a:pt x="1095756" y="3144012"/>
                  </a:lnTo>
                  <a:lnTo>
                    <a:pt x="1095756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15255" y="2461260"/>
              <a:ext cx="1096010" cy="3144520"/>
            </a:xfrm>
            <a:custGeom>
              <a:avLst/>
              <a:gdLst/>
              <a:ahLst/>
              <a:cxnLst/>
              <a:rect l="l" t="t" r="r" b="b"/>
              <a:pathLst>
                <a:path w="1096010" h="3144520">
                  <a:moveTo>
                    <a:pt x="1095756" y="3144012"/>
                  </a:moveTo>
                  <a:lnTo>
                    <a:pt x="0" y="2870073"/>
                  </a:lnTo>
                  <a:lnTo>
                    <a:pt x="0" y="273938"/>
                  </a:lnTo>
                  <a:lnTo>
                    <a:pt x="1095756" y="0"/>
                  </a:lnTo>
                  <a:lnTo>
                    <a:pt x="1095756" y="3144012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0"/>
                  </a:moveTo>
                  <a:lnTo>
                    <a:pt x="0" y="170306"/>
                  </a:lnTo>
                  <a:lnTo>
                    <a:pt x="0" y="3315080"/>
                  </a:lnTo>
                  <a:lnTo>
                    <a:pt x="681227" y="3485388"/>
                  </a:lnTo>
                  <a:lnTo>
                    <a:pt x="681227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3485388"/>
                  </a:moveTo>
                  <a:lnTo>
                    <a:pt x="0" y="3315080"/>
                  </a:lnTo>
                  <a:lnTo>
                    <a:pt x="0" y="170306"/>
                  </a:lnTo>
                  <a:lnTo>
                    <a:pt x="681227" y="0"/>
                  </a:lnTo>
                  <a:lnTo>
                    <a:pt x="681227" y="34853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98208" y="3790619"/>
              <a:ext cx="1080770" cy="1658620"/>
            </a:xfrm>
            <a:custGeom>
              <a:avLst/>
              <a:gdLst/>
              <a:ahLst/>
              <a:cxnLst/>
              <a:rect l="l" t="t" r="r" b="b"/>
              <a:pathLst>
                <a:path w="1080770" h="1658620">
                  <a:moveTo>
                    <a:pt x="597928" y="154292"/>
                  </a:moveTo>
                  <a:lnTo>
                    <a:pt x="590054" y="105537"/>
                  </a:lnTo>
                  <a:lnTo>
                    <a:pt x="568147" y="63182"/>
                  </a:lnTo>
                  <a:lnTo>
                    <a:pt x="534746" y="29781"/>
                  </a:lnTo>
                  <a:lnTo>
                    <a:pt x="492391" y="7874"/>
                  </a:lnTo>
                  <a:lnTo>
                    <a:pt x="443623" y="0"/>
                  </a:lnTo>
                  <a:lnTo>
                    <a:pt x="394855" y="7874"/>
                  </a:lnTo>
                  <a:lnTo>
                    <a:pt x="352488" y="29781"/>
                  </a:lnTo>
                  <a:lnTo>
                    <a:pt x="319087" y="63182"/>
                  </a:lnTo>
                  <a:lnTo>
                    <a:pt x="297180" y="105537"/>
                  </a:lnTo>
                  <a:lnTo>
                    <a:pt x="289318" y="154292"/>
                  </a:lnTo>
                  <a:lnTo>
                    <a:pt x="297180" y="203034"/>
                  </a:lnTo>
                  <a:lnTo>
                    <a:pt x="319087" y="245389"/>
                  </a:lnTo>
                  <a:lnTo>
                    <a:pt x="352488" y="278777"/>
                  </a:lnTo>
                  <a:lnTo>
                    <a:pt x="394855" y="300685"/>
                  </a:lnTo>
                  <a:lnTo>
                    <a:pt x="443623" y="308559"/>
                  </a:lnTo>
                  <a:lnTo>
                    <a:pt x="492391" y="300685"/>
                  </a:lnTo>
                  <a:lnTo>
                    <a:pt x="534746" y="278777"/>
                  </a:lnTo>
                  <a:lnTo>
                    <a:pt x="568147" y="245389"/>
                  </a:lnTo>
                  <a:lnTo>
                    <a:pt x="590054" y="203034"/>
                  </a:lnTo>
                  <a:lnTo>
                    <a:pt x="597928" y="154292"/>
                  </a:lnTo>
                  <a:close/>
                </a:path>
                <a:path w="1080770" h="1658620">
                  <a:moveTo>
                    <a:pt x="1080363" y="1589328"/>
                  </a:moveTo>
                  <a:lnTo>
                    <a:pt x="1077252" y="1560080"/>
                  </a:lnTo>
                  <a:lnTo>
                    <a:pt x="1062761" y="1533169"/>
                  </a:lnTo>
                  <a:lnTo>
                    <a:pt x="804303" y="1218819"/>
                  </a:lnTo>
                  <a:lnTo>
                    <a:pt x="671220" y="568909"/>
                  </a:lnTo>
                  <a:lnTo>
                    <a:pt x="752221" y="599757"/>
                  </a:lnTo>
                  <a:lnTo>
                    <a:pt x="831303" y="800328"/>
                  </a:lnTo>
                  <a:lnTo>
                    <a:pt x="843000" y="820877"/>
                  </a:lnTo>
                  <a:lnTo>
                    <a:pt x="859751" y="836002"/>
                  </a:lnTo>
                  <a:lnTo>
                    <a:pt x="880122" y="845350"/>
                  </a:lnTo>
                  <a:lnTo>
                    <a:pt x="902665" y="848537"/>
                  </a:lnTo>
                  <a:lnTo>
                    <a:pt x="931608" y="842759"/>
                  </a:lnTo>
                  <a:lnTo>
                    <a:pt x="957491" y="826008"/>
                  </a:lnTo>
                  <a:lnTo>
                    <a:pt x="973797" y="801293"/>
                  </a:lnTo>
                  <a:lnTo>
                    <a:pt x="979614" y="772248"/>
                  </a:lnTo>
                  <a:lnTo>
                    <a:pt x="974039" y="742467"/>
                  </a:lnTo>
                  <a:lnTo>
                    <a:pt x="870419" y="497370"/>
                  </a:lnTo>
                  <a:lnTo>
                    <a:pt x="835164" y="468617"/>
                  </a:lnTo>
                  <a:lnTo>
                    <a:pt x="533793" y="351218"/>
                  </a:lnTo>
                  <a:lnTo>
                    <a:pt x="499554" y="347129"/>
                  </a:lnTo>
                  <a:lnTo>
                    <a:pt x="457847" y="352996"/>
                  </a:lnTo>
                  <a:lnTo>
                    <a:pt x="420471" y="369544"/>
                  </a:lnTo>
                  <a:lnTo>
                    <a:pt x="388886" y="395122"/>
                  </a:lnTo>
                  <a:lnTo>
                    <a:pt x="364540" y="428117"/>
                  </a:lnTo>
                  <a:lnTo>
                    <a:pt x="250748" y="690397"/>
                  </a:lnTo>
                  <a:lnTo>
                    <a:pt x="52082" y="755967"/>
                  </a:lnTo>
                  <a:lnTo>
                    <a:pt x="25552" y="771347"/>
                  </a:lnTo>
                  <a:lnTo>
                    <a:pt x="7721" y="795020"/>
                  </a:lnTo>
                  <a:lnTo>
                    <a:pt x="0" y="823772"/>
                  </a:lnTo>
                  <a:lnTo>
                    <a:pt x="3860" y="854329"/>
                  </a:lnTo>
                  <a:lnTo>
                    <a:pt x="15582" y="875487"/>
                  </a:lnTo>
                  <a:lnTo>
                    <a:pt x="32550" y="891933"/>
                  </a:lnTo>
                  <a:lnTo>
                    <a:pt x="53492" y="902601"/>
                  </a:lnTo>
                  <a:lnTo>
                    <a:pt x="86791" y="906399"/>
                  </a:lnTo>
                  <a:lnTo>
                    <a:pt x="333679" y="825398"/>
                  </a:lnTo>
                  <a:lnTo>
                    <a:pt x="371652" y="796658"/>
                  </a:lnTo>
                  <a:lnTo>
                    <a:pt x="416623" y="698119"/>
                  </a:lnTo>
                  <a:lnTo>
                    <a:pt x="468693" y="958469"/>
                  </a:lnTo>
                  <a:lnTo>
                    <a:pt x="281609" y="1095400"/>
                  </a:lnTo>
                  <a:lnTo>
                    <a:pt x="252857" y="1138783"/>
                  </a:lnTo>
                  <a:lnTo>
                    <a:pt x="250748" y="1157109"/>
                  </a:lnTo>
                  <a:lnTo>
                    <a:pt x="250748" y="1581378"/>
                  </a:lnTo>
                  <a:lnTo>
                    <a:pt x="256832" y="1611337"/>
                  </a:lnTo>
                  <a:lnTo>
                    <a:pt x="273405" y="1635861"/>
                  </a:lnTo>
                  <a:lnTo>
                    <a:pt x="297942" y="1652435"/>
                  </a:lnTo>
                  <a:lnTo>
                    <a:pt x="327888" y="1658518"/>
                  </a:lnTo>
                  <a:lnTo>
                    <a:pt x="357847" y="1652435"/>
                  </a:lnTo>
                  <a:lnTo>
                    <a:pt x="382384" y="1635861"/>
                  </a:lnTo>
                  <a:lnTo>
                    <a:pt x="398957" y="1611337"/>
                  </a:lnTo>
                  <a:lnTo>
                    <a:pt x="405041" y="1581378"/>
                  </a:lnTo>
                  <a:lnTo>
                    <a:pt x="405041" y="1195679"/>
                  </a:lnTo>
                  <a:lnTo>
                    <a:pt x="613359" y="1045248"/>
                  </a:lnTo>
                  <a:lnTo>
                    <a:pt x="659650" y="1268958"/>
                  </a:lnTo>
                  <a:lnTo>
                    <a:pt x="945108" y="1629587"/>
                  </a:lnTo>
                  <a:lnTo>
                    <a:pt x="987958" y="1656715"/>
                  </a:lnTo>
                  <a:lnTo>
                    <a:pt x="1004900" y="1658518"/>
                  </a:lnTo>
                  <a:lnTo>
                    <a:pt x="1030452" y="1654175"/>
                  </a:lnTo>
                  <a:lnTo>
                    <a:pt x="1053122" y="1641157"/>
                  </a:lnTo>
                  <a:lnTo>
                    <a:pt x="1072248" y="1617510"/>
                  </a:lnTo>
                  <a:lnTo>
                    <a:pt x="1080363" y="1589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017134" y="2219655"/>
            <a:ext cx="4864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Door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844541" y="1593850"/>
            <a:ext cx="991235" cy="497840"/>
            <a:chOff x="4844541" y="1593850"/>
            <a:chExt cx="991235" cy="497840"/>
          </a:xfrm>
        </p:grpSpPr>
        <p:sp>
          <p:nvSpPr>
            <p:cNvPr id="23" name="object 23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5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5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61205" y="5841783"/>
            <a:ext cx="94488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0" dirty="0">
                <a:latin typeface="Franklin Gothic Medium"/>
                <a:cs typeface="Franklin Gothic Medium"/>
              </a:rPr>
              <a:t>Front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50683" y="5841783"/>
            <a:ext cx="9036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5" dirty="0">
                <a:latin typeface="Franklin Gothic Medium"/>
                <a:cs typeface="Franklin Gothic Medium"/>
              </a:rPr>
              <a:t>Rear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350" y="2287270"/>
            <a:ext cx="12204700" cy="3517265"/>
            <a:chOff x="-6350" y="2287270"/>
            <a:chExt cx="12204700" cy="3517265"/>
          </a:xfrm>
        </p:grpSpPr>
        <p:sp>
          <p:nvSpPr>
            <p:cNvPr id="6" name="object 6"/>
            <p:cNvSpPr/>
            <p:nvPr/>
          </p:nvSpPr>
          <p:spPr>
            <a:xfrm>
              <a:off x="2150364" y="5244084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2224659" y="0"/>
                  </a:move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lnTo>
                    <a:pt x="222465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50364" y="5244084"/>
              <a:ext cx="4357370" cy="542925"/>
            </a:xfrm>
            <a:custGeom>
              <a:avLst/>
              <a:gdLst/>
              <a:ahLst/>
              <a:cxnLst/>
              <a:rect l="l" t="t" r="r" b="b"/>
              <a:pathLst>
                <a:path w="4357370" h="542925">
                  <a:moveTo>
                    <a:pt x="4357116" y="542493"/>
                  </a:moveTo>
                  <a:lnTo>
                    <a:pt x="2224659" y="0"/>
                  </a:lnTo>
                  <a:lnTo>
                    <a:pt x="0" y="0"/>
                  </a:lnTo>
                  <a:lnTo>
                    <a:pt x="1259713" y="542543"/>
                  </a:lnTo>
                  <a:lnTo>
                    <a:pt x="4357116" y="542493"/>
                  </a:lnTo>
                  <a:close/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9976" y="5241036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3100958" y="0"/>
                  </a:move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lnTo>
                    <a:pt x="310095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79976" y="5241036"/>
              <a:ext cx="5233670" cy="542925"/>
            </a:xfrm>
            <a:custGeom>
              <a:avLst/>
              <a:gdLst/>
              <a:ahLst/>
              <a:cxnLst/>
              <a:rect l="l" t="t" r="r" b="b"/>
              <a:pathLst>
                <a:path w="5233670" h="542925">
                  <a:moveTo>
                    <a:pt x="5233416" y="542493"/>
                  </a:moveTo>
                  <a:lnTo>
                    <a:pt x="3100958" y="0"/>
                  </a:lnTo>
                  <a:lnTo>
                    <a:pt x="0" y="0"/>
                  </a:lnTo>
                  <a:lnTo>
                    <a:pt x="2136013" y="542544"/>
                  </a:lnTo>
                  <a:lnTo>
                    <a:pt x="5233416" y="542493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01311" y="2734056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0"/>
                  </a:moveTo>
                  <a:lnTo>
                    <a:pt x="0" y="78486"/>
                  </a:lnTo>
                  <a:lnTo>
                    <a:pt x="0" y="2519934"/>
                  </a:lnTo>
                  <a:lnTo>
                    <a:pt x="313943" y="2598420"/>
                  </a:lnTo>
                  <a:lnTo>
                    <a:pt x="313943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01311" y="2734056"/>
              <a:ext cx="314325" cy="2598420"/>
            </a:xfrm>
            <a:custGeom>
              <a:avLst/>
              <a:gdLst/>
              <a:ahLst/>
              <a:cxnLst/>
              <a:rect l="l" t="t" r="r" b="b"/>
              <a:pathLst>
                <a:path w="314325" h="2598420">
                  <a:moveTo>
                    <a:pt x="313943" y="2598420"/>
                  </a:moveTo>
                  <a:lnTo>
                    <a:pt x="0" y="2519934"/>
                  </a:lnTo>
                  <a:lnTo>
                    <a:pt x="0" y="78486"/>
                  </a:lnTo>
                  <a:lnTo>
                    <a:pt x="313943" y="0"/>
                  </a:lnTo>
                  <a:lnTo>
                    <a:pt x="313943" y="2598420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0"/>
                  </a:moveTo>
                  <a:lnTo>
                    <a:pt x="0" y="554809"/>
                  </a:ln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5243365"/>
              <a:ext cx="3404870" cy="554990"/>
            </a:xfrm>
            <a:custGeom>
              <a:avLst/>
              <a:gdLst/>
              <a:ahLst/>
              <a:cxnLst/>
              <a:rect l="l" t="t" r="r" b="b"/>
              <a:pathLst>
                <a:path w="3404870" h="554989">
                  <a:moveTo>
                    <a:pt x="0" y="554809"/>
                  </a:moveTo>
                  <a:lnTo>
                    <a:pt x="3404616" y="540164"/>
                  </a:lnTo>
                  <a:lnTo>
                    <a:pt x="2163699" y="529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05116" y="5230368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77358" y="0"/>
                  </a:move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  <a:lnTo>
                    <a:pt x="4786883" y="9987"/>
                  </a:lnTo>
                  <a:lnTo>
                    <a:pt x="47773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05116" y="5230368"/>
              <a:ext cx="4787265" cy="550545"/>
            </a:xfrm>
            <a:custGeom>
              <a:avLst/>
              <a:gdLst/>
              <a:ahLst/>
              <a:cxnLst/>
              <a:rect l="l" t="t" r="r" b="b"/>
              <a:pathLst>
                <a:path w="4787265" h="550545">
                  <a:moveTo>
                    <a:pt x="4786883" y="9987"/>
                  </a:moveTo>
                  <a:lnTo>
                    <a:pt x="4777358" y="0"/>
                  </a:lnTo>
                  <a:lnTo>
                    <a:pt x="0" y="7619"/>
                  </a:lnTo>
                  <a:lnTo>
                    <a:pt x="2204592" y="550163"/>
                  </a:lnTo>
                  <a:lnTo>
                    <a:pt x="4786883" y="550121"/>
                  </a:lnTo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15255" y="2461260"/>
              <a:ext cx="1096010" cy="3144520"/>
            </a:xfrm>
            <a:custGeom>
              <a:avLst/>
              <a:gdLst/>
              <a:ahLst/>
              <a:cxnLst/>
              <a:rect l="l" t="t" r="r" b="b"/>
              <a:pathLst>
                <a:path w="1096010" h="3144520">
                  <a:moveTo>
                    <a:pt x="1095756" y="0"/>
                  </a:moveTo>
                  <a:lnTo>
                    <a:pt x="0" y="273938"/>
                  </a:lnTo>
                  <a:lnTo>
                    <a:pt x="0" y="2870073"/>
                  </a:lnTo>
                  <a:lnTo>
                    <a:pt x="1095756" y="3144012"/>
                  </a:lnTo>
                  <a:lnTo>
                    <a:pt x="1095756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15255" y="2461260"/>
              <a:ext cx="1096010" cy="3144520"/>
            </a:xfrm>
            <a:custGeom>
              <a:avLst/>
              <a:gdLst/>
              <a:ahLst/>
              <a:cxnLst/>
              <a:rect l="l" t="t" r="r" b="b"/>
              <a:pathLst>
                <a:path w="1096010" h="3144520">
                  <a:moveTo>
                    <a:pt x="1095756" y="3144012"/>
                  </a:moveTo>
                  <a:lnTo>
                    <a:pt x="0" y="2870073"/>
                  </a:lnTo>
                  <a:lnTo>
                    <a:pt x="0" y="273938"/>
                  </a:lnTo>
                  <a:lnTo>
                    <a:pt x="1095756" y="0"/>
                  </a:lnTo>
                  <a:lnTo>
                    <a:pt x="1095756" y="3144012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0"/>
                  </a:moveTo>
                  <a:lnTo>
                    <a:pt x="0" y="170306"/>
                  </a:lnTo>
                  <a:lnTo>
                    <a:pt x="0" y="3315080"/>
                  </a:lnTo>
                  <a:lnTo>
                    <a:pt x="681227" y="3485388"/>
                  </a:lnTo>
                  <a:lnTo>
                    <a:pt x="681227" y="0"/>
                  </a:lnTo>
                  <a:close/>
                </a:path>
              </a:pathLst>
            </a:custGeom>
            <a:solidFill>
              <a:srgbClr val="D9D9D9">
                <a:alpha val="6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11011" y="2293620"/>
              <a:ext cx="681355" cy="3485515"/>
            </a:xfrm>
            <a:custGeom>
              <a:avLst/>
              <a:gdLst/>
              <a:ahLst/>
              <a:cxnLst/>
              <a:rect l="l" t="t" r="r" b="b"/>
              <a:pathLst>
                <a:path w="681354" h="3485515">
                  <a:moveTo>
                    <a:pt x="681227" y="3485388"/>
                  </a:moveTo>
                  <a:lnTo>
                    <a:pt x="0" y="3315080"/>
                  </a:lnTo>
                  <a:lnTo>
                    <a:pt x="0" y="170306"/>
                  </a:lnTo>
                  <a:lnTo>
                    <a:pt x="681227" y="0"/>
                  </a:lnTo>
                  <a:lnTo>
                    <a:pt x="681227" y="34853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98208" y="3790619"/>
              <a:ext cx="1080770" cy="1658620"/>
            </a:xfrm>
            <a:custGeom>
              <a:avLst/>
              <a:gdLst/>
              <a:ahLst/>
              <a:cxnLst/>
              <a:rect l="l" t="t" r="r" b="b"/>
              <a:pathLst>
                <a:path w="1080770" h="1658620">
                  <a:moveTo>
                    <a:pt x="597928" y="154292"/>
                  </a:moveTo>
                  <a:lnTo>
                    <a:pt x="590054" y="105537"/>
                  </a:lnTo>
                  <a:lnTo>
                    <a:pt x="568147" y="63182"/>
                  </a:lnTo>
                  <a:lnTo>
                    <a:pt x="534746" y="29781"/>
                  </a:lnTo>
                  <a:lnTo>
                    <a:pt x="492391" y="7874"/>
                  </a:lnTo>
                  <a:lnTo>
                    <a:pt x="443623" y="0"/>
                  </a:lnTo>
                  <a:lnTo>
                    <a:pt x="394855" y="7874"/>
                  </a:lnTo>
                  <a:lnTo>
                    <a:pt x="352488" y="29781"/>
                  </a:lnTo>
                  <a:lnTo>
                    <a:pt x="319087" y="63182"/>
                  </a:lnTo>
                  <a:lnTo>
                    <a:pt x="297180" y="105537"/>
                  </a:lnTo>
                  <a:lnTo>
                    <a:pt x="289318" y="154292"/>
                  </a:lnTo>
                  <a:lnTo>
                    <a:pt x="297180" y="203034"/>
                  </a:lnTo>
                  <a:lnTo>
                    <a:pt x="319087" y="245389"/>
                  </a:lnTo>
                  <a:lnTo>
                    <a:pt x="352488" y="278777"/>
                  </a:lnTo>
                  <a:lnTo>
                    <a:pt x="394855" y="300685"/>
                  </a:lnTo>
                  <a:lnTo>
                    <a:pt x="443623" y="308559"/>
                  </a:lnTo>
                  <a:lnTo>
                    <a:pt x="492391" y="300685"/>
                  </a:lnTo>
                  <a:lnTo>
                    <a:pt x="534746" y="278777"/>
                  </a:lnTo>
                  <a:lnTo>
                    <a:pt x="568147" y="245389"/>
                  </a:lnTo>
                  <a:lnTo>
                    <a:pt x="590054" y="203034"/>
                  </a:lnTo>
                  <a:lnTo>
                    <a:pt x="597928" y="154292"/>
                  </a:lnTo>
                  <a:close/>
                </a:path>
                <a:path w="1080770" h="1658620">
                  <a:moveTo>
                    <a:pt x="1080363" y="1589328"/>
                  </a:moveTo>
                  <a:lnTo>
                    <a:pt x="1077252" y="1560080"/>
                  </a:lnTo>
                  <a:lnTo>
                    <a:pt x="1062761" y="1533169"/>
                  </a:lnTo>
                  <a:lnTo>
                    <a:pt x="804303" y="1218819"/>
                  </a:lnTo>
                  <a:lnTo>
                    <a:pt x="671220" y="568909"/>
                  </a:lnTo>
                  <a:lnTo>
                    <a:pt x="752221" y="599757"/>
                  </a:lnTo>
                  <a:lnTo>
                    <a:pt x="831303" y="800328"/>
                  </a:lnTo>
                  <a:lnTo>
                    <a:pt x="843000" y="820877"/>
                  </a:lnTo>
                  <a:lnTo>
                    <a:pt x="859751" y="836002"/>
                  </a:lnTo>
                  <a:lnTo>
                    <a:pt x="880122" y="845350"/>
                  </a:lnTo>
                  <a:lnTo>
                    <a:pt x="902665" y="848537"/>
                  </a:lnTo>
                  <a:lnTo>
                    <a:pt x="931608" y="842759"/>
                  </a:lnTo>
                  <a:lnTo>
                    <a:pt x="957491" y="826008"/>
                  </a:lnTo>
                  <a:lnTo>
                    <a:pt x="973797" y="801293"/>
                  </a:lnTo>
                  <a:lnTo>
                    <a:pt x="979614" y="772248"/>
                  </a:lnTo>
                  <a:lnTo>
                    <a:pt x="974039" y="742467"/>
                  </a:lnTo>
                  <a:lnTo>
                    <a:pt x="870419" y="497370"/>
                  </a:lnTo>
                  <a:lnTo>
                    <a:pt x="835164" y="468617"/>
                  </a:lnTo>
                  <a:lnTo>
                    <a:pt x="533793" y="351218"/>
                  </a:lnTo>
                  <a:lnTo>
                    <a:pt x="499554" y="347129"/>
                  </a:lnTo>
                  <a:lnTo>
                    <a:pt x="457847" y="352996"/>
                  </a:lnTo>
                  <a:lnTo>
                    <a:pt x="420471" y="369544"/>
                  </a:lnTo>
                  <a:lnTo>
                    <a:pt x="388886" y="395122"/>
                  </a:lnTo>
                  <a:lnTo>
                    <a:pt x="364540" y="428117"/>
                  </a:lnTo>
                  <a:lnTo>
                    <a:pt x="250748" y="690397"/>
                  </a:lnTo>
                  <a:lnTo>
                    <a:pt x="52082" y="755967"/>
                  </a:lnTo>
                  <a:lnTo>
                    <a:pt x="25552" y="771347"/>
                  </a:lnTo>
                  <a:lnTo>
                    <a:pt x="7721" y="795020"/>
                  </a:lnTo>
                  <a:lnTo>
                    <a:pt x="0" y="823772"/>
                  </a:lnTo>
                  <a:lnTo>
                    <a:pt x="3860" y="854329"/>
                  </a:lnTo>
                  <a:lnTo>
                    <a:pt x="15582" y="875487"/>
                  </a:lnTo>
                  <a:lnTo>
                    <a:pt x="32550" y="891933"/>
                  </a:lnTo>
                  <a:lnTo>
                    <a:pt x="53492" y="902601"/>
                  </a:lnTo>
                  <a:lnTo>
                    <a:pt x="86791" y="906399"/>
                  </a:lnTo>
                  <a:lnTo>
                    <a:pt x="333679" y="825398"/>
                  </a:lnTo>
                  <a:lnTo>
                    <a:pt x="371652" y="796658"/>
                  </a:lnTo>
                  <a:lnTo>
                    <a:pt x="416623" y="698119"/>
                  </a:lnTo>
                  <a:lnTo>
                    <a:pt x="468693" y="958469"/>
                  </a:lnTo>
                  <a:lnTo>
                    <a:pt x="281609" y="1095400"/>
                  </a:lnTo>
                  <a:lnTo>
                    <a:pt x="252857" y="1138783"/>
                  </a:lnTo>
                  <a:lnTo>
                    <a:pt x="250748" y="1157109"/>
                  </a:lnTo>
                  <a:lnTo>
                    <a:pt x="250748" y="1581378"/>
                  </a:lnTo>
                  <a:lnTo>
                    <a:pt x="256832" y="1611337"/>
                  </a:lnTo>
                  <a:lnTo>
                    <a:pt x="273405" y="1635861"/>
                  </a:lnTo>
                  <a:lnTo>
                    <a:pt x="297942" y="1652435"/>
                  </a:lnTo>
                  <a:lnTo>
                    <a:pt x="327888" y="1658518"/>
                  </a:lnTo>
                  <a:lnTo>
                    <a:pt x="357847" y="1652435"/>
                  </a:lnTo>
                  <a:lnTo>
                    <a:pt x="382384" y="1635861"/>
                  </a:lnTo>
                  <a:lnTo>
                    <a:pt x="398957" y="1611337"/>
                  </a:lnTo>
                  <a:lnTo>
                    <a:pt x="405041" y="1581378"/>
                  </a:lnTo>
                  <a:lnTo>
                    <a:pt x="405041" y="1195679"/>
                  </a:lnTo>
                  <a:lnTo>
                    <a:pt x="613359" y="1045248"/>
                  </a:lnTo>
                  <a:lnTo>
                    <a:pt x="659650" y="1268958"/>
                  </a:lnTo>
                  <a:lnTo>
                    <a:pt x="945108" y="1629587"/>
                  </a:lnTo>
                  <a:lnTo>
                    <a:pt x="987958" y="1656715"/>
                  </a:lnTo>
                  <a:lnTo>
                    <a:pt x="1004900" y="1658518"/>
                  </a:lnTo>
                  <a:lnTo>
                    <a:pt x="1030452" y="1654175"/>
                  </a:lnTo>
                  <a:lnTo>
                    <a:pt x="1053122" y="1641157"/>
                  </a:lnTo>
                  <a:lnTo>
                    <a:pt x="1072248" y="1617510"/>
                  </a:lnTo>
                  <a:lnTo>
                    <a:pt x="1080363" y="1589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017134" y="2219655"/>
            <a:ext cx="4864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Door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93631" y="3842435"/>
            <a:ext cx="1080770" cy="1658620"/>
          </a:xfrm>
          <a:custGeom>
            <a:avLst/>
            <a:gdLst/>
            <a:ahLst/>
            <a:cxnLst/>
            <a:rect l="l" t="t" r="r" b="b"/>
            <a:pathLst>
              <a:path w="1080770" h="1658620">
                <a:moveTo>
                  <a:pt x="791044" y="154292"/>
                </a:moveTo>
                <a:lnTo>
                  <a:pt x="783183" y="105537"/>
                </a:lnTo>
                <a:lnTo>
                  <a:pt x="761276" y="63182"/>
                </a:lnTo>
                <a:lnTo>
                  <a:pt x="727875" y="29781"/>
                </a:lnTo>
                <a:lnTo>
                  <a:pt x="685507" y="7874"/>
                </a:lnTo>
                <a:lnTo>
                  <a:pt x="636739" y="0"/>
                </a:lnTo>
                <a:lnTo>
                  <a:pt x="587971" y="7874"/>
                </a:lnTo>
                <a:lnTo>
                  <a:pt x="545617" y="29781"/>
                </a:lnTo>
                <a:lnTo>
                  <a:pt x="512216" y="63182"/>
                </a:lnTo>
                <a:lnTo>
                  <a:pt x="490308" y="105537"/>
                </a:lnTo>
                <a:lnTo>
                  <a:pt x="482434" y="154292"/>
                </a:lnTo>
                <a:lnTo>
                  <a:pt x="490308" y="203034"/>
                </a:lnTo>
                <a:lnTo>
                  <a:pt x="512216" y="245389"/>
                </a:lnTo>
                <a:lnTo>
                  <a:pt x="545617" y="278777"/>
                </a:lnTo>
                <a:lnTo>
                  <a:pt x="587971" y="300685"/>
                </a:lnTo>
                <a:lnTo>
                  <a:pt x="636739" y="308559"/>
                </a:lnTo>
                <a:lnTo>
                  <a:pt x="685507" y="300685"/>
                </a:lnTo>
                <a:lnTo>
                  <a:pt x="727875" y="278777"/>
                </a:lnTo>
                <a:lnTo>
                  <a:pt x="761276" y="245389"/>
                </a:lnTo>
                <a:lnTo>
                  <a:pt x="783183" y="203034"/>
                </a:lnTo>
                <a:lnTo>
                  <a:pt x="791044" y="154292"/>
                </a:lnTo>
                <a:close/>
              </a:path>
              <a:path w="1080770" h="1658620">
                <a:moveTo>
                  <a:pt x="1080363" y="823772"/>
                </a:moveTo>
                <a:lnTo>
                  <a:pt x="1072642" y="795020"/>
                </a:lnTo>
                <a:lnTo>
                  <a:pt x="1054811" y="771347"/>
                </a:lnTo>
                <a:lnTo>
                  <a:pt x="1028280" y="755967"/>
                </a:lnTo>
                <a:lnTo>
                  <a:pt x="829614" y="690397"/>
                </a:lnTo>
                <a:lnTo>
                  <a:pt x="715822" y="428117"/>
                </a:lnTo>
                <a:lnTo>
                  <a:pt x="691476" y="395122"/>
                </a:lnTo>
                <a:lnTo>
                  <a:pt x="659892" y="369544"/>
                </a:lnTo>
                <a:lnTo>
                  <a:pt x="622515" y="352996"/>
                </a:lnTo>
                <a:lnTo>
                  <a:pt x="580809" y="347129"/>
                </a:lnTo>
                <a:lnTo>
                  <a:pt x="546569" y="351218"/>
                </a:lnTo>
                <a:lnTo>
                  <a:pt x="245198" y="468617"/>
                </a:lnTo>
                <a:lnTo>
                  <a:pt x="209943" y="497370"/>
                </a:lnTo>
                <a:lnTo>
                  <a:pt x="106324" y="742467"/>
                </a:lnTo>
                <a:lnTo>
                  <a:pt x="100749" y="772248"/>
                </a:lnTo>
                <a:lnTo>
                  <a:pt x="106565" y="801293"/>
                </a:lnTo>
                <a:lnTo>
                  <a:pt x="122872" y="826008"/>
                </a:lnTo>
                <a:lnTo>
                  <a:pt x="148755" y="842759"/>
                </a:lnTo>
                <a:lnTo>
                  <a:pt x="177698" y="848537"/>
                </a:lnTo>
                <a:lnTo>
                  <a:pt x="200240" y="845350"/>
                </a:lnTo>
                <a:lnTo>
                  <a:pt x="220611" y="836002"/>
                </a:lnTo>
                <a:lnTo>
                  <a:pt x="237363" y="820877"/>
                </a:lnTo>
                <a:lnTo>
                  <a:pt x="249059" y="800328"/>
                </a:lnTo>
                <a:lnTo>
                  <a:pt x="328142" y="599757"/>
                </a:lnTo>
                <a:lnTo>
                  <a:pt x="409143" y="568909"/>
                </a:lnTo>
                <a:lnTo>
                  <a:pt x="276059" y="1218819"/>
                </a:lnTo>
                <a:lnTo>
                  <a:pt x="17602" y="1533169"/>
                </a:lnTo>
                <a:lnTo>
                  <a:pt x="3111" y="1560080"/>
                </a:lnTo>
                <a:lnTo>
                  <a:pt x="8115" y="1617510"/>
                </a:lnTo>
                <a:lnTo>
                  <a:pt x="49911" y="1654175"/>
                </a:lnTo>
                <a:lnTo>
                  <a:pt x="75463" y="1658518"/>
                </a:lnTo>
                <a:lnTo>
                  <a:pt x="92405" y="1656715"/>
                </a:lnTo>
                <a:lnTo>
                  <a:pt x="135255" y="1629587"/>
                </a:lnTo>
                <a:lnTo>
                  <a:pt x="410679" y="1294180"/>
                </a:lnTo>
                <a:lnTo>
                  <a:pt x="467004" y="1045248"/>
                </a:lnTo>
                <a:lnTo>
                  <a:pt x="675322" y="1195679"/>
                </a:lnTo>
                <a:lnTo>
                  <a:pt x="675322" y="1581378"/>
                </a:lnTo>
                <a:lnTo>
                  <a:pt x="697979" y="1635861"/>
                </a:lnTo>
                <a:lnTo>
                  <a:pt x="752475" y="1658518"/>
                </a:lnTo>
                <a:lnTo>
                  <a:pt x="782421" y="1652435"/>
                </a:lnTo>
                <a:lnTo>
                  <a:pt x="806958" y="1635861"/>
                </a:lnTo>
                <a:lnTo>
                  <a:pt x="823531" y="1611337"/>
                </a:lnTo>
                <a:lnTo>
                  <a:pt x="829614" y="1581378"/>
                </a:lnTo>
                <a:lnTo>
                  <a:pt x="829614" y="1157109"/>
                </a:lnTo>
                <a:lnTo>
                  <a:pt x="811720" y="1107211"/>
                </a:lnTo>
                <a:lnTo>
                  <a:pt x="611670" y="958469"/>
                </a:lnTo>
                <a:lnTo>
                  <a:pt x="663740" y="698119"/>
                </a:lnTo>
                <a:lnTo>
                  <a:pt x="700392" y="782967"/>
                </a:lnTo>
                <a:lnTo>
                  <a:pt x="731850" y="818222"/>
                </a:lnTo>
                <a:lnTo>
                  <a:pt x="993571" y="906399"/>
                </a:lnTo>
                <a:lnTo>
                  <a:pt x="1026871" y="902601"/>
                </a:lnTo>
                <a:lnTo>
                  <a:pt x="1047813" y="891933"/>
                </a:lnTo>
                <a:lnTo>
                  <a:pt x="1064780" y="875487"/>
                </a:lnTo>
                <a:lnTo>
                  <a:pt x="1076502" y="854329"/>
                </a:lnTo>
                <a:lnTo>
                  <a:pt x="1080363" y="8237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4844541" y="1593850"/>
            <a:ext cx="991235" cy="497840"/>
            <a:chOff x="4844541" y="1593850"/>
            <a:chExt cx="991235" cy="497840"/>
          </a:xfrm>
        </p:grpSpPr>
        <p:sp>
          <p:nvSpPr>
            <p:cNvPr id="24" name="object 24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736092" y="0"/>
                  </a:moveTo>
                  <a:lnTo>
                    <a:pt x="736092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736092" y="363474"/>
                  </a:lnTo>
                  <a:lnTo>
                    <a:pt x="736092" y="484632"/>
                  </a:lnTo>
                  <a:lnTo>
                    <a:pt x="978408" y="242315"/>
                  </a:lnTo>
                  <a:lnTo>
                    <a:pt x="7360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50891" y="1600200"/>
              <a:ext cx="978535" cy="485140"/>
            </a:xfrm>
            <a:custGeom>
              <a:avLst/>
              <a:gdLst/>
              <a:ahLst/>
              <a:cxnLst/>
              <a:rect l="l" t="t" r="r" b="b"/>
              <a:pathLst>
                <a:path w="978535" h="485139">
                  <a:moveTo>
                    <a:pt x="0" y="121158"/>
                  </a:moveTo>
                  <a:lnTo>
                    <a:pt x="736092" y="121158"/>
                  </a:lnTo>
                  <a:lnTo>
                    <a:pt x="736092" y="0"/>
                  </a:lnTo>
                  <a:lnTo>
                    <a:pt x="978408" y="242315"/>
                  </a:lnTo>
                  <a:lnTo>
                    <a:pt x="736092" y="484632"/>
                  </a:lnTo>
                  <a:lnTo>
                    <a:pt x="736092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61205" y="5841783"/>
            <a:ext cx="94488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0" dirty="0">
                <a:latin typeface="Franklin Gothic Medium"/>
                <a:cs typeface="Franklin Gothic Medium"/>
              </a:rPr>
              <a:t>Front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50683" y="5841783"/>
            <a:ext cx="90360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0"/>
              </a:lnSpc>
            </a:pPr>
            <a:r>
              <a:rPr sz="1800" spc="-25" dirty="0">
                <a:latin typeface="Franklin Gothic Medium"/>
                <a:cs typeface="Franklin Gothic Medium"/>
              </a:rPr>
              <a:t>Rear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Pad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97288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What</a:t>
            </a:r>
            <a:r>
              <a:rPr spc="-150" dirty="0"/>
              <a:t> </a:t>
            </a:r>
            <a:r>
              <a:rPr dirty="0"/>
              <a:t>are</a:t>
            </a:r>
            <a:r>
              <a:rPr spc="-150" dirty="0"/>
              <a:t> </a:t>
            </a:r>
            <a:r>
              <a:rPr dirty="0"/>
              <a:t>the</a:t>
            </a:r>
            <a:r>
              <a:rPr spc="-170" dirty="0"/>
              <a:t> </a:t>
            </a:r>
            <a:r>
              <a:rPr dirty="0"/>
              <a:t>possible</a:t>
            </a:r>
            <a:r>
              <a:rPr spc="-155" dirty="0"/>
              <a:t> </a:t>
            </a:r>
            <a:r>
              <a:rPr spc="-10" dirty="0"/>
              <a:t>states</a:t>
            </a:r>
            <a:r>
              <a:rPr spc="-170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dirty="0"/>
              <a:t>the</a:t>
            </a:r>
            <a:r>
              <a:rPr spc="-160" dirty="0"/>
              <a:t> </a:t>
            </a:r>
            <a:r>
              <a:rPr spc="-10" dirty="0"/>
              <a:t>door?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9619" y="1309116"/>
            <a:ext cx="5250180" cy="2799715"/>
            <a:chOff x="769619" y="1309116"/>
            <a:chExt cx="5250180" cy="2799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19" y="1309116"/>
              <a:ext cx="5250180" cy="27995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691" y="1504188"/>
              <a:ext cx="4680204" cy="222961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64691" y="1504188"/>
            <a:ext cx="1064260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sz="2400" spc="-10" dirty="0">
                <a:latin typeface="Franklin Gothic Medium"/>
                <a:cs typeface="Franklin Gothic Medium"/>
              </a:rPr>
              <a:t>Closed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67271" y="1309116"/>
            <a:ext cx="5234940" cy="2776855"/>
            <a:chOff x="6367271" y="1309116"/>
            <a:chExt cx="5234940" cy="277685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7271" y="1309116"/>
              <a:ext cx="5234939" cy="2776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2343" y="1504188"/>
              <a:ext cx="4664963" cy="220675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562343" y="1504188"/>
            <a:ext cx="870585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5"/>
              </a:spcBef>
            </a:pPr>
            <a:r>
              <a:rPr sz="2400" spc="-20" dirty="0">
                <a:latin typeface="Franklin Gothic Medium"/>
                <a:cs typeface="Franklin Gothic Medium"/>
              </a:rPr>
              <a:t>Open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55494" y="4864353"/>
            <a:ext cx="1498600" cy="1511300"/>
            <a:chOff x="2555494" y="4864353"/>
            <a:chExt cx="1498600" cy="1511300"/>
          </a:xfrm>
        </p:grpSpPr>
        <p:sp>
          <p:nvSpPr>
            <p:cNvPr id="12" name="object 12"/>
            <p:cNvSpPr/>
            <p:nvPr/>
          </p:nvSpPr>
          <p:spPr>
            <a:xfrm>
              <a:off x="2561844" y="4870703"/>
              <a:ext cx="1485900" cy="1498600"/>
            </a:xfrm>
            <a:custGeom>
              <a:avLst/>
              <a:gdLst/>
              <a:ahLst/>
              <a:cxnLst/>
              <a:rect l="l" t="t" r="r" b="b"/>
              <a:pathLst>
                <a:path w="1485900" h="1498600">
                  <a:moveTo>
                    <a:pt x="742950" y="0"/>
                  </a:moveTo>
                  <a:lnTo>
                    <a:pt x="695962" y="1473"/>
                  </a:lnTo>
                  <a:lnTo>
                    <a:pt x="649752" y="5836"/>
                  </a:lnTo>
                  <a:lnTo>
                    <a:pt x="604406" y="13001"/>
                  </a:lnTo>
                  <a:lnTo>
                    <a:pt x="560010" y="22879"/>
                  </a:lnTo>
                  <a:lnTo>
                    <a:pt x="516653" y="35383"/>
                  </a:lnTo>
                  <a:lnTo>
                    <a:pt x="474420" y="50425"/>
                  </a:lnTo>
                  <a:lnTo>
                    <a:pt x="433399" y="67917"/>
                  </a:lnTo>
                  <a:lnTo>
                    <a:pt x="393677" y="87771"/>
                  </a:lnTo>
                  <a:lnTo>
                    <a:pt x="355342" y="109901"/>
                  </a:lnTo>
                  <a:lnTo>
                    <a:pt x="318479" y="134217"/>
                  </a:lnTo>
                  <a:lnTo>
                    <a:pt x="283176" y="160632"/>
                  </a:lnTo>
                  <a:lnTo>
                    <a:pt x="249520" y="189058"/>
                  </a:lnTo>
                  <a:lnTo>
                    <a:pt x="217598" y="219408"/>
                  </a:lnTo>
                  <a:lnTo>
                    <a:pt x="187497" y="251593"/>
                  </a:lnTo>
                  <a:lnTo>
                    <a:pt x="159304" y="285527"/>
                  </a:lnTo>
                  <a:lnTo>
                    <a:pt x="133107" y="321120"/>
                  </a:lnTo>
                  <a:lnTo>
                    <a:pt x="108991" y="358286"/>
                  </a:lnTo>
                  <a:lnTo>
                    <a:pt x="87044" y="396936"/>
                  </a:lnTo>
                  <a:lnTo>
                    <a:pt x="67354" y="436983"/>
                  </a:lnTo>
                  <a:lnTo>
                    <a:pt x="50006" y="478339"/>
                  </a:lnTo>
                  <a:lnTo>
                    <a:pt x="35089" y="520916"/>
                  </a:lnTo>
                  <a:lnTo>
                    <a:pt x="22689" y="564627"/>
                  </a:lnTo>
                  <a:lnTo>
                    <a:pt x="12893" y="609382"/>
                  </a:lnTo>
                  <a:lnTo>
                    <a:pt x="5788" y="655096"/>
                  </a:lnTo>
                  <a:lnTo>
                    <a:pt x="1461" y="701680"/>
                  </a:lnTo>
                  <a:lnTo>
                    <a:pt x="0" y="749046"/>
                  </a:lnTo>
                  <a:lnTo>
                    <a:pt x="1461" y="796417"/>
                  </a:lnTo>
                  <a:lnTo>
                    <a:pt x="5788" y="843005"/>
                  </a:lnTo>
                  <a:lnTo>
                    <a:pt x="12893" y="888722"/>
                  </a:lnTo>
                  <a:lnTo>
                    <a:pt x="22689" y="933481"/>
                  </a:lnTo>
                  <a:lnTo>
                    <a:pt x="35089" y="977194"/>
                  </a:lnTo>
                  <a:lnTo>
                    <a:pt x="50006" y="1019773"/>
                  </a:lnTo>
                  <a:lnTo>
                    <a:pt x="67354" y="1061130"/>
                  </a:lnTo>
                  <a:lnTo>
                    <a:pt x="87044" y="1101177"/>
                  </a:lnTo>
                  <a:lnTo>
                    <a:pt x="108991" y="1139828"/>
                  </a:lnTo>
                  <a:lnTo>
                    <a:pt x="133107" y="1176993"/>
                  </a:lnTo>
                  <a:lnTo>
                    <a:pt x="159304" y="1212586"/>
                  </a:lnTo>
                  <a:lnTo>
                    <a:pt x="187497" y="1246518"/>
                  </a:lnTo>
                  <a:lnTo>
                    <a:pt x="217598" y="1278702"/>
                  </a:lnTo>
                  <a:lnTo>
                    <a:pt x="249520" y="1309050"/>
                  </a:lnTo>
                  <a:lnTo>
                    <a:pt x="283176" y="1337475"/>
                  </a:lnTo>
                  <a:lnTo>
                    <a:pt x="318479" y="1363888"/>
                  </a:lnTo>
                  <a:lnTo>
                    <a:pt x="355342" y="1388202"/>
                  </a:lnTo>
                  <a:lnTo>
                    <a:pt x="393677" y="1410330"/>
                  </a:lnTo>
                  <a:lnTo>
                    <a:pt x="433399" y="1430182"/>
                  </a:lnTo>
                  <a:lnTo>
                    <a:pt x="474420" y="1447673"/>
                  </a:lnTo>
                  <a:lnTo>
                    <a:pt x="516653" y="1462713"/>
                  </a:lnTo>
                  <a:lnTo>
                    <a:pt x="560010" y="1475215"/>
                  </a:lnTo>
                  <a:lnTo>
                    <a:pt x="604406" y="1485092"/>
                  </a:lnTo>
                  <a:lnTo>
                    <a:pt x="649752" y="1492255"/>
                  </a:lnTo>
                  <a:lnTo>
                    <a:pt x="695962" y="1496618"/>
                  </a:lnTo>
                  <a:lnTo>
                    <a:pt x="742950" y="1498092"/>
                  </a:lnTo>
                  <a:lnTo>
                    <a:pt x="789937" y="1496618"/>
                  </a:lnTo>
                  <a:lnTo>
                    <a:pt x="836147" y="1492255"/>
                  </a:lnTo>
                  <a:lnTo>
                    <a:pt x="881493" y="1485092"/>
                  </a:lnTo>
                  <a:lnTo>
                    <a:pt x="925889" y="1475215"/>
                  </a:lnTo>
                  <a:lnTo>
                    <a:pt x="969246" y="1462713"/>
                  </a:lnTo>
                  <a:lnTo>
                    <a:pt x="1011479" y="1447673"/>
                  </a:lnTo>
                  <a:lnTo>
                    <a:pt x="1052500" y="1430182"/>
                  </a:lnTo>
                  <a:lnTo>
                    <a:pt x="1092222" y="1410330"/>
                  </a:lnTo>
                  <a:lnTo>
                    <a:pt x="1130557" y="1388202"/>
                  </a:lnTo>
                  <a:lnTo>
                    <a:pt x="1167420" y="1363888"/>
                  </a:lnTo>
                  <a:lnTo>
                    <a:pt x="1202723" y="1337475"/>
                  </a:lnTo>
                  <a:lnTo>
                    <a:pt x="1236379" y="1309050"/>
                  </a:lnTo>
                  <a:lnTo>
                    <a:pt x="1268301" y="1278702"/>
                  </a:lnTo>
                  <a:lnTo>
                    <a:pt x="1298402" y="1246518"/>
                  </a:lnTo>
                  <a:lnTo>
                    <a:pt x="1326595" y="1212586"/>
                  </a:lnTo>
                  <a:lnTo>
                    <a:pt x="1352792" y="1176993"/>
                  </a:lnTo>
                  <a:lnTo>
                    <a:pt x="1376908" y="1139828"/>
                  </a:lnTo>
                  <a:lnTo>
                    <a:pt x="1398855" y="1101177"/>
                  </a:lnTo>
                  <a:lnTo>
                    <a:pt x="1418545" y="1061130"/>
                  </a:lnTo>
                  <a:lnTo>
                    <a:pt x="1435893" y="1019773"/>
                  </a:lnTo>
                  <a:lnTo>
                    <a:pt x="1450810" y="977194"/>
                  </a:lnTo>
                  <a:lnTo>
                    <a:pt x="1463210" y="933481"/>
                  </a:lnTo>
                  <a:lnTo>
                    <a:pt x="1473006" y="888722"/>
                  </a:lnTo>
                  <a:lnTo>
                    <a:pt x="1480111" y="843005"/>
                  </a:lnTo>
                  <a:lnTo>
                    <a:pt x="1484438" y="796417"/>
                  </a:lnTo>
                  <a:lnTo>
                    <a:pt x="1485900" y="749046"/>
                  </a:lnTo>
                  <a:lnTo>
                    <a:pt x="1484438" y="701680"/>
                  </a:lnTo>
                  <a:lnTo>
                    <a:pt x="1480111" y="655096"/>
                  </a:lnTo>
                  <a:lnTo>
                    <a:pt x="1473006" y="609382"/>
                  </a:lnTo>
                  <a:lnTo>
                    <a:pt x="1463210" y="564627"/>
                  </a:lnTo>
                  <a:lnTo>
                    <a:pt x="1450810" y="520916"/>
                  </a:lnTo>
                  <a:lnTo>
                    <a:pt x="1435893" y="478339"/>
                  </a:lnTo>
                  <a:lnTo>
                    <a:pt x="1418545" y="436983"/>
                  </a:lnTo>
                  <a:lnTo>
                    <a:pt x="1398855" y="396936"/>
                  </a:lnTo>
                  <a:lnTo>
                    <a:pt x="1376908" y="358286"/>
                  </a:lnTo>
                  <a:lnTo>
                    <a:pt x="1352792" y="321120"/>
                  </a:lnTo>
                  <a:lnTo>
                    <a:pt x="1326595" y="285527"/>
                  </a:lnTo>
                  <a:lnTo>
                    <a:pt x="1298402" y="251593"/>
                  </a:lnTo>
                  <a:lnTo>
                    <a:pt x="1268301" y="219408"/>
                  </a:lnTo>
                  <a:lnTo>
                    <a:pt x="1236379" y="189058"/>
                  </a:lnTo>
                  <a:lnTo>
                    <a:pt x="1202723" y="160632"/>
                  </a:lnTo>
                  <a:lnTo>
                    <a:pt x="1167420" y="134217"/>
                  </a:lnTo>
                  <a:lnTo>
                    <a:pt x="1130557" y="109901"/>
                  </a:lnTo>
                  <a:lnTo>
                    <a:pt x="1092222" y="87771"/>
                  </a:lnTo>
                  <a:lnTo>
                    <a:pt x="1052500" y="67917"/>
                  </a:lnTo>
                  <a:lnTo>
                    <a:pt x="1011479" y="50425"/>
                  </a:lnTo>
                  <a:lnTo>
                    <a:pt x="969246" y="35383"/>
                  </a:lnTo>
                  <a:lnTo>
                    <a:pt x="925889" y="22879"/>
                  </a:lnTo>
                  <a:lnTo>
                    <a:pt x="881493" y="13001"/>
                  </a:lnTo>
                  <a:lnTo>
                    <a:pt x="836147" y="5836"/>
                  </a:lnTo>
                  <a:lnTo>
                    <a:pt x="789937" y="1473"/>
                  </a:lnTo>
                  <a:lnTo>
                    <a:pt x="742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61844" y="4870703"/>
              <a:ext cx="1485900" cy="1498600"/>
            </a:xfrm>
            <a:custGeom>
              <a:avLst/>
              <a:gdLst/>
              <a:ahLst/>
              <a:cxnLst/>
              <a:rect l="l" t="t" r="r" b="b"/>
              <a:pathLst>
                <a:path w="1485900" h="1498600">
                  <a:moveTo>
                    <a:pt x="0" y="749046"/>
                  </a:moveTo>
                  <a:lnTo>
                    <a:pt x="1461" y="701680"/>
                  </a:lnTo>
                  <a:lnTo>
                    <a:pt x="5788" y="655096"/>
                  </a:lnTo>
                  <a:lnTo>
                    <a:pt x="12893" y="609382"/>
                  </a:lnTo>
                  <a:lnTo>
                    <a:pt x="22689" y="564627"/>
                  </a:lnTo>
                  <a:lnTo>
                    <a:pt x="35089" y="520916"/>
                  </a:lnTo>
                  <a:lnTo>
                    <a:pt x="50006" y="478339"/>
                  </a:lnTo>
                  <a:lnTo>
                    <a:pt x="67354" y="436983"/>
                  </a:lnTo>
                  <a:lnTo>
                    <a:pt x="87044" y="396936"/>
                  </a:lnTo>
                  <a:lnTo>
                    <a:pt x="108991" y="358286"/>
                  </a:lnTo>
                  <a:lnTo>
                    <a:pt x="133107" y="321120"/>
                  </a:lnTo>
                  <a:lnTo>
                    <a:pt x="159304" y="285527"/>
                  </a:lnTo>
                  <a:lnTo>
                    <a:pt x="187497" y="251593"/>
                  </a:lnTo>
                  <a:lnTo>
                    <a:pt x="217598" y="219408"/>
                  </a:lnTo>
                  <a:lnTo>
                    <a:pt x="249520" y="189058"/>
                  </a:lnTo>
                  <a:lnTo>
                    <a:pt x="283176" y="160632"/>
                  </a:lnTo>
                  <a:lnTo>
                    <a:pt x="318479" y="134217"/>
                  </a:lnTo>
                  <a:lnTo>
                    <a:pt x="355342" y="109901"/>
                  </a:lnTo>
                  <a:lnTo>
                    <a:pt x="393677" y="87771"/>
                  </a:lnTo>
                  <a:lnTo>
                    <a:pt x="433399" y="67917"/>
                  </a:lnTo>
                  <a:lnTo>
                    <a:pt x="474420" y="50425"/>
                  </a:lnTo>
                  <a:lnTo>
                    <a:pt x="516653" y="35383"/>
                  </a:lnTo>
                  <a:lnTo>
                    <a:pt x="560010" y="22879"/>
                  </a:lnTo>
                  <a:lnTo>
                    <a:pt x="604406" y="13001"/>
                  </a:lnTo>
                  <a:lnTo>
                    <a:pt x="649752" y="5836"/>
                  </a:lnTo>
                  <a:lnTo>
                    <a:pt x="695962" y="1473"/>
                  </a:lnTo>
                  <a:lnTo>
                    <a:pt x="742950" y="0"/>
                  </a:lnTo>
                  <a:lnTo>
                    <a:pt x="789937" y="1473"/>
                  </a:lnTo>
                  <a:lnTo>
                    <a:pt x="836147" y="5836"/>
                  </a:lnTo>
                  <a:lnTo>
                    <a:pt x="881493" y="13001"/>
                  </a:lnTo>
                  <a:lnTo>
                    <a:pt x="925889" y="22879"/>
                  </a:lnTo>
                  <a:lnTo>
                    <a:pt x="969246" y="35383"/>
                  </a:lnTo>
                  <a:lnTo>
                    <a:pt x="1011479" y="50425"/>
                  </a:lnTo>
                  <a:lnTo>
                    <a:pt x="1052500" y="67917"/>
                  </a:lnTo>
                  <a:lnTo>
                    <a:pt x="1092222" y="87771"/>
                  </a:lnTo>
                  <a:lnTo>
                    <a:pt x="1130557" y="109901"/>
                  </a:lnTo>
                  <a:lnTo>
                    <a:pt x="1167420" y="134217"/>
                  </a:lnTo>
                  <a:lnTo>
                    <a:pt x="1202723" y="160632"/>
                  </a:lnTo>
                  <a:lnTo>
                    <a:pt x="1236379" y="189058"/>
                  </a:lnTo>
                  <a:lnTo>
                    <a:pt x="1268301" y="219408"/>
                  </a:lnTo>
                  <a:lnTo>
                    <a:pt x="1298402" y="251593"/>
                  </a:lnTo>
                  <a:lnTo>
                    <a:pt x="1326595" y="285527"/>
                  </a:lnTo>
                  <a:lnTo>
                    <a:pt x="1352792" y="321120"/>
                  </a:lnTo>
                  <a:lnTo>
                    <a:pt x="1376908" y="358286"/>
                  </a:lnTo>
                  <a:lnTo>
                    <a:pt x="1398855" y="396936"/>
                  </a:lnTo>
                  <a:lnTo>
                    <a:pt x="1418545" y="436983"/>
                  </a:lnTo>
                  <a:lnTo>
                    <a:pt x="1435893" y="478339"/>
                  </a:lnTo>
                  <a:lnTo>
                    <a:pt x="1450810" y="520916"/>
                  </a:lnTo>
                  <a:lnTo>
                    <a:pt x="1463210" y="564627"/>
                  </a:lnTo>
                  <a:lnTo>
                    <a:pt x="1473006" y="609382"/>
                  </a:lnTo>
                  <a:lnTo>
                    <a:pt x="1480111" y="655096"/>
                  </a:lnTo>
                  <a:lnTo>
                    <a:pt x="1484438" y="701680"/>
                  </a:lnTo>
                  <a:lnTo>
                    <a:pt x="1485900" y="749046"/>
                  </a:lnTo>
                  <a:lnTo>
                    <a:pt x="1484438" y="796417"/>
                  </a:lnTo>
                  <a:lnTo>
                    <a:pt x="1480111" y="843005"/>
                  </a:lnTo>
                  <a:lnTo>
                    <a:pt x="1473006" y="888722"/>
                  </a:lnTo>
                  <a:lnTo>
                    <a:pt x="1463210" y="933481"/>
                  </a:lnTo>
                  <a:lnTo>
                    <a:pt x="1450810" y="977194"/>
                  </a:lnTo>
                  <a:lnTo>
                    <a:pt x="1435893" y="1019773"/>
                  </a:lnTo>
                  <a:lnTo>
                    <a:pt x="1418545" y="1061130"/>
                  </a:lnTo>
                  <a:lnTo>
                    <a:pt x="1398855" y="1101177"/>
                  </a:lnTo>
                  <a:lnTo>
                    <a:pt x="1376908" y="1139828"/>
                  </a:lnTo>
                  <a:lnTo>
                    <a:pt x="1352792" y="1176993"/>
                  </a:lnTo>
                  <a:lnTo>
                    <a:pt x="1326595" y="1212586"/>
                  </a:lnTo>
                  <a:lnTo>
                    <a:pt x="1298402" y="1246518"/>
                  </a:lnTo>
                  <a:lnTo>
                    <a:pt x="1268301" y="1278702"/>
                  </a:lnTo>
                  <a:lnTo>
                    <a:pt x="1236379" y="1309050"/>
                  </a:lnTo>
                  <a:lnTo>
                    <a:pt x="1202723" y="1337475"/>
                  </a:lnTo>
                  <a:lnTo>
                    <a:pt x="1167420" y="1363888"/>
                  </a:lnTo>
                  <a:lnTo>
                    <a:pt x="1130557" y="1388202"/>
                  </a:lnTo>
                  <a:lnTo>
                    <a:pt x="1092222" y="1410330"/>
                  </a:lnTo>
                  <a:lnTo>
                    <a:pt x="1052500" y="1430182"/>
                  </a:lnTo>
                  <a:lnTo>
                    <a:pt x="1011479" y="1447673"/>
                  </a:lnTo>
                  <a:lnTo>
                    <a:pt x="969246" y="1462713"/>
                  </a:lnTo>
                  <a:lnTo>
                    <a:pt x="925889" y="1475215"/>
                  </a:lnTo>
                  <a:lnTo>
                    <a:pt x="881493" y="1485092"/>
                  </a:lnTo>
                  <a:lnTo>
                    <a:pt x="836147" y="1492255"/>
                  </a:lnTo>
                  <a:lnTo>
                    <a:pt x="789937" y="1496618"/>
                  </a:lnTo>
                  <a:lnTo>
                    <a:pt x="742950" y="1498092"/>
                  </a:lnTo>
                  <a:lnTo>
                    <a:pt x="695962" y="1496618"/>
                  </a:lnTo>
                  <a:lnTo>
                    <a:pt x="649752" y="1492255"/>
                  </a:lnTo>
                  <a:lnTo>
                    <a:pt x="604406" y="1485092"/>
                  </a:lnTo>
                  <a:lnTo>
                    <a:pt x="560010" y="1475215"/>
                  </a:lnTo>
                  <a:lnTo>
                    <a:pt x="516653" y="1462713"/>
                  </a:lnTo>
                  <a:lnTo>
                    <a:pt x="474420" y="1447673"/>
                  </a:lnTo>
                  <a:lnTo>
                    <a:pt x="433399" y="1430182"/>
                  </a:lnTo>
                  <a:lnTo>
                    <a:pt x="393677" y="1410330"/>
                  </a:lnTo>
                  <a:lnTo>
                    <a:pt x="355342" y="1388202"/>
                  </a:lnTo>
                  <a:lnTo>
                    <a:pt x="318479" y="1363888"/>
                  </a:lnTo>
                  <a:lnTo>
                    <a:pt x="283176" y="1337475"/>
                  </a:lnTo>
                  <a:lnTo>
                    <a:pt x="249520" y="1309050"/>
                  </a:lnTo>
                  <a:lnTo>
                    <a:pt x="217598" y="1278702"/>
                  </a:lnTo>
                  <a:lnTo>
                    <a:pt x="187497" y="1246518"/>
                  </a:lnTo>
                  <a:lnTo>
                    <a:pt x="159304" y="1212586"/>
                  </a:lnTo>
                  <a:lnTo>
                    <a:pt x="133107" y="1176993"/>
                  </a:lnTo>
                  <a:lnTo>
                    <a:pt x="108991" y="1139828"/>
                  </a:lnTo>
                  <a:lnTo>
                    <a:pt x="87044" y="1101177"/>
                  </a:lnTo>
                  <a:lnTo>
                    <a:pt x="67354" y="1061130"/>
                  </a:lnTo>
                  <a:lnTo>
                    <a:pt x="50006" y="1019773"/>
                  </a:lnTo>
                  <a:lnTo>
                    <a:pt x="35089" y="977194"/>
                  </a:lnTo>
                  <a:lnTo>
                    <a:pt x="22689" y="933481"/>
                  </a:lnTo>
                  <a:lnTo>
                    <a:pt x="12893" y="888722"/>
                  </a:lnTo>
                  <a:lnTo>
                    <a:pt x="5788" y="843005"/>
                  </a:lnTo>
                  <a:lnTo>
                    <a:pt x="1461" y="796417"/>
                  </a:lnTo>
                  <a:lnTo>
                    <a:pt x="0" y="74904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66466" y="5465165"/>
            <a:ext cx="678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Franklin Gothic Medium"/>
                <a:cs typeface="Franklin Gothic Medium"/>
              </a:rPr>
              <a:t>Closed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37906" y="4864353"/>
            <a:ext cx="1498600" cy="1511300"/>
            <a:chOff x="8137906" y="4864353"/>
            <a:chExt cx="1498600" cy="1511300"/>
          </a:xfrm>
        </p:grpSpPr>
        <p:sp>
          <p:nvSpPr>
            <p:cNvPr id="16" name="object 16"/>
            <p:cNvSpPr/>
            <p:nvPr/>
          </p:nvSpPr>
          <p:spPr>
            <a:xfrm>
              <a:off x="8144256" y="4870703"/>
              <a:ext cx="1485900" cy="1498600"/>
            </a:xfrm>
            <a:custGeom>
              <a:avLst/>
              <a:gdLst/>
              <a:ahLst/>
              <a:cxnLst/>
              <a:rect l="l" t="t" r="r" b="b"/>
              <a:pathLst>
                <a:path w="1485900" h="1498600">
                  <a:moveTo>
                    <a:pt x="742950" y="0"/>
                  </a:moveTo>
                  <a:lnTo>
                    <a:pt x="695962" y="1473"/>
                  </a:lnTo>
                  <a:lnTo>
                    <a:pt x="649752" y="5836"/>
                  </a:lnTo>
                  <a:lnTo>
                    <a:pt x="604406" y="13001"/>
                  </a:lnTo>
                  <a:lnTo>
                    <a:pt x="560010" y="22879"/>
                  </a:lnTo>
                  <a:lnTo>
                    <a:pt x="516653" y="35383"/>
                  </a:lnTo>
                  <a:lnTo>
                    <a:pt x="474420" y="50425"/>
                  </a:lnTo>
                  <a:lnTo>
                    <a:pt x="433399" y="67917"/>
                  </a:lnTo>
                  <a:lnTo>
                    <a:pt x="393677" y="87771"/>
                  </a:lnTo>
                  <a:lnTo>
                    <a:pt x="355342" y="109901"/>
                  </a:lnTo>
                  <a:lnTo>
                    <a:pt x="318479" y="134217"/>
                  </a:lnTo>
                  <a:lnTo>
                    <a:pt x="283176" y="160632"/>
                  </a:lnTo>
                  <a:lnTo>
                    <a:pt x="249520" y="189058"/>
                  </a:lnTo>
                  <a:lnTo>
                    <a:pt x="217598" y="219408"/>
                  </a:lnTo>
                  <a:lnTo>
                    <a:pt x="187497" y="251593"/>
                  </a:lnTo>
                  <a:lnTo>
                    <a:pt x="159304" y="285527"/>
                  </a:lnTo>
                  <a:lnTo>
                    <a:pt x="133107" y="321120"/>
                  </a:lnTo>
                  <a:lnTo>
                    <a:pt x="108991" y="358286"/>
                  </a:lnTo>
                  <a:lnTo>
                    <a:pt x="87044" y="396936"/>
                  </a:lnTo>
                  <a:lnTo>
                    <a:pt x="67354" y="436983"/>
                  </a:lnTo>
                  <a:lnTo>
                    <a:pt x="50006" y="478339"/>
                  </a:lnTo>
                  <a:lnTo>
                    <a:pt x="35089" y="520916"/>
                  </a:lnTo>
                  <a:lnTo>
                    <a:pt x="22689" y="564627"/>
                  </a:lnTo>
                  <a:lnTo>
                    <a:pt x="12893" y="609382"/>
                  </a:lnTo>
                  <a:lnTo>
                    <a:pt x="5788" y="655096"/>
                  </a:lnTo>
                  <a:lnTo>
                    <a:pt x="1461" y="701680"/>
                  </a:lnTo>
                  <a:lnTo>
                    <a:pt x="0" y="749046"/>
                  </a:lnTo>
                  <a:lnTo>
                    <a:pt x="1461" y="796417"/>
                  </a:lnTo>
                  <a:lnTo>
                    <a:pt x="5788" y="843005"/>
                  </a:lnTo>
                  <a:lnTo>
                    <a:pt x="12893" y="888722"/>
                  </a:lnTo>
                  <a:lnTo>
                    <a:pt x="22689" y="933481"/>
                  </a:lnTo>
                  <a:lnTo>
                    <a:pt x="35089" y="977194"/>
                  </a:lnTo>
                  <a:lnTo>
                    <a:pt x="50006" y="1019773"/>
                  </a:lnTo>
                  <a:lnTo>
                    <a:pt x="67354" y="1061130"/>
                  </a:lnTo>
                  <a:lnTo>
                    <a:pt x="87044" y="1101177"/>
                  </a:lnTo>
                  <a:lnTo>
                    <a:pt x="108991" y="1139828"/>
                  </a:lnTo>
                  <a:lnTo>
                    <a:pt x="133107" y="1176993"/>
                  </a:lnTo>
                  <a:lnTo>
                    <a:pt x="159304" y="1212586"/>
                  </a:lnTo>
                  <a:lnTo>
                    <a:pt x="187497" y="1246518"/>
                  </a:lnTo>
                  <a:lnTo>
                    <a:pt x="217598" y="1278702"/>
                  </a:lnTo>
                  <a:lnTo>
                    <a:pt x="249520" y="1309050"/>
                  </a:lnTo>
                  <a:lnTo>
                    <a:pt x="283176" y="1337475"/>
                  </a:lnTo>
                  <a:lnTo>
                    <a:pt x="318479" y="1363888"/>
                  </a:lnTo>
                  <a:lnTo>
                    <a:pt x="355342" y="1388202"/>
                  </a:lnTo>
                  <a:lnTo>
                    <a:pt x="393677" y="1410330"/>
                  </a:lnTo>
                  <a:lnTo>
                    <a:pt x="433399" y="1430182"/>
                  </a:lnTo>
                  <a:lnTo>
                    <a:pt x="474420" y="1447673"/>
                  </a:lnTo>
                  <a:lnTo>
                    <a:pt x="516653" y="1462713"/>
                  </a:lnTo>
                  <a:lnTo>
                    <a:pt x="560010" y="1475215"/>
                  </a:lnTo>
                  <a:lnTo>
                    <a:pt x="604406" y="1485092"/>
                  </a:lnTo>
                  <a:lnTo>
                    <a:pt x="649752" y="1492255"/>
                  </a:lnTo>
                  <a:lnTo>
                    <a:pt x="695962" y="1496618"/>
                  </a:lnTo>
                  <a:lnTo>
                    <a:pt x="742950" y="1498092"/>
                  </a:lnTo>
                  <a:lnTo>
                    <a:pt x="789937" y="1496618"/>
                  </a:lnTo>
                  <a:lnTo>
                    <a:pt x="836147" y="1492255"/>
                  </a:lnTo>
                  <a:lnTo>
                    <a:pt x="881493" y="1485092"/>
                  </a:lnTo>
                  <a:lnTo>
                    <a:pt x="925889" y="1475215"/>
                  </a:lnTo>
                  <a:lnTo>
                    <a:pt x="969246" y="1462713"/>
                  </a:lnTo>
                  <a:lnTo>
                    <a:pt x="1011479" y="1447673"/>
                  </a:lnTo>
                  <a:lnTo>
                    <a:pt x="1052500" y="1430182"/>
                  </a:lnTo>
                  <a:lnTo>
                    <a:pt x="1092222" y="1410330"/>
                  </a:lnTo>
                  <a:lnTo>
                    <a:pt x="1130557" y="1388202"/>
                  </a:lnTo>
                  <a:lnTo>
                    <a:pt x="1167420" y="1363888"/>
                  </a:lnTo>
                  <a:lnTo>
                    <a:pt x="1202723" y="1337475"/>
                  </a:lnTo>
                  <a:lnTo>
                    <a:pt x="1236379" y="1309050"/>
                  </a:lnTo>
                  <a:lnTo>
                    <a:pt x="1268301" y="1278702"/>
                  </a:lnTo>
                  <a:lnTo>
                    <a:pt x="1298402" y="1246518"/>
                  </a:lnTo>
                  <a:lnTo>
                    <a:pt x="1326595" y="1212586"/>
                  </a:lnTo>
                  <a:lnTo>
                    <a:pt x="1352792" y="1176993"/>
                  </a:lnTo>
                  <a:lnTo>
                    <a:pt x="1376908" y="1139828"/>
                  </a:lnTo>
                  <a:lnTo>
                    <a:pt x="1398855" y="1101177"/>
                  </a:lnTo>
                  <a:lnTo>
                    <a:pt x="1418545" y="1061130"/>
                  </a:lnTo>
                  <a:lnTo>
                    <a:pt x="1435893" y="1019773"/>
                  </a:lnTo>
                  <a:lnTo>
                    <a:pt x="1450810" y="977194"/>
                  </a:lnTo>
                  <a:lnTo>
                    <a:pt x="1463210" y="933481"/>
                  </a:lnTo>
                  <a:lnTo>
                    <a:pt x="1473006" y="888722"/>
                  </a:lnTo>
                  <a:lnTo>
                    <a:pt x="1480111" y="843005"/>
                  </a:lnTo>
                  <a:lnTo>
                    <a:pt x="1484438" y="796417"/>
                  </a:lnTo>
                  <a:lnTo>
                    <a:pt x="1485900" y="749046"/>
                  </a:lnTo>
                  <a:lnTo>
                    <a:pt x="1484438" y="701680"/>
                  </a:lnTo>
                  <a:lnTo>
                    <a:pt x="1480111" y="655096"/>
                  </a:lnTo>
                  <a:lnTo>
                    <a:pt x="1473006" y="609382"/>
                  </a:lnTo>
                  <a:lnTo>
                    <a:pt x="1463210" y="564627"/>
                  </a:lnTo>
                  <a:lnTo>
                    <a:pt x="1450810" y="520916"/>
                  </a:lnTo>
                  <a:lnTo>
                    <a:pt x="1435893" y="478339"/>
                  </a:lnTo>
                  <a:lnTo>
                    <a:pt x="1418545" y="436983"/>
                  </a:lnTo>
                  <a:lnTo>
                    <a:pt x="1398855" y="396936"/>
                  </a:lnTo>
                  <a:lnTo>
                    <a:pt x="1376908" y="358286"/>
                  </a:lnTo>
                  <a:lnTo>
                    <a:pt x="1352792" y="321120"/>
                  </a:lnTo>
                  <a:lnTo>
                    <a:pt x="1326595" y="285527"/>
                  </a:lnTo>
                  <a:lnTo>
                    <a:pt x="1298402" y="251593"/>
                  </a:lnTo>
                  <a:lnTo>
                    <a:pt x="1268301" y="219408"/>
                  </a:lnTo>
                  <a:lnTo>
                    <a:pt x="1236379" y="189058"/>
                  </a:lnTo>
                  <a:lnTo>
                    <a:pt x="1202723" y="160632"/>
                  </a:lnTo>
                  <a:lnTo>
                    <a:pt x="1167420" y="134217"/>
                  </a:lnTo>
                  <a:lnTo>
                    <a:pt x="1130557" y="109901"/>
                  </a:lnTo>
                  <a:lnTo>
                    <a:pt x="1092222" y="87771"/>
                  </a:lnTo>
                  <a:lnTo>
                    <a:pt x="1052500" y="67917"/>
                  </a:lnTo>
                  <a:lnTo>
                    <a:pt x="1011479" y="50425"/>
                  </a:lnTo>
                  <a:lnTo>
                    <a:pt x="969246" y="35383"/>
                  </a:lnTo>
                  <a:lnTo>
                    <a:pt x="925889" y="22879"/>
                  </a:lnTo>
                  <a:lnTo>
                    <a:pt x="881493" y="13001"/>
                  </a:lnTo>
                  <a:lnTo>
                    <a:pt x="836147" y="5836"/>
                  </a:lnTo>
                  <a:lnTo>
                    <a:pt x="789937" y="1473"/>
                  </a:lnTo>
                  <a:lnTo>
                    <a:pt x="742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44256" y="4870703"/>
              <a:ext cx="1485900" cy="1498600"/>
            </a:xfrm>
            <a:custGeom>
              <a:avLst/>
              <a:gdLst/>
              <a:ahLst/>
              <a:cxnLst/>
              <a:rect l="l" t="t" r="r" b="b"/>
              <a:pathLst>
                <a:path w="1485900" h="1498600">
                  <a:moveTo>
                    <a:pt x="0" y="749046"/>
                  </a:moveTo>
                  <a:lnTo>
                    <a:pt x="1461" y="701680"/>
                  </a:lnTo>
                  <a:lnTo>
                    <a:pt x="5788" y="655096"/>
                  </a:lnTo>
                  <a:lnTo>
                    <a:pt x="12893" y="609382"/>
                  </a:lnTo>
                  <a:lnTo>
                    <a:pt x="22689" y="564627"/>
                  </a:lnTo>
                  <a:lnTo>
                    <a:pt x="35089" y="520916"/>
                  </a:lnTo>
                  <a:lnTo>
                    <a:pt x="50006" y="478339"/>
                  </a:lnTo>
                  <a:lnTo>
                    <a:pt x="67354" y="436983"/>
                  </a:lnTo>
                  <a:lnTo>
                    <a:pt x="87044" y="396936"/>
                  </a:lnTo>
                  <a:lnTo>
                    <a:pt x="108991" y="358286"/>
                  </a:lnTo>
                  <a:lnTo>
                    <a:pt x="133107" y="321120"/>
                  </a:lnTo>
                  <a:lnTo>
                    <a:pt x="159304" y="285527"/>
                  </a:lnTo>
                  <a:lnTo>
                    <a:pt x="187497" y="251593"/>
                  </a:lnTo>
                  <a:lnTo>
                    <a:pt x="217598" y="219408"/>
                  </a:lnTo>
                  <a:lnTo>
                    <a:pt x="249520" y="189058"/>
                  </a:lnTo>
                  <a:lnTo>
                    <a:pt x="283176" y="160632"/>
                  </a:lnTo>
                  <a:lnTo>
                    <a:pt x="318479" y="134217"/>
                  </a:lnTo>
                  <a:lnTo>
                    <a:pt x="355342" y="109901"/>
                  </a:lnTo>
                  <a:lnTo>
                    <a:pt x="393677" y="87771"/>
                  </a:lnTo>
                  <a:lnTo>
                    <a:pt x="433399" y="67917"/>
                  </a:lnTo>
                  <a:lnTo>
                    <a:pt x="474420" y="50425"/>
                  </a:lnTo>
                  <a:lnTo>
                    <a:pt x="516653" y="35383"/>
                  </a:lnTo>
                  <a:lnTo>
                    <a:pt x="560010" y="22879"/>
                  </a:lnTo>
                  <a:lnTo>
                    <a:pt x="604406" y="13001"/>
                  </a:lnTo>
                  <a:lnTo>
                    <a:pt x="649752" y="5836"/>
                  </a:lnTo>
                  <a:lnTo>
                    <a:pt x="695962" y="1473"/>
                  </a:lnTo>
                  <a:lnTo>
                    <a:pt x="742950" y="0"/>
                  </a:lnTo>
                  <a:lnTo>
                    <a:pt x="789937" y="1473"/>
                  </a:lnTo>
                  <a:lnTo>
                    <a:pt x="836147" y="5836"/>
                  </a:lnTo>
                  <a:lnTo>
                    <a:pt x="881493" y="13001"/>
                  </a:lnTo>
                  <a:lnTo>
                    <a:pt x="925889" y="22879"/>
                  </a:lnTo>
                  <a:lnTo>
                    <a:pt x="969246" y="35383"/>
                  </a:lnTo>
                  <a:lnTo>
                    <a:pt x="1011479" y="50425"/>
                  </a:lnTo>
                  <a:lnTo>
                    <a:pt x="1052500" y="67917"/>
                  </a:lnTo>
                  <a:lnTo>
                    <a:pt x="1092222" y="87771"/>
                  </a:lnTo>
                  <a:lnTo>
                    <a:pt x="1130557" y="109901"/>
                  </a:lnTo>
                  <a:lnTo>
                    <a:pt x="1167420" y="134217"/>
                  </a:lnTo>
                  <a:lnTo>
                    <a:pt x="1202723" y="160632"/>
                  </a:lnTo>
                  <a:lnTo>
                    <a:pt x="1236379" y="189058"/>
                  </a:lnTo>
                  <a:lnTo>
                    <a:pt x="1268301" y="219408"/>
                  </a:lnTo>
                  <a:lnTo>
                    <a:pt x="1298402" y="251593"/>
                  </a:lnTo>
                  <a:lnTo>
                    <a:pt x="1326595" y="285527"/>
                  </a:lnTo>
                  <a:lnTo>
                    <a:pt x="1352792" y="321120"/>
                  </a:lnTo>
                  <a:lnTo>
                    <a:pt x="1376908" y="358286"/>
                  </a:lnTo>
                  <a:lnTo>
                    <a:pt x="1398855" y="396936"/>
                  </a:lnTo>
                  <a:lnTo>
                    <a:pt x="1418545" y="436983"/>
                  </a:lnTo>
                  <a:lnTo>
                    <a:pt x="1435893" y="478339"/>
                  </a:lnTo>
                  <a:lnTo>
                    <a:pt x="1450810" y="520916"/>
                  </a:lnTo>
                  <a:lnTo>
                    <a:pt x="1463210" y="564627"/>
                  </a:lnTo>
                  <a:lnTo>
                    <a:pt x="1473006" y="609382"/>
                  </a:lnTo>
                  <a:lnTo>
                    <a:pt x="1480111" y="655096"/>
                  </a:lnTo>
                  <a:lnTo>
                    <a:pt x="1484438" y="701680"/>
                  </a:lnTo>
                  <a:lnTo>
                    <a:pt x="1485900" y="749046"/>
                  </a:lnTo>
                  <a:lnTo>
                    <a:pt x="1484438" y="796417"/>
                  </a:lnTo>
                  <a:lnTo>
                    <a:pt x="1480111" y="843005"/>
                  </a:lnTo>
                  <a:lnTo>
                    <a:pt x="1473006" y="888722"/>
                  </a:lnTo>
                  <a:lnTo>
                    <a:pt x="1463210" y="933481"/>
                  </a:lnTo>
                  <a:lnTo>
                    <a:pt x="1450810" y="977194"/>
                  </a:lnTo>
                  <a:lnTo>
                    <a:pt x="1435893" y="1019773"/>
                  </a:lnTo>
                  <a:lnTo>
                    <a:pt x="1418545" y="1061130"/>
                  </a:lnTo>
                  <a:lnTo>
                    <a:pt x="1398855" y="1101177"/>
                  </a:lnTo>
                  <a:lnTo>
                    <a:pt x="1376908" y="1139828"/>
                  </a:lnTo>
                  <a:lnTo>
                    <a:pt x="1352792" y="1176993"/>
                  </a:lnTo>
                  <a:lnTo>
                    <a:pt x="1326595" y="1212586"/>
                  </a:lnTo>
                  <a:lnTo>
                    <a:pt x="1298402" y="1246518"/>
                  </a:lnTo>
                  <a:lnTo>
                    <a:pt x="1268301" y="1278702"/>
                  </a:lnTo>
                  <a:lnTo>
                    <a:pt x="1236379" y="1309050"/>
                  </a:lnTo>
                  <a:lnTo>
                    <a:pt x="1202723" y="1337475"/>
                  </a:lnTo>
                  <a:lnTo>
                    <a:pt x="1167420" y="1363888"/>
                  </a:lnTo>
                  <a:lnTo>
                    <a:pt x="1130557" y="1388202"/>
                  </a:lnTo>
                  <a:lnTo>
                    <a:pt x="1092222" y="1410330"/>
                  </a:lnTo>
                  <a:lnTo>
                    <a:pt x="1052500" y="1430182"/>
                  </a:lnTo>
                  <a:lnTo>
                    <a:pt x="1011479" y="1447673"/>
                  </a:lnTo>
                  <a:lnTo>
                    <a:pt x="969246" y="1462713"/>
                  </a:lnTo>
                  <a:lnTo>
                    <a:pt x="925889" y="1475215"/>
                  </a:lnTo>
                  <a:lnTo>
                    <a:pt x="881493" y="1485092"/>
                  </a:lnTo>
                  <a:lnTo>
                    <a:pt x="836147" y="1492255"/>
                  </a:lnTo>
                  <a:lnTo>
                    <a:pt x="789937" y="1496618"/>
                  </a:lnTo>
                  <a:lnTo>
                    <a:pt x="742950" y="1498092"/>
                  </a:lnTo>
                  <a:lnTo>
                    <a:pt x="695962" y="1496618"/>
                  </a:lnTo>
                  <a:lnTo>
                    <a:pt x="649752" y="1492255"/>
                  </a:lnTo>
                  <a:lnTo>
                    <a:pt x="604406" y="1485092"/>
                  </a:lnTo>
                  <a:lnTo>
                    <a:pt x="560010" y="1475215"/>
                  </a:lnTo>
                  <a:lnTo>
                    <a:pt x="516653" y="1462713"/>
                  </a:lnTo>
                  <a:lnTo>
                    <a:pt x="474420" y="1447673"/>
                  </a:lnTo>
                  <a:lnTo>
                    <a:pt x="433399" y="1430182"/>
                  </a:lnTo>
                  <a:lnTo>
                    <a:pt x="393677" y="1410330"/>
                  </a:lnTo>
                  <a:lnTo>
                    <a:pt x="355342" y="1388202"/>
                  </a:lnTo>
                  <a:lnTo>
                    <a:pt x="318479" y="1363888"/>
                  </a:lnTo>
                  <a:lnTo>
                    <a:pt x="283176" y="1337475"/>
                  </a:lnTo>
                  <a:lnTo>
                    <a:pt x="249520" y="1309050"/>
                  </a:lnTo>
                  <a:lnTo>
                    <a:pt x="217598" y="1278702"/>
                  </a:lnTo>
                  <a:lnTo>
                    <a:pt x="187497" y="1246518"/>
                  </a:lnTo>
                  <a:lnTo>
                    <a:pt x="159304" y="1212586"/>
                  </a:lnTo>
                  <a:lnTo>
                    <a:pt x="133107" y="1176993"/>
                  </a:lnTo>
                  <a:lnTo>
                    <a:pt x="108991" y="1139828"/>
                  </a:lnTo>
                  <a:lnTo>
                    <a:pt x="87044" y="1101177"/>
                  </a:lnTo>
                  <a:lnTo>
                    <a:pt x="67354" y="1061130"/>
                  </a:lnTo>
                  <a:lnTo>
                    <a:pt x="50006" y="1019773"/>
                  </a:lnTo>
                  <a:lnTo>
                    <a:pt x="35089" y="977194"/>
                  </a:lnTo>
                  <a:lnTo>
                    <a:pt x="22689" y="933481"/>
                  </a:lnTo>
                  <a:lnTo>
                    <a:pt x="12893" y="888722"/>
                  </a:lnTo>
                  <a:lnTo>
                    <a:pt x="5788" y="843005"/>
                  </a:lnTo>
                  <a:lnTo>
                    <a:pt x="1461" y="796417"/>
                  </a:lnTo>
                  <a:lnTo>
                    <a:pt x="0" y="74904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619870" y="5465165"/>
            <a:ext cx="53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Open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109556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What</a:t>
            </a:r>
            <a:r>
              <a:rPr spc="-170" dirty="0"/>
              <a:t> </a:t>
            </a:r>
            <a:r>
              <a:rPr dirty="0"/>
              <a:t>are</a:t>
            </a:r>
            <a:r>
              <a:rPr spc="-165" dirty="0"/>
              <a:t> </a:t>
            </a:r>
            <a:r>
              <a:rPr dirty="0"/>
              <a:t>the</a:t>
            </a:r>
            <a:r>
              <a:rPr spc="-185" dirty="0"/>
              <a:t> </a:t>
            </a:r>
            <a:r>
              <a:rPr dirty="0"/>
              <a:t>possible</a:t>
            </a:r>
            <a:r>
              <a:rPr spc="-175" dirty="0"/>
              <a:t> </a:t>
            </a:r>
            <a:r>
              <a:rPr spc="-10" dirty="0"/>
              <a:t>transitions</a:t>
            </a:r>
            <a:r>
              <a:rPr spc="-170" dirty="0"/>
              <a:t> </a:t>
            </a:r>
            <a:r>
              <a:rPr dirty="0"/>
              <a:t>for</a:t>
            </a:r>
            <a:r>
              <a:rPr spc="-165" dirty="0"/>
              <a:t> </a:t>
            </a:r>
            <a:r>
              <a:rPr dirty="0"/>
              <a:t>the</a:t>
            </a:r>
            <a:r>
              <a:rPr spc="-200" dirty="0"/>
              <a:t> </a:t>
            </a:r>
            <a:r>
              <a:rPr spc="-10" dirty="0"/>
              <a:t>door?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81902" y="3881373"/>
            <a:ext cx="1498600" cy="1512570"/>
            <a:chOff x="6581902" y="3881373"/>
            <a:chExt cx="1498600" cy="1512570"/>
          </a:xfrm>
        </p:grpSpPr>
        <p:sp>
          <p:nvSpPr>
            <p:cNvPr id="4" name="object 4"/>
            <p:cNvSpPr/>
            <p:nvPr/>
          </p:nvSpPr>
          <p:spPr>
            <a:xfrm>
              <a:off x="6588252" y="3887723"/>
              <a:ext cx="1485900" cy="1499870"/>
            </a:xfrm>
            <a:custGeom>
              <a:avLst/>
              <a:gdLst/>
              <a:ahLst/>
              <a:cxnLst/>
              <a:rect l="l" t="t" r="r" b="b"/>
              <a:pathLst>
                <a:path w="1485900" h="1499870">
                  <a:moveTo>
                    <a:pt x="742950" y="0"/>
                  </a:moveTo>
                  <a:lnTo>
                    <a:pt x="695962" y="1474"/>
                  </a:lnTo>
                  <a:lnTo>
                    <a:pt x="649752" y="5841"/>
                  </a:lnTo>
                  <a:lnTo>
                    <a:pt x="604406" y="13011"/>
                  </a:lnTo>
                  <a:lnTo>
                    <a:pt x="560010" y="22897"/>
                  </a:lnTo>
                  <a:lnTo>
                    <a:pt x="516653" y="35411"/>
                  </a:lnTo>
                  <a:lnTo>
                    <a:pt x="474420" y="50465"/>
                  </a:lnTo>
                  <a:lnTo>
                    <a:pt x="433399" y="67972"/>
                  </a:lnTo>
                  <a:lnTo>
                    <a:pt x="393677" y="87843"/>
                  </a:lnTo>
                  <a:lnTo>
                    <a:pt x="355342" y="109992"/>
                  </a:lnTo>
                  <a:lnTo>
                    <a:pt x="318479" y="134329"/>
                  </a:lnTo>
                  <a:lnTo>
                    <a:pt x="283176" y="160768"/>
                  </a:lnTo>
                  <a:lnTo>
                    <a:pt x="249520" y="189220"/>
                  </a:lnTo>
                  <a:lnTo>
                    <a:pt x="217598" y="219598"/>
                  </a:lnTo>
                  <a:lnTo>
                    <a:pt x="187497" y="251814"/>
                  </a:lnTo>
                  <a:lnTo>
                    <a:pt x="159304" y="285780"/>
                  </a:lnTo>
                  <a:lnTo>
                    <a:pt x="133107" y="321409"/>
                  </a:lnTo>
                  <a:lnTo>
                    <a:pt x="108991" y="358612"/>
                  </a:lnTo>
                  <a:lnTo>
                    <a:pt x="87044" y="397302"/>
                  </a:lnTo>
                  <a:lnTo>
                    <a:pt x="67354" y="437390"/>
                  </a:lnTo>
                  <a:lnTo>
                    <a:pt x="50006" y="478790"/>
                  </a:lnTo>
                  <a:lnTo>
                    <a:pt x="35089" y="521413"/>
                  </a:lnTo>
                  <a:lnTo>
                    <a:pt x="22689" y="565172"/>
                  </a:lnTo>
                  <a:lnTo>
                    <a:pt x="12893" y="609979"/>
                  </a:lnTo>
                  <a:lnTo>
                    <a:pt x="5788" y="655745"/>
                  </a:lnTo>
                  <a:lnTo>
                    <a:pt x="1461" y="702384"/>
                  </a:lnTo>
                  <a:lnTo>
                    <a:pt x="0" y="749807"/>
                  </a:lnTo>
                  <a:lnTo>
                    <a:pt x="1461" y="797231"/>
                  </a:lnTo>
                  <a:lnTo>
                    <a:pt x="5788" y="843870"/>
                  </a:lnTo>
                  <a:lnTo>
                    <a:pt x="12893" y="889636"/>
                  </a:lnTo>
                  <a:lnTo>
                    <a:pt x="22689" y="934443"/>
                  </a:lnTo>
                  <a:lnTo>
                    <a:pt x="35089" y="978202"/>
                  </a:lnTo>
                  <a:lnTo>
                    <a:pt x="50006" y="1020825"/>
                  </a:lnTo>
                  <a:lnTo>
                    <a:pt x="67354" y="1062225"/>
                  </a:lnTo>
                  <a:lnTo>
                    <a:pt x="87044" y="1102313"/>
                  </a:lnTo>
                  <a:lnTo>
                    <a:pt x="108991" y="1141003"/>
                  </a:lnTo>
                  <a:lnTo>
                    <a:pt x="133107" y="1178206"/>
                  </a:lnTo>
                  <a:lnTo>
                    <a:pt x="159304" y="1213835"/>
                  </a:lnTo>
                  <a:lnTo>
                    <a:pt x="187497" y="1247801"/>
                  </a:lnTo>
                  <a:lnTo>
                    <a:pt x="217598" y="1280017"/>
                  </a:lnTo>
                  <a:lnTo>
                    <a:pt x="249520" y="1310395"/>
                  </a:lnTo>
                  <a:lnTo>
                    <a:pt x="283176" y="1338847"/>
                  </a:lnTo>
                  <a:lnTo>
                    <a:pt x="318479" y="1365286"/>
                  </a:lnTo>
                  <a:lnTo>
                    <a:pt x="355342" y="1389623"/>
                  </a:lnTo>
                  <a:lnTo>
                    <a:pt x="393677" y="1411772"/>
                  </a:lnTo>
                  <a:lnTo>
                    <a:pt x="433399" y="1431643"/>
                  </a:lnTo>
                  <a:lnTo>
                    <a:pt x="474420" y="1449150"/>
                  </a:lnTo>
                  <a:lnTo>
                    <a:pt x="516653" y="1464204"/>
                  </a:lnTo>
                  <a:lnTo>
                    <a:pt x="560010" y="1476718"/>
                  </a:lnTo>
                  <a:lnTo>
                    <a:pt x="604406" y="1486604"/>
                  </a:lnTo>
                  <a:lnTo>
                    <a:pt x="649752" y="1493774"/>
                  </a:lnTo>
                  <a:lnTo>
                    <a:pt x="695962" y="1498141"/>
                  </a:lnTo>
                  <a:lnTo>
                    <a:pt x="742950" y="1499616"/>
                  </a:lnTo>
                  <a:lnTo>
                    <a:pt x="789937" y="1498141"/>
                  </a:lnTo>
                  <a:lnTo>
                    <a:pt x="836147" y="1493774"/>
                  </a:lnTo>
                  <a:lnTo>
                    <a:pt x="881493" y="1486604"/>
                  </a:lnTo>
                  <a:lnTo>
                    <a:pt x="925889" y="1476718"/>
                  </a:lnTo>
                  <a:lnTo>
                    <a:pt x="969246" y="1464204"/>
                  </a:lnTo>
                  <a:lnTo>
                    <a:pt x="1011479" y="1449150"/>
                  </a:lnTo>
                  <a:lnTo>
                    <a:pt x="1052500" y="1431643"/>
                  </a:lnTo>
                  <a:lnTo>
                    <a:pt x="1092222" y="1411772"/>
                  </a:lnTo>
                  <a:lnTo>
                    <a:pt x="1130557" y="1389623"/>
                  </a:lnTo>
                  <a:lnTo>
                    <a:pt x="1167420" y="1365286"/>
                  </a:lnTo>
                  <a:lnTo>
                    <a:pt x="1202723" y="1338847"/>
                  </a:lnTo>
                  <a:lnTo>
                    <a:pt x="1236379" y="1310395"/>
                  </a:lnTo>
                  <a:lnTo>
                    <a:pt x="1268301" y="1280017"/>
                  </a:lnTo>
                  <a:lnTo>
                    <a:pt x="1298402" y="1247801"/>
                  </a:lnTo>
                  <a:lnTo>
                    <a:pt x="1326595" y="1213835"/>
                  </a:lnTo>
                  <a:lnTo>
                    <a:pt x="1352792" y="1178206"/>
                  </a:lnTo>
                  <a:lnTo>
                    <a:pt x="1376908" y="1141003"/>
                  </a:lnTo>
                  <a:lnTo>
                    <a:pt x="1398855" y="1102313"/>
                  </a:lnTo>
                  <a:lnTo>
                    <a:pt x="1418545" y="1062225"/>
                  </a:lnTo>
                  <a:lnTo>
                    <a:pt x="1435893" y="1020825"/>
                  </a:lnTo>
                  <a:lnTo>
                    <a:pt x="1450810" y="978202"/>
                  </a:lnTo>
                  <a:lnTo>
                    <a:pt x="1463210" y="934443"/>
                  </a:lnTo>
                  <a:lnTo>
                    <a:pt x="1473006" y="889636"/>
                  </a:lnTo>
                  <a:lnTo>
                    <a:pt x="1480111" y="843870"/>
                  </a:lnTo>
                  <a:lnTo>
                    <a:pt x="1484438" y="797231"/>
                  </a:lnTo>
                  <a:lnTo>
                    <a:pt x="1485900" y="749807"/>
                  </a:lnTo>
                  <a:lnTo>
                    <a:pt x="1484438" y="702384"/>
                  </a:lnTo>
                  <a:lnTo>
                    <a:pt x="1480111" y="655745"/>
                  </a:lnTo>
                  <a:lnTo>
                    <a:pt x="1473006" y="609979"/>
                  </a:lnTo>
                  <a:lnTo>
                    <a:pt x="1463210" y="565172"/>
                  </a:lnTo>
                  <a:lnTo>
                    <a:pt x="1450810" y="521413"/>
                  </a:lnTo>
                  <a:lnTo>
                    <a:pt x="1435893" y="478790"/>
                  </a:lnTo>
                  <a:lnTo>
                    <a:pt x="1418545" y="437390"/>
                  </a:lnTo>
                  <a:lnTo>
                    <a:pt x="1398855" y="397302"/>
                  </a:lnTo>
                  <a:lnTo>
                    <a:pt x="1376908" y="358612"/>
                  </a:lnTo>
                  <a:lnTo>
                    <a:pt x="1352792" y="321409"/>
                  </a:lnTo>
                  <a:lnTo>
                    <a:pt x="1326595" y="285780"/>
                  </a:lnTo>
                  <a:lnTo>
                    <a:pt x="1298402" y="251814"/>
                  </a:lnTo>
                  <a:lnTo>
                    <a:pt x="1268301" y="219598"/>
                  </a:lnTo>
                  <a:lnTo>
                    <a:pt x="1236379" y="189220"/>
                  </a:lnTo>
                  <a:lnTo>
                    <a:pt x="1202723" y="160768"/>
                  </a:lnTo>
                  <a:lnTo>
                    <a:pt x="1167420" y="134329"/>
                  </a:lnTo>
                  <a:lnTo>
                    <a:pt x="1130557" y="109992"/>
                  </a:lnTo>
                  <a:lnTo>
                    <a:pt x="1092222" y="87843"/>
                  </a:lnTo>
                  <a:lnTo>
                    <a:pt x="1052500" y="67972"/>
                  </a:lnTo>
                  <a:lnTo>
                    <a:pt x="1011479" y="50465"/>
                  </a:lnTo>
                  <a:lnTo>
                    <a:pt x="969246" y="35411"/>
                  </a:lnTo>
                  <a:lnTo>
                    <a:pt x="925889" y="22897"/>
                  </a:lnTo>
                  <a:lnTo>
                    <a:pt x="881493" y="13011"/>
                  </a:lnTo>
                  <a:lnTo>
                    <a:pt x="836147" y="5841"/>
                  </a:lnTo>
                  <a:lnTo>
                    <a:pt x="789937" y="1474"/>
                  </a:lnTo>
                  <a:lnTo>
                    <a:pt x="742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88252" y="3887723"/>
              <a:ext cx="1485900" cy="1499870"/>
            </a:xfrm>
            <a:custGeom>
              <a:avLst/>
              <a:gdLst/>
              <a:ahLst/>
              <a:cxnLst/>
              <a:rect l="l" t="t" r="r" b="b"/>
              <a:pathLst>
                <a:path w="1485900" h="1499870">
                  <a:moveTo>
                    <a:pt x="0" y="749807"/>
                  </a:moveTo>
                  <a:lnTo>
                    <a:pt x="1461" y="702384"/>
                  </a:lnTo>
                  <a:lnTo>
                    <a:pt x="5788" y="655745"/>
                  </a:lnTo>
                  <a:lnTo>
                    <a:pt x="12893" y="609979"/>
                  </a:lnTo>
                  <a:lnTo>
                    <a:pt x="22689" y="565172"/>
                  </a:lnTo>
                  <a:lnTo>
                    <a:pt x="35089" y="521413"/>
                  </a:lnTo>
                  <a:lnTo>
                    <a:pt x="50006" y="478790"/>
                  </a:lnTo>
                  <a:lnTo>
                    <a:pt x="67354" y="437390"/>
                  </a:lnTo>
                  <a:lnTo>
                    <a:pt x="87044" y="397302"/>
                  </a:lnTo>
                  <a:lnTo>
                    <a:pt x="108991" y="358612"/>
                  </a:lnTo>
                  <a:lnTo>
                    <a:pt x="133107" y="321409"/>
                  </a:lnTo>
                  <a:lnTo>
                    <a:pt x="159304" y="285780"/>
                  </a:lnTo>
                  <a:lnTo>
                    <a:pt x="187497" y="251814"/>
                  </a:lnTo>
                  <a:lnTo>
                    <a:pt x="217598" y="219598"/>
                  </a:lnTo>
                  <a:lnTo>
                    <a:pt x="249520" y="189220"/>
                  </a:lnTo>
                  <a:lnTo>
                    <a:pt x="283176" y="160768"/>
                  </a:lnTo>
                  <a:lnTo>
                    <a:pt x="318479" y="134329"/>
                  </a:lnTo>
                  <a:lnTo>
                    <a:pt x="355342" y="109992"/>
                  </a:lnTo>
                  <a:lnTo>
                    <a:pt x="393677" y="87843"/>
                  </a:lnTo>
                  <a:lnTo>
                    <a:pt x="433399" y="67972"/>
                  </a:lnTo>
                  <a:lnTo>
                    <a:pt x="474420" y="50465"/>
                  </a:lnTo>
                  <a:lnTo>
                    <a:pt x="516653" y="35411"/>
                  </a:lnTo>
                  <a:lnTo>
                    <a:pt x="560010" y="22897"/>
                  </a:lnTo>
                  <a:lnTo>
                    <a:pt x="604406" y="13011"/>
                  </a:lnTo>
                  <a:lnTo>
                    <a:pt x="649752" y="5841"/>
                  </a:lnTo>
                  <a:lnTo>
                    <a:pt x="695962" y="1474"/>
                  </a:lnTo>
                  <a:lnTo>
                    <a:pt x="742950" y="0"/>
                  </a:lnTo>
                  <a:lnTo>
                    <a:pt x="789937" y="1474"/>
                  </a:lnTo>
                  <a:lnTo>
                    <a:pt x="836147" y="5841"/>
                  </a:lnTo>
                  <a:lnTo>
                    <a:pt x="881493" y="13011"/>
                  </a:lnTo>
                  <a:lnTo>
                    <a:pt x="925889" y="22897"/>
                  </a:lnTo>
                  <a:lnTo>
                    <a:pt x="969246" y="35411"/>
                  </a:lnTo>
                  <a:lnTo>
                    <a:pt x="1011479" y="50465"/>
                  </a:lnTo>
                  <a:lnTo>
                    <a:pt x="1052500" y="67972"/>
                  </a:lnTo>
                  <a:lnTo>
                    <a:pt x="1092222" y="87843"/>
                  </a:lnTo>
                  <a:lnTo>
                    <a:pt x="1130557" y="109992"/>
                  </a:lnTo>
                  <a:lnTo>
                    <a:pt x="1167420" y="134329"/>
                  </a:lnTo>
                  <a:lnTo>
                    <a:pt x="1202723" y="160768"/>
                  </a:lnTo>
                  <a:lnTo>
                    <a:pt x="1236379" y="189220"/>
                  </a:lnTo>
                  <a:lnTo>
                    <a:pt x="1268301" y="219598"/>
                  </a:lnTo>
                  <a:lnTo>
                    <a:pt x="1298402" y="251814"/>
                  </a:lnTo>
                  <a:lnTo>
                    <a:pt x="1326595" y="285780"/>
                  </a:lnTo>
                  <a:lnTo>
                    <a:pt x="1352792" y="321409"/>
                  </a:lnTo>
                  <a:lnTo>
                    <a:pt x="1376908" y="358612"/>
                  </a:lnTo>
                  <a:lnTo>
                    <a:pt x="1398855" y="397302"/>
                  </a:lnTo>
                  <a:lnTo>
                    <a:pt x="1418545" y="437390"/>
                  </a:lnTo>
                  <a:lnTo>
                    <a:pt x="1435893" y="478790"/>
                  </a:lnTo>
                  <a:lnTo>
                    <a:pt x="1450810" y="521413"/>
                  </a:lnTo>
                  <a:lnTo>
                    <a:pt x="1463210" y="565172"/>
                  </a:lnTo>
                  <a:lnTo>
                    <a:pt x="1473006" y="609979"/>
                  </a:lnTo>
                  <a:lnTo>
                    <a:pt x="1480111" y="655745"/>
                  </a:lnTo>
                  <a:lnTo>
                    <a:pt x="1484438" y="702384"/>
                  </a:lnTo>
                  <a:lnTo>
                    <a:pt x="1485900" y="749807"/>
                  </a:lnTo>
                  <a:lnTo>
                    <a:pt x="1484438" y="797231"/>
                  </a:lnTo>
                  <a:lnTo>
                    <a:pt x="1480111" y="843870"/>
                  </a:lnTo>
                  <a:lnTo>
                    <a:pt x="1473006" y="889636"/>
                  </a:lnTo>
                  <a:lnTo>
                    <a:pt x="1463210" y="934443"/>
                  </a:lnTo>
                  <a:lnTo>
                    <a:pt x="1450810" y="978202"/>
                  </a:lnTo>
                  <a:lnTo>
                    <a:pt x="1435893" y="1020825"/>
                  </a:lnTo>
                  <a:lnTo>
                    <a:pt x="1418545" y="1062225"/>
                  </a:lnTo>
                  <a:lnTo>
                    <a:pt x="1398855" y="1102313"/>
                  </a:lnTo>
                  <a:lnTo>
                    <a:pt x="1376908" y="1141003"/>
                  </a:lnTo>
                  <a:lnTo>
                    <a:pt x="1352792" y="1178206"/>
                  </a:lnTo>
                  <a:lnTo>
                    <a:pt x="1326595" y="1213835"/>
                  </a:lnTo>
                  <a:lnTo>
                    <a:pt x="1298402" y="1247801"/>
                  </a:lnTo>
                  <a:lnTo>
                    <a:pt x="1268301" y="1280017"/>
                  </a:lnTo>
                  <a:lnTo>
                    <a:pt x="1236379" y="1310395"/>
                  </a:lnTo>
                  <a:lnTo>
                    <a:pt x="1202723" y="1338847"/>
                  </a:lnTo>
                  <a:lnTo>
                    <a:pt x="1167420" y="1365286"/>
                  </a:lnTo>
                  <a:lnTo>
                    <a:pt x="1130557" y="1389623"/>
                  </a:lnTo>
                  <a:lnTo>
                    <a:pt x="1092222" y="1411772"/>
                  </a:lnTo>
                  <a:lnTo>
                    <a:pt x="1052500" y="1431643"/>
                  </a:lnTo>
                  <a:lnTo>
                    <a:pt x="1011479" y="1449150"/>
                  </a:lnTo>
                  <a:lnTo>
                    <a:pt x="969246" y="1464204"/>
                  </a:lnTo>
                  <a:lnTo>
                    <a:pt x="925889" y="1476718"/>
                  </a:lnTo>
                  <a:lnTo>
                    <a:pt x="881493" y="1486604"/>
                  </a:lnTo>
                  <a:lnTo>
                    <a:pt x="836147" y="1493774"/>
                  </a:lnTo>
                  <a:lnTo>
                    <a:pt x="789937" y="1498141"/>
                  </a:lnTo>
                  <a:lnTo>
                    <a:pt x="742950" y="1499616"/>
                  </a:lnTo>
                  <a:lnTo>
                    <a:pt x="695962" y="1498141"/>
                  </a:lnTo>
                  <a:lnTo>
                    <a:pt x="649752" y="1493774"/>
                  </a:lnTo>
                  <a:lnTo>
                    <a:pt x="604406" y="1486604"/>
                  </a:lnTo>
                  <a:lnTo>
                    <a:pt x="560010" y="1476718"/>
                  </a:lnTo>
                  <a:lnTo>
                    <a:pt x="516653" y="1464204"/>
                  </a:lnTo>
                  <a:lnTo>
                    <a:pt x="474420" y="1449150"/>
                  </a:lnTo>
                  <a:lnTo>
                    <a:pt x="433399" y="1431643"/>
                  </a:lnTo>
                  <a:lnTo>
                    <a:pt x="393677" y="1411772"/>
                  </a:lnTo>
                  <a:lnTo>
                    <a:pt x="355342" y="1389623"/>
                  </a:lnTo>
                  <a:lnTo>
                    <a:pt x="318479" y="1365286"/>
                  </a:lnTo>
                  <a:lnTo>
                    <a:pt x="283176" y="1338847"/>
                  </a:lnTo>
                  <a:lnTo>
                    <a:pt x="249520" y="1310395"/>
                  </a:lnTo>
                  <a:lnTo>
                    <a:pt x="217598" y="1280017"/>
                  </a:lnTo>
                  <a:lnTo>
                    <a:pt x="187497" y="1247801"/>
                  </a:lnTo>
                  <a:lnTo>
                    <a:pt x="159304" y="1213835"/>
                  </a:lnTo>
                  <a:lnTo>
                    <a:pt x="133107" y="1178206"/>
                  </a:lnTo>
                  <a:lnTo>
                    <a:pt x="108991" y="1141003"/>
                  </a:lnTo>
                  <a:lnTo>
                    <a:pt x="87044" y="1102313"/>
                  </a:lnTo>
                  <a:lnTo>
                    <a:pt x="67354" y="1062225"/>
                  </a:lnTo>
                  <a:lnTo>
                    <a:pt x="50006" y="1020825"/>
                  </a:lnTo>
                  <a:lnTo>
                    <a:pt x="35089" y="978202"/>
                  </a:lnTo>
                  <a:lnTo>
                    <a:pt x="22689" y="934443"/>
                  </a:lnTo>
                  <a:lnTo>
                    <a:pt x="12893" y="889636"/>
                  </a:lnTo>
                  <a:lnTo>
                    <a:pt x="5788" y="843870"/>
                  </a:lnTo>
                  <a:lnTo>
                    <a:pt x="1461" y="797231"/>
                  </a:lnTo>
                  <a:lnTo>
                    <a:pt x="0" y="74980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92873" y="4482160"/>
            <a:ext cx="678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Franklin Gothic Medium"/>
                <a:cs typeface="Franklin Gothic Medium"/>
              </a:rPr>
              <a:t>Closed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407397" y="3881373"/>
            <a:ext cx="1498600" cy="1512570"/>
            <a:chOff x="9407397" y="3881373"/>
            <a:chExt cx="1498600" cy="1512570"/>
          </a:xfrm>
        </p:grpSpPr>
        <p:sp>
          <p:nvSpPr>
            <p:cNvPr id="8" name="object 8"/>
            <p:cNvSpPr/>
            <p:nvPr/>
          </p:nvSpPr>
          <p:spPr>
            <a:xfrm>
              <a:off x="9413747" y="3887723"/>
              <a:ext cx="1485900" cy="1499870"/>
            </a:xfrm>
            <a:custGeom>
              <a:avLst/>
              <a:gdLst/>
              <a:ahLst/>
              <a:cxnLst/>
              <a:rect l="l" t="t" r="r" b="b"/>
              <a:pathLst>
                <a:path w="1485900" h="1499870">
                  <a:moveTo>
                    <a:pt x="742950" y="0"/>
                  </a:moveTo>
                  <a:lnTo>
                    <a:pt x="695962" y="1474"/>
                  </a:lnTo>
                  <a:lnTo>
                    <a:pt x="649752" y="5841"/>
                  </a:lnTo>
                  <a:lnTo>
                    <a:pt x="604406" y="13011"/>
                  </a:lnTo>
                  <a:lnTo>
                    <a:pt x="560010" y="22897"/>
                  </a:lnTo>
                  <a:lnTo>
                    <a:pt x="516653" y="35411"/>
                  </a:lnTo>
                  <a:lnTo>
                    <a:pt x="474420" y="50465"/>
                  </a:lnTo>
                  <a:lnTo>
                    <a:pt x="433399" y="67972"/>
                  </a:lnTo>
                  <a:lnTo>
                    <a:pt x="393677" y="87843"/>
                  </a:lnTo>
                  <a:lnTo>
                    <a:pt x="355342" y="109992"/>
                  </a:lnTo>
                  <a:lnTo>
                    <a:pt x="318479" y="134329"/>
                  </a:lnTo>
                  <a:lnTo>
                    <a:pt x="283176" y="160768"/>
                  </a:lnTo>
                  <a:lnTo>
                    <a:pt x="249520" y="189220"/>
                  </a:lnTo>
                  <a:lnTo>
                    <a:pt x="217598" y="219598"/>
                  </a:lnTo>
                  <a:lnTo>
                    <a:pt x="187497" y="251814"/>
                  </a:lnTo>
                  <a:lnTo>
                    <a:pt x="159304" y="285780"/>
                  </a:lnTo>
                  <a:lnTo>
                    <a:pt x="133107" y="321409"/>
                  </a:lnTo>
                  <a:lnTo>
                    <a:pt x="108991" y="358612"/>
                  </a:lnTo>
                  <a:lnTo>
                    <a:pt x="87044" y="397302"/>
                  </a:lnTo>
                  <a:lnTo>
                    <a:pt x="67354" y="437390"/>
                  </a:lnTo>
                  <a:lnTo>
                    <a:pt x="50006" y="478790"/>
                  </a:lnTo>
                  <a:lnTo>
                    <a:pt x="35089" y="521413"/>
                  </a:lnTo>
                  <a:lnTo>
                    <a:pt x="22689" y="565172"/>
                  </a:lnTo>
                  <a:lnTo>
                    <a:pt x="12893" y="609979"/>
                  </a:lnTo>
                  <a:lnTo>
                    <a:pt x="5788" y="655745"/>
                  </a:lnTo>
                  <a:lnTo>
                    <a:pt x="1461" y="702384"/>
                  </a:lnTo>
                  <a:lnTo>
                    <a:pt x="0" y="749807"/>
                  </a:lnTo>
                  <a:lnTo>
                    <a:pt x="1461" y="797231"/>
                  </a:lnTo>
                  <a:lnTo>
                    <a:pt x="5788" y="843870"/>
                  </a:lnTo>
                  <a:lnTo>
                    <a:pt x="12893" y="889636"/>
                  </a:lnTo>
                  <a:lnTo>
                    <a:pt x="22689" y="934443"/>
                  </a:lnTo>
                  <a:lnTo>
                    <a:pt x="35089" y="978202"/>
                  </a:lnTo>
                  <a:lnTo>
                    <a:pt x="50006" y="1020825"/>
                  </a:lnTo>
                  <a:lnTo>
                    <a:pt x="67354" y="1062225"/>
                  </a:lnTo>
                  <a:lnTo>
                    <a:pt x="87044" y="1102313"/>
                  </a:lnTo>
                  <a:lnTo>
                    <a:pt x="108991" y="1141003"/>
                  </a:lnTo>
                  <a:lnTo>
                    <a:pt x="133107" y="1178206"/>
                  </a:lnTo>
                  <a:lnTo>
                    <a:pt x="159304" y="1213835"/>
                  </a:lnTo>
                  <a:lnTo>
                    <a:pt x="187497" y="1247801"/>
                  </a:lnTo>
                  <a:lnTo>
                    <a:pt x="217598" y="1280017"/>
                  </a:lnTo>
                  <a:lnTo>
                    <a:pt x="249520" y="1310395"/>
                  </a:lnTo>
                  <a:lnTo>
                    <a:pt x="283176" y="1338847"/>
                  </a:lnTo>
                  <a:lnTo>
                    <a:pt x="318479" y="1365286"/>
                  </a:lnTo>
                  <a:lnTo>
                    <a:pt x="355342" y="1389623"/>
                  </a:lnTo>
                  <a:lnTo>
                    <a:pt x="393677" y="1411772"/>
                  </a:lnTo>
                  <a:lnTo>
                    <a:pt x="433399" y="1431643"/>
                  </a:lnTo>
                  <a:lnTo>
                    <a:pt x="474420" y="1449150"/>
                  </a:lnTo>
                  <a:lnTo>
                    <a:pt x="516653" y="1464204"/>
                  </a:lnTo>
                  <a:lnTo>
                    <a:pt x="560010" y="1476718"/>
                  </a:lnTo>
                  <a:lnTo>
                    <a:pt x="604406" y="1486604"/>
                  </a:lnTo>
                  <a:lnTo>
                    <a:pt x="649752" y="1493774"/>
                  </a:lnTo>
                  <a:lnTo>
                    <a:pt x="695962" y="1498141"/>
                  </a:lnTo>
                  <a:lnTo>
                    <a:pt x="742950" y="1499616"/>
                  </a:lnTo>
                  <a:lnTo>
                    <a:pt x="789937" y="1498141"/>
                  </a:lnTo>
                  <a:lnTo>
                    <a:pt x="836147" y="1493774"/>
                  </a:lnTo>
                  <a:lnTo>
                    <a:pt x="881493" y="1486604"/>
                  </a:lnTo>
                  <a:lnTo>
                    <a:pt x="925889" y="1476718"/>
                  </a:lnTo>
                  <a:lnTo>
                    <a:pt x="969246" y="1464204"/>
                  </a:lnTo>
                  <a:lnTo>
                    <a:pt x="1011479" y="1449150"/>
                  </a:lnTo>
                  <a:lnTo>
                    <a:pt x="1052500" y="1431643"/>
                  </a:lnTo>
                  <a:lnTo>
                    <a:pt x="1092222" y="1411772"/>
                  </a:lnTo>
                  <a:lnTo>
                    <a:pt x="1130557" y="1389623"/>
                  </a:lnTo>
                  <a:lnTo>
                    <a:pt x="1167420" y="1365286"/>
                  </a:lnTo>
                  <a:lnTo>
                    <a:pt x="1202723" y="1338847"/>
                  </a:lnTo>
                  <a:lnTo>
                    <a:pt x="1236379" y="1310395"/>
                  </a:lnTo>
                  <a:lnTo>
                    <a:pt x="1268301" y="1280017"/>
                  </a:lnTo>
                  <a:lnTo>
                    <a:pt x="1298402" y="1247801"/>
                  </a:lnTo>
                  <a:lnTo>
                    <a:pt x="1326595" y="1213835"/>
                  </a:lnTo>
                  <a:lnTo>
                    <a:pt x="1352792" y="1178206"/>
                  </a:lnTo>
                  <a:lnTo>
                    <a:pt x="1376908" y="1141003"/>
                  </a:lnTo>
                  <a:lnTo>
                    <a:pt x="1398855" y="1102313"/>
                  </a:lnTo>
                  <a:lnTo>
                    <a:pt x="1418545" y="1062225"/>
                  </a:lnTo>
                  <a:lnTo>
                    <a:pt x="1435893" y="1020825"/>
                  </a:lnTo>
                  <a:lnTo>
                    <a:pt x="1450810" y="978202"/>
                  </a:lnTo>
                  <a:lnTo>
                    <a:pt x="1463210" y="934443"/>
                  </a:lnTo>
                  <a:lnTo>
                    <a:pt x="1473006" y="889636"/>
                  </a:lnTo>
                  <a:lnTo>
                    <a:pt x="1480111" y="843870"/>
                  </a:lnTo>
                  <a:lnTo>
                    <a:pt x="1484438" y="797231"/>
                  </a:lnTo>
                  <a:lnTo>
                    <a:pt x="1485900" y="749807"/>
                  </a:lnTo>
                  <a:lnTo>
                    <a:pt x="1484438" y="702384"/>
                  </a:lnTo>
                  <a:lnTo>
                    <a:pt x="1480111" y="655745"/>
                  </a:lnTo>
                  <a:lnTo>
                    <a:pt x="1473006" y="609979"/>
                  </a:lnTo>
                  <a:lnTo>
                    <a:pt x="1463210" y="565172"/>
                  </a:lnTo>
                  <a:lnTo>
                    <a:pt x="1450810" y="521413"/>
                  </a:lnTo>
                  <a:lnTo>
                    <a:pt x="1435893" y="478790"/>
                  </a:lnTo>
                  <a:lnTo>
                    <a:pt x="1418545" y="437390"/>
                  </a:lnTo>
                  <a:lnTo>
                    <a:pt x="1398855" y="397302"/>
                  </a:lnTo>
                  <a:lnTo>
                    <a:pt x="1376908" y="358612"/>
                  </a:lnTo>
                  <a:lnTo>
                    <a:pt x="1352792" y="321409"/>
                  </a:lnTo>
                  <a:lnTo>
                    <a:pt x="1326595" y="285780"/>
                  </a:lnTo>
                  <a:lnTo>
                    <a:pt x="1298402" y="251814"/>
                  </a:lnTo>
                  <a:lnTo>
                    <a:pt x="1268301" y="219598"/>
                  </a:lnTo>
                  <a:lnTo>
                    <a:pt x="1236379" y="189220"/>
                  </a:lnTo>
                  <a:lnTo>
                    <a:pt x="1202723" y="160768"/>
                  </a:lnTo>
                  <a:lnTo>
                    <a:pt x="1167420" y="134329"/>
                  </a:lnTo>
                  <a:lnTo>
                    <a:pt x="1130557" y="109992"/>
                  </a:lnTo>
                  <a:lnTo>
                    <a:pt x="1092222" y="87843"/>
                  </a:lnTo>
                  <a:lnTo>
                    <a:pt x="1052500" y="67972"/>
                  </a:lnTo>
                  <a:lnTo>
                    <a:pt x="1011479" y="50465"/>
                  </a:lnTo>
                  <a:lnTo>
                    <a:pt x="969246" y="35411"/>
                  </a:lnTo>
                  <a:lnTo>
                    <a:pt x="925889" y="22897"/>
                  </a:lnTo>
                  <a:lnTo>
                    <a:pt x="881493" y="13011"/>
                  </a:lnTo>
                  <a:lnTo>
                    <a:pt x="836147" y="5841"/>
                  </a:lnTo>
                  <a:lnTo>
                    <a:pt x="789937" y="1474"/>
                  </a:lnTo>
                  <a:lnTo>
                    <a:pt x="742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413747" y="3887723"/>
              <a:ext cx="1485900" cy="1499870"/>
            </a:xfrm>
            <a:custGeom>
              <a:avLst/>
              <a:gdLst/>
              <a:ahLst/>
              <a:cxnLst/>
              <a:rect l="l" t="t" r="r" b="b"/>
              <a:pathLst>
                <a:path w="1485900" h="1499870">
                  <a:moveTo>
                    <a:pt x="0" y="749807"/>
                  </a:moveTo>
                  <a:lnTo>
                    <a:pt x="1461" y="702384"/>
                  </a:lnTo>
                  <a:lnTo>
                    <a:pt x="5788" y="655745"/>
                  </a:lnTo>
                  <a:lnTo>
                    <a:pt x="12893" y="609979"/>
                  </a:lnTo>
                  <a:lnTo>
                    <a:pt x="22689" y="565172"/>
                  </a:lnTo>
                  <a:lnTo>
                    <a:pt x="35089" y="521413"/>
                  </a:lnTo>
                  <a:lnTo>
                    <a:pt x="50006" y="478790"/>
                  </a:lnTo>
                  <a:lnTo>
                    <a:pt x="67354" y="437390"/>
                  </a:lnTo>
                  <a:lnTo>
                    <a:pt x="87044" y="397302"/>
                  </a:lnTo>
                  <a:lnTo>
                    <a:pt x="108991" y="358612"/>
                  </a:lnTo>
                  <a:lnTo>
                    <a:pt x="133107" y="321409"/>
                  </a:lnTo>
                  <a:lnTo>
                    <a:pt x="159304" y="285780"/>
                  </a:lnTo>
                  <a:lnTo>
                    <a:pt x="187497" y="251814"/>
                  </a:lnTo>
                  <a:lnTo>
                    <a:pt x="217598" y="219598"/>
                  </a:lnTo>
                  <a:lnTo>
                    <a:pt x="249520" y="189220"/>
                  </a:lnTo>
                  <a:lnTo>
                    <a:pt x="283176" y="160768"/>
                  </a:lnTo>
                  <a:lnTo>
                    <a:pt x="318479" y="134329"/>
                  </a:lnTo>
                  <a:lnTo>
                    <a:pt x="355342" y="109992"/>
                  </a:lnTo>
                  <a:lnTo>
                    <a:pt x="393677" y="87843"/>
                  </a:lnTo>
                  <a:lnTo>
                    <a:pt x="433399" y="67972"/>
                  </a:lnTo>
                  <a:lnTo>
                    <a:pt x="474420" y="50465"/>
                  </a:lnTo>
                  <a:lnTo>
                    <a:pt x="516653" y="35411"/>
                  </a:lnTo>
                  <a:lnTo>
                    <a:pt x="560010" y="22897"/>
                  </a:lnTo>
                  <a:lnTo>
                    <a:pt x="604406" y="13011"/>
                  </a:lnTo>
                  <a:lnTo>
                    <a:pt x="649752" y="5841"/>
                  </a:lnTo>
                  <a:lnTo>
                    <a:pt x="695962" y="1474"/>
                  </a:lnTo>
                  <a:lnTo>
                    <a:pt x="742950" y="0"/>
                  </a:lnTo>
                  <a:lnTo>
                    <a:pt x="789937" y="1474"/>
                  </a:lnTo>
                  <a:lnTo>
                    <a:pt x="836147" y="5841"/>
                  </a:lnTo>
                  <a:lnTo>
                    <a:pt x="881493" y="13011"/>
                  </a:lnTo>
                  <a:lnTo>
                    <a:pt x="925889" y="22897"/>
                  </a:lnTo>
                  <a:lnTo>
                    <a:pt x="969246" y="35411"/>
                  </a:lnTo>
                  <a:lnTo>
                    <a:pt x="1011479" y="50465"/>
                  </a:lnTo>
                  <a:lnTo>
                    <a:pt x="1052500" y="67972"/>
                  </a:lnTo>
                  <a:lnTo>
                    <a:pt x="1092222" y="87843"/>
                  </a:lnTo>
                  <a:lnTo>
                    <a:pt x="1130557" y="109992"/>
                  </a:lnTo>
                  <a:lnTo>
                    <a:pt x="1167420" y="134329"/>
                  </a:lnTo>
                  <a:lnTo>
                    <a:pt x="1202723" y="160768"/>
                  </a:lnTo>
                  <a:lnTo>
                    <a:pt x="1236379" y="189220"/>
                  </a:lnTo>
                  <a:lnTo>
                    <a:pt x="1268301" y="219598"/>
                  </a:lnTo>
                  <a:lnTo>
                    <a:pt x="1298402" y="251814"/>
                  </a:lnTo>
                  <a:lnTo>
                    <a:pt x="1326595" y="285780"/>
                  </a:lnTo>
                  <a:lnTo>
                    <a:pt x="1352792" y="321409"/>
                  </a:lnTo>
                  <a:lnTo>
                    <a:pt x="1376908" y="358612"/>
                  </a:lnTo>
                  <a:lnTo>
                    <a:pt x="1398855" y="397302"/>
                  </a:lnTo>
                  <a:lnTo>
                    <a:pt x="1418545" y="437390"/>
                  </a:lnTo>
                  <a:lnTo>
                    <a:pt x="1435893" y="478790"/>
                  </a:lnTo>
                  <a:lnTo>
                    <a:pt x="1450810" y="521413"/>
                  </a:lnTo>
                  <a:lnTo>
                    <a:pt x="1463210" y="565172"/>
                  </a:lnTo>
                  <a:lnTo>
                    <a:pt x="1473006" y="609979"/>
                  </a:lnTo>
                  <a:lnTo>
                    <a:pt x="1480111" y="655745"/>
                  </a:lnTo>
                  <a:lnTo>
                    <a:pt x="1484438" y="702384"/>
                  </a:lnTo>
                  <a:lnTo>
                    <a:pt x="1485900" y="749807"/>
                  </a:lnTo>
                  <a:lnTo>
                    <a:pt x="1484438" y="797231"/>
                  </a:lnTo>
                  <a:lnTo>
                    <a:pt x="1480111" y="843870"/>
                  </a:lnTo>
                  <a:lnTo>
                    <a:pt x="1473006" y="889636"/>
                  </a:lnTo>
                  <a:lnTo>
                    <a:pt x="1463210" y="934443"/>
                  </a:lnTo>
                  <a:lnTo>
                    <a:pt x="1450810" y="978202"/>
                  </a:lnTo>
                  <a:lnTo>
                    <a:pt x="1435893" y="1020825"/>
                  </a:lnTo>
                  <a:lnTo>
                    <a:pt x="1418545" y="1062225"/>
                  </a:lnTo>
                  <a:lnTo>
                    <a:pt x="1398855" y="1102313"/>
                  </a:lnTo>
                  <a:lnTo>
                    <a:pt x="1376908" y="1141003"/>
                  </a:lnTo>
                  <a:lnTo>
                    <a:pt x="1352792" y="1178206"/>
                  </a:lnTo>
                  <a:lnTo>
                    <a:pt x="1326595" y="1213835"/>
                  </a:lnTo>
                  <a:lnTo>
                    <a:pt x="1298402" y="1247801"/>
                  </a:lnTo>
                  <a:lnTo>
                    <a:pt x="1268301" y="1280017"/>
                  </a:lnTo>
                  <a:lnTo>
                    <a:pt x="1236379" y="1310395"/>
                  </a:lnTo>
                  <a:lnTo>
                    <a:pt x="1202723" y="1338847"/>
                  </a:lnTo>
                  <a:lnTo>
                    <a:pt x="1167420" y="1365286"/>
                  </a:lnTo>
                  <a:lnTo>
                    <a:pt x="1130557" y="1389623"/>
                  </a:lnTo>
                  <a:lnTo>
                    <a:pt x="1092222" y="1411772"/>
                  </a:lnTo>
                  <a:lnTo>
                    <a:pt x="1052500" y="1431643"/>
                  </a:lnTo>
                  <a:lnTo>
                    <a:pt x="1011479" y="1449150"/>
                  </a:lnTo>
                  <a:lnTo>
                    <a:pt x="969246" y="1464204"/>
                  </a:lnTo>
                  <a:lnTo>
                    <a:pt x="925889" y="1476718"/>
                  </a:lnTo>
                  <a:lnTo>
                    <a:pt x="881493" y="1486604"/>
                  </a:lnTo>
                  <a:lnTo>
                    <a:pt x="836147" y="1493774"/>
                  </a:lnTo>
                  <a:lnTo>
                    <a:pt x="789937" y="1498141"/>
                  </a:lnTo>
                  <a:lnTo>
                    <a:pt x="742950" y="1499616"/>
                  </a:lnTo>
                  <a:lnTo>
                    <a:pt x="695962" y="1498141"/>
                  </a:lnTo>
                  <a:lnTo>
                    <a:pt x="649752" y="1493774"/>
                  </a:lnTo>
                  <a:lnTo>
                    <a:pt x="604406" y="1486604"/>
                  </a:lnTo>
                  <a:lnTo>
                    <a:pt x="560010" y="1476718"/>
                  </a:lnTo>
                  <a:lnTo>
                    <a:pt x="516653" y="1464204"/>
                  </a:lnTo>
                  <a:lnTo>
                    <a:pt x="474420" y="1449150"/>
                  </a:lnTo>
                  <a:lnTo>
                    <a:pt x="433399" y="1431643"/>
                  </a:lnTo>
                  <a:lnTo>
                    <a:pt x="393677" y="1411772"/>
                  </a:lnTo>
                  <a:lnTo>
                    <a:pt x="355342" y="1389623"/>
                  </a:lnTo>
                  <a:lnTo>
                    <a:pt x="318479" y="1365286"/>
                  </a:lnTo>
                  <a:lnTo>
                    <a:pt x="283176" y="1338847"/>
                  </a:lnTo>
                  <a:lnTo>
                    <a:pt x="249520" y="1310395"/>
                  </a:lnTo>
                  <a:lnTo>
                    <a:pt x="217598" y="1280017"/>
                  </a:lnTo>
                  <a:lnTo>
                    <a:pt x="187497" y="1247801"/>
                  </a:lnTo>
                  <a:lnTo>
                    <a:pt x="159304" y="1213835"/>
                  </a:lnTo>
                  <a:lnTo>
                    <a:pt x="133107" y="1178206"/>
                  </a:lnTo>
                  <a:lnTo>
                    <a:pt x="108991" y="1141003"/>
                  </a:lnTo>
                  <a:lnTo>
                    <a:pt x="87044" y="1102313"/>
                  </a:lnTo>
                  <a:lnTo>
                    <a:pt x="67354" y="1062225"/>
                  </a:lnTo>
                  <a:lnTo>
                    <a:pt x="50006" y="1020825"/>
                  </a:lnTo>
                  <a:lnTo>
                    <a:pt x="35089" y="978202"/>
                  </a:lnTo>
                  <a:lnTo>
                    <a:pt x="22689" y="934443"/>
                  </a:lnTo>
                  <a:lnTo>
                    <a:pt x="12893" y="889636"/>
                  </a:lnTo>
                  <a:lnTo>
                    <a:pt x="5788" y="843870"/>
                  </a:lnTo>
                  <a:lnTo>
                    <a:pt x="1461" y="797231"/>
                  </a:lnTo>
                  <a:lnTo>
                    <a:pt x="0" y="74980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890506" y="4482160"/>
            <a:ext cx="5353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Open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9872" y="1383791"/>
            <a:ext cx="2719070" cy="1702435"/>
            <a:chOff x="499872" y="1383791"/>
            <a:chExt cx="2719070" cy="170243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872" y="1383791"/>
              <a:ext cx="2718816" cy="17023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944" y="1578863"/>
              <a:ext cx="2148840" cy="1132331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6793992" y="3314064"/>
            <a:ext cx="3945254" cy="1941195"/>
          </a:xfrm>
          <a:custGeom>
            <a:avLst/>
            <a:gdLst/>
            <a:ahLst/>
            <a:cxnLst/>
            <a:rect l="l" t="t" r="r" b="b"/>
            <a:pathLst>
              <a:path w="3945254" h="1941195">
                <a:moveTo>
                  <a:pt x="740714" y="93281"/>
                </a:moveTo>
                <a:lnTo>
                  <a:pt x="723646" y="82677"/>
                </a:lnTo>
                <a:lnTo>
                  <a:pt x="714743" y="77978"/>
                </a:lnTo>
                <a:lnTo>
                  <a:pt x="705853" y="73279"/>
                </a:lnTo>
                <a:lnTo>
                  <a:pt x="705370" y="73025"/>
                </a:lnTo>
                <a:lnTo>
                  <a:pt x="698881" y="69596"/>
                </a:lnTo>
                <a:lnTo>
                  <a:pt x="698106" y="69253"/>
                </a:lnTo>
                <a:lnTo>
                  <a:pt x="673862" y="58166"/>
                </a:lnTo>
                <a:lnTo>
                  <a:pt x="648462" y="48641"/>
                </a:lnTo>
                <a:lnTo>
                  <a:pt x="623239" y="41275"/>
                </a:lnTo>
                <a:lnTo>
                  <a:pt x="623392" y="41275"/>
                </a:lnTo>
                <a:lnTo>
                  <a:pt x="597357" y="35687"/>
                </a:lnTo>
                <a:lnTo>
                  <a:pt x="597776" y="35687"/>
                </a:lnTo>
                <a:lnTo>
                  <a:pt x="570611" y="32258"/>
                </a:lnTo>
                <a:lnTo>
                  <a:pt x="544449" y="31115"/>
                </a:lnTo>
                <a:lnTo>
                  <a:pt x="518160" y="32258"/>
                </a:lnTo>
                <a:lnTo>
                  <a:pt x="491998" y="35687"/>
                </a:lnTo>
                <a:lnTo>
                  <a:pt x="440309" y="49022"/>
                </a:lnTo>
                <a:lnTo>
                  <a:pt x="389890" y="70231"/>
                </a:lnTo>
                <a:lnTo>
                  <a:pt x="340995" y="98806"/>
                </a:lnTo>
                <a:lnTo>
                  <a:pt x="318757" y="114427"/>
                </a:lnTo>
                <a:lnTo>
                  <a:pt x="318757" y="162953"/>
                </a:lnTo>
                <a:lnTo>
                  <a:pt x="318173" y="163537"/>
                </a:lnTo>
                <a:lnTo>
                  <a:pt x="317741" y="163868"/>
                </a:lnTo>
                <a:lnTo>
                  <a:pt x="318084" y="163537"/>
                </a:lnTo>
                <a:lnTo>
                  <a:pt x="318757" y="162953"/>
                </a:lnTo>
                <a:lnTo>
                  <a:pt x="318757" y="114427"/>
                </a:lnTo>
                <a:lnTo>
                  <a:pt x="317119" y="115570"/>
                </a:lnTo>
                <a:lnTo>
                  <a:pt x="294005" y="133985"/>
                </a:lnTo>
                <a:lnTo>
                  <a:pt x="276593" y="149263"/>
                </a:lnTo>
                <a:lnTo>
                  <a:pt x="276593" y="201688"/>
                </a:lnTo>
                <a:lnTo>
                  <a:pt x="276123" y="202272"/>
                </a:lnTo>
                <a:lnTo>
                  <a:pt x="275894" y="202476"/>
                </a:lnTo>
                <a:lnTo>
                  <a:pt x="276047" y="202272"/>
                </a:lnTo>
                <a:lnTo>
                  <a:pt x="276593" y="201688"/>
                </a:lnTo>
                <a:lnTo>
                  <a:pt x="276593" y="149263"/>
                </a:lnTo>
                <a:lnTo>
                  <a:pt x="227838" y="197993"/>
                </a:lnTo>
                <a:lnTo>
                  <a:pt x="186944" y="247281"/>
                </a:lnTo>
                <a:lnTo>
                  <a:pt x="149098" y="301244"/>
                </a:lnTo>
                <a:lnTo>
                  <a:pt x="114808" y="359283"/>
                </a:lnTo>
                <a:lnTo>
                  <a:pt x="84201" y="421005"/>
                </a:lnTo>
                <a:lnTo>
                  <a:pt x="57658" y="485775"/>
                </a:lnTo>
                <a:lnTo>
                  <a:pt x="35687" y="552958"/>
                </a:lnTo>
                <a:lnTo>
                  <a:pt x="18542" y="622300"/>
                </a:lnTo>
                <a:lnTo>
                  <a:pt x="6858" y="692912"/>
                </a:lnTo>
                <a:lnTo>
                  <a:pt x="762" y="764540"/>
                </a:lnTo>
                <a:lnTo>
                  <a:pt x="0" y="800100"/>
                </a:lnTo>
                <a:lnTo>
                  <a:pt x="38100" y="800989"/>
                </a:lnTo>
                <a:lnTo>
                  <a:pt x="38836" y="766978"/>
                </a:lnTo>
                <a:lnTo>
                  <a:pt x="41046" y="732167"/>
                </a:lnTo>
                <a:lnTo>
                  <a:pt x="49555" y="664095"/>
                </a:lnTo>
                <a:lnTo>
                  <a:pt x="63119" y="598335"/>
                </a:lnTo>
                <a:lnTo>
                  <a:pt x="63398" y="597268"/>
                </a:lnTo>
                <a:lnTo>
                  <a:pt x="63449" y="596900"/>
                </a:lnTo>
                <a:lnTo>
                  <a:pt x="63614" y="596150"/>
                </a:lnTo>
                <a:lnTo>
                  <a:pt x="65900" y="587743"/>
                </a:lnTo>
                <a:lnTo>
                  <a:pt x="71970" y="564705"/>
                </a:lnTo>
                <a:lnTo>
                  <a:pt x="82181" y="531266"/>
                </a:lnTo>
                <a:lnTo>
                  <a:pt x="82677" y="529755"/>
                </a:lnTo>
                <a:lnTo>
                  <a:pt x="92456" y="501510"/>
                </a:lnTo>
                <a:lnTo>
                  <a:pt x="93281" y="499389"/>
                </a:lnTo>
                <a:lnTo>
                  <a:pt x="93256" y="499211"/>
                </a:lnTo>
                <a:lnTo>
                  <a:pt x="93459" y="498627"/>
                </a:lnTo>
                <a:lnTo>
                  <a:pt x="96240" y="491744"/>
                </a:lnTo>
                <a:lnTo>
                  <a:pt x="105791" y="467106"/>
                </a:lnTo>
                <a:lnTo>
                  <a:pt x="108470" y="460883"/>
                </a:lnTo>
                <a:lnTo>
                  <a:pt x="118541" y="437438"/>
                </a:lnTo>
                <a:lnTo>
                  <a:pt x="132435" y="408063"/>
                </a:lnTo>
                <a:lnTo>
                  <a:pt x="164084" y="349554"/>
                </a:lnTo>
                <a:lnTo>
                  <a:pt x="198069" y="296672"/>
                </a:lnTo>
                <a:lnTo>
                  <a:pt x="236093" y="246634"/>
                </a:lnTo>
                <a:lnTo>
                  <a:pt x="275031" y="203339"/>
                </a:lnTo>
                <a:lnTo>
                  <a:pt x="275844" y="202628"/>
                </a:lnTo>
                <a:lnTo>
                  <a:pt x="276136" y="202272"/>
                </a:lnTo>
                <a:lnTo>
                  <a:pt x="276733" y="201688"/>
                </a:lnTo>
                <a:lnTo>
                  <a:pt x="296583" y="182435"/>
                </a:lnTo>
                <a:lnTo>
                  <a:pt x="317207" y="164325"/>
                </a:lnTo>
                <a:lnTo>
                  <a:pt x="317703" y="164007"/>
                </a:lnTo>
                <a:lnTo>
                  <a:pt x="318185" y="163537"/>
                </a:lnTo>
                <a:lnTo>
                  <a:pt x="318922" y="162953"/>
                </a:lnTo>
                <a:lnTo>
                  <a:pt x="340410" y="145859"/>
                </a:lnTo>
                <a:lnTo>
                  <a:pt x="361607" y="130860"/>
                </a:lnTo>
                <a:lnTo>
                  <a:pt x="383921" y="116840"/>
                </a:lnTo>
                <a:lnTo>
                  <a:pt x="385076" y="116205"/>
                </a:lnTo>
                <a:lnTo>
                  <a:pt x="406311" y="104571"/>
                </a:lnTo>
                <a:lnTo>
                  <a:pt x="407771" y="103886"/>
                </a:lnTo>
                <a:lnTo>
                  <a:pt x="429171" y="93980"/>
                </a:lnTo>
                <a:lnTo>
                  <a:pt x="429983" y="93599"/>
                </a:lnTo>
                <a:lnTo>
                  <a:pt x="429171" y="93980"/>
                </a:lnTo>
                <a:lnTo>
                  <a:pt x="430123" y="93599"/>
                </a:lnTo>
                <a:lnTo>
                  <a:pt x="474954" y="78359"/>
                </a:lnTo>
                <a:lnTo>
                  <a:pt x="498068" y="73279"/>
                </a:lnTo>
                <a:lnTo>
                  <a:pt x="497840" y="73279"/>
                </a:lnTo>
                <a:lnTo>
                  <a:pt x="498398" y="73215"/>
                </a:lnTo>
                <a:lnTo>
                  <a:pt x="499795" y="73025"/>
                </a:lnTo>
                <a:lnTo>
                  <a:pt x="521360" y="70231"/>
                </a:lnTo>
                <a:lnTo>
                  <a:pt x="520700" y="70231"/>
                </a:lnTo>
                <a:lnTo>
                  <a:pt x="544449" y="69253"/>
                </a:lnTo>
                <a:lnTo>
                  <a:pt x="568198" y="70231"/>
                </a:lnTo>
                <a:lnTo>
                  <a:pt x="567524" y="70231"/>
                </a:lnTo>
                <a:lnTo>
                  <a:pt x="590346" y="73177"/>
                </a:lnTo>
                <a:lnTo>
                  <a:pt x="591172" y="73279"/>
                </a:lnTo>
                <a:lnTo>
                  <a:pt x="590842" y="73279"/>
                </a:lnTo>
                <a:lnTo>
                  <a:pt x="614083" y="78244"/>
                </a:lnTo>
                <a:lnTo>
                  <a:pt x="613194" y="77978"/>
                </a:lnTo>
                <a:lnTo>
                  <a:pt x="614083" y="78244"/>
                </a:lnTo>
                <a:lnTo>
                  <a:pt x="614629" y="78359"/>
                </a:lnTo>
                <a:lnTo>
                  <a:pt x="614502" y="78359"/>
                </a:lnTo>
                <a:lnTo>
                  <a:pt x="635749" y="84582"/>
                </a:lnTo>
                <a:lnTo>
                  <a:pt x="658622" y="93091"/>
                </a:lnTo>
                <a:lnTo>
                  <a:pt x="659028" y="93281"/>
                </a:lnTo>
                <a:lnTo>
                  <a:pt x="659892" y="93599"/>
                </a:lnTo>
                <a:lnTo>
                  <a:pt x="659079" y="93281"/>
                </a:lnTo>
                <a:lnTo>
                  <a:pt x="740714" y="93281"/>
                </a:lnTo>
                <a:close/>
              </a:path>
              <a:path w="3945254" h="1941195">
                <a:moveTo>
                  <a:pt x="827620" y="161366"/>
                </a:moveTo>
                <a:lnTo>
                  <a:pt x="817499" y="151765"/>
                </a:lnTo>
                <a:lnTo>
                  <a:pt x="794766" y="132207"/>
                </a:lnTo>
                <a:lnTo>
                  <a:pt x="773315" y="115570"/>
                </a:lnTo>
                <a:lnTo>
                  <a:pt x="771525" y="114173"/>
                </a:lnTo>
                <a:lnTo>
                  <a:pt x="747776" y="97663"/>
                </a:lnTo>
                <a:lnTo>
                  <a:pt x="741222" y="93599"/>
                </a:lnTo>
                <a:lnTo>
                  <a:pt x="704773" y="93599"/>
                </a:lnTo>
                <a:lnTo>
                  <a:pt x="704773" y="115874"/>
                </a:lnTo>
                <a:lnTo>
                  <a:pt x="704278" y="115570"/>
                </a:lnTo>
                <a:lnTo>
                  <a:pt x="704773" y="115874"/>
                </a:lnTo>
                <a:lnTo>
                  <a:pt x="704773" y="93599"/>
                </a:lnTo>
                <a:lnTo>
                  <a:pt x="659892" y="93599"/>
                </a:lnTo>
                <a:lnTo>
                  <a:pt x="659726" y="93599"/>
                </a:lnTo>
                <a:lnTo>
                  <a:pt x="681469" y="103505"/>
                </a:lnTo>
                <a:lnTo>
                  <a:pt x="725868" y="128905"/>
                </a:lnTo>
                <a:lnTo>
                  <a:pt x="769937" y="161099"/>
                </a:lnTo>
                <a:lnTo>
                  <a:pt x="770166" y="161366"/>
                </a:lnTo>
                <a:lnTo>
                  <a:pt x="771004" y="161925"/>
                </a:lnTo>
                <a:lnTo>
                  <a:pt x="770293" y="161366"/>
                </a:lnTo>
                <a:lnTo>
                  <a:pt x="827620" y="161366"/>
                </a:lnTo>
                <a:close/>
              </a:path>
              <a:path w="3945254" h="1941195">
                <a:moveTo>
                  <a:pt x="1118489" y="669671"/>
                </a:moveTo>
                <a:lnTo>
                  <a:pt x="1079703" y="672490"/>
                </a:lnTo>
                <a:lnTo>
                  <a:pt x="1076833" y="647319"/>
                </a:lnTo>
                <a:lnTo>
                  <a:pt x="1070229" y="612394"/>
                </a:lnTo>
                <a:lnTo>
                  <a:pt x="1053084" y="544322"/>
                </a:lnTo>
                <a:lnTo>
                  <a:pt x="1031113" y="478155"/>
                </a:lnTo>
                <a:lnTo>
                  <a:pt x="1004697" y="414401"/>
                </a:lnTo>
                <a:lnTo>
                  <a:pt x="974090" y="353822"/>
                </a:lnTo>
                <a:lnTo>
                  <a:pt x="939673" y="296672"/>
                </a:lnTo>
                <a:lnTo>
                  <a:pt x="901827" y="243713"/>
                </a:lnTo>
                <a:lnTo>
                  <a:pt x="860933" y="195072"/>
                </a:lnTo>
                <a:lnTo>
                  <a:pt x="828205" y="161925"/>
                </a:lnTo>
                <a:lnTo>
                  <a:pt x="771004" y="161925"/>
                </a:lnTo>
                <a:lnTo>
                  <a:pt x="770826" y="161925"/>
                </a:lnTo>
                <a:lnTo>
                  <a:pt x="792226" y="180327"/>
                </a:lnTo>
                <a:lnTo>
                  <a:pt x="810793" y="197993"/>
                </a:lnTo>
                <a:lnTo>
                  <a:pt x="812419" y="199517"/>
                </a:lnTo>
                <a:lnTo>
                  <a:pt x="832294" y="220256"/>
                </a:lnTo>
                <a:lnTo>
                  <a:pt x="853033" y="243713"/>
                </a:lnTo>
                <a:lnTo>
                  <a:pt x="870331" y="265176"/>
                </a:lnTo>
                <a:lnTo>
                  <a:pt x="871423" y="266661"/>
                </a:lnTo>
                <a:lnTo>
                  <a:pt x="871842" y="267208"/>
                </a:lnTo>
                <a:lnTo>
                  <a:pt x="889469" y="290868"/>
                </a:lnTo>
                <a:lnTo>
                  <a:pt x="907389" y="316941"/>
                </a:lnTo>
                <a:lnTo>
                  <a:pt x="907503" y="317220"/>
                </a:lnTo>
                <a:lnTo>
                  <a:pt x="924433" y="344043"/>
                </a:lnTo>
                <a:lnTo>
                  <a:pt x="933208" y="359283"/>
                </a:lnTo>
                <a:lnTo>
                  <a:pt x="940562" y="372160"/>
                </a:lnTo>
                <a:lnTo>
                  <a:pt x="940790" y="372592"/>
                </a:lnTo>
                <a:lnTo>
                  <a:pt x="941832" y="374408"/>
                </a:lnTo>
                <a:lnTo>
                  <a:pt x="955662" y="400596"/>
                </a:lnTo>
                <a:lnTo>
                  <a:pt x="955725" y="400786"/>
                </a:lnTo>
                <a:lnTo>
                  <a:pt x="956538" y="402374"/>
                </a:lnTo>
                <a:lnTo>
                  <a:pt x="970394" y="431177"/>
                </a:lnTo>
                <a:lnTo>
                  <a:pt x="983348" y="460883"/>
                </a:lnTo>
                <a:lnTo>
                  <a:pt x="995299" y="491109"/>
                </a:lnTo>
                <a:lnTo>
                  <a:pt x="1006449" y="522655"/>
                </a:lnTo>
                <a:lnTo>
                  <a:pt x="1006411" y="522782"/>
                </a:lnTo>
                <a:lnTo>
                  <a:pt x="1006678" y="523341"/>
                </a:lnTo>
                <a:lnTo>
                  <a:pt x="1016254" y="554151"/>
                </a:lnTo>
                <a:lnTo>
                  <a:pt x="1025169" y="586955"/>
                </a:lnTo>
                <a:lnTo>
                  <a:pt x="1025283" y="587743"/>
                </a:lnTo>
                <a:lnTo>
                  <a:pt x="1032852" y="619899"/>
                </a:lnTo>
                <a:lnTo>
                  <a:pt x="1032967" y="620420"/>
                </a:lnTo>
                <a:lnTo>
                  <a:pt x="1033094" y="620979"/>
                </a:lnTo>
                <a:lnTo>
                  <a:pt x="1038987" y="652513"/>
                </a:lnTo>
                <a:lnTo>
                  <a:pt x="1041641" y="675233"/>
                </a:lnTo>
                <a:lnTo>
                  <a:pt x="1004443" y="677926"/>
                </a:lnTo>
                <a:lnTo>
                  <a:pt x="1069721" y="787781"/>
                </a:lnTo>
                <a:lnTo>
                  <a:pt x="1108049" y="694944"/>
                </a:lnTo>
                <a:lnTo>
                  <a:pt x="1118489" y="669671"/>
                </a:lnTo>
                <a:close/>
              </a:path>
              <a:path w="3945254" h="1941195">
                <a:moveTo>
                  <a:pt x="2014524" y="1900453"/>
                </a:moveTo>
                <a:lnTo>
                  <a:pt x="2008098" y="1900682"/>
                </a:lnTo>
                <a:lnTo>
                  <a:pt x="2009686" y="1900682"/>
                </a:lnTo>
                <a:lnTo>
                  <a:pt x="2014524" y="1900453"/>
                </a:lnTo>
                <a:close/>
              </a:path>
              <a:path w="3945254" h="1941195">
                <a:moveTo>
                  <a:pt x="2045449" y="1897951"/>
                </a:moveTo>
                <a:lnTo>
                  <a:pt x="2045131" y="1897951"/>
                </a:lnTo>
                <a:lnTo>
                  <a:pt x="2043925" y="1898078"/>
                </a:lnTo>
                <a:lnTo>
                  <a:pt x="2045449" y="1897951"/>
                </a:lnTo>
                <a:close/>
              </a:path>
              <a:path w="3945254" h="1941195">
                <a:moveTo>
                  <a:pt x="2306307" y="1876933"/>
                </a:moveTo>
                <a:lnTo>
                  <a:pt x="2175764" y="1876933"/>
                </a:lnTo>
                <a:lnTo>
                  <a:pt x="2175345" y="1876933"/>
                </a:lnTo>
                <a:lnTo>
                  <a:pt x="2145449" y="1883295"/>
                </a:lnTo>
                <a:lnTo>
                  <a:pt x="2080729" y="1893963"/>
                </a:lnTo>
                <a:lnTo>
                  <a:pt x="2014588" y="1900453"/>
                </a:lnTo>
                <a:lnTo>
                  <a:pt x="2018258" y="1900275"/>
                </a:lnTo>
                <a:lnTo>
                  <a:pt x="2019477" y="1900275"/>
                </a:lnTo>
                <a:lnTo>
                  <a:pt x="2014588" y="1900453"/>
                </a:lnTo>
                <a:lnTo>
                  <a:pt x="2011705" y="1900682"/>
                </a:lnTo>
                <a:lnTo>
                  <a:pt x="2009686" y="1900682"/>
                </a:lnTo>
                <a:lnTo>
                  <a:pt x="1977288" y="1902218"/>
                </a:lnTo>
                <a:lnTo>
                  <a:pt x="1943608" y="1902726"/>
                </a:lnTo>
                <a:lnTo>
                  <a:pt x="1943315" y="1902726"/>
                </a:lnTo>
                <a:lnTo>
                  <a:pt x="1942973" y="1902726"/>
                </a:lnTo>
                <a:lnTo>
                  <a:pt x="1915845" y="1902218"/>
                </a:lnTo>
                <a:lnTo>
                  <a:pt x="1911362" y="1902218"/>
                </a:lnTo>
                <a:lnTo>
                  <a:pt x="1873478" y="1900275"/>
                </a:lnTo>
                <a:lnTo>
                  <a:pt x="1874824" y="1900275"/>
                </a:lnTo>
                <a:lnTo>
                  <a:pt x="1870849" y="1900072"/>
                </a:lnTo>
                <a:lnTo>
                  <a:pt x="1870659" y="1900059"/>
                </a:lnTo>
                <a:lnTo>
                  <a:pt x="1840255" y="1897481"/>
                </a:lnTo>
                <a:lnTo>
                  <a:pt x="1840103" y="1897468"/>
                </a:lnTo>
                <a:lnTo>
                  <a:pt x="1839976" y="1897456"/>
                </a:lnTo>
                <a:lnTo>
                  <a:pt x="1838934" y="1897316"/>
                </a:lnTo>
                <a:lnTo>
                  <a:pt x="1838769" y="1897316"/>
                </a:lnTo>
                <a:lnTo>
                  <a:pt x="1811642" y="1894255"/>
                </a:lnTo>
                <a:lnTo>
                  <a:pt x="1813331" y="1894446"/>
                </a:lnTo>
                <a:lnTo>
                  <a:pt x="1811921" y="1894255"/>
                </a:lnTo>
                <a:lnTo>
                  <a:pt x="1785480" y="1890598"/>
                </a:lnTo>
                <a:lnTo>
                  <a:pt x="1788274" y="1890979"/>
                </a:lnTo>
                <a:lnTo>
                  <a:pt x="1785975" y="1890598"/>
                </a:lnTo>
                <a:lnTo>
                  <a:pt x="1759712" y="1886292"/>
                </a:lnTo>
                <a:lnTo>
                  <a:pt x="1758340" y="1886064"/>
                </a:lnTo>
                <a:lnTo>
                  <a:pt x="1759483" y="1886292"/>
                </a:lnTo>
                <a:lnTo>
                  <a:pt x="1734312" y="1881352"/>
                </a:lnTo>
                <a:lnTo>
                  <a:pt x="1712810" y="1876577"/>
                </a:lnTo>
                <a:lnTo>
                  <a:pt x="1712468" y="1876501"/>
                </a:lnTo>
                <a:lnTo>
                  <a:pt x="1709496" y="1875751"/>
                </a:lnTo>
                <a:lnTo>
                  <a:pt x="1684667" y="1869694"/>
                </a:lnTo>
                <a:lnTo>
                  <a:pt x="1636903" y="1855597"/>
                </a:lnTo>
                <a:lnTo>
                  <a:pt x="1591741" y="1839595"/>
                </a:lnTo>
                <a:lnTo>
                  <a:pt x="1547190" y="1820748"/>
                </a:lnTo>
                <a:lnTo>
                  <a:pt x="1507197" y="1801050"/>
                </a:lnTo>
                <a:lnTo>
                  <a:pt x="1508963" y="1801952"/>
                </a:lnTo>
                <a:lnTo>
                  <a:pt x="1506639" y="1800669"/>
                </a:lnTo>
                <a:lnTo>
                  <a:pt x="1467180" y="1777796"/>
                </a:lnTo>
                <a:lnTo>
                  <a:pt x="1432687" y="1754644"/>
                </a:lnTo>
                <a:lnTo>
                  <a:pt x="1400632" y="1729689"/>
                </a:lnTo>
                <a:lnTo>
                  <a:pt x="1370330" y="1702054"/>
                </a:lnTo>
                <a:lnTo>
                  <a:pt x="1343685" y="1673352"/>
                </a:lnTo>
                <a:lnTo>
                  <a:pt x="1333627" y="1661160"/>
                </a:lnTo>
                <a:lnTo>
                  <a:pt x="1333119" y="1660550"/>
                </a:lnTo>
                <a:lnTo>
                  <a:pt x="1332166" y="1659001"/>
                </a:lnTo>
                <a:lnTo>
                  <a:pt x="1325245" y="1647761"/>
                </a:lnTo>
                <a:lnTo>
                  <a:pt x="1357884" y="1631315"/>
                </a:lnTo>
                <a:lnTo>
                  <a:pt x="1356347" y="1630172"/>
                </a:lnTo>
                <a:lnTo>
                  <a:pt x="1255268" y="1554988"/>
                </a:lnTo>
                <a:lnTo>
                  <a:pt x="1255293" y="1564005"/>
                </a:lnTo>
                <a:lnTo>
                  <a:pt x="1255395" y="1588008"/>
                </a:lnTo>
                <a:lnTo>
                  <a:pt x="1255483" y="1611376"/>
                </a:lnTo>
                <a:lnTo>
                  <a:pt x="1255560" y="1630172"/>
                </a:lnTo>
                <a:lnTo>
                  <a:pt x="1255661" y="1654403"/>
                </a:lnTo>
                <a:lnTo>
                  <a:pt x="1255776" y="1682750"/>
                </a:lnTo>
                <a:lnTo>
                  <a:pt x="1291069" y="1664970"/>
                </a:lnTo>
                <a:lnTo>
                  <a:pt x="1315339" y="1698752"/>
                </a:lnTo>
                <a:lnTo>
                  <a:pt x="1343418" y="1729105"/>
                </a:lnTo>
                <a:lnTo>
                  <a:pt x="1375664" y="1758442"/>
                </a:lnTo>
                <a:lnTo>
                  <a:pt x="1410589" y="1785747"/>
                </a:lnTo>
                <a:lnTo>
                  <a:pt x="1448549" y="1811096"/>
                </a:lnTo>
                <a:lnTo>
                  <a:pt x="1488948" y="1834388"/>
                </a:lnTo>
                <a:lnTo>
                  <a:pt x="1532001" y="1855724"/>
                </a:lnTo>
                <a:lnTo>
                  <a:pt x="1577467" y="1874901"/>
                </a:lnTo>
                <a:lnTo>
                  <a:pt x="1624838" y="1891792"/>
                </a:lnTo>
                <a:lnTo>
                  <a:pt x="1674749" y="1906397"/>
                </a:lnTo>
                <a:lnTo>
                  <a:pt x="1726184" y="1918589"/>
                </a:lnTo>
                <a:lnTo>
                  <a:pt x="1779397" y="1928241"/>
                </a:lnTo>
                <a:lnTo>
                  <a:pt x="1834261" y="1935226"/>
                </a:lnTo>
                <a:lnTo>
                  <a:pt x="1907159" y="1940052"/>
                </a:lnTo>
                <a:lnTo>
                  <a:pt x="1943100" y="1940814"/>
                </a:lnTo>
                <a:lnTo>
                  <a:pt x="1978914" y="1940306"/>
                </a:lnTo>
                <a:lnTo>
                  <a:pt x="2049526" y="1935861"/>
                </a:lnTo>
                <a:lnTo>
                  <a:pt x="2118233" y="1926971"/>
                </a:lnTo>
                <a:lnTo>
                  <a:pt x="2184781" y="1913890"/>
                </a:lnTo>
                <a:lnTo>
                  <a:pt x="2227846" y="1902726"/>
                </a:lnTo>
                <a:lnTo>
                  <a:pt x="2236419" y="1900275"/>
                </a:lnTo>
                <a:lnTo>
                  <a:pt x="2248789" y="1896757"/>
                </a:lnTo>
                <a:lnTo>
                  <a:pt x="2256498" y="1894255"/>
                </a:lnTo>
                <a:lnTo>
                  <a:pt x="2279777" y="1886712"/>
                </a:lnTo>
                <a:lnTo>
                  <a:pt x="2288476" y="1883511"/>
                </a:lnTo>
                <a:lnTo>
                  <a:pt x="2306307" y="1876933"/>
                </a:lnTo>
                <a:close/>
              </a:path>
              <a:path w="3945254" h="1941195">
                <a:moveTo>
                  <a:pt x="2593022" y="987234"/>
                </a:moveTo>
                <a:lnTo>
                  <a:pt x="2556179" y="946467"/>
                </a:lnTo>
                <a:lnTo>
                  <a:pt x="2524252" y="917448"/>
                </a:lnTo>
                <a:lnTo>
                  <a:pt x="2489327" y="890270"/>
                </a:lnTo>
                <a:lnTo>
                  <a:pt x="2451481" y="864997"/>
                </a:lnTo>
                <a:lnTo>
                  <a:pt x="2410968" y="841502"/>
                </a:lnTo>
                <a:lnTo>
                  <a:pt x="2368181" y="820420"/>
                </a:lnTo>
                <a:lnTo>
                  <a:pt x="2322449" y="800989"/>
                </a:lnTo>
                <a:lnTo>
                  <a:pt x="2320645" y="800354"/>
                </a:lnTo>
                <a:lnTo>
                  <a:pt x="2290788" y="789787"/>
                </a:lnTo>
                <a:lnTo>
                  <a:pt x="2278545" y="785456"/>
                </a:lnTo>
                <a:lnTo>
                  <a:pt x="2275078" y="784225"/>
                </a:lnTo>
                <a:lnTo>
                  <a:pt x="2267521" y="781913"/>
                </a:lnTo>
                <a:lnTo>
                  <a:pt x="2250313" y="776605"/>
                </a:lnTo>
                <a:lnTo>
                  <a:pt x="2238654" y="773315"/>
                </a:lnTo>
                <a:lnTo>
                  <a:pt x="2225167" y="769493"/>
                </a:lnTo>
                <a:lnTo>
                  <a:pt x="2173859" y="757428"/>
                </a:lnTo>
                <a:lnTo>
                  <a:pt x="2120519" y="747776"/>
                </a:lnTo>
                <a:lnTo>
                  <a:pt x="2065655" y="740791"/>
                </a:lnTo>
                <a:lnTo>
                  <a:pt x="1992757" y="735838"/>
                </a:lnTo>
                <a:lnTo>
                  <a:pt x="1956816" y="735203"/>
                </a:lnTo>
                <a:lnTo>
                  <a:pt x="1912048" y="735838"/>
                </a:lnTo>
                <a:lnTo>
                  <a:pt x="1918271" y="735838"/>
                </a:lnTo>
                <a:lnTo>
                  <a:pt x="1885569" y="737362"/>
                </a:lnTo>
                <a:lnTo>
                  <a:pt x="1815846" y="743966"/>
                </a:lnTo>
                <a:lnTo>
                  <a:pt x="1748155" y="755142"/>
                </a:lnTo>
                <a:lnTo>
                  <a:pt x="1682750" y="770255"/>
                </a:lnTo>
                <a:lnTo>
                  <a:pt x="1633054" y="785164"/>
                </a:lnTo>
                <a:lnTo>
                  <a:pt x="1633054" y="825144"/>
                </a:lnTo>
                <a:lnTo>
                  <a:pt x="1632419" y="825373"/>
                </a:lnTo>
                <a:lnTo>
                  <a:pt x="1633054" y="825144"/>
                </a:lnTo>
                <a:lnTo>
                  <a:pt x="1633054" y="785164"/>
                </a:lnTo>
                <a:lnTo>
                  <a:pt x="1620266" y="789305"/>
                </a:lnTo>
                <a:lnTo>
                  <a:pt x="1590167" y="800354"/>
                </a:lnTo>
                <a:lnTo>
                  <a:pt x="1560830" y="812165"/>
                </a:lnTo>
                <a:lnTo>
                  <a:pt x="1549133" y="817524"/>
                </a:lnTo>
                <a:lnTo>
                  <a:pt x="1549133" y="859294"/>
                </a:lnTo>
                <a:lnTo>
                  <a:pt x="1548409" y="859663"/>
                </a:lnTo>
                <a:lnTo>
                  <a:pt x="1549133" y="859294"/>
                </a:lnTo>
                <a:lnTo>
                  <a:pt x="1549133" y="817524"/>
                </a:lnTo>
                <a:lnTo>
                  <a:pt x="1505077" y="838708"/>
                </a:lnTo>
                <a:lnTo>
                  <a:pt x="1453261" y="868680"/>
                </a:lnTo>
                <a:lnTo>
                  <a:pt x="1405483" y="901954"/>
                </a:lnTo>
                <a:lnTo>
                  <a:pt x="1362964" y="938276"/>
                </a:lnTo>
                <a:lnTo>
                  <a:pt x="1325372" y="977519"/>
                </a:lnTo>
                <a:lnTo>
                  <a:pt x="1293495" y="1019810"/>
                </a:lnTo>
                <a:lnTo>
                  <a:pt x="1267841" y="1064641"/>
                </a:lnTo>
                <a:lnTo>
                  <a:pt x="1248791" y="1112012"/>
                </a:lnTo>
                <a:lnTo>
                  <a:pt x="1242060" y="1135888"/>
                </a:lnTo>
                <a:lnTo>
                  <a:pt x="1278763" y="1146048"/>
                </a:lnTo>
                <a:lnTo>
                  <a:pt x="1284808" y="1124470"/>
                </a:lnTo>
                <a:lnTo>
                  <a:pt x="1292987" y="1101598"/>
                </a:lnTo>
                <a:lnTo>
                  <a:pt x="1299095" y="1088009"/>
                </a:lnTo>
                <a:lnTo>
                  <a:pt x="1302385" y="1080643"/>
                </a:lnTo>
                <a:lnTo>
                  <a:pt x="1313294" y="1060323"/>
                </a:lnTo>
                <a:lnTo>
                  <a:pt x="1324965" y="1041273"/>
                </a:lnTo>
                <a:lnTo>
                  <a:pt x="1325397" y="1040511"/>
                </a:lnTo>
                <a:lnTo>
                  <a:pt x="1338821" y="1021727"/>
                </a:lnTo>
                <a:lnTo>
                  <a:pt x="1354709" y="1001776"/>
                </a:lnTo>
                <a:lnTo>
                  <a:pt x="1354886" y="1001623"/>
                </a:lnTo>
                <a:lnTo>
                  <a:pt x="1370990" y="983894"/>
                </a:lnTo>
                <a:lnTo>
                  <a:pt x="1372666" y="982179"/>
                </a:lnTo>
                <a:lnTo>
                  <a:pt x="1387271" y="967676"/>
                </a:lnTo>
                <a:lnTo>
                  <a:pt x="1388452" y="966685"/>
                </a:lnTo>
                <a:lnTo>
                  <a:pt x="1388262" y="966685"/>
                </a:lnTo>
                <a:lnTo>
                  <a:pt x="1388808" y="966279"/>
                </a:lnTo>
                <a:lnTo>
                  <a:pt x="1389570" y="965606"/>
                </a:lnTo>
                <a:lnTo>
                  <a:pt x="1428623" y="932307"/>
                </a:lnTo>
                <a:lnTo>
                  <a:pt x="1471866" y="901954"/>
                </a:lnTo>
                <a:lnTo>
                  <a:pt x="1473060" y="901280"/>
                </a:lnTo>
                <a:lnTo>
                  <a:pt x="1473415" y="901014"/>
                </a:lnTo>
                <a:lnTo>
                  <a:pt x="1474139" y="900569"/>
                </a:lnTo>
                <a:lnTo>
                  <a:pt x="1497330" y="886460"/>
                </a:lnTo>
                <a:lnTo>
                  <a:pt x="1523072" y="872261"/>
                </a:lnTo>
                <a:lnTo>
                  <a:pt x="1547012" y="860348"/>
                </a:lnTo>
                <a:lnTo>
                  <a:pt x="1548257" y="859815"/>
                </a:lnTo>
                <a:lnTo>
                  <a:pt x="1548625" y="859612"/>
                </a:lnTo>
                <a:lnTo>
                  <a:pt x="1549336" y="859294"/>
                </a:lnTo>
                <a:lnTo>
                  <a:pt x="1576184" y="847090"/>
                </a:lnTo>
                <a:lnTo>
                  <a:pt x="1603743" y="835901"/>
                </a:lnTo>
                <a:lnTo>
                  <a:pt x="1604124" y="835761"/>
                </a:lnTo>
                <a:lnTo>
                  <a:pt x="1603895" y="835901"/>
                </a:lnTo>
                <a:lnTo>
                  <a:pt x="1604492" y="835698"/>
                </a:lnTo>
                <a:lnTo>
                  <a:pt x="1607146" y="834631"/>
                </a:lnTo>
                <a:lnTo>
                  <a:pt x="1632737" y="825373"/>
                </a:lnTo>
                <a:lnTo>
                  <a:pt x="1635848" y="824255"/>
                </a:lnTo>
                <a:lnTo>
                  <a:pt x="1660601" y="816267"/>
                </a:lnTo>
                <a:lnTo>
                  <a:pt x="1662696" y="815670"/>
                </a:lnTo>
                <a:lnTo>
                  <a:pt x="1692300" y="807148"/>
                </a:lnTo>
                <a:lnTo>
                  <a:pt x="1693976" y="806691"/>
                </a:lnTo>
                <a:lnTo>
                  <a:pt x="1723263" y="799274"/>
                </a:lnTo>
                <a:lnTo>
                  <a:pt x="1723402" y="799274"/>
                </a:lnTo>
                <a:lnTo>
                  <a:pt x="1724952" y="798880"/>
                </a:lnTo>
                <a:lnTo>
                  <a:pt x="1754619" y="792607"/>
                </a:lnTo>
                <a:lnTo>
                  <a:pt x="1787182" y="786688"/>
                </a:lnTo>
                <a:lnTo>
                  <a:pt x="1819948" y="781913"/>
                </a:lnTo>
                <a:lnTo>
                  <a:pt x="1820430" y="781913"/>
                </a:lnTo>
                <a:lnTo>
                  <a:pt x="1823123" y="781519"/>
                </a:lnTo>
                <a:lnTo>
                  <a:pt x="1819795" y="781913"/>
                </a:lnTo>
                <a:lnTo>
                  <a:pt x="1822437" y="781596"/>
                </a:lnTo>
                <a:lnTo>
                  <a:pt x="1823123" y="781519"/>
                </a:lnTo>
                <a:lnTo>
                  <a:pt x="1851875" y="778281"/>
                </a:lnTo>
                <a:lnTo>
                  <a:pt x="1887258" y="775398"/>
                </a:lnTo>
                <a:lnTo>
                  <a:pt x="1886419" y="775398"/>
                </a:lnTo>
                <a:lnTo>
                  <a:pt x="1918919" y="773963"/>
                </a:lnTo>
                <a:lnTo>
                  <a:pt x="1911375" y="773963"/>
                </a:lnTo>
                <a:lnTo>
                  <a:pt x="1956574" y="773315"/>
                </a:lnTo>
                <a:lnTo>
                  <a:pt x="1993138" y="773963"/>
                </a:lnTo>
                <a:lnTo>
                  <a:pt x="1991741" y="773963"/>
                </a:lnTo>
                <a:lnTo>
                  <a:pt x="2027986" y="775779"/>
                </a:lnTo>
                <a:lnTo>
                  <a:pt x="2026920" y="775779"/>
                </a:lnTo>
                <a:lnTo>
                  <a:pt x="2062111" y="778713"/>
                </a:lnTo>
                <a:lnTo>
                  <a:pt x="2061603" y="778713"/>
                </a:lnTo>
                <a:lnTo>
                  <a:pt x="2116340" y="785698"/>
                </a:lnTo>
                <a:lnTo>
                  <a:pt x="2166709" y="794867"/>
                </a:lnTo>
                <a:lnTo>
                  <a:pt x="2215705" y="806450"/>
                </a:lnTo>
                <a:lnTo>
                  <a:pt x="2263343" y="820420"/>
                </a:lnTo>
                <a:lnTo>
                  <a:pt x="2307221" y="836028"/>
                </a:lnTo>
                <a:lnTo>
                  <a:pt x="2350859" y="854354"/>
                </a:lnTo>
                <a:lnTo>
                  <a:pt x="2392794" y="875030"/>
                </a:lnTo>
                <a:lnTo>
                  <a:pt x="2432824" y="898220"/>
                </a:lnTo>
                <a:lnTo>
                  <a:pt x="2467876" y="921753"/>
                </a:lnTo>
                <a:lnTo>
                  <a:pt x="2499436" y="946467"/>
                </a:lnTo>
                <a:lnTo>
                  <a:pt x="2500020" y="946886"/>
                </a:lnTo>
                <a:lnTo>
                  <a:pt x="2514015" y="959065"/>
                </a:lnTo>
                <a:lnTo>
                  <a:pt x="2529573" y="973836"/>
                </a:lnTo>
                <a:lnTo>
                  <a:pt x="2541346" y="985837"/>
                </a:lnTo>
                <a:lnTo>
                  <a:pt x="2542578" y="987234"/>
                </a:lnTo>
                <a:lnTo>
                  <a:pt x="2542717" y="987234"/>
                </a:lnTo>
                <a:lnTo>
                  <a:pt x="2593022" y="987234"/>
                </a:lnTo>
                <a:close/>
              </a:path>
              <a:path w="3945254" h="1941195">
                <a:moveTo>
                  <a:pt x="2644648" y="1120902"/>
                </a:moveTo>
                <a:lnTo>
                  <a:pt x="2644521" y="1080643"/>
                </a:lnTo>
                <a:lnTo>
                  <a:pt x="2644419" y="1045845"/>
                </a:lnTo>
                <a:lnTo>
                  <a:pt x="2644317" y="1010945"/>
                </a:lnTo>
                <a:lnTo>
                  <a:pt x="2644267" y="993140"/>
                </a:lnTo>
                <a:lnTo>
                  <a:pt x="2608923" y="1010945"/>
                </a:lnTo>
                <a:lnTo>
                  <a:pt x="2598420" y="993775"/>
                </a:lnTo>
                <a:lnTo>
                  <a:pt x="2593479" y="987793"/>
                </a:lnTo>
                <a:lnTo>
                  <a:pt x="2543276" y="987793"/>
                </a:lnTo>
                <a:lnTo>
                  <a:pt x="2543111" y="987793"/>
                </a:lnTo>
                <a:lnTo>
                  <a:pt x="2555519" y="1001623"/>
                </a:lnTo>
                <a:lnTo>
                  <a:pt x="2555595" y="1001776"/>
                </a:lnTo>
                <a:lnTo>
                  <a:pt x="2566987" y="1015593"/>
                </a:lnTo>
                <a:lnTo>
                  <a:pt x="2568067" y="1016889"/>
                </a:lnTo>
                <a:lnTo>
                  <a:pt x="2567076" y="1015593"/>
                </a:lnTo>
                <a:lnTo>
                  <a:pt x="2599690" y="1015593"/>
                </a:lnTo>
                <a:lnTo>
                  <a:pt x="2597112" y="1016889"/>
                </a:lnTo>
                <a:lnTo>
                  <a:pt x="2568067" y="1016889"/>
                </a:lnTo>
                <a:lnTo>
                  <a:pt x="2567787" y="1016889"/>
                </a:lnTo>
                <a:lnTo>
                  <a:pt x="2574721" y="1028179"/>
                </a:lnTo>
                <a:lnTo>
                  <a:pt x="2542159" y="1044575"/>
                </a:lnTo>
                <a:lnTo>
                  <a:pt x="2644648" y="1120902"/>
                </a:lnTo>
                <a:close/>
              </a:path>
              <a:path w="3945254" h="1941195">
                <a:moveTo>
                  <a:pt x="2657856" y="1540129"/>
                </a:moveTo>
                <a:lnTo>
                  <a:pt x="2621280" y="1529842"/>
                </a:lnTo>
                <a:lnTo>
                  <a:pt x="2615184" y="1551686"/>
                </a:lnTo>
                <a:lnTo>
                  <a:pt x="2610713" y="1564005"/>
                </a:lnTo>
                <a:lnTo>
                  <a:pt x="2586710" y="1615732"/>
                </a:lnTo>
                <a:lnTo>
                  <a:pt x="2561120" y="1654403"/>
                </a:lnTo>
                <a:lnTo>
                  <a:pt x="2546032" y="1673212"/>
                </a:lnTo>
                <a:lnTo>
                  <a:pt x="2545969" y="1673352"/>
                </a:lnTo>
                <a:lnTo>
                  <a:pt x="2511285" y="1709686"/>
                </a:lnTo>
                <a:lnTo>
                  <a:pt x="2471420" y="1743646"/>
                </a:lnTo>
                <a:lnTo>
                  <a:pt x="2425979" y="1775409"/>
                </a:lnTo>
                <a:lnTo>
                  <a:pt x="2378278" y="1802917"/>
                </a:lnTo>
                <a:lnTo>
                  <a:pt x="2350833" y="1816646"/>
                </a:lnTo>
                <a:lnTo>
                  <a:pt x="2350147" y="1816989"/>
                </a:lnTo>
                <a:lnTo>
                  <a:pt x="2324557" y="1828609"/>
                </a:lnTo>
                <a:lnTo>
                  <a:pt x="2324100" y="1828787"/>
                </a:lnTo>
                <a:lnTo>
                  <a:pt x="2323693" y="1828977"/>
                </a:lnTo>
                <a:lnTo>
                  <a:pt x="2267635" y="1850517"/>
                </a:lnTo>
                <a:lnTo>
                  <a:pt x="2239175" y="1859838"/>
                </a:lnTo>
                <a:lnTo>
                  <a:pt x="2237333" y="1860359"/>
                </a:lnTo>
                <a:lnTo>
                  <a:pt x="2206968" y="1869071"/>
                </a:lnTo>
                <a:lnTo>
                  <a:pt x="2178050" y="1876361"/>
                </a:lnTo>
                <a:lnTo>
                  <a:pt x="2177885" y="1876399"/>
                </a:lnTo>
                <a:lnTo>
                  <a:pt x="2176856" y="1876577"/>
                </a:lnTo>
                <a:lnTo>
                  <a:pt x="2176348" y="1876742"/>
                </a:lnTo>
                <a:lnTo>
                  <a:pt x="2176513" y="1876742"/>
                </a:lnTo>
                <a:lnTo>
                  <a:pt x="2175764" y="1876933"/>
                </a:lnTo>
                <a:lnTo>
                  <a:pt x="2176526" y="1876742"/>
                </a:lnTo>
                <a:lnTo>
                  <a:pt x="2306828" y="1876742"/>
                </a:lnTo>
                <a:lnTo>
                  <a:pt x="2309520" y="1875751"/>
                </a:lnTo>
                <a:lnTo>
                  <a:pt x="2367534" y="1850898"/>
                </a:lnTo>
                <a:lnTo>
                  <a:pt x="2421509" y="1822704"/>
                </a:lnTo>
                <a:lnTo>
                  <a:pt x="2471166" y="1791081"/>
                </a:lnTo>
                <a:lnTo>
                  <a:pt x="2516378" y="1756283"/>
                </a:lnTo>
                <a:lnTo>
                  <a:pt x="2556510" y="1718437"/>
                </a:lnTo>
                <a:lnTo>
                  <a:pt x="2591308" y="1677670"/>
                </a:lnTo>
                <a:lnTo>
                  <a:pt x="2620137" y="1634109"/>
                </a:lnTo>
                <a:lnTo>
                  <a:pt x="2642616" y="1588008"/>
                </a:lnTo>
                <a:lnTo>
                  <a:pt x="2651252" y="1564005"/>
                </a:lnTo>
                <a:lnTo>
                  <a:pt x="2657856" y="1540129"/>
                </a:lnTo>
                <a:close/>
              </a:path>
              <a:path w="3945254" h="1941195">
                <a:moveTo>
                  <a:pt x="3551593" y="100672"/>
                </a:moveTo>
                <a:lnTo>
                  <a:pt x="3550793" y="100076"/>
                </a:lnTo>
                <a:lnTo>
                  <a:pt x="3550958" y="100304"/>
                </a:lnTo>
                <a:lnTo>
                  <a:pt x="3551593" y="100672"/>
                </a:lnTo>
                <a:close/>
              </a:path>
              <a:path w="3945254" h="1941195">
                <a:moveTo>
                  <a:pt x="3563543" y="63068"/>
                </a:moveTo>
                <a:lnTo>
                  <a:pt x="3549586" y="54102"/>
                </a:lnTo>
                <a:lnTo>
                  <a:pt x="3538004" y="47625"/>
                </a:lnTo>
                <a:lnTo>
                  <a:pt x="3537115" y="47117"/>
                </a:lnTo>
                <a:lnTo>
                  <a:pt x="3524631" y="40132"/>
                </a:lnTo>
                <a:lnTo>
                  <a:pt x="3520376" y="38125"/>
                </a:lnTo>
                <a:lnTo>
                  <a:pt x="3499612" y="28321"/>
                </a:lnTo>
                <a:lnTo>
                  <a:pt x="3474212" y="18288"/>
                </a:lnTo>
                <a:lnTo>
                  <a:pt x="3448431" y="10541"/>
                </a:lnTo>
                <a:lnTo>
                  <a:pt x="3422954" y="4826"/>
                </a:lnTo>
                <a:lnTo>
                  <a:pt x="3423361" y="4826"/>
                </a:lnTo>
                <a:lnTo>
                  <a:pt x="3396234" y="1270"/>
                </a:lnTo>
                <a:lnTo>
                  <a:pt x="3370199" y="0"/>
                </a:lnTo>
                <a:lnTo>
                  <a:pt x="3356737" y="381"/>
                </a:lnTo>
                <a:lnTo>
                  <a:pt x="3317367" y="4826"/>
                </a:lnTo>
                <a:lnTo>
                  <a:pt x="3265551" y="18669"/>
                </a:lnTo>
                <a:lnTo>
                  <a:pt x="3215132" y="40894"/>
                </a:lnTo>
                <a:lnTo>
                  <a:pt x="3166237" y="70612"/>
                </a:lnTo>
                <a:lnTo>
                  <a:pt x="3119247" y="107315"/>
                </a:lnTo>
                <a:lnTo>
                  <a:pt x="3074416" y="150241"/>
                </a:lnTo>
                <a:lnTo>
                  <a:pt x="3032252" y="198882"/>
                </a:lnTo>
                <a:lnTo>
                  <a:pt x="2993009" y="252742"/>
                </a:lnTo>
                <a:lnTo>
                  <a:pt x="2956814" y="311023"/>
                </a:lnTo>
                <a:lnTo>
                  <a:pt x="2924302" y="373380"/>
                </a:lnTo>
                <a:lnTo>
                  <a:pt x="2895727" y="439293"/>
                </a:lnTo>
                <a:lnTo>
                  <a:pt x="2871470" y="508000"/>
                </a:lnTo>
                <a:lnTo>
                  <a:pt x="2852064" y="578866"/>
                </a:lnTo>
                <a:lnTo>
                  <a:pt x="2837561" y="651764"/>
                </a:lnTo>
                <a:lnTo>
                  <a:pt x="2828544" y="725805"/>
                </a:lnTo>
                <a:lnTo>
                  <a:pt x="2825496" y="800100"/>
                </a:lnTo>
                <a:lnTo>
                  <a:pt x="2863596" y="800989"/>
                </a:lnTo>
                <a:lnTo>
                  <a:pt x="2864332" y="765581"/>
                </a:lnTo>
                <a:lnTo>
                  <a:pt x="2866542" y="729246"/>
                </a:lnTo>
                <a:lnTo>
                  <a:pt x="2874721" y="660527"/>
                </a:lnTo>
                <a:lnTo>
                  <a:pt x="2875115" y="658266"/>
                </a:lnTo>
                <a:lnTo>
                  <a:pt x="2875153" y="657504"/>
                </a:lnTo>
                <a:lnTo>
                  <a:pt x="2876270" y="651764"/>
                </a:lnTo>
                <a:lnTo>
                  <a:pt x="2881388" y="622935"/>
                </a:lnTo>
                <a:lnTo>
                  <a:pt x="2881503" y="622300"/>
                </a:lnTo>
                <a:lnTo>
                  <a:pt x="2897771" y="553618"/>
                </a:lnTo>
                <a:lnTo>
                  <a:pt x="2907715" y="519912"/>
                </a:lnTo>
                <a:lnTo>
                  <a:pt x="2907728" y="519671"/>
                </a:lnTo>
                <a:lnTo>
                  <a:pt x="2907906" y="519061"/>
                </a:lnTo>
                <a:lnTo>
                  <a:pt x="2910421" y="511708"/>
                </a:lnTo>
                <a:lnTo>
                  <a:pt x="2918841" y="486283"/>
                </a:lnTo>
                <a:lnTo>
                  <a:pt x="2929979" y="456387"/>
                </a:lnTo>
                <a:lnTo>
                  <a:pt x="2931134" y="453631"/>
                </a:lnTo>
                <a:lnTo>
                  <a:pt x="2931058" y="453491"/>
                </a:lnTo>
                <a:lnTo>
                  <a:pt x="2931401" y="452932"/>
                </a:lnTo>
                <a:lnTo>
                  <a:pt x="2944291" y="421551"/>
                </a:lnTo>
                <a:lnTo>
                  <a:pt x="2973705" y="359714"/>
                </a:lnTo>
                <a:lnTo>
                  <a:pt x="2992666" y="325374"/>
                </a:lnTo>
                <a:lnTo>
                  <a:pt x="3006750" y="301434"/>
                </a:lnTo>
                <a:lnTo>
                  <a:pt x="3008058" y="299377"/>
                </a:lnTo>
                <a:lnTo>
                  <a:pt x="3025114" y="273138"/>
                </a:lnTo>
                <a:lnTo>
                  <a:pt x="3042043" y="248881"/>
                </a:lnTo>
                <a:lnTo>
                  <a:pt x="3042297" y="248539"/>
                </a:lnTo>
                <a:lnTo>
                  <a:pt x="3042475" y="248259"/>
                </a:lnTo>
                <a:lnTo>
                  <a:pt x="3043161" y="247281"/>
                </a:lnTo>
                <a:lnTo>
                  <a:pt x="3045409" y="244462"/>
                </a:lnTo>
                <a:lnTo>
                  <a:pt x="3062351" y="222250"/>
                </a:lnTo>
                <a:lnTo>
                  <a:pt x="3062998" y="221488"/>
                </a:lnTo>
                <a:lnTo>
                  <a:pt x="3081312" y="199377"/>
                </a:lnTo>
                <a:lnTo>
                  <a:pt x="3101035" y="177609"/>
                </a:lnTo>
                <a:lnTo>
                  <a:pt x="3101441" y="177190"/>
                </a:lnTo>
                <a:lnTo>
                  <a:pt x="3101810" y="176758"/>
                </a:lnTo>
                <a:lnTo>
                  <a:pt x="3102343" y="176161"/>
                </a:lnTo>
                <a:lnTo>
                  <a:pt x="3104096" y="174498"/>
                </a:lnTo>
                <a:lnTo>
                  <a:pt x="3122549" y="155829"/>
                </a:lnTo>
                <a:lnTo>
                  <a:pt x="3143173" y="136994"/>
                </a:lnTo>
                <a:lnTo>
                  <a:pt x="3165144" y="118643"/>
                </a:lnTo>
                <a:lnTo>
                  <a:pt x="3188335" y="101600"/>
                </a:lnTo>
                <a:lnTo>
                  <a:pt x="3189008" y="101219"/>
                </a:lnTo>
                <a:lnTo>
                  <a:pt x="3210687" y="87122"/>
                </a:lnTo>
                <a:lnTo>
                  <a:pt x="3211233" y="86868"/>
                </a:lnTo>
                <a:lnTo>
                  <a:pt x="3232315" y="74930"/>
                </a:lnTo>
                <a:lnTo>
                  <a:pt x="3232924" y="74587"/>
                </a:lnTo>
                <a:lnTo>
                  <a:pt x="3277743" y="54864"/>
                </a:lnTo>
                <a:lnTo>
                  <a:pt x="3323602" y="42481"/>
                </a:lnTo>
                <a:lnTo>
                  <a:pt x="3322878" y="42481"/>
                </a:lnTo>
                <a:lnTo>
                  <a:pt x="3347021" y="39243"/>
                </a:lnTo>
                <a:lnTo>
                  <a:pt x="3346767" y="39243"/>
                </a:lnTo>
                <a:lnTo>
                  <a:pt x="3356597" y="38531"/>
                </a:lnTo>
                <a:lnTo>
                  <a:pt x="3369564" y="38125"/>
                </a:lnTo>
                <a:lnTo>
                  <a:pt x="3393681" y="39243"/>
                </a:lnTo>
                <a:lnTo>
                  <a:pt x="3392982" y="39243"/>
                </a:lnTo>
                <a:lnTo>
                  <a:pt x="3416998" y="42481"/>
                </a:lnTo>
                <a:lnTo>
                  <a:pt x="3438906" y="47409"/>
                </a:lnTo>
                <a:lnTo>
                  <a:pt x="3439464" y="47536"/>
                </a:lnTo>
                <a:lnTo>
                  <a:pt x="3439922" y="47625"/>
                </a:lnTo>
                <a:lnTo>
                  <a:pt x="3439668" y="47625"/>
                </a:lnTo>
                <a:lnTo>
                  <a:pt x="3461956" y="54483"/>
                </a:lnTo>
                <a:lnTo>
                  <a:pt x="3485134" y="63500"/>
                </a:lnTo>
                <a:lnTo>
                  <a:pt x="3484041" y="63068"/>
                </a:lnTo>
                <a:lnTo>
                  <a:pt x="3563543" y="63068"/>
                </a:lnTo>
                <a:close/>
              </a:path>
              <a:path w="3945254" h="1941195">
                <a:moveTo>
                  <a:pt x="3614559" y="100672"/>
                </a:moveTo>
                <a:lnTo>
                  <a:pt x="3597402" y="86614"/>
                </a:lnTo>
                <a:lnTo>
                  <a:pt x="3596868" y="86233"/>
                </a:lnTo>
                <a:lnTo>
                  <a:pt x="3573526" y="69469"/>
                </a:lnTo>
                <a:lnTo>
                  <a:pt x="3564229" y="63500"/>
                </a:lnTo>
                <a:lnTo>
                  <a:pt x="3485134" y="63500"/>
                </a:lnTo>
                <a:lnTo>
                  <a:pt x="3484930" y="63500"/>
                </a:lnTo>
                <a:lnTo>
                  <a:pt x="3506724" y="73787"/>
                </a:lnTo>
                <a:lnTo>
                  <a:pt x="3507054" y="73977"/>
                </a:lnTo>
                <a:lnTo>
                  <a:pt x="3507930" y="74396"/>
                </a:lnTo>
                <a:lnTo>
                  <a:pt x="3507803" y="74396"/>
                </a:lnTo>
                <a:lnTo>
                  <a:pt x="3529876" y="86614"/>
                </a:lnTo>
                <a:lnTo>
                  <a:pt x="3530308" y="86868"/>
                </a:lnTo>
                <a:lnTo>
                  <a:pt x="3550793" y="100076"/>
                </a:lnTo>
                <a:lnTo>
                  <a:pt x="3551148" y="100304"/>
                </a:lnTo>
                <a:lnTo>
                  <a:pt x="3551593" y="100672"/>
                </a:lnTo>
                <a:lnTo>
                  <a:pt x="3552558" y="101219"/>
                </a:lnTo>
                <a:lnTo>
                  <a:pt x="3551707" y="100672"/>
                </a:lnTo>
                <a:lnTo>
                  <a:pt x="3614559" y="100672"/>
                </a:lnTo>
                <a:close/>
              </a:path>
              <a:path w="3945254" h="1941195">
                <a:moveTo>
                  <a:pt x="3707739" y="195884"/>
                </a:moveTo>
                <a:lnTo>
                  <a:pt x="3665347" y="147701"/>
                </a:lnTo>
                <a:lnTo>
                  <a:pt x="3620516" y="105537"/>
                </a:lnTo>
                <a:lnTo>
                  <a:pt x="3615232" y="101219"/>
                </a:lnTo>
                <a:lnTo>
                  <a:pt x="3552558" y="101219"/>
                </a:lnTo>
                <a:lnTo>
                  <a:pt x="3552380" y="101219"/>
                </a:lnTo>
                <a:lnTo>
                  <a:pt x="3573780" y="116586"/>
                </a:lnTo>
                <a:lnTo>
                  <a:pt x="3595509" y="134188"/>
                </a:lnTo>
                <a:lnTo>
                  <a:pt x="3595776" y="134442"/>
                </a:lnTo>
                <a:lnTo>
                  <a:pt x="3596132" y="134721"/>
                </a:lnTo>
                <a:lnTo>
                  <a:pt x="3637610" y="173964"/>
                </a:lnTo>
                <a:lnTo>
                  <a:pt x="3657739" y="195884"/>
                </a:lnTo>
                <a:lnTo>
                  <a:pt x="3657930" y="195884"/>
                </a:lnTo>
                <a:lnTo>
                  <a:pt x="3707739" y="195884"/>
                </a:lnTo>
                <a:close/>
              </a:path>
              <a:path w="3945254" h="1941195">
                <a:moveTo>
                  <a:pt x="3743579" y="243916"/>
                </a:moveTo>
                <a:lnTo>
                  <a:pt x="3727577" y="221488"/>
                </a:lnTo>
                <a:lnTo>
                  <a:pt x="3708184" y="196456"/>
                </a:lnTo>
                <a:lnTo>
                  <a:pt x="3658463" y="196456"/>
                </a:lnTo>
                <a:lnTo>
                  <a:pt x="3658260" y="196456"/>
                </a:lnTo>
                <a:lnTo>
                  <a:pt x="3677666" y="219341"/>
                </a:lnTo>
                <a:lnTo>
                  <a:pt x="3695395" y="242138"/>
                </a:lnTo>
                <a:lnTo>
                  <a:pt x="3696652" y="243916"/>
                </a:lnTo>
                <a:lnTo>
                  <a:pt x="3697198" y="244462"/>
                </a:lnTo>
                <a:lnTo>
                  <a:pt x="3696779" y="243916"/>
                </a:lnTo>
                <a:lnTo>
                  <a:pt x="3743579" y="243916"/>
                </a:lnTo>
                <a:close/>
              </a:path>
              <a:path w="3945254" h="1941195">
                <a:moveTo>
                  <a:pt x="3944747" y="669925"/>
                </a:moveTo>
                <a:lnTo>
                  <a:pt x="3905847" y="672528"/>
                </a:lnTo>
                <a:lnTo>
                  <a:pt x="3902329" y="641604"/>
                </a:lnTo>
                <a:lnTo>
                  <a:pt x="3895725" y="605282"/>
                </a:lnTo>
                <a:lnTo>
                  <a:pt x="3878580" y="534416"/>
                </a:lnTo>
                <a:lnTo>
                  <a:pt x="3856736" y="465582"/>
                </a:lnTo>
                <a:lnTo>
                  <a:pt x="3830320" y="399415"/>
                </a:lnTo>
                <a:lnTo>
                  <a:pt x="3799713" y="336296"/>
                </a:lnTo>
                <a:lnTo>
                  <a:pt x="3765296" y="276733"/>
                </a:lnTo>
                <a:lnTo>
                  <a:pt x="3743960" y="244462"/>
                </a:lnTo>
                <a:lnTo>
                  <a:pt x="3697198" y="244462"/>
                </a:lnTo>
                <a:lnTo>
                  <a:pt x="3697059" y="244462"/>
                </a:lnTo>
                <a:lnTo>
                  <a:pt x="3733304" y="297332"/>
                </a:lnTo>
                <a:lnTo>
                  <a:pt x="3764673" y="351624"/>
                </a:lnTo>
                <a:lnTo>
                  <a:pt x="3781285" y="384289"/>
                </a:lnTo>
                <a:lnTo>
                  <a:pt x="3781717" y="385152"/>
                </a:lnTo>
                <a:lnTo>
                  <a:pt x="3808476" y="445897"/>
                </a:lnTo>
                <a:lnTo>
                  <a:pt x="3831577" y="510171"/>
                </a:lnTo>
                <a:lnTo>
                  <a:pt x="3841864" y="544563"/>
                </a:lnTo>
                <a:lnTo>
                  <a:pt x="3841991" y="545071"/>
                </a:lnTo>
                <a:lnTo>
                  <a:pt x="3842512" y="546798"/>
                </a:lnTo>
                <a:lnTo>
                  <a:pt x="3850602" y="578243"/>
                </a:lnTo>
                <a:lnTo>
                  <a:pt x="3850779" y="578866"/>
                </a:lnTo>
                <a:lnTo>
                  <a:pt x="3858272" y="612267"/>
                </a:lnTo>
                <a:lnTo>
                  <a:pt x="3858247" y="612508"/>
                </a:lnTo>
                <a:lnTo>
                  <a:pt x="3864445" y="646252"/>
                </a:lnTo>
                <a:lnTo>
                  <a:pt x="3867772" y="675068"/>
                </a:lnTo>
                <a:lnTo>
                  <a:pt x="3830701" y="677545"/>
                </a:lnTo>
                <a:lnTo>
                  <a:pt x="3895217" y="787781"/>
                </a:lnTo>
                <a:lnTo>
                  <a:pt x="3934231" y="694944"/>
                </a:lnTo>
                <a:lnTo>
                  <a:pt x="3944747" y="669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94944" y="1577339"/>
            <a:ext cx="765175" cy="3098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1400" spc="-10" dirty="0">
                <a:latin typeface="Franklin Gothic Medium"/>
                <a:cs typeface="Franklin Gothic Medium"/>
              </a:rPr>
              <a:t>Neither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93720" y="1367027"/>
            <a:ext cx="2719070" cy="1740535"/>
            <a:chOff x="3093720" y="1367027"/>
            <a:chExt cx="2719070" cy="174053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3720" y="1367027"/>
              <a:ext cx="2718816" cy="17404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8792" y="1562099"/>
              <a:ext cx="2148840" cy="117043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288791" y="1565147"/>
            <a:ext cx="745490" cy="3098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1400" spc="-10" dirty="0">
                <a:latin typeface="Franklin Gothic Medium"/>
                <a:cs typeface="Franklin Gothic Medium"/>
              </a:rPr>
              <a:t>Neither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9872" y="5266911"/>
            <a:ext cx="2719070" cy="1591310"/>
            <a:chOff x="499872" y="5266911"/>
            <a:chExt cx="2719070" cy="159131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9872" y="5266911"/>
              <a:ext cx="2718816" cy="15910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4944" y="5462016"/>
              <a:ext cx="2148840" cy="113385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94944" y="5462016"/>
              <a:ext cx="579120" cy="309880"/>
            </a:xfrm>
            <a:custGeom>
              <a:avLst/>
              <a:gdLst/>
              <a:ahLst/>
              <a:cxnLst/>
              <a:rect l="l" t="t" r="r" b="b"/>
              <a:pathLst>
                <a:path w="579119" h="309879">
                  <a:moveTo>
                    <a:pt x="579119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579119" y="309372"/>
                  </a:lnTo>
                  <a:lnTo>
                    <a:pt x="57911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73988" y="5490159"/>
            <a:ext cx="376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Franklin Gothic Medium"/>
                <a:cs typeface="Franklin Gothic Medium"/>
              </a:rPr>
              <a:t>Both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99872" y="2667000"/>
            <a:ext cx="2719070" cy="1736089"/>
            <a:chOff x="499872" y="2667000"/>
            <a:chExt cx="2719070" cy="1736089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872" y="2667000"/>
              <a:ext cx="2718816" cy="173583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4944" y="2862071"/>
              <a:ext cx="2148840" cy="116585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94944" y="2862072"/>
            <a:ext cx="579120" cy="3098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400" spc="-20" dirty="0">
                <a:latin typeface="Franklin Gothic Medium"/>
                <a:cs typeface="Franklin Gothic Medium"/>
              </a:rPr>
              <a:t>Front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92195" y="2676144"/>
            <a:ext cx="2719070" cy="1728470"/>
            <a:chOff x="3092195" y="2676144"/>
            <a:chExt cx="2719070" cy="1728470"/>
          </a:xfrm>
        </p:grpSpPr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92195" y="2676144"/>
              <a:ext cx="2718816" cy="172834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87267" y="2871216"/>
              <a:ext cx="2148840" cy="115824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287267" y="2869692"/>
            <a:ext cx="579120" cy="3098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20"/>
              </a:spcBef>
            </a:pPr>
            <a:r>
              <a:rPr sz="1400" spc="-20" dirty="0">
                <a:latin typeface="Franklin Gothic Medium"/>
                <a:cs typeface="Franklin Gothic Medium"/>
              </a:rPr>
              <a:t>Front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092195" y="3973029"/>
            <a:ext cx="2719070" cy="1728470"/>
            <a:chOff x="3092195" y="3973029"/>
            <a:chExt cx="2719070" cy="1728470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92195" y="3973029"/>
              <a:ext cx="2718816" cy="172834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87267" y="4168140"/>
              <a:ext cx="2148840" cy="115824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3287267" y="4168140"/>
            <a:ext cx="579120" cy="3098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1400" spc="-20" dirty="0">
                <a:latin typeface="Franklin Gothic Medium"/>
                <a:cs typeface="Franklin Gothic Medium"/>
              </a:rPr>
              <a:t>Rear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092195" y="5273001"/>
            <a:ext cx="2719070" cy="1585595"/>
            <a:chOff x="3092195" y="5273001"/>
            <a:chExt cx="2719070" cy="1585595"/>
          </a:xfrm>
        </p:grpSpPr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92195" y="5273001"/>
              <a:ext cx="2718816" cy="158499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87267" y="5468111"/>
              <a:ext cx="2148840" cy="115824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3285744" y="5465064"/>
            <a:ext cx="579120" cy="3098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400" spc="-20" dirty="0">
                <a:latin typeface="Franklin Gothic Medium"/>
                <a:cs typeface="Franklin Gothic Medium"/>
              </a:rPr>
              <a:t>Both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918959" y="2825495"/>
            <a:ext cx="83693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Neither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01395" y="3982173"/>
            <a:ext cx="2717800" cy="1704339"/>
            <a:chOff x="501395" y="3982173"/>
            <a:chExt cx="2717800" cy="1704339"/>
          </a:xfrm>
        </p:grpSpPr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1395" y="3982173"/>
              <a:ext cx="2717292" cy="170383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6467" y="4177284"/>
              <a:ext cx="2147316" cy="113385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694944" y="4180332"/>
            <a:ext cx="579120" cy="31115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400" spc="-20" dirty="0">
                <a:latin typeface="Franklin Gothic Medium"/>
                <a:cs typeface="Franklin Gothic Medium"/>
              </a:rPr>
              <a:t>Rear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014971" y="2398776"/>
            <a:ext cx="63246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Rear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21068" y="1965960"/>
            <a:ext cx="632460" cy="340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Both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32292" y="3621023"/>
            <a:ext cx="63246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Front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848088" y="2851404"/>
            <a:ext cx="63119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Front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848088" y="2442972"/>
            <a:ext cx="63119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Rear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848088" y="2034539"/>
            <a:ext cx="63119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6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9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Both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330183" y="5356859"/>
            <a:ext cx="83693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Neither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959600" y="6054344"/>
            <a:ext cx="36150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Simplified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version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an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45" dirty="0">
                <a:solidFill>
                  <a:srgbClr val="6F2F9F"/>
                </a:solidFill>
                <a:latin typeface="Franklin Gothic Medium"/>
                <a:cs typeface="Franklin Gothic Medium"/>
              </a:rPr>
              <a:t>DFA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4944" y="1027175"/>
            <a:ext cx="2178050" cy="36893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When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door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is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Closed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285744" y="1027175"/>
            <a:ext cx="2148840" cy="36893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When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door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is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Open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109556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What</a:t>
            </a:r>
            <a:r>
              <a:rPr spc="-170" dirty="0"/>
              <a:t> </a:t>
            </a:r>
            <a:r>
              <a:rPr dirty="0"/>
              <a:t>are</a:t>
            </a:r>
            <a:r>
              <a:rPr spc="-165" dirty="0"/>
              <a:t> </a:t>
            </a:r>
            <a:r>
              <a:rPr dirty="0"/>
              <a:t>the</a:t>
            </a:r>
            <a:r>
              <a:rPr spc="-185" dirty="0"/>
              <a:t> </a:t>
            </a:r>
            <a:r>
              <a:rPr dirty="0"/>
              <a:t>possible</a:t>
            </a:r>
            <a:r>
              <a:rPr spc="-175" dirty="0"/>
              <a:t> </a:t>
            </a:r>
            <a:r>
              <a:rPr spc="-10" dirty="0"/>
              <a:t>transitions</a:t>
            </a:r>
            <a:r>
              <a:rPr spc="-170" dirty="0"/>
              <a:t> </a:t>
            </a:r>
            <a:r>
              <a:rPr dirty="0"/>
              <a:t>for</a:t>
            </a:r>
            <a:r>
              <a:rPr spc="-165" dirty="0"/>
              <a:t> </a:t>
            </a:r>
            <a:r>
              <a:rPr dirty="0"/>
              <a:t>the</a:t>
            </a:r>
            <a:r>
              <a:rPr spc="-200" dirty="0"/>
              <a:t> </a:t>
            </a:r>
            <a:r>
              <a:rPr spc="-10" dirty="0"/>
              <a:t>door?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81902" y="2942589"/>
            <a:ext cx="1498600" cy="1512570"/>
            <a:chOff x="6581902" y="2942589"/>
            <a:chExt cx="1498600" cy="1512570"/>
          </a:xfrm>
        </p:grpSpPr>
        <p:sp>
          <p:nvSpPr>
            <p:cNvPr id="4" name="object 4"/>
            <p:cNvSpPr/>
            <p:nvPr/>
          </p:nvSpPr>
          <p:spPr>
            <a:xfrm>
              <a:off x="6588252" y="2948939"/>
              <a:ext cx="1485900" cy="1499870"/>
            </a:xfrm>
            <a:custGeom>
              <a:avLst/>
              <a:gdLst/>
              <a:ahLst/>
              <a:cxnLst/>
              <a:rect l="l" t="t" r="r" b="b"/>
              <a:pathLst>
                <a:path w="1485900" h="1499870">
                  <a:moveTo>
                    <a:pt x="742950" y="0"/>
                  </a:moveTo>
                  <a:lnTo>
                    <a:pt x="695962" y="1474"/>
                  </a:lnTo>
                  <a:lnTo>
                    <a:pt x="649752" y="5841"/>
                  </a:lnTo>
                  <a:lnTo>
                    <a:pt x="604406" y="13011"/>
                  </a:lnTo>
                  <a:lnTo>
                    <a:pt x="560010" y="22897"/>
                  </a:lnTo>
                  <a:lnTo>
                    <a:pt x="516653" y="35411"/>
                  </a:lnTo>
                  <a:lnTo>
                    <a:pt x="474420" y="50465"/>
                  </a:lnTo>
                  <a:lnTo>
                    <a:pt x="433399" y="67972"/>
                  </a:lnTo>
                  <a:lnTo>
                    <a:pt x="393677" y="87843"/>
                  </a:lnTo>
                  <a:lnTo>
                    <a:pt x="355342" y="109992"/>
                  </a:lnTo>
                  <a:lnTo>
                    <a:pt x="318479" y="134329"/>
                  </a:lnTo>
                  <a:lnTo>
                    <a:pt x="283176" y="160768"/>
                  </a:lnTo>
                  <a:lnTo>
                    <a:pt x="249520" y="189220"/>
                  </a:lnTo>
                  <a:lnTo>
                    <a:pt x="217598" y="219598"/>
                  </a:lnTo>
                  <a:lnTo>
                    <a:pt x="187497" y="251814"/>
                  </a:lnTo>
                  <a:lnTo>
                    <a:pt x="159304" y="285780"/>
                  </a:lnTo>
                  <a:lnTo>
                    <a:pt x="133107" y="321409"/>
                  </a:lnTo>
                  <a:lnTo>
                    <a:pt x="108991" y="358612"/>
                  </a:lnTo>
                  <a:lnTo>
                    <a:pt x="87044" y="397302"/>
                  </a:lnTo>
                  <a:lnTo>
                    <a:pt x="67354" y="437390"/>
                  </a:lnTo>
                  <a:lnTo>
                    <a:pt x="50006" y="478790"/>
                  </a:lnTo>
                  <a:lnTo>
                    <a:pt x="35089" y="521413"/>
                  </a:lnTo>
                  <a:lnTo>
                    <a:pt x="22689" y="565172"/>
                  </a:lnTo>
                  <a:lnTo>
                    <a:pt x="12893" y="609979"/>
                  </a:lnTo>
                  <a:lnTo>
                    <a:pt x="5788" y="655745"/>
                  </a:lnTo>
                  <a:lnTo>
                    <a:pt x="1461" y="702384"/>
                  </a:lnTo>
                  <a:lnTo>
                    <a:pt x="0" y="749808"/>
                  </a:lnTo>
                  <a:lnTo>
                    <a:pt x="1461" y="797231"/>
                  </a:lnTo>
                  <a:lnTo>
                    <a:pt x="5788" y="843870"/>
                  </a:lnTo>
                  <a:lnTo>
                    <a:pt x="12893" y="889636"/>
                  </a:lnTo>
                  <a:lnTo>
                    <a:pt x="22689" y="934443"/>
                  </a:lnTo>
                  <a:lnTo>
                    <a:pt x="35089" y="978202"/>
                  </a:lnTo>
                  <a:lnTo>
                    <a:pt x="50006" y="1020825"/>
                  </a:lnTo>
                  <a:lnTo>
                    <a:pt x="67354" y="1062225"/>
                  </a:lnTo>
                  <a:lnTo>
                    <a:pt x="87044" y="1102313"/>
                  </a:lnTo>
                  <a:lnTo>
                    <a:pt x="108991" y="1141003"/>
                  </a:lnTo>
                  <a:lnTo>
                    <a:pt x="133107" y="1178206"/>
                  </a:lnTo>
                  <a:lnTo>
                    <a:pt x="159304" y="1213835"/>
                  </a:lnTo>
                  <a:lnTo>
                    <a:pt x="187497" y="1247801"/>
                  </a:lnTo>
                  <a:lnTo>
                    <a:pt x="217598" y="1280017"/>
                  </a:lnTo>
                  <a:lnTo>
                    <a:pt x="249520" y="1310395"/>
                  </a:lnTo>
                  <a:lnTo>
                    <a:pt x="283176" y="1338847"/>
                  </a:lnTo>
                  <a:lnTo>
                    <a:pt x="318479" y="1365286"/>
                  </a:lnTo>
                  <a:lnTo>
                    <a:pt x="355342" y="1389623"/>
                  </a:lnTo>
                  <a:lnTo>
                    <a:pt x="393677" y="1411772"/>
                  </a:lnTo>
                  <a:lnTo>
                    <a:pt x="433399" y="1431643"/>
                  </a:lnTo>
                  <a:lnTo>
                    <a:pt x="474420" y="1449150"/>
                  </a:lnTo>
                  <a:lnTo>
                    <a:pt x="516653" y="1464204"/>
                  </a:lnTo>
                  <a:lnTo>
                    <a:pt x="560010" y="1476718"/>
                  </a:lnTo>
                  <a:lnTo>
                    <a:pt x="604406" y="1486604"/>
                  </a:lnTo>
                  <a:lnTo>
                    <a:pt x="649752" y="1493774"/>
                  </a:lnTo>
                  <a:lnTo>
                    <a:pt x="695962" y="1498141"/>
                  </a:lnTo>
                  <a:lnTo>
                    <a:pt x="742950" y="1499616"/>
                  </a:lnTo>
                  <a:lnTo>
                    <a:pt x="789937" y="1498141"/>
                  </a:lnTo>
                  <a:lnTo>
                    <a:pt x="836147" y="1493774"/>
                  </a:lnTo>
                  <a:lnTo>
                    <a:pt x="881493" y="1486604"/>
                  </a:lnTo>
                  <a:lnTo>
                    <a:pt x="925889" y="1476718"/>
                  </a:lnTo>
                  <a:lnTo>
                    <a:pt x="969246" y="1464204"/>
                  </a:lnTo>
                  <a:lnTo>
                    <a:pt x="1011479" y="1449150"/>
                  </a:lnTo>
                  <a:lnTo>
                    <a:pt x="1052500" y="1431643"/>
                  </a:lnTo>
                  <a:lnTo>
                    <a:pt x="1092222" y="1411772"/>
                  </a:lnTo>
                  <a:lnTo>
                    <a:pt x="1130557" y="1389623"/>
                  </a:lnTo>
                  <a:lnTo>
                    <a:pt x="1167420" y="1365286"/>
                  </a:lnTo>
                  <a:lnTo>
                    <a:pt x="1202723" y="1338847"/>
                  </a:lnTo>
                  <a:lnTo>
                    <a:pt x="1236379" y="1310395"/>
                  </a:lnTo>
                  <a:lnTo>
                    <a:pt x="1268301" y="1280017"/>
                  </a:lnTo>
                  <a:lnTo>
                    <a:pt x="1298402" y="1247801"/>
                  </a:lnTo>
                  <a:lnTo>
                    <a:pt x="1326595" y="1213835"/>
                  </a:lnTo>
                  <a:lnTo>
                    <a:pt x="1352792" y="1178206"/>
                  </a:lnTo>
                  <a:lnTo>
                    <a:pt x="1376908" y="1141003"/>
                  </a:lnTo>
                  <a:lnTo>
                    <a:pt x="1398855" y="1102313"/>
                  </a:lnTo>
                  <a:lnTo>
                    <a:pt x="1418545" y="1062225"/>
                  </a:lnTo>
                  <a:lnTo>
                    <a:pt x="1435893" y="1020825"/>
                  </a:lnTo>
                  <a:lnTo>
                    <a:pt x="1450810" y="978202"/>
                  </a:lnTo>
                  <a:lnTo>
                    <a:pt x="1463210" y="934443"/>
                  </a:lnTo>
                  <a:lnTo>
                    <a:pt x="1473006" y="889636"/>
                  </a:lnTo>
                  <a:lnTo>
                    <a:pt x="1480111" y="843870"/>
                  </a:lnTo>
                  <a:lnTo>
                    <a:pt x="1484438" y="797231"/>
                  </a:lnTo>
                  <a:lnTo>
                    <a:pt x="1485900" y="749808"/>
                  </a:lnTo>
                  <a:lnTo>
                    <a:pt x="1484438" y="702384"/>
                  </a:lnTo>
                  <a:lnTo>
                    <a:pt x="1480111" y="655745"/>
                  </a:lnTo>
                  <a:lnTo>
                    <a:pt x="1473006" y="609979"/>
                  </a:lnTo>
                  <a:lnTo>
                    <a:pt x="1463210" y="565172"/>
                  </a:lnTo>
                  <a:lnTo>
                    <a:pt x="1450810" y="521413"/>
                  </a:lnTo>
                  <a:lnTo>
                    <a:pt x="1435893" y="478790"/>
                  </a:lnTo>
                  <a:lnTo>
                    <a:pt x="1418545" y="437390"/>
                  </a:lnTo>
                  <a:lnTo>
                    <a:pt x="1398855" y="397302"/>
                  </a:lnTo>
                  <a:lnTo>
                    <a:pt x="1376908" y="358612"/>
                  </a:lnTo>
                  <a:lnTo>
                    <a:pt x="1352792" y="321409"/>
                  </a:lnTo>
                  <a:lnTo>
                    <a:pt x="1326595" y="285780"/>
                  </a:lnTo>
                  <a:lnTo>
                    <a:pt x="1298402" y="251814"/>
                  </a:lnTo>
                  <a:lnTo>
                    <a:pt x="1268301" y="219598"/>
                  </a:lnTo>
                  <a:lnTo>
                    <a:pt x="1236379" y="189220"/>
                  </a:lnTo>
                  <a:lnTo>
                    <a:pt x="1202723" y="160768"/>
                  </a:lnTo>
                  <a:lnTo>
                    <a:pt x="1167420" y="134329"/>
                  </a:lnTo>
                  <a:lnTo>
                    <a:pt x="1130557" y="109992"/>
                  </a:lnTo>
                  <a:lnTo>
                    <a:pt x="1092222" y="87843"/>
                  </a:lnTo>
                  <a:lnTo>
                    <a:pt x="1052500" y="67972"/>
                  </a:lnTo>
                  <a:lnTo>
                    <a:pt x="1011479" y="50465"/>
                  </a:lnTo>
                  <a:lnTo>
                    <a:pt x="969246" y="35411"/>
                  </a:lnTo>
                  <a:lnTo>
                    <a:pt x="925889" y="22897"/>
                  </a:lnTo>
                  <a:lnTo>
                    <a:pt x="881493" y="13011"/>
                  </a:lnTo>
                  <a:lnTo>
                    <a:pt x="836147" y="5841"/>
                  </a:lnTo>
                  <a:lnTo>
                    <a:pt x="789937" y="1474"/>
                  </a:lnTo>
                  <a:lnTo>
                    <a:pt x="742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88252" y="2948939"/>
              <a:ext cx="1485900" cy="1499870"/>
            </a:xfrm>
            <a:custGeom>
              <a:avLst/>
              <a:gdLst/>
              <a:ahLst/>
              <a:cxnLst/>
              <a:rect l="l" t="t" r="r" b="b"/>
              <a:pathLst>
                <a:path w="1485900" h="1499870">
                  <a:moveTo>
                    <a:pt x="0" y="749808"/>
                  </a:moveTo>
                  <a:lnTo>
                    <a:pt x="1461" y="702384"/>
                  </a:lnTo>
                  <a:lnTo>
                    <a:pt x="5788" y="655745"/>
                  </a:lnTo>
                  <a:lnTo>
                    <a:pt x="12893" y="609979"/>
                  </a:lnTo>
                  <a:lnTo>
                    <a:pt x="22689" y="565172"/>
                  </a:lnTo>
                  <a:lnTo>
                    <a:pt x="35089" y="521413"/>
                  </a:lnTo>
                  <a:lnTo>
                    <a:pt x="50006" y="478790"/>
                  </a:lnTo>
                  <a:lnTo>
                    <a:pt x="67354" y="437390"/>
                  </a:lnTo>
                  <a:lnTo>
                    <a:pt x="87044" y="397302"/>
                  </a:lnTo>
                  <a:lnTo>
                    <a:pt x="108991" y="358612"/>
                  </a:lnTo>
                  <a:lnTo>
                    <a:pt x="133107" y="321409"/>
                  </a:lnTo>
                  <a:lnTo>
                    <a:pt x="159304" y="285780"/>
                  </a:lnTo>
                  <a:lnTo>
                    <a:pt x="187497" y="251814"/>
                  </a:lnTo>
                  <a:lnTo>
                    <a:pt x="217598" y="219598"/>
                  </a:lnTo>
                  <a:lnTo>
                    <a:pt x="249520" y="189220"/>
                  </a:lnTo>
                  <a:lnTo>
                    <a:pt x="283176" y="160768"/>
                  </a:lnTo>
                  <a:lnTo>
                    <a:pt x="318479" y="134329"/>
                  </a:lnTo>
                  <a:lnTo>
                    <a:pt x="355342" y="109992"/>
                  </a:lnTo>
                  <a:lnTo>
                    <a:pt x="393677" y="87843"/>
                  </a:lnTo>
                  <a:lnTo>
                    <a:pt x="433399" y="67972"/>
                  </a:lnTo>
                  <a:lnTo>
                    <a:pt x="474420" y="50465"/>
                  </a:lnTo>
                  <a:lnTo>
                    <a:pt x="516653" y="35411"/>
                  </a:lnTo>
                  <a:lnTo>
                    <a:pt x="560010" y="22897"/>
                  </a:lnTo>
                  <a:lnTo>
                    <a:pt x="604406" y="13011"/>
                  </a:lnTo>
                  <a:lnTo>
                    <a:pt x="649752" y="5841"/>
                  </a:lnTo>
                  <a:lnTo>
                    <a:pt x="695962" y="1474"/>
                  </a:lnTo>
                  <a:lnTo>
                    <a:pt x="742950" y="0"/>
                  </a:lnTo>
                  <a:lnTo>
                    <a:pt x="789937" y="1474"/>
                  </a:lnTo>
                  <a:lnTo>
                    <a:pt x="836147" y="5841"/>
                  </a:lnTo>
                  <a:lnTo>
                    <a:pt x="881493" y="13011"/>
                  </a:lnTo>
                  <a:lnTo>
                    <a:pt x="925889" y="22897"/>
                  </a:lnTo>
                  <a:lnTo>
                    <a:pt x="969246" y="35411"/>
                  </a:lnTo>
                  <a:lnTo>
                    <a:pt x="1011479" y="50465"/>
                  </a:lnTo>
                  <a:lnTo>
                    <a:pt x="1052500" y="67972"/>
                  </a:lnTo>
                  <a:lnTo>
                    <a:pt x="1092222" y="87843"/>
                  </a:lnTo>
                  <a:lnTo>
                    <a:pt x="1130557" y="109992"/>
                  </a:lnTo>
                  <a:lnTo>
                    <a:pt x="1167420" y="134329"/>
                  </a:lnTo>
                  <a:lnTo>
                    <a:pt x="1202723" y="160768"/>
                  </a:lnTo>
                  <a:lnTo>
                    <a:pt x="1236379" y="189220"/>
                  </a:lnTo>
                  <a:lnTo>
                    <a:pt x="1268301" y="219598"/>
                  </a:lnTo>
                  <a:lnTo>
                    <a:pt x="1298402" y="251814"/>
                  </a:lnTo>
                  <a:lnTo>
                    <a:pt x="1326595" y="285780"/>
                  </a:lnTo>
                  <a:lnTo>
                    <a:pt x="1352792" y="321409"/>
                  </a:lnTo>
                  <a:lnTo>
                    <a:pt x="1376908" y="358612"/>
                  </a:lnTo>
                  <a:lnTo>
                    <a:pt x="1398855" y="397302"/>
                  </a:lnTo>
                  <a:lnTo>
                    <a:pt x="1418545" y="437390"/>
                  </a:lnTo>
                  <a:lnTo>
                    <a:pt x="1435893" y="478790"/>
                  </a:lnTo>
                  <a:lnTo>
                    <a:pt x="1450810" y="521413"/>
                  </a:lnTo>
                  <a:lnTo>
                    <a:pt x="1463210" y="565172"/>
                  </a:lnTo>
                  <a:lnTo>
                    <a:pt x="1473006" y="609979"/>
                  </a:lnTo>
                  <a:lnTo>
                    <a:pt x="1480111" y="655745"/>
                  </a:lnTo>
                  <a:lnTo>
                    <a:pt x="1484438" y="702384"/>
                  </a:lnTo>
                  <a:lnTo>
                    <a:pt x="1485900" y="749808"/>
                  </a:lnTo>
                  <a:lnTo>
                    <a:pt x="1484438" y="797231"/>
                  </a:lnTo>
                  <a:lnTo>
                    <a:pt x="1480111" y="843870"/>
                  </a:lnTo>
                  <a:lnTo>
                    <a:pt x="1473006" y="889636"/>
                  </a:lnTo>
                  <a:lnTo>
                    <a:pt x="1463210" y="934443"/>
                  </a:lnTo>
                  <a:lnTo>
                    <a:pt x="1450810" y="978202"/>
                  </a:lnTo>
                  <a:lnTo>
                    <a:pt x="1435893" y="1020825"/>
                  </a:lnTo>
                  <a:lnTo>
                    <a:pt x="1418545" y="1062225"/>
                  </a:lnTo>
                  <a:lnTo>
                    <a:pt x="1398855" y="1102313"/>
                  </a:lnTo>
                  <a:lnTo>
                    <a:pt x="1376908" y="1141003"/>
                  </a:lnTo>
                  <a:lnTo>
                    <a:pt x="1352792" y="1178206"/>
                  </a:lnTo>
                  <a:lnTo>
                    <a:pt x="1326595" y="1213835"/>
                  </a:lnTo>
                  <a:lnTo>
                    <a:pt x="1298402" y="1247801"/>
                  </a:lnTo>
                  <a:lnTo>
                    <a:pt x="1268301" y="1280017"/>
                  </a:lnTo>
                  <a:lnTo>
                    <a:pt x="1236379" y="1310395"/>
                  </a:lnTo>
                  <a:lnTo>
                    <a:pt x="1202723" y="1338847"/>
                  </a:lnTo>
                  <a:lnTo>
                    <a:pt x="1167420" y="1365286"/>
                  </a:lnTo>
                  <a:lnTo>
                    <a:pt x="1130557" y="1389623"/>
                  </a:lnTo>
                  <a:lnTo>
                    <a:pt x="1092222" y="1411772"/>
                  </a:lnTo>
                  <a:lnTo>
                    <a:pt x="1052500" y="1431643"/>
                  </a:lnTo>
                  <a:lnTo>
                    <a:pt x="1011479" y="1449150"/>
                  </a:lnTo>
                  <a:lnTo>
                    <a:pt x="969246" y="1464204"/>
                  </a:lnTo>
                  <a:lnTo>
                    <a:pt x="925889" y="1476718"/>
                  </a:lnTo>
                  <a:lnTo>
                    <a:pt x="881493" y="1486604"/>
                  </a:lnTo>
                  <a:lnTo>
                    <a:pt x="836147" y="1493774"/>
                  </a:lnTo>
                  <a:lnTo>
                    <a:pt x="789937" y="1498141"/>
                  </a:lnTo>
                  <a:lnTo>
                    <a:pt x="742950" y="1499616"/>
                  </a:lnTo>
                  <a:lnTo>
                    <a:pt x="695962" y="1498141"/>
                  </a:lnTo>
                  <a:lnTo>
                    <a:pt x="649752" y="1493774"/>
                  </a:lnTo>
                  <a:lnTo>
                    <a:pt x="604406" y="1486604"/>
                  </a:lnTo>
                  <a:lnTo>
                    <a:pt x="560010" y="1476718"/>
                  </a:lnTo>
                  <a:lnTo>
                    <a:pt x="516653" y="1464204"/>
                  </a:lnTo>
                  <a:lnTo>
                    <a:pt x="474420" y="1449150"/>
                  </a:lnTo>
                  <a:lnTo>
                    <a:pt x="433399" y="1431643"/>
                  </a:lnTo>
                  <a:lnTo>
                    <a:pt x="393677" y="1411772"/>
                  </a:lnTo>
                  <a:lnTo>
                    <a:pt x="355342" y="1389623"/>
                  </a:lnTo>
                  <a:lnTo>
                    <a:pt x="318479" y="1365286"/>
                  </a:lnTo>
                  <a:lnTo>
                    <a:pt x="283176" y="1338847"/>
                  </a:lnTo>
                  <a:lnTo>
                    <a:pt x="249520" y="1310395"/>
                  </a:lnTo>
                  <a:lnTo>
                    <a:pt x="217598" y="1280017"/>
                  </a:lnTo>
                  <a:lnTo>
                    <a:pt x="187497" y="1247801"/>
                  </a:lnTo>
                  <a:lnTo>
                    <a:pt x="159304" y="1213835"/>
                  </a:lnTo>
                  <a:lnTo>
                    <a:pt x="133107" y="1178206"/>
                  </a:lnTo>
                  <a:lnTo>
                    <a:pt x="108991" y="1141003"/>
                  </a:lnTo>
                  <a:lnTo>
                    <a:pt x="87044" y="1102313"/>
                  </a:lnTo>
                  <a:lnTo>
                    <a:pt x="67354" y="1062225"/>
                  </a:lnTo>
                  <a:lnTo>
                    <a:pt x="50006" y="1020825"/>
                  </a:lnTo>
                  <a:lnTo>
                    <a:pt x="35089" y="978202"/>
                  </a:lnTo>
                  <a:lnTo>
                    <a:pt x="22689" y="934443"/>
                  </a:lnTo>
                  <a:lnTo>
                    <a:pt x="12893" y="889636"/>
                  </a:lnTo>
                  <a:lnTo>
                    <a:pt x="5788" y="843870"/>
                  </a:lnTo>
                  <a:lnTo>
                    <a:pt x="1461" y="797231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92873" y="3543680"/>
            <a:ext cx="678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Franklin Gothic Medium"/>
                <a:cs typeface="Franklin Gothic Medium"/>
              </a:rPr>
              <a:t>Closed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407397" y="2942589"/>
            <a:ext cx="1498600" cy="1512570"/>
            <a:chOff x="9407397" y="2942589"/>
            <a:chExt cx="1498600" cy="1512570"/>
          </a:xfrm>
        </p:grpSpPr>
        <p:sp>
          <p:nvSpPr>
            <p:cNvPr id="8" name="object 8"/>
            <p:cNvSpPr/>
            <p:nvPr/>
          </p:nvSpPr>
          <p:spPr>
            <a:xfrm>
              <a:off x="9413747" y="2948939"/>
              <a:ext cx="1485900" cy="1499870"/>
            </a:xfrm>
            <a:custGeom>
              <a:avLst/>
              <a:gdLst/>
              <a:ahLst/>
              <a:cxnLst/>
              <a:rect l="l" t="t" r="r" b="b"/>
              <a:pathLst>
                <a:path w="1485900" h="1499870">
                  <a:moveTo>
                    <a:pt x="742950" y="0"/>
                  </a:moveTo>
                  <a:lnTo>
                    <a:pt x="695962" y="1474"/>
                  </a:lnTo>
                  <a:lnTo>
                    <a:pt x="649752" y="5841"/>
                  </a:lnTo>
                  <a:lnTo>
                    <a:pt x="604406" y="13011"/>
                  </a:lnTo>
                  <a:lnTo>
                    <a:pt x="560010" y="22897"/>
                  </a:lnTo>
                  <a:lnTo>
                    <a:pt x="516653" y="35411"/>
                  </a:lnTo>
                  <a:lnTo>
                    <a:pt x="474420" y="50465"/>
                  </a:lnTo>
                  <a:lnTo>
                    <a:pt x="433399" y="67972"/>
                  </a:lnTo>
                  <a:lnTo>
                    <a:pt x="393677" y="87843"/>
                  </a:lnTo>
                  <a:lnTo>
                    <a:pt x="355342" y="109992"/>
                  </a:lnTo>
                  <a:lnTo>
                    <a:pt x="318479" y="134329"/>
                  </a:lnTo>
                  <a:lnTo>
                    <a:pt x="283176" y="160768"/>
                  </a:lnTo>
                  <a:lnTo>
                    <a:pt x="249520" y="189220"/>
                  </a:lnTo>
                  <a:lnTo>
                    <a:pt x="217598" y="219598"/>
                  </a:lnTo>
                  <a:lnTo>
                    <a:pt x="187497" y="251814"/>
                  </a:lnTo>
                  <a:lnTo>
                    <a:pt x="159304" y="285780"/>
                  </a:lnTo>
                  <a:lnTo>
                    <a:pt x="133107" y="321409"/>
                  </a:lnTo>
                  <a:lnTo>
                    <a:pt x="108991" y="358612"/>
                  </a:lnTo>
                  <a:lnTo>
                    <a:pt x="87044" y="397302"/>
                  </a:lnTo>
                  <a:lnTo>
                    <a:pt x="67354" y="437390"/>
                  </a:lnTo>
                  <a:lnTo>
                    <a:pt x="50006" y="478790"/>
                  </a:lnTo>
                  <a:lnTo>
                    <a:pt x="35089" y="521413"/>
                  </a:lnTo>
                  <a:lnTo>
                    <a:pt x="22689" y="565172"/>
                  </a:lnTo>
                  <a:lnTo>
                    <a:pt x="12893" y="609979"/>
                  </a:lnTo>
                  <a:lnTo>
                    <a:pt x="5788" y="655745"/>
                  </a:lnTo>
                  <a:lnTo>
                    <a:pt x="1461" y="702384"/>
                  </a:lnTo>
                  <a:lnTo>
                    <a:pt x="0" y="749808"/>
                  </a:lnTo>
                  <a:lnTo>
                    <a:pt x="1461" y="797231"/>
                  </a:lnTo>
                  <a:lnTo>
                    <a:pt x="5788" y="843870"/>
                  </a:lnTo>
                  <a:lnTo>
                    <a:pt x="12893" y="889636"/>
                  </a:lnTo>
                  <a:lnTo>
                    <a:pt x="22689" y="934443"/>
                  </a:lnTo>
                  <a:lnTo>
                    <a:pt x="35089" y="978202"/>
                  </a:lnTo>
                  <a:lnTo>
                    <a:pt x="50006" y="1020825"/>
                  </a:lnTo>
                  <a:lnTo>
                    <a:pt x="67354" y="1062225"/>
                  </a:lnTo>
                  <a:lnTo>
                    <a:pt x="87044" y="1102313"/>
                  </a:lnTo>
                  <a:lnTo>
                    <a:pt x="108991" y="1141003"/>
                  </a:lnTo>
                  <a:lnTo>
                    <a:pt x="133107" y="1178206"/>
                  </a:lnTo>
                  <a:lnTo>
                    <a:pt x="159304" y="1213835"/>
                  </a:lnTo>
                  <a:lnTo>
                    <a:pt x="187497" y="1247801"/>
                  </a:lnTo>
                  <a:lnTo>
                    <a:pt x="217598" y="1280017"/>
                  </a:lnTo>
                  <a:lnTo>
                    <a:pt x="249520" y="1310395"/>
                  </a:lnTo>
                  <a:lnTo>
                    <a:pt x="283176" y="1338847"/>
                  </a:lnTo>
                  <a:lnTo>
                    <a:pt x="318479" y="1365286"/>
                  </a:lnTo>
                  <a:lnTo>
                    <a:pt x="355342" y="1389623"/>
                  </a:lnTo>
                  <a:lnTo>
                    <a:pt x="393677" y="1411772"/>
                  </a:lnTo>
                  <a:lnTo>
                    <a:pt x="433399" y="1431643"/>
                  </a:lnTo>
                  <a:lnTo>
                    <a:pt x="474420" y="1449150"/>
                  </a:lnTo>
                  <a:lnTo>
                    <a:pt x="516653" y="1464204"/>
                  </a:lnTo>
                  <a:lnTo>
                    <a:pt x="560010" y="1476718"/>
                  </a:lnTo>
                  <a:lnTo>
                    <a:pt x="604406" y="1486604"/>
                  </a:lnTo>
                  <a:lnTo>
                    <a:pt x="649752" y="1493774"/>
                  </a:lnTo>
                  <a:lnTo>
                    <a:pt x="695962" y="1498141"/>
                  </a:lnTo>
                  <a:lnTo>
                    <a:pt x="742950" y="1499616"/>
                  </a:lnTo>
                  <a:lnTo>
                    <a:pt x="789937" y="1498141"/>
                  </a:lnTo>
                  <a:lnTo>
                    <a:pt x="836147" y="1493774"/>
                  </a:lnTo>
                  <a:lnTo>
                    <a:pt x="881493" y="1486604"/>
                  </a:lnTo>
                  <a:lnTo>
                    <a:pt x="925889" y="1476718"/>
                  </a:lnTo>
                  <a:lnTo>
                    <a:pt x="969246" y="1464204"/>
                  </a:lnTo>
                  <a:lnTo>
                    <a:pt x="1011479" y="1449150"/>
                  </a:lnTo>
                  <a:lnTo>
                    <a:pt x="1052500" y="1431643"/>
                  </a:lnTo>
                  <a:lnTo>
                    <a:pt x="1092222" y="1411772"/>
                  </a:lnTo>
                  <a:lnTo>
                    <a:pt x="1130557" y="1389623"/>
                  </a:lnTo>
                  <a:lnTo>
                    <a:pt x="1167420" y="1365286"/>
                  </a:lnTo>
                  <a:lnTo>
                    <a:pt x="1202723" y="1338847"/>
                  </a:lnTo>
                  <a:lnTo>
                    <a:pt x="1236379" y="1310395"/>
                  </a:lnTo>
                  <a:lnTo>
                    <a:pt x="1268301" y="1280017"/>
                  </a:lnTo>
                  <a:lnTo>
                    <a:pt x="1298402" y="1247801"/>
                  </a:lnTo>
                  <a:lnTo>
                    <a:pt x="1326595" y="1213835"/>
                  </a:lnTo>
                  <a:lnTo>
                    <a:pt x="1352792" y="1178206"/>
                  </a:lnTo>
                  <a:lnTo>
                    <a:pt x="1376908" y="1141003"/>
                  </a:lnTo>
                  <a:lnTo>
                    <a:pt x="1398855" y="1102313"/>
                  </a:lnTo>
                  <a:lnTo>
                    <a:pt x="1418545" y="1062225"/>
                  </a:lnTo>
                  <a:lnTo>
                    <a:pt x="1435893" y="1020825"/>
                  </a:lnTo>
                  <a:lnTo>
                    <a:pt x="1450810" y="978202"/>
                  </a:lnTo>
                  <a:lnTo>
                    <a:pt x="1463210" y="934443"/>
                  </a:lnTo>
                  <a:lnTo>
                    <a:pt x="1473006" y="889636"/>
                  </a:lnTo>
                  <a:lnTo>
                    <a:pt x="1480111" y="843870"/>
                  </a:lnTo>
                  <a:lnTo>
                    <a:pt x="1484438" y="797231"/>
                  </a:lnTo>
                  <a:lnTo>
                    <a:pt x="1485900" y="749808"/>
                  </a:lnTo>
                  <a:lnTo>
                    <a:pt x="1484438" y="702384"/>
                  </a:lnTo>
                  <a:lnTo>
                    <a:pt x="1480111" y="655745"/>
                  </a:lnTo>
                  <a:lnTo>
                    <a:pt x="1473006" y="609979"/>
                  </a:lnTo>
                  <a:lnTo>
                    <a:pt x="1463210" y="565172"/>
                  </a:lnTo>
                  <a:lnTo>
                    <a:pt x="1450810" y="521413"/>
                  </a:lnTo>
                  <a:lnTo>
                    <a:pt x="1435893" y="478790"/>
                  </a:lnTo>
                  <a:lnTo>
                    <a:pt x="1418545" y="437390"/>
                  </a:lnTo>
                  <a:lnTo>
                    <a:pt x="1398855" y="397302"/>
                  </a:lnTo>
                  <a:lnTo>
                    <a:pt x="1376908" y="358612"/>
                  </a:lnTo>
                  <a:lnTo>
                    <a:pt x="1352792" y="321409"/>
                  </a:lnTo>
                  <a:lnTo>
                    <a:pt x="1326595" y="285780"/>
                  </a:lnTo>
                  <a:lnTo>
                    <a:pt x="1298402" y="251814"/>
                  </a:lnTo>
                  <a:lnTo>
                    <a:pt x="1268301" y="219598"/>
                  </a:lnTo>
                  <a:lnTo>
                    <a:pt x="1236379" y="189220"/>
                  </a:lnTo>
                  <a:lnTo>
                    <a:pt x="1202723" y="160768"/>
                  </a:lnTo>
                  <a:lnTo>
                    <a:pt x="1167420" y="134329"/>
                  </a:lnTo>
                  <a:lnTo>
                    <a:pt x="1130557" y="109992"/>
                  </a:lnTo>
                  <a:lnTo>
                    <a:pt x="1092222" y="87843"/>
                  </a:lnTo>
                  <a:lnTo>
                    <a:pt x="1052500" y="67972"/>
                  </a:lnTo>
                  <a:lnTo>
                    <a:pt x="1011479" y="50465"/>
                  </a:lnTo>
                  <a:lnTo>
                    <a:pt x="969246" y="35411"/>
                  </a:lnTo>
                  <a:lnTo>
                    <a:pt x="925889" y="22897"/>
                  </a:lnTo>
                  <a:lnTo>
                    <a:pt x="881493" y="13011"/>
                  </a:lnTo>
                  <a:lnTo>
                    <a:pt x="836147" y="5841"/>
                  </a:lnTo>
                  <a:lnTo>
                    <a:pt x="789937" y="1474"/>
                  </a:lnTo>
                  <a:lnTo>
                    <a:pt x="742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413747" y="2948939"/>
              <a:ext cx="1485900" cy="1499870"/>
            </a:xfrm>
            <a:custGeom>
              <a:avLst/>
              <a:gdLst/>
              <a:ahLst/>
              <a:cxnLst/>
              <a:rect l="l" t="t" r="r" b="b"/>
              <a:pathLst>
                <a:path w="1485900" h="1499870">
                  <a:moveTo>
                    <a:pt x="0" y="749808"/>
                  </a:moveTo>
                  <a:lnTo>
                    <a:pt x="1461" y="702384"/>
                  </a:lnTo>
                  <a:lnTo>
                    <a:pt x="5788" y="655745"/>
                  </a:lnTo>
                  <a:lnTo>
                    <a:pt x="12893" y="609979"/>
                  </a:lnTo>
                  <a:lnTo>
                    <a:pt x="22689" y="565172"/>
                  </a:lnTo>
                  <a:lnTo>
                    <a:pt x="35089" y="521413"/>
                  </a:lnTo>
                  <a:lnTo>
                    <a:pt x="50006" y="478790"/>
                  </a:lnTo>
                  <a:lnTo>
                    <a:pt x="67354" y="437390"/>
                  </a:lnTo>
                  <a:lnTo>
                    <a:pt x="87044" y="397302"/>
                  </a:lnTo>
                  <a:lnTo>
                    <a:pt x="108991" y="358612"/>
                  </a:lnTo>
                  <a:lnTo>
                    <a:pt x="133107" y="321409"/>
                  </a:lnTo>
                  <a:lnTo>
                    <a:pt x="159304" y="285780"/>
                  </a:lnTo>
                  <a:lnTo>
                    <a:pt x="187497" y="251814"/>
                  </a:lnTo>
                  <a:lnTo>
                    <a:pt x="217598" y="219598"/>
                  </a:lnTo>
                  <a:lnTo>
                    <a:pt x="249520" y="189220"/>
                  </a:lnTo>
                  <a:lnTo>
                    <a:pt x="283176" y="160768"/>
                  </a:lnTo>
                  <a:lnTo>
                    <a:pt x="318479" y="134329"/>
                  </a:lnTo>
                  <a:lnTo>
                    <a:pt x="355342" y="109992"/>
                  </a:lnTo>
                  <a:lnTo>
                    <a:pt x="393677" y="87843"/>
                  </a:lnTo>
                  <a:lnTo>
                    <a:pt x="433399" y="67972"/>
                  </a:lnTo>
                  <a:lnTo>
                    <a:pt x="474420" y="50465"/>
                  </a:lnTo>
                  <a:lnTo>
                    <a:pt x="516653" y="35411"/>
                  </a:lnTo>
                  <a:lnTo>
                    <a:pt x="560010" y="22897"/>
                  </a:lnTo>
                  <a:lnTo>
                    <a:pt x="604406" y="13011"/>
                  </a:lnTo>
                  <a:lnTo>
                    <a:pt x="649752" y="5841"/>
                  </a:lnTo>
                  <a:lnTo>
                    <a:pt x="695962" y="1474"/>
                  </a:lnTo>
                  <a:lnTo>
                    <a:pt x="742950" y="0"/>
                  </a:lnTo>
                  <a:lnTo>
                    <a:pt x="789937" y="1474"/>
                  </a:lnTo>
                  <a:lnTo>
                    <a:pt x="836147" y="5841"/>
                  </a:lnTo>
                  <a:lnTo>
                    <a:pt x="881493" y="13011"/>
                  </a:lnTo>
                  <a:lnTo>
                    <a:pt x="925889" y="22897"/>
                  </a:lnTo>
                  <a:lnTo>
                    <a:pt x="969246" y="35411"/>
                  </a:lnTo>
                  <a:lnTo>
                    <a:pt x="1011479" y="50465"/>
                  </a:lnTo>
                  <a:lnTo>
                    <a:pt x="1052500" y="67972"/>
                  </a:lnTo>
                  <a:lnTo>
                    <a:pt x="1092222" y="87843"/>
                  </a:lnTo>
                  <a:lnTo>
                    <a:pt x="1130557" y="109992"/>
                  </a:lnTo>
                  <a:lnTo>
                    <a:pt x="1167420" y="134329"/>
                  </a:lnTo>
                  <a:lnTo>
                    <a:pt x="1202723" y="160768"/>
                  </a:lnTo>
                  <a:lnTo>
                    <a:pt x="1236379" y="189220"/>
                  </a:lnTo>
                  <a:lnTo>
                    <a:pt x="1268301" y="219598"/>
                  </a:lnTo>
                  <a:lnTo>
                    <a:pt x="1298402" y="251814"/>
                  </a:lnTo>
                  <a:lnTo>
                    <a:pt x="1326595" y="285780"/>
                  </a:lnTo>
                  <a:lnTo>
                    <a:pt x="1352792" y="321409"/>
                  </a:lnTo>
                  <a:lnTo>
                    <a:pt x="1376908" y="358612"/>
                  </a:lnTo>
                  <a:lnTo>
                    <a:pt x="1398855" y="397302"/>
                  </a:lnTo>
                  <a:lnTo>
                    <a:pt x="1418545" y="437390"/>
                  </a:lnTo>
                  <a:lnTo>
                    <a:pt x="1435893" y="478790"/>
                  </a:lnTo>
                  <a:lnTo>
                    <a:pt x="1450810" y="521413"/>
                  </a:lnTo>
                  <a:lnTo>
                    <a:pt x="1463210" y="565172"/>
                  </a:lnTo>
                  <a:lnTo>
                    <a:pt x="1473006" y="609979"/>
                  </a:lnTo>
                  <a:lnTo>
                    <a:pt x="1480111" y="655745"/>
                  </a:lnTo>
                  <a:lnTo>
                    <a:pt x="1484438" y="702384"/>
                  </a:lnTo>
                  <a:lnTo>
                    <a:pt x="1485900" y="749808"/>
                  </a:lnTo>
                  <a:lnTo>
                    <a:pt x="1484438" y="797231"/>
                  </a:lnTo>
                  <a:lnTo>
                    <a:pt x="1480111" y="843870"/>
                  </a:lnTo>
                  <a:lnTo>
                    <a:pt x="1473006" y="889636"/>
                  </a:lnTo>
                  <a:lnTo>
                    <a:pt x="1463210" y="934443"/>
                  </a:lnTo>
                  <a:lnTo>
                    <a:pt x="1450810" y="978202"/>
                  </a:lnTo>
                  <a:lnTo>
                    <a:pt x="1435893" y="1020825"/>
                  </a:lnTo>
                  <a:lnTo>
                    <a:pt x="1418545" y="1062225"/>
                  </a:lnTo>
                  <a:lnTo>
                    <a:pt x="1398855" y="1102313"/>
                  </a:lnTo>
                  <a:lnTo>
                    <a:pt x="1376908" y="1141003"/>
                  </a:lnTo>
                  <a:lnTo>
                    <a:pt x="1352792" y="1178206"/>
                  </a:lnTo>
                  <a:lnTo>
                    <a:pt x="1326595" y="1213835"/>
                  </a:lnTo>
                  <a:lnTo>
                    <a:pt x="1298402" y="1247801"/>
                  </a:lnTo>
                  <a:lnTo>
                    <a:pt x="1268301" y="1280017"/>
                  </a:lnTo>
                  <a:lnTo>
                    <a:pt x="1236379" y="1310395"/>
                  </a:lnTo>
                  <a:lnTo>
                    <a:pt x="1202723" y="1338847"/>
                  </a:lnTo>
                  <a:lnTo>
                    <a:pt x="1167420" y="1365286"/>
                  </a:lnTo>
                  <a:lnTo>
                    <a:pt x="1130557" y="1389623"/>
                  </a:lnTo>
                  <a:lnTo>
                    <a:pt x="1092222" y="1411772"/>
                  </a:lnTo>
                  <a:lnTo>
                    <a:pt x="1052500" y="1431643"/>
                  </a:lnTo>
                  <a:lnTo>
                    <a:pt x="1011479" y="1449150"/>
                  </a:lnTo>
                  <a:lnTo>
                    <a:pt x="969246" y="1464204"/>
                  </a:lnTo>
                  <a:lnTo>
                    <a:pt x="925889" y="1476718"/>
                  </a:lnTo>
                  <a:lnTo>
                    <a:pt x="881493" y="1486604"/>
                  </a:lnTo>
                  <a:lnTo>
                    <a:pt x="836147" y="1493774"/>
                  </a:lnTo>
                  <a:lnTo>
                    <a:pt x="789937" y="1498141"/>
                  </a:lnTo>
                  <a:lnTo>
                    <a:pt x="742950" y="1499616"/>
                  </a:lnTo>
                  <a:lnTo>
                    <a:pt x="695962" y="1498141"/>
                  </a:lnTo>
                  <a:lnTo>
                    <a:pt x="649752" y="1493774"/>
                  </a:lnTo>
                  <a:lnTo>
                    <a:pt x="604406" y="1486604"/>
                  </a:lnTo>
                  <a:lnTo>
                    <a:pt x="560010" y="1476718"/>
                  </a:lnTo>
                  <a:lnTo>
                    <a:pt x="516653" y="1464204"/>
                  </a:lnTo>
                  <a:lnTo>
                    <a:pt x="474420" y="1449150"/>
                  </a:lnTo>
                  <a:lnTo>
                    <a:pt x="433399" y="1431643"/>
                  </a:lnTo>
                  <a:lnTo>
                    <a:pt x="393677" y="1411772"/>
                  </a:lnTo>
                  <a:lnTo>
                    <a:pt x="355342" y="1389623"/>
                  </a:lnTo>
                  <a:lnTo>
                    <a:pt x="318479" y="1365286"/>
                  </a:lnTo>
                  <a:lnTo>
                    <a:pt x="283176" y="1338847"/>
                  </a:lnTo>
                  <a:lnTo>
                    <a:pt x="249520" y="1310395"/>
                  </a:lnTo>
                  <a:lnTo>
                    <a:pt x="217598" y="1280017"/>
                  </a:lnTo>
                  <a:lnTo>
                    <a:pt x="187497" y="1247801"/>
                  </a:lnTo>
                  <a:lnTo>
                    <a:pt x="159304" y="1213835"/>
                  </a:lnTo>
                  <a:lnTo>
                    <a:pt x="133107" y="1178206"/>
                  </a:lnTo>
                  <a:lnTo>
                    <a:pt x="108991" y="1141003"/>
                  </a:lnTo>
                  <a:lnTo>
                    <a:pt x="87044" y="1102313"/>
                  </a:lnTo>
                  <a:lnTo>
                    <a:pt x="67354" y="1062225"/>
                  </a:lnTo>
                  <a:lnTo>
                    <a:pt x="50006" y="1020825"/>
                  </a:lnTo>
                  <a:lnTo>
                    <a:pt x="35089" y="978202"/>
                  </a:lnTo>
                  <a:lnTo>
                    <a:pt x="22689" y="934443"/>
                  </a:lnTo>
                  <a:lnTo>
                    <a:pt x="12893" y="889636"/>
                  </a:lnTo>
                  <a:lnTo>
                    <a:pt x="5788" y="843870"/>
                  </a:lnTo>
                  <a:lnTo>
                    <a:pt x="1461" y="797231"/>
                  </a:lnTo>
                  <a:lnTo>
                    <a:pt x="0" y="7498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890506" y="3543680"/>
            <a:ext cx="53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Open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0227" y="1004316"/>
            <a:ext cx="7612380" cy="2172335"/>
            <a:chOff x="300227" y="1004316"/>
            <a:chExt cx="7612380" cy="2172335"/>
          </a:xfrm>
        </p:grpSpPr>
        <p:sp>
          <p:nvSpPr>
            <p:cNvPr id="12" name="object 12"/>
            <p:cNvSpPr/>
            <p:nvPr/>
          </p:nvSpPr>
          <p:spPr>
            <a:xfrm>
              <a:off x="6793992" y="2406396"/>
              <a:ext cx="1118870" cy="770255"/>
            </a:xfrm>
            <a:custGeom>
              <a:avLst/>
              <a:gdLst/>
              <a:ahLst/>
              <a:cxnLst/>
              <a:rect l="l" t="t" r="r" b="b"/>
              <a:pathLst>
                <a:path w="1118870" h="770255">
                  <a:moveTo>
                    <a:pt x="544449" y="0"/>
                  </a:moveTo>
                  <a:lnTo>
                    <a:pt x="491998" y="4571"/>
                  </a:lnTo>
                  <a:lnTo>
                    <a:pt x="440308" y="17906"/>
                  </a:lnTo>
                  <a:lnTo>
                    <a:pt x="389889" y="39115"/>
                  </a:lnTo>
                  <a:lnTo>
                    <a:pt x="340994" y="67690"/>
                  </a:lnTo>
                  <a:lnTo>
                    <a:pt x="294004" y="102869"/>
                  </a:lnTo>
                  <a:lnTo>
                    <a:pt x="249174" y="144144"/>
                  </a:lnTo>
                  <a:lnTo>
                    <a:pt x="207009" y="190880"/>
                  </a:lnTo>
                  <a:lnTo>
                    <a:pt x="167639" y="242569"/>
                  </a:lnTo>
                  <a:lnTo>
                    <a:pt x="131572" y="298703"/>
                  </a:lnTo>
                  <a:lnTo>
                    <a:pt x="98932" y="358648"/>
                  </a:lnTo>
                  <a:lnTo>
                    <a:pt x="70357" y="421893"/>
                  </a:lnTo>
                  <a:lnTo>
                    <a:pt x="46100" y="487933"/>
                  </a:lnTo>
                  <a:lnTo>
                    <a:pt x="26655" y="555835"/>
                  </a:lnTo>
                  <a:lnTo>
                    <a:pt x="12064" y="626363"/>
                  </a:lnTo>
                  <a:lnTo>
                    <a:pt x="3048" y="697483"/>
                  </a:lnTo>
                  <a:lnTo>
                    <a:pt x="0" y="768984"/>
                  </a:lnTo>
                  <a:lnTo>
                    <a:pt x="38100" y="769874"/>
                  </a:lnTo>
                  <a:lnTo>
                    <a:pt x="38836" y="735851"/>
                  </a:lnTo>
                  <a:lnTo>
                    <a:pt x="41047" y="701045"/>
                  </a:lnTo>
                  <a:lnTo>
                    <a:pt x="41245" y="698912"/>
                  </a:lnTo>
                  <a:lnTo>
                    <a:pt x="44610" y="667003"/>
                  </a:lnTo>
                  <a:lnTo>
                    <a:pt x="44696" y="666190"/>
                  </a:lnTo>
                  <a:lnTo>
                    <a:pt x="49563" y="632972"/>
                  </a:lnTo>
                  <a:lnTo>
                    <a:pt x="49683" y="632153"/>
                  </a:lnTo>
                  <a:lnTo>
                    <a:pt x="55783" y="599333"/>
                  </a:lnTo>
                  <a:lnTo>
                    <a:pt x="56365" y="596644"/>
                  </a:lnTo>
                  <a:lnTo>
                    <a:pt x="63123" y="567215"/>
                  </a:lnTo>
                  <a:lnTo>
                    <a:pt x="63402" y="566143"/>
                  </a:lnTo>
                  <a:lnTo>
                    <a:pt x="63454" y="565774"/>
                  </a:lnTo>
                  <a:lnTo>
                    <a:pt x="63625" y="565029"/>
                  </a:lnTo>
                  <a:lnTo>
                    <a:pt x="65908" y="556626"/>
                  </a:lnTo>
                  <a:lnTo>
                    <a:pt x="71973" y="533585"/>
                  </a:lnTo>
                  <a:lnTo>
                    <a:pt x="82190" y="500142"/>
                  </a:lnTo>
                  <a:lnTo>
                    <a:pt x="82684" y="498637"/>
                  </a:lnTo>
                  <a:lnTo>
                    <a:pt x="92468" y="470385"/>
                  </a:lnTo>
                  <a:lnTo>
                    <a:pt x="93287" y="468270"/>
                  </a:lnTo>
                  <a:lnTo>
                    <a:pt x="93262" y="468093"/>
                  </a:lnTo>
                  <a:lnTo>
                    <a:pt x="93468" y="467505"/>
                  </a:lnTo>
                  <a:lnTo>
                    <a:pt x="96247" y="460628"/>
                  </a:lnTo>
                  <a:lnTo>
                    <a:pt x="105790" y="435990"/>
                  </a:lnTo>
                  <a:lnTo>
                    <a:pt x="108480" y="429767"/>
                  </a:lnTo>
                  <a:lnTo>
                    <a:pt x="118545" y="406313"/>
                  </a:lnTo>
                  <a:lnTo>
                    <a:pt x="132440" y="376940"/>
                  </a:lnTo>
                  <a:lnTo>
                    <a:pt x="164089" y="318428"/>
                  </a:lnTo>
                  <a:lnTo>
                    <a:pt x="198073" y="265556"/>
                  </a:lnTo>
                  <a:lnTo>
                    <a:pt x="236096" y="215518"/>
                  </a:lnTo>
                  <a:lnTo>
                    <a:pt x="275039" y="172222"/>
                  </a:lnTo>
                  <a:lnTo>
                    <a:pt x="275776" y="171504"/>
                  </a:lnTo>
                  <a:lnTo>
                    <a:pt x="276050" y="171150"/>
                  </a:lnTo>
                  <a:lnTo>
                    <a:pt x="276598" y="170570"/>
                  </a:lnTo>
                  <a:lnTo>
                    <a:pt x="276738" y="170570"/>
                  </a:lnTo>
                  <a:lnTo>
                    <a:pt x="296592" y="151311"/>
                  </a:lnTo>
                  <a:lnTo>
                    <a:pt x="317208" y="133198"/>
                  </a:lnTo>
                  <a:lnTo>
                    <a:pt x="317604" y="132882"/>
                  </a:lnTo>
                  <a:lnTo>
                    <a:pt x="318096" y="132417"/>
                  </a:lnTo>
                  <a:lnTo>
                    <a:pt x="318761" y="131834"/>
                  </a:lnTo>
                  <a:lnTo>
                    <a:pt x="318923" y="131834"/>
                  </a:lnTo>
                  <a:lnTo>
                    <a:pt x="340415" y="114737"/>
                  </a:lnTo>
                  <a:lnTo>
                    <a:pt x="361615" y="99745"/>
                  </a:lnTo>
                  <a:lnTo>
                    <a:pt x="384936" y="85089"/>
                  </a:lnTo>
                  <a:lnTo>
                    <a:pt x="385088" y="85089"/>
                  </a:lnTo>
                  <a:lnTo>
                    <a:pt x="406574" y="73403"/>
                  </a:lnTo>
                  <a:lnTo>
                    <a:pt x="406405" y="73403"/>
                  </a:lnTo>
                  <a:lnTo>
                    <a:pt x="429990" y="62483"/>
                  </a:lnTo>
                  <a:lnTo>
                    <a:pt x="430133" y="62483"/>
                  </a:lnTo>
                  <a:lnTo>
                    <a:pt x="452135" y="54101"/>
                  </a:lnTo>
                  <a:lnTo>
                    <a:pt x="451865" y="54101"/>
                  </a:lnTo>
                  <a:lnTo>
                    <a:pt x="476250" y="46862"/>
                  </a:lnTo>
                  <a:lnTo>
                    <a:pt x="476594" y="46862"/>
                  </a:lnTo>
                  <a:lnTo>
                    <a:pt x="498075" y="42163"/>
                  </a:lnTo>
                  <a:lnTo>
                    <a:pt x="497839" y="42163"/>
                  </a:lnTo>
                  <a:lnTo>
                    <a:pt x="499236" y="41909"/>
                  </a:lnTo>
                  <a:lnTo>
                    <a:pt x="499800" y="41909"/>
                  </a:lnTo>
                  <a:lnTo>
                    <a:pt x="521370" y="39115"/>
                  </a:lnTo>
                  <a:lnTo>
                    <a:pt x="520700" y="39115"/>
                  </a:lnTo>
                  <a:lnTo>
                    <a:pt x="544449" y="38131"/>
                  </a:lnTo>
                  <a:lnTo>
                    <a:pt x="698116" y="38131"/>
                  </a:lnTo>
                  <a:lnTo>
                    <a:pt x="673861" y="27050"/>
                  </a:lnTo>
                  <a:lnTo>
                    <a:pt x="648461" y="17525"/>
                  </a:lnTo>
                  <a:lnTo>
                    <a:pt x="623242" y="10159"/>
                  </a:lnTo>
                  <a:lnTo>
                    <a:pt x="623399" y="10159"/>
                  </a:lnTo>
                  <a:lnTo>
                    <a:pt x="597364" y="4571"/>
                  </a:lnTo>
                  <a:lnTo>
                    <a:pt x="597779" y="4571"/>
                  </a:lnTo>
                  <a:lnTo>
                    <a:pt x="570610" y="1142"/>
                  </a:lnTo>
                  <a:lnTo>
                    <a:pt x="544449" y="0"/>
                  </a:lnTo>
                  <a:close/>
                </a:path>
                <a:path w="1118870" h="770255">
                  <a:moveTo>
                    <a:pt x="1041645" y="644118"/>
                  </a:moveTo>
                  <a:lnTo>
                    <a:pt x="1004442" y="646811"/>
                  </a:lnTo>
                  <a:lnTo>
                    <a:pt x="1069721" y="756665"/>
                  </a:lnTo>
                  <a:lnTo>
                    <a:pt x="1108053" y="663828"/>
                  </a:lnTo>
                  <a:lnTo>
                    <a:pt x="1043939" y="663828"/>
                  </a:lnTo>
                  <a:lnTo>
                    <a:pt x="1041645" y="644118"/>
                  </a:lnTo>
                  <a:close/>
                </a:path>
                <a:path w="1118870" h="770255">
                  <a:moveTo>
                    <a:pt x="1079710" y="641362"/>
                  </a:moveTo>
                  <a:lnTo>
                    <a:pt x="1041645" y="644118"/>
                  </a:lnTo>
                  <a:lnTo>
                    <a:pt x="1043939" y="663828"/>
                  </a:lnTo>
                  <a:lnTo>
                    <a:pt x="1081785" y="659511"/>
                  </a:lnTo>
                  <a:lnTo>
                    <a:pt x="1079710" y="641362"/>
                  </a:lnTo>
                  <a:close/>
                </a:path>
                <a:path w="1118870" h="770255">
                  <a:moveTo>
                    <a:pt x="1118488" y="638555"/>
                  </a:moveTo>
                  <a:lnTo>
                    <a:pt x="1079710" y="641362"/>
                  </a:lnTo>
                  <a:lnTo>
                    <a:pt x="1081785" y="659511"/>
                  </a:lnTo>
                  <a:lnTo>
                    <a:pt x="1043939" y="663828"/>
                  </a:lnTo>
                  <a:lnTo>
                    <a:pt x="1108053" y="663828"/>
                  </a:lnTo>
                  <a:lnTo>
                    <a:pt x="1118488" y="638555"/>
                  </a:lnTo>
                  <a:close/>
                </a:path>
                <a:path w="1118870" h="770255">
                  <a:moveTo>
                    <a:pt x="773325" y="84454"/>
                  </a:moveTo>
                  <a:lnTo>
                    <a:pt x="704292" y="84454"/>
                  </a:lnTo>
                  <a:lnTo>
                    <a:pt x="725880" y="97784"/>
                  </a:lnTo>
                  <a:lnTo>
                    <a:pt x="748537" y="113411"/>
                  </a:lnTo>
                  <a:lnTo>
                    <a:pt x="769938" y="129975"/>
                  </a:lnTo>
                  <a:lnTo>
                    <a:pt x="770178" y="130250"/>
                  </a:lnTo>
                  <a:lnTo>
                    <a:pt x="771005" y="130802"/>
                  </a:lnTo>
                  <a:lnTo>
                    <a:pt x="770836" y="130802"/>
                  </a:lnTo>
                  <a:lnTo>
                    <a:pt x="792227" y="149209"/>
                  </a:lnTo>
                  <a:lnTo>
                    <a:pt x="810793" y="166877"/>
                  </a:lnTo>
                  <a:lnTo>
                    <a:pt x="853038" y="212598"/>
                  </a:lnTo>
                  <a:lnTo>
                    <a:pt x="871425" y="235536"/>
                  </a:lnTo>
                  <a:lnTo>
                    <a:pt x="871848" y="236082"/>
                  </a:lnTo>
                  <a:lnTo>
                    <a:pt x="889471" y="259742"/>
                  </a:lnTo>
                  <a:lnTo>
                    <a:pt x="907397" y="285816"/>
                  </a:lnTo>
                  <a:lnTo>
                    <a:pt x="907515" y="286097"/>
                  </a:lnTo>
                  <a:lnTo>
                    <a:pt x="924432" y="312927"/>
                  </a:lnTo>
                  <a:lnTo>
                    <a:pt x="933214" y="328167"/>
                  </a:lnTo>
                  <a:lnTo>
                    <a:pt x="940568" y="341039"/>
                  </a:lnTo>
                  <a:lnTo>
                    <a:pt x="940797" y="341470"/>
                  </a:lnTo>
                  <a:lnTo>
                    <a:pt x="941840" y="343289"/>
                  </a:lnTo>
                  <a:lnTo>
                    <a:pt x="955663" y="369475"/>
                  </a:lnTo>
                  <a:lnTo>
                    <a:pt x="955730" y="369668"/>
                  </a:lnTo>
                  <a:lnTo>
                    <a:pt x="956545" y="371250"/>
                  </a:lnTo>
                  <a:lnTo>
                    <a:pt x="970399" y="400055"/>
                  </a:lnTo>
                  <a:lnTo>
                    <a:pt x="983357" y="429767"/>
                  </a:lnTo>
                  <a:lnTo>
                    <a:pt x="995302" y="459993"/>
                  </a:lnTo>
                  <a:lnTo>
                    <a:pt x="1006458" y="491533"/>
                  </a:lnTo>
                  <a:lnTo>
                    <a:pt x="1006415" y="491660"/>
                  </a:lnTo>
                  <a:lnTo>
                    <a:pt x="1006681" y="492221"/>
                  </a:lnTo>
                  <a:lnTo>
                    <a:pt x="1016254" y="523028"/>
                  </a:lnTo>
                  <a:lnTo>
                    <a:pt x="1025178" y="555835"/>
                  </a:lnTo>
                  <a:lnTo>
                    <a:pt x="1025290" y="556626"/>
                  </a:lnTo>
                  <a:lnTo>
                    <a:pt x="1032857" y="588783"/>
                  </a:lnTo>
                  <a:lnTo>
                    <a:pt x="1032974" y="589303"/>
                  </a:lnTo>
                  <a:lnTo>
                    <a:pt x="1033095" y="589863"/>
                  </a:lnTo>
                  <a:lnTo>
                    <a:pt x="1038999" y="621391"/>
                  </a:lnTo>
                  <a:lnTo>
                    <a:pt x="1041645" y="644118"/>
                  </a:lnTo>
                  <a:lnTo>
                    <a:pt x="1079710" y="641362"/>
                  </a:lnTo>
                  <a:lnTo>
                    <a:pt x="1070228" y="581278"/>
                  </a:lnTo>
                  <a:lnTo>
                    <a:pt x="1053083" y="513206"/>
                  </a:lnTo>
                  <a:lnTo>
                    <a:pt x="1031112" y="447039"/>
                  </a:lnTo>
                  <a:lnTo>
                    <a:pt x="1004697" y="383286"/>
                  </a:lnTo>
                  <a:lnTo>
                    <a:pt x="974089" y="322706"/>
                  </a:lnTo>
                  <a:lnTo>
                    <a:pt x="939673" y="265556"/>
                  </a:lnTo>
                  <a:lnTo>
                    <a:pt x="901826" y="212598"/>
                  </a:lnTo>
                  <a:lnTo>
                    <a:pt x="860932" y="163956"/>
                  </a:lnTo>
                  <a:lnTo>
                    <a:pt x="828205" y="130802"/>
                  </a:lnTo>
                  <a:lnTo>
                    <a:pt x="771005" y="130802"/>
                  </a:lnTo>
                  <a:lnTo>
                    <a:pt x="770294" y="130250"/>
                  </a:lnTo>
                  <a:lnTo>
                    <a:pt x="827623" y="130250"/>
                  </a:lnTo>
                  <a:lnTo>
                    <a:pt x="817499" y="120650"/>
                  </a:lnTo>
                  <a:lnTo>
                    <a:pt x="794765" y="101091"/>
                  </a:lnTo>
                  <a:lnTo>
                    <a:pt x="773325" y="84454"/>
                  </a:lnTo>
                  <a:close/>
                </a:path>
                <a:path w="1118870" h="770255">
                  <a:moveTo>
                    <a:pt x="276134" y="171150"/>
                  </a:moveTo>
                  <a:lnTo>
                    <a:pt x="275716" y="171504"/>
                  </a:lnTo>
                  <a:lnTo>
                    <a:pt x="275039" y="172222"/>
                  </a:lnTo>
                  <a:lnTo>
                    <a:pt x="275851" y="171504"/>
                  </a:lnTo>
                  <a:lnTo>
                    <a:pt x="276140" y="171150"/>
                  </a:lnTo>
                  <a:close/>
                </a:path>
                <a:path w="1118870" h="770255">
                  <a:moveTo>
                    <a:pt x="276738" y="170570"/>
                  </a:moveTo>
                  <a:lnTo>
                    <a:pt x="276598" y="170570"/>
                  </a:lnTo>
                  <a:lnTo>
                    <a:pt x="276134" y="171150"/>
                  </a:lnTo>
                  <a:lnTo>
                    <a:pt x="276738" y="170570"/>
                  </a:lnTo>
                  <a:close/>
                </a:path>
                <a:path w="1118870" h="770255">
                  <a:moveTo>
                    <a:pt x="318178" y="132417"/>
                  </a:moveTo>
                  <a:lnTo>
                    <a:pt x="317567" y="132882"/>
                  </a:lnTo>
                  <a:lnTo>
                    <a:pt x="317208" y="133198"/>
                  </a:lnTo>
                  <a:lnTo>
                    <a:pt x="317713" y="132882"/>
                  </a:lnTo>
                  <a:lnTo>
                    <a:pt x="318189" y="132417"/>
                  </a:lnTo>
                  <a:close/>
                </a:path>
                <a:path w="1118870" h="770255">
                  <a:moveTo>
                    <a:pt x="318923" y="131834"/>
                  </a:moveTo>
                  <a:lnTo>
                    <a:pt x="318761" y="131834"/>
                  </a:lnTo>
                  <a:lnTo>
                    <a:pt x="318178" y="132417"/>
                  </a:lnTo>
                  <a:lnTo>
                    <a:pt x="318923" y="131834"/>
                  </a:lnTo>
                  <a:close/>
                </a:path>
                <a:path w="1118870" h="770255">
                  <a:moveTo>
                    <a:pt x="385088" y="85089"/>
                  </a:moveTo>
                  <a:lnTo>
                    <a:pt x="384936" y="85089"/>
                  </a:lnTo>
                  <a:lnTo>
                    <a:pt x="383926" y="85725"/>
                  </a:lnTo>
                  <a:lnTo>
                    <a:pt x="385088" y="85089"/>
                  </a:lnTo>
                  <a:close/>
                </a:path>
                <a:path w="1118870" h="770255">
                  <a:moveTo>
                    <a:pt x="714749" y="46862"/>
                  </a:moveTo>
                  <a:lnTo>
                    <a:pt x="613210" y="46862"/>
                  </a:lnTo>
                  <a:lnTo>
                    <a:pt x="635760" y="53466"/>
                  </a:lnTo>
                  <a:lnTo>
                    <a:pt x="658622" y="61975"/>
                  </a:lnTo>
                  <a:lnTo>
                    <a:pt x="659032" y="62162"/>
                  </a:lnTo>
                  <a:lnTo>
                    <a:pt x="659891" y="62483"/>
                  </a:lnTo>
                  <a:lnTo>
                    <a:pt x="659735" y="62483"/>
                  </a:lnTo>
                  <a:lnTo>
                    <a:pt x="681481" y="72389"/>
                  </a:lnTo>
                  <a:lnTo>
                    <a:pt x="705342" y="85089"/>
                  </a:lnTo>
                  <a:lnTo>
                    <a:pt x="704291" y="84454"/>
                  </a:lnTo>
                  <a:lnTo>
                    <a:pt x="773325" y="84454"/>
                  </a:lnTo>
                  <a:lnTo>
                    <a:pt x="771525" y="83057"/>
                  </a:lnTo>
                  <a:lnTo>
                    <a:pt x="747776" y="66548"/>
                  </a:lnTo>
                  <a:lnTo>
                    <a:pt x="741232" y="62483"/>
                  </a:lnTo>
                  <a:lnTo>
                    <a:pt x="659891" y="62483"/>
                  </a:lnTo>
                  <a:lnTo>
                    <a:pt x="659089" y="62162"/>
                  </a:lnTo>
                  <a:lnTo>
                    <a:pt x="740715" y="62162"/>
                  </a:lnTo>
                  <a:lnTo>
                    <a:pt x="723646" y="51562"/>
                  </a:lnTo>
                  <a:lnTo>
                    <a:pt x="714749" y="46862"/>
                  </a:lnTo>
                  <a:close/>
                </a:path>
                <a:path w="1118870" h="770255">
                  <a:moveTo>
                    <a:pt x="407325" y="72994"/>
                  </a:moveTo>
                  <a:lnTo>
                    <a:pt x="406405" y="73403"/>
                  </a:lnTo>
                  <a:lnTo>
                    <a:pt x="406574" y="73403"/>
                  </a:lnTo>
                  <a:lnTo>
                    <a:pt x="407325" y="72994"/>
                  </a:lnTo>
                  <a:close/>
                </a:path>
                <a:path w="1118870" h="770255">
                  <a:moveTo>
                    <a:pt x="430133" y="62483"/>
                  </a:moveTo>
                  <a:lnTo>
                    <a:pt x="430001" y="62483"/>
                  </a:lnTo>
                  <a:lnTo>
                    <a:pt x="429178" y="62864"/>
                  </a:lnTo>
                  <a:lnTo>
                    <a:pt x="430133" y="62483"/>
                  </a:lnTo>
                  <a:close/>
                </a:path>
                <a:path w="1118870" h="770255">
                  <a:moveTo>
                    <a:pt x="453088" y="53738"/>
                  </a:moveTo>
                  <a:lnTo>
                    <a:pt x="451865" y="54101"/>
                  </a:lnTo>
                  <a:lnTo>
                    <a:pt x="452135" y="54101"/>
                  </a:lnTo>
                  <a:lnTo>
                    <a:pt x="453088" y="53738"/>
                  </a:lnTo>
                  <a:close/>
                </a:path>
                <a:path w="1118870" h="770255">
                  <a:moveTo>
                    <a:pt x="476594" y="46862"/>
                  </a:moveTo>
                  <a:lnTo>
                    <a:pt x="476250" y="46862"/>
                  </a:lnTo>
                  <a:lnTo>
                    <a:pt x="474966" y="47243"/>
                  </a:lnTo>
                  <a:lnTo>
                    <a:pt x="476594" y="46862"/>
                  </a:lnTo>
                  <a:close/>
                </a:path>
                <a:path w="1118870" h="770255">
                  <a:moveTo>
                    <a:pt x="589660" y="41909"/>
                  </a:moveTo>
                  <a:lnTo>
                    <a:pt x="614639" y="47243"/>
                  </a:lnTo>
                  <a:lnTo>
                    <a:pt x="614483" y="47243"/>
                  </a:lnTo>
                  <a:lnTo>
                    <a:pt x="613202" y="46862"/>
                  </a:lnTo>
                  <a:lnTo>
                    <a:pt x="714749" y="46862"/>
                  </a:lnTo>
                  <a:lnTo>
                    <a:pt x="705853" y="42163"/>
                  </a:lnTo>
                  <a:lnTo>
                    <a:pt x="591184" y="42163"/>
                  </a:lnTo>
                  <a:lnTo>
                    <a:pt x="589660" y="41909"/>
                  </a:lnTo>
                  <a:close/>
                </a:path>
                <a:path w="1118870" h="770255">
                  <a:moveTo>
                    <a:pt x="499236" y="41909"/>
                  </a:moveTo>
                  <a:lnTo>
                    <a:pt x="497839" y="42163"/>
                  </a:lnTo>
                  <a:lnTo>
                    <a:pt x="498075" y="42163"/>
                  </a:lnTo>
                  <a:lnTo>
                    <a:pt x="499236" y="41909"/>
                  </a:lnTo>
                  <a:close/>
                </a:path>
                <a:path w="1118870" h="770255">
                  <a:moveTo>
                    <a:pt x="499800" y="41909"/>
                  </a:moveTo>
                  <a:lnTo>
                    <a:pt x="499236" y="41909"/>
                  </a:lnTo>
                  <a:lnTo>
                    <a:pt x="498075" y="42163"/>
                  </a:lnTo>
                  <a:lnTo>
                    <a:pt x="497839" y="42163"/>
                  </a:lnTo>
                  <a:lnTo>
                    <a:pt x="499800" y="41909"/>
                  </a:lnTo>
                  <a:close/>
                </a:path>
                <a:path w="1118870" h="770255">
                  <a:moveTo>
                    <a:pt x="698116" y="38131"/>
                  </a:moveTo>
                  <a:lnTo>
                    <a:pt x="544449" y="38131"/>
                  </a:lnTo>
                  <a:lnTo>
                    <a:pt x="568198" y="39115"/>
                  </a:lnTo>
                  <a:lnTo>
                    <a:pt x="567532" y="39115"/>
                  </a:lnTo>
                  <a:lnTo>
                    <a:pt x="591184" y="42163"/>
                  </a:lnTo>
                  <a:lnTo>
                    <a:pt x="590852" y="42163"/>
                  </a:lnTo>
                  <a:lnTo>
                    <a:pt x="589660" y="41909"/>
                  </a:lnTo>
                  <a:lnTo>
                    <a:pt x="705372" y="41909"/>
                  </a:lnTo>
                  <a:lnTo>
                    <a:pt x="698880" y="38480"/>
                  </a:lnTo>
                  <a:lnTo>
                    <a:pt x="698116" y="38131"/>
                  </a:lnTo>
                  <a:close/>
                </a:path>
                <a:path w="1118870" h="770255">
                  <a:moveTo>
                    <a:pt x="705372" y="41909"/>
                  </a:moveTo>
                  <a:lnTo>
                    <a:pt x="589660" y="41909"/>
                  </a:lnTo>
                  <a:lnTo>
                    <a:pt x="591184" y="42163"/>
                  </a:lnTo>
                  <a:lnTo>
                    <a:pt x="705853" y="42163"/>
                  </a:lnTo>
                  <a:lnTo>
                    <a:pt x="705372" y="419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227" y="1004316"/>
              <a:ext cx="2918333" cy="18074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299" y="1199388"/>
              <a:ext cx="2348484" cy="123748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95300" y="1197863"/>
            <a:ext cx="83693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Neither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94076" y="984503"/>
            <a:ext cx="2918460" cy="1849120"/>
            <a:chOff x="2894076" y="984503"/>
            <a:chExt cx="2918460" cy="184912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4076" y="984503"/>
              <a:ext cx="2918332" cy="18486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9148" y="1179575"/>
              <a:ext cx="2348483" cy="127863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089148" y="1182624"/>
            <a:ext cx="814069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Neither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0227" y="5161803"/>
            <a:ext cx="2918460" cy="1696720"/>
            <a:chOff x="300227" y="5161803"/>
            <a:chExt cx="2918460" cy="169672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0227" y="5161803"/>
              <a:ext cx="2918333" cy="169619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299" y="5356859"/>
              <a:ext cx="2348484" cy="123901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5299" y="5356859"/>
              <a:ext cx="632460" cy="338455"/>
            </a:xfrm>
            <a:custGeom>
              <a:avLst/>
              <a:gdLst/>
              <a:ahLst/>
              <a:cxnLst/>
              <a:rect l="l" t="t" r="r" b="b"/>
              <a:pathLst>
                <a:path w="632460" h="338454">
                  <a:moveTo>
                    <a:pt x="632460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632460" y="338327"/>
                  </a:lnTo>
                  <a:lnTo>
                    <a:pt x="63246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74649" y="5385003"/>
            <a:ext cx="423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Both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0227" y="2375916"/>
            <a:ext cx="2918460" cy="1842770"/>
            <a:chOff x="300227" y="2375916"/>
            <a:chExt cx="2918460" cy="1842770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0227" y="2375916"/>
              <a:ext cx="2918333" cy="184251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5299" y="2570988"/>
              <a:ext cx="2348484" cy="127253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95300" y="2570988"/>
            <a:ext cx="63246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Front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894076" y="2383535"/>
            <a:ext cx="2917190" cy="1835150"/>
            <a:chOff x="2894076" y="2383535"/>
            <a:chExt cx="2917190" cy="1835150"/>
          </a:xfrm>
        </p:grpSpPr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94076" y="2383535"/>
              <a:ext cx="2916936" cy="183502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89148" y="2578607"/>
              <a:ext cx="2346960" cy="126492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089148" y="2577083"/>
            <a:ext cx="63119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6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9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Front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94076" y="3806939"/>
            <a:ext cx="2917190" cy="1835150"/>
            <a:chOff x="2894076" y="3806939"/>
            <a:chExt cx="2917190" cy="1835150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94076" y="3806939"/>
              <a:ext cx="2916936" cy="183502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89148" y="4002024"/>
              <a:ext cx="2346960" cy="126492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089148" y="4000500"/>
              <a:ext cx="631190" cy="338455"/>
            </a:xfrm>
            <a:custGeom>
              <a:avLst/>
              <a:gdLst/>
              <a:ahLst/>
              <a:cxnLst/>
              <a:rect l="l" t="t" r="r" b="b"/>
              <a:pathLst>
                <a:path w="631189" h="338454">
                  <a:moveTo>
                    <a:pt x="630936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630936" y="338327"/>
                  </a:lnTo>
                  <a:lnTo>
                    <a:pt x="63093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167888" y="4028947"/>
            <a:ext cx="4260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Rear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894076" y="5166347"/>
            <a:ext cx="2917190" cy="1692275"/>
            <a:chOff x="2894076" y="5166347"/>
            <a:chExt cx="2917190" cy="1692275"/>
          </a:xfrm>
        </p:grpSpPr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94076" y="5166347"/>
              <a:ext cx="2916936" cy="169165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89148" y="5361432"/>
              <a:ext cx="2346960" cy="126492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087624" y="5356860"/>
              <a:ext cx="631190" cy="338455"/>
            </a:xfrm>
            <a:custGeom>
              <a:avLst/>
              <a:gdLst/>
              <a:ahLst/>
              <a:cxnLst/>
              <a:rect l="l" t="t" r="r" b="b"/>
              <a:pathLst>
                <a:path w="631189" h="338454">
                  <a:moveTo>
                    <a:pt x="630936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630936" y="338327"/>
                  </a:lnTo>
                  <a:lnTo>
                    <a:pt x="63093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166110" y="5385003"/>
            <a:ext cx="423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Both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01752" y="2375280"/>
            <a:ext cx="10437495" cy="3224530"/>
            <a:chOff x="301752" y="2375280"/>
            <a:chExt cx="10437495" cy="3224530"/>
          </a:xfrm>
        </p:grpSpPr>
        <p:sp>
          <p:nvSpPr>
            <p:cNvPr id="44" name="object 44"/>
            <p:cNvSpPr/>
            <p:nvPr/>
          </p:nvSpPr>
          <p:spPr>
            <a:xfrm>
              <a:off x="8036052" y="2375280"/>
              <a:ext cx="2703195" cy="1942464"/>
            </a:xfrm>
            <a:custGeom>
              <a:avLst/>
              <a:gdLst/>
              <a:ahLst/>
              <a:cxnLst/>
              <a:rect l="l" t="t" r="r" b="b"/>
              <a:pathLst>
                <a:path w="2703195" h="1942464">
                  <a:moveTo>
                    <a:pt x="772464" y="1901977"/>
                  </a:moveTo>
                  <a:lnTo>
                    <a:pt x="766038" y="1902206"/>
                  </a:lnTo>
                  <a:lnTo>
                    <a:pt x="767626" y="1902206"/>
                  </a:lnTo>
                  <a:lnTo>
                    <a:pt x="772464" y="1901977"/>
                  </a:lnTo>
                  <a:close/>
                </a:path>
                <a:path w="2703195" h="1942464">
                  <a:moveTo>
                    <a:pt x="803389" y="1899475"/>
                  </a:moveTo>
                  <a:lnTo>
                    <a:pt x="803071" y="1899475"/>
                  </a:lnTo>
                  <a:lnTo>
                    <a:pt x="801865" y="1899602"/>
                  </a:lnTo>
                  <a:lnTo>
                    <a:pt x="803389" y="1899475"/>
                  </a:lnTo>
                  <a:close/>
                </a:path>
                <a:path w="2703195" h="1942464">
                  <a:moveTo>
                    <a:pt x="1064247" y="1878457"/>
                  </a:moveTo>
                  <a:lnTo>
                    <a:pt x="933704" y="1878457"/>
                  </a:lnTo>
                  <a:lnTo>
                    <a:pt x="933284" y="1878457"/>
                  </a:lnTo>
                  <a:lnTo>
                    <a:pt x="903389" y="1884819"/>
                  </a:lnTo>
                  <a:lnTo>
                    <a:pt x="838669" y="1895487"/>
                  </a:lnTo>
                  <a:lnTo>
                    <a:pt x="772528" y="1901977"/>
                  </a:lnTo>
                  <a:lnTo>
                    <a:pt x="776198" y="1901799"/>
                  </a:lnTo>
                  <a:lnTo>
                    <a:pt x="777417" y="1901799"/>
                  </a:lnTo>
                  <a:lnTo>
                    <a:pt x="772528" y="1901977"/>
                  </a:lnTo>
                  <a:lnTo>
                    <a:pt x="769645" y="1902206"/>
                  </a:lnTo>
                  <a:lnTo>
                    <a:pt x="767626" y="1902206"/>
                  </a:lnTo>
                  <a:lnTo>
                    <a:pt x="735228" y="1903742"/>
                  </a:lnTo>
                  <a:lnTo>
                    <a:pt x="701548" y="1904238"/>
                  </a:lnTo>
                  <a:lnTo>
                    <a:pt x="701255" y="1904238"/>
                  </a:lnTo>
                  <a:lnTo>
                    <a:pt x="700913" y="1904238"/>
                  </a:lnTo>
                  <a:lnTo>
                    <a:pt x="673785" y="1903742"/>
                  </a:lnTo>
                  <a:lnTo>
                    <a:pt x="669302" y="1903742"/>
                  </a:lnTo>
                  <a:lnTo>
                    <a:pt x="631418" y="1901799"/>
                  </a:lnTo>
                  <a:lnTo>
                    <a:pt x="632764" y="1901799"/>
                  </a:lnTo>
                  <a:lnTo>
                    <a:pt x="628789" y="1901596"/>
                  </a:lnTo>
                  <a:lnTo>
                    <a:pt x="628599" y="1901583"/>
                  </a:lnTo>
                  <a:lnTo>
                    <a:pt x="598195" y="1899005"/>
                  </a:lnTo>
                  <a:lnTo>
                    <a:pt x="598043" y="1898992"/>
                  </a:lnTo>
                  <a:lnTo>
                    <a:pt x="597916" y="1898980"/>
                  </a:lnTo>
                  <a:lnTo>
                    <a:pt x="596874" y="1898840"/>
                  </a:lnTo>
                  <a:lnTo>
                    <a:pt x="596709" y="1898840"/>
                  </a:lnTo>
                  <a:lnTo>
                    <a:pt x="569582" y="1895779"/>
                  </a:lnTo>
                  <a:lnTo>
                    <a:pt x="571271" y="1895970"/>
                  </a:lnTo>
                  <a:lnTo>
                    <a:pt x="569861" y="1895779"/>
                  </a:lnTo>
                  <a:lnTo>
                    <a:pt x="543420" y="1892122"/>
                  </a:lnTo>
                  <a:lnTo>
                    <a:pt x="546214" y="1892503"/>
                  </a:lnTo>
                  <a:lnTo>
                    <a:pt x="543915" y="1892122"/>
                  </a:lnTo>
                  <a:lnTo>
                    <a:pt x="517652" y="1887816"/>
                  </a:lnTo>
                  <a:lnTo>
                    <a:pt x="516280" y="1887588"/>
                  </a:lnTo>
                  <a:lnTo>
                    <a:pt x="517423" y="1887816"/>
                  </a:lnTo>
                  <a:lnTo>
                    <a:pt x="492252" y="1882876"/>
                  </a:lnTo>
                  <a:lnTo>
                    <a:pt x="470750" y="1878101"/>
                  </a:lnTo>
                  <a:lnTo>
                    <a:pt x="470408" y="1878025"/>
                  </a:lnTo>
                  <a:lnTo>
                    <a:pt x="467436" y="1877275"/>
                  </a:lnTo>
                  <a:lnTo>
                    <a:pt x="442607" y="1871218"/>
                  </a:lnTo>
                  <a:lnTo>
                    <a:pt x="394843" y="1857121"/>
                  </a:lnTo>
                  <a:lnTo>
                    <a:pt x="349681" y="1841119"/>
                  </a:lnTo>
                  <a:lnTo>
                    <a:pt x="305130" y="1822272"/>
                  </a:lnTo>
                  <a:lnTo>
                    <a:pt x="265137" y="1802574"/>
                  </a:lnTo>
                  <a:lnTo>
                    <a:pt x="266903" y="1803476"/>
                  </a:lnTo>
                  <a:lnTo>
                    <a:pt x="264579" y="1802193"/>
                  </a:lnTo>
                  <a:lnTo>
                    <a:pt x="225120" y="1779320"/>
                  </a:lnTo>
                  <a:lnTo>
                    <a:pt x="190627" y="1756168"/>
                  </a:lnTo>
                  <a:lnTo>
                    <a:pt x="158572" y="1731213"/>
                  </a:lnTo>
                  <a:lnTo>
                    <a:pt x="128270" y="1703578"/>
                  </a:lnTo>
                  <a:lnTo>
                    <a:pt x="101625" y="1674876"/>
                  </a:lnTo>
                  <a:lnTo>
                    <a:pt x="91567" y="1662684"/>
                  </a:lnTo>
                  <a:lnTo>
                    <a:pt x="91059" y="1662074"/>
                  </a:lnTo>
                  <a:lnTo>
                    <a:pt x="90106" y="1660525"/>
                  </a:lnTo>
                  <a:lnTo>
                    <a:pt x="83185" y="1649285"/>
                  </a:lnTo>
                  <a:lnTo>
                    <a:pt x="115824" y="1632839"/>
                  </a:lnTo>
                  <a:lnTo>
                    <a:pt x="114287" y="1631696"/>
                  </a:lnTo>
                  <a:lnTo>
                    <a:pt x="13208" y="1556512"/>
                  </a:lnTo>
                  <a:lnTo>
                    <a:pt x="13233" y="1565529"/>
                  </a:lnTo>
                  <a:lnTo>
                    <a:pt x="13335" y="1589532"/>
                  </a:lnTo>
                  <a:lnTo>
                    <a:pt x="13423" y="1612900"/>
                  </a:lnTo>
                  <a:lnTo>
                    <a:pt x="13500" y="1631696"/>
                  </a:lnTo>
                  <a:lnTo>
                    <a:pt x="13601" y="1655927"/>
                  </a:lnTo>
                  <a:lnTo>
                    <a:pt x="13716" y="1684274"/>
                  </a:lnTo>
                  <a:lnTo>
                    <a:pt x="49009" y="1666494"/>
                  </a:lnTo>
                  <a:lnTo>
                    <a:pt x="73279" y="1700276"/>
                  </a:lnTo>
                  <a:lnTo>
                    <a:pt x="101358" y="1730629"/>
                  </a:lnTo>
                  <a:lnTo>
                    <a:pt x="133604" y="1759966"/>
                  </a:lnTo>
                  <a:lnTo>
                    <a:pt x="168529" y="1787271"/>
                  </a:lnTo>
                  <a:lnTo>
                    <a:pt x="206489" y="1812620"/>
                  </a:lnTo>
                  <a:lnTo>
                    <a:pt x="246888" y="1835912"/>
                  </a:lnTo>
                  <a:lnTo>
                    <a:pt x="289941" y="1857248"/>
                  </a:lnTo>
                  <a:lnTo>
                    <a:pt x="335407" y="1876425"/>
                  </a:lnTo>
                  <a:lnTo>
                    <a:pt x="382778" y="1893316"/>
                  </a:lnTo>
                  <a:lnTo>
                    <a:pt x="432689" y="1907921"/>
                  </a:lnTo>
                  <a:lnTo>
                    <a:pt x="484124" y="1920113"/>
                  </a:lnTo>
                  <a:lnTo>
                    <a:pt x="537337" y="1929765"/>
                  </a:lnTo>
                  <a:lnTo>
                    <a:pt x="592201" y="1936750"/>
                  </a:lnTo>
                  <a:lnTo>
                    <a:pt x="665099" y="1941576"/>
                  </a:lnTo>
                  <a:lnTo>
                    <a:pt x="701040" y="1942338"/>
                  </a:lnTo>
                  <a:lnTo>
                    <a:pt x="736854" y="1941830"/>
                  </a:lnTo>
                  <a:lnTo>
                    <a:pt x="807466" y="1937385"/>
                  </a:lnTo>
                  <a:lnTo>
                    <a:pt x="876173" y="1928495"/>
                  </a:lnTo>
                  <a:lnTo>
                    <a:pt x="942721" y="1915414"/>
                  </a:lnTo>
                  <a:lnTo>
                    <a:pt x="985786" y="1904238"/>
                  </a:lnTo>
                  <a:lnTo>
                    <a:pt x="994359" y="1901799"/>
                  </a:lnTo>
                  <a:lnTo>
                    <a:pt x="1006729" y="1898269"/>
                  </a:lnTo>
                  <a:lnTo>
                    <a:pt x="1014437" y="1895779"/>
                  </a:lnTo>
                  <a:lnTo>
                    <a:pt x="1037717" y="1888236"/>
                  </a:lnTo>
                  <a:lnTo>
                    <a:pt x="1046416" y="1885035"/>
                  </a:lnTo>
                  <a:lnTo>
                    <a:pt x="1064247" y="1878457"/>
                  </a:lnTo>
                  <a:close/>
                </a:path>
                <a:path w="2703195" h="1942464">
                  <a:moveTo>
                    <a:pt x="1350962" y="987234"/>
                  </a:moveTo>
                  <a:lnTo>
                    <a:pt x="1314119" y="946467"/>
                  </a:lnTo>
                  <a:lnTo>
                    <a:pt x="1282192" y="917448"/>
                  </a:lnTo>
                  <a:lnTo>
                    <a:pt x="1247267" y="890270"/>
                  </a:lnTo>
                  <a:lnTo>
                    <a:pt x="1209421" y="864997"/>
                  </a:lnTo>
                  <a:lnTo>
                    <a:pt x="1168908" y="841502"/>
                  </a:lnTo>
                  <a:lnTo>
                    <a:pt x="1126121" y="820420"/>
                  </a:lnTo>
                  <a:lnTo>
                    <a:pt x="1080389" y="800989"/>
                  </a:lnTo>
                  <a:lnTo>
                    <a:pt x="1078585" y="800354"/>
                  </a:lnTo>
                  <a:lnTo>
                    <a:pt x="1048727" y="789787"/>
                  </a:lnTo>
                  <a:lnTo>
                    <a:pt x="1036485" y="785456"/>
                  </a:lnTo>
                  <a:lnTo>
                    <a:pt x="1033018" y="784225"/>
                  </a:lnTo>
                  <a:lnTo>
                    <a:pt x="1025461" y="781913"/>
                  </a:lnTo>
                  <a:lnTo>
                    <a:pt x="1008253" y="776605"/>
                  </a:lnTo>
                  <a:lnTo>
                    <a:pt x="996594" y="773315"/>
                  </a:lnTo>
                  <a:lnTo>
                    <a:pt x="983107" y="769493"/>
                  </a:lnTo>
                  <a:lnTo>
                    <a:pt x="931799" y="757428"/>
                  </a:lnTo>
                  <a:lnTo>
                    <a:pt x="878459" y="747776"/>
                  </a:lnTo>
                  <a:lnTo>
                    <a:pt x="823595" y="740791"/>
                  </a:lnTo>
                  <a:lnTo>
                    <a:pt x="750697" y="735838"/>
                  </a:lnTo>
                  <a:lnTo>
                    <a:pt x="714756" y="735203"/>
                  </a:lnTo>
                  <a:lnTo>
                    <a:pt x="678942" y="735711"/>
                  </a:lnTo>
                  <a:lnTo>
                    <a:pt x="608330" y="740156"/>
                  </a:lnTo>
                  <a:lnTo>
                    <a:pt x="539623" y="748919"/>
                  </a:lnTo>
                  <a:lnTo>
                    <a:pt x="473075" y="762127"/>
                  </a:lnTo>
                  <a:lnTo>
                    <a:pt x="409194" y="779272"/>
                  </a:lnTo>
                  <a:lnTo>
                    <a:pt x="390994" y="785164"/>
                  </a:lnTo>
                  <a:lnTo>
                    <a:pt x="390994" y="825144"/>
                  </a:lnTo>
                  <a:lnTo>
                    <a:pt x="390359" y="825373"/>
                  </a:lnTo>
                  <a:lnTo>
                    <a:pt x="390994" y="825144"/>
                  </a:lnTo>
                  <a:lnTo>
                    <a:pt x="390994" y="785164"/>
                  </a:lnTo>
                  <a:lnTo>
                    <a:pt x="348107" y="800354"/>
                  </a:lnTo>
                  <a:lnTo>
                    <a:pt x="290398" y="825144"/>
                  </a:lnTo>
                  <a:lnTo>
                    <a:pt x="236474" y="853313"/>
                  </a:lnTo>
                  <a:lnTo>
                    <a:pt x="186817" y="884809"/>
                  </a:lnTo>
                  <a:lnTo>
                    <a:pt x="141605" y="919607"/>
                  </a:lnTo>
                  <a:lnTo>
                    <a:pt x="101473" y="957453"/>
                  </a:lnTo>
                  <a:lnTo>
                    <a:pt x="66675" y="998347"/>
                  </a:lnTo>
                  <a:lnTo>
                    <a:pt x="37846" y="1041908"/>
                  </a:lnTo>
                  <a:lnTo>
                    <a:pt x="15367" y="1088009"/>
                  </a:lnTo>
                  <a:lnTo>
                    <a:pt x="0" y="1135888"/>
                  </a:lnTo>
                  <a:lnTo>
                    <a:pt x="36703" y="1146048"/>
                  </a:lnTo>
                  <a:lnTo>
                    <a:pt x="42748" y="1124470"/>
                  </a:lnTo>
                  <a:lnTo>
                    <a:pt x="50927" y="1101598"/>
                  </a:lnTo>
                  <a:lnTo>
                    <a:pt x="57035" y="1088009"/>
                  </a:lnTo>
                  <a:lnTo>
                    <a:pt x="60325" y="1080643"/>
                  </a:lnTo>
                  <a:lnTo>
                    <a:pt x="71234" y="1060323"/>
                  </a:lnTo>
                  <a:lnTo>
                    <a:pt x="82905" y="1041273"/>
                  </a:lnTo>
                  <a:lnTo>
                    <a:pt x="83337" y="1040511"/>
                  </a:lnTo>
                  <a:lnTo>
                    <a:pt x="96761" y="1021727"/>
                  </a:lnTo>
                  <a:lnTo>
                    <a:pt x="112649" y="1001776"/>
                  </a:lnTo>
                  <a:lnTo>
                    <a:pt x="112826" y="1001623"/>
                  </a:lnTo>
                  <a:lnTo>
                    <a:pt x="128930" y="983894"/>
                  </a:lnTo>
                  <a:lnTo>
                    <a:pt x="130606" y="982179"/>
                  </a:lnTo>
                  <a:lnTo>
                    <a:pt x="145211" y="967676"/>
                  </a:lnTo>
                  <a:lnTo>
                    <a:pt x="146392" y="966685"/>
                  </a:lnTo>
                  <a:lnTo>
                    <a:pt x="146202" y="966685"/>
                  </a:lnTo>
                  <a:lnTo>
                    <a:pt x="146748" y="966279"/>
                  </a:lnTo>
                  <a:lnTo>
                    <a:pt x="147510" y="965606"/>
                  </a:lnTo>
                  <a:lnTo>
                    <a:pt x="186563" y="932307"/>
                  </a:lnTo>
                  <a:lnTo>
                    <a:pt x="229806" y="901954"/>
                  </a:lnTo>
                  <a:lnTo>
                    <a:pt x="231000" y="901280"/>
                  </a:lnTo>
                  <a:lnTo>
                    <a:pt x="231355" y="901014"/>
                  </a:lnTo>
                  <a:lnTo>
                    <a:pt x="232079" y="900569"/>
                  </a:lnTo>
                  <a:lnTo>
                    <a:pt x="255270" y="886460"/>
                  </a:lnTo>
                  <a:lnTo>
                    <a:pt x="281012" y="872261"/>
                  </a:lnTo>
                  <a:lnTo>
                    <a:pt x="304952" y="860348"/>
                  </a:lnTo>
                  <a:lnTo>
                    <a:pt x="306197" y="859815"/>
                  </a:lnTo>
                  <a:lnTo>
                    <a:pt x="306006" y="859815"/>
                  </a:lnTo>
                  <a:lnTo>
                    <a:pt x="306565" y="859612"/>
                  </a:lnTo>
                  <a:lnTo>
                    <a:pt x="307276" y="859294"/>
                  </a:lnTo>
                  <a:lnTo>
                    <a:pt x="334124" y="847090"/>
                  </a:lnTo>
                  <a:lnTo>
                    <a:pt x="361683" y="835901"/>
                  </a:lnTo>
                  <a:lnTo>
                    <a:pt x="362064" y="835761"/>
                  </a:lnTo>
                  <a:lnTo>
                    <a:pt x="361835" y="835901"/>
                  </a:lnTo>
                  <a:lnTo>
                    <a:pt x="362432" y="835698"/>
                  </a:lnTo>
                  <a:lnTo>
                    <a:pt x="365086" y="834631"/>
                  </a:lnTo>
                  <a:lnTo>
                    <a:pt x="390677" y="825373"/>
                  </a:lnTo>
                  <a:lnTo>
                    <a:pt x="393788" y="824255"/>
                  </a:lnTo>
                  <a:lnTo>
                    <a:pt x="418541" y="816267"/>
                  </a:lnTo>
                  <a:lnTo>
                    <a:pt x="420636" y="815670"/>
                  </a:lnTo>
                  <a:lnTo>
                    <a:pt x="450240" y="807148"/>
                  </a:lnTo>
                  <a:lnTo>
                    <a:pt x="451916" y="806691"/>
                  </a:lnTo>
                  <a:lnTo>
                    <a:pt x="481203" y="799274"/>
                  </a:lnTo>
                  <a:lnTo>
                    <a:pt x="481342" y="799274"/>
                  </a:lnTo>
                  <a:lnTo>
                    <a:pt x="482892" y="798880"/>
                  </a:lnTo>
                  <a:lnTo>
                    <a:pt x="512559" y="792607"/>
                  </a:lnTo>
                  <a:lnTo>
                    <a:pt x="545122" y="786688"/>
                  </a:lnTo>
                  <a:lnTo>
                    <a:pt x="577888" y="781913"/>
                  </a:lnTo>
                  <a:lnTo>
                    <a:pt x="578370" y="781913"/>
                  </a:lnTo>
                  <a:lnTo>
                    <a:pt x="581063" y="781519"/>
                  </a:lnTo>
                  <a:lnTo>
                    <a:pt x="577735" y="781913"/>
                  </a:lnTo>
                  <a:lnTo>
                    <a:pt x="580377" y="781596"/>
                  </a:lnTo>
                  <a:lnTo>
                    <a:pt x="581063" y="781519"/>
                  </a:lnTo>
                  <a:lnTo>
                    <a:pt x="609815" y="778281"/>
                  </a:lnTo>
                  <a:lnTo>
                    <a:pt x="645198" y="775398"/>
                  </a:lnTo>
                  <a:lnTo>
                    <a:pt x="644359" y="775398"/>
                  </a:lnTo>
                  <a:lnTo>
                    <a:pt x="676859" y="773963"/>
                  </a:lnTo>
                  <a:lnTo>
                    <a:pt x="669315" y="773963"/>
                  </a:lnTo>
                  <a:lnTo>
                    <a:pt x="714514" y="773315"/>
                  </a:lnTo>
                  <a:lnTo>
                    <a:pt x="751078" y="773963"/>
                  </a:lnTo>
                  <a:lnTo>
                    <a:pt x="749681" y="773963"/>
                  </a:lnTo>
                  <a:lnTo>
                    <a:pt x="785926" y="775779"/>
                  </a:lnTo>
                  <a:lnTo>
                    <a:pt x="784860" y="775779"/>
                  </a:lnTo>
                  <a:lnTo>
                    <a:pt x="820051" y="778713"/>
                  </a:lnTo>
                  <a:lnTo>
                    <a:pt x="819543" y="778713"/>
                  </a:lnTo>
                  <a:lnTo>
                    <a:pt x="874280" y="785698"/>
                  </a:lnTo>
                  <a:lnTo>
                    <a:pt x="924648" y="794867"/>
                  </a:lnTo>
                  <a:lnTo>
                    <a:pt x="973645" y="806450"/>
                  </a:lnTo>
                  <a:lnTo>
                    <a:pt x="1021283" y="820420"/>
                  </a:lnTo>
                  <a:lnTo>
                    <a:pt x="1065161" y="836028"/>
                  </a:lnTo>
                  <a:lnTo>
                    <a:pt x="1108798" y="854354"/>
                  </a:lnTo>
                  <a:lnTo>
                    <a:pt x="1150734" y="875030"/>
                  </a:lnTo>
                  <a:lnTo>
                    <a:pt x="1190764" y="898220"/>
                  </a:lnTo>
                  <a:lnTo>
                    <a:pt x="1225816" y="921753"/>
                  </a:lnTo>
                  <a:lnTo>
                    <a:pt x="1257376" y="946467"/>
                  </a:lnTo>
                  <a:lnTo>
                    <a:pt x="1257960" y="946886"/>
                  </a:lnTo>
                  <a:lnTo>
                    <a:pt x="1271955" y="959065"/>
                  </a:lnTo>
                  <a:lnTo>
                    <a:pt x="1287513" y="973836"/>
                  </a:lnTo>
                  <a:lnTo>
                    <a:pt x="1299286" y="985837"/>
                  </a:lnTo>
                  <a:lnTo>
                    <a:pt x="1300518" y="987234"/>
                  </a:lnTo>
                  <a:lnTo>
                    <a:pt x="1300657" y="987234"/>
                  </a:lnTo>
                  <a:lnTo>
                    <a:pt x="1350962" y="987234"/>
                  </a:lnTo>
                  <a:close/>
                </a:path>
                <a:path w="2703195" h="1942464">
                  <a:moveTo>
                    <a:pt x="1402588" y="1120902"/>
                  </a:moveTo>
                  <a:lnTo>
                    <a:pt x="1402461" y="1080643"/>
                  </a:lnTo>
                  <a:lnTo>
                    <a:pt x="1402359" y="1045845"/>
                  </a:lnTo>
                  <a:lnTo>
                    <a:pt x="1402257" y="1010945"/>
                  </a:lnTo>
                  <a:lnTo>
                    <a:pt x="1402207" y="993140"/>
                  </a:lnTo>
                  <a:lnTo>
                    <a:pt x="1366862" y="1010945"/>
                  </a:lnTo>
                  <a:lnTo>
                    <a:pt x="1356360" y="993775"/>
                  </a:lnTo>
                  <a:lnTo>
                    <a:pt x="1351419" y="987793"/>
                  </a:lnTo>
                  <a:lnTo>
                    <a:pt x="1301216" y="987793"/>
                  </a:lnTo>
                  <a:lnTo>
                    <a:pt x="1301051" y="987793"/>
                  </a:lnTo>
                  <a:lnTo>
                    <a:pt x="1313459" y="1001623"/>
                  </a:lnTo>
                  <a:lnTo>
                    <a:pt x="1313535" y="1001776"/>
                  </a:lnTo>
                  <a:lnTo>
                    <a:pt x="1324927" y="1015593"/>
                  </a:lnTo>
                  <a:lnTo>
                    <a:pt x="1326007" y="1016889"/>
                  </a:lnTo>
                  <a:lnTo>
                    <a:pt x="1325016" y="1015593"/>
                  </a:lnTo>
                  <a:lnTo>
                    <a:pt x="1357630" y="1015593"/>
                  </a:lnTo>
                  <a:lnTo>
                    <a:pt x="1355051" y="1016889"/>
                  </a:lnTo>
                  <a:lnTo>
                    <a:pt x="1326007" y="1016889"/>
                  </a:lnTo>
                  <a:lnTo>
                    <a:pt x="1325727" y="1016889"/>
                  </a:lnTo>
                  <a:lnTo>
                    <a:pt x="1332661" y="1028179"/>
                  </a:lnTo>
                  <a:lnTo>
                    <a:pt x="1300099" y="1044575"/>
                  </a:lnTo>
                  <a:lnTo>
                    <a:pt x="1402588" y="1120902"/>
                  </a:lnTo>
                  <a:close/>
                </a:path>
                <a:path w="2703195" h="1942464">
                  <a:moveTo>
                    <a:pt x="1415796" y="1541653"/>
                  </a:moveTo>
                  <a:lnTo>
                    <a:pt x="1379220" y="1531366"/>
                  </a:lnTo>
                  <a:lnTo>
                    <a:pt x="1373124" y="1553210"/>
                  </a:lnTo>
                  <a:lnTo>
                    <a:pt x="1368653" y="1565529"/>
                  </a:lnTo>
                  <a:lnTo>
                    <a:pt x="1344650" y="1617256"/>
                  </a:lnTo>
                  <a:lnTo>
                    <a:pt x="1319060" y="1655927"/>
                  </a:lnTo>
                  <a:lnTo>
                    <a:pt x="1303972" y="1674736"/>
                  </a:lnTo>
                  <a:lnTo>
                    <a:pt x="1303909" y="1674876"/>
                  </a:lnTo>
                  <a:lnTo>
                    <a:pt x="1269225" y="1711210"/>
                  </a:lnTo>
                  <a:lnTo>
                    <a:pt x="1229360" y="1745170"/>
                  </a:lnTo>
                  <a:lnTo>
                    <a:pt x="1183919" y="1776933"/>
                  </a:lnTo>
                  <a:lnTo>
                    <a:pt x="1136218" y="1804441"/>
                  </a:lnTo>
                  <a:lnTo>
                    <a:pt x="1108773" y="1818170"/>
                  </a:lnTo>
                  <a:lnTo>
                    <a:pt x="1108087" y="1818513"/>
                  </a:lnTo>
                  <a:lnTo>
                    <a:pt x="1082497" y="1830133"/>
                  </a:lnTo>
                  <a:lnTo>
                    <a:pt x="1082040" y="1830311"/>
                  </a:lnTo>
                  <a:lnTo>
                    <a:pt x="1081633" y="1830501"/>
                  </a:lnTo>
                  <a:lnTo>
                    <a:pt x="1025575" y="1852041"/>
                  </a:lnTo>
                  <a:lnTo>
                    <a:pt x="997115" y="1861362"/>
                  </a:lnTo>
                  <a:lnTo>
                    <a:pt x="995273" y="1861883"/>
                  </a:lnTo>
                  <a:lnTo>
                    <a:pt x="964907" y="1870595"/>
                  </a:lnTo>
                  <a:lnTo>
                    <a:pt x="935990" y="1877885"/>
                  </a:lnTo>
                  <a:lnTo>
                    <a:pt x="935824" y="1877923"/>
                  </a:lnTo>
                  <a:lnTo>
                    <a:pt x="934796" y="1878101"/>
                  </a:lnTo>
                  <a:lnTo>
                    <a:pt x="934288" y="1878266"/>
                  </a:lnTo>
                  <a:lnTo>
                    <a:pt x="934453" y="1878266"/>
                  </a:lnTo>
                  <a:lnTo>
                    <a:pt x="933704" y="1878457"/>
                  </a:lnTo>
                  <a:lnTo>
                    <a:pt x="934466" y="1878266"/>
                  </a:lnTo>
                  <a:lnTo>
                    <a:pt x="1064768" y="1878266"/>
                  </a:lnTo>
                  <a:lnTo>
                    <a:pt x="1067460" y="1877275"/>
                  </a:lnTo>
                  <a:lnTo>
                    <a:pt x="1125474" y="1852422"/>
                  </a:lnTo>
                  <a:lnTo>
                    <a:pt x="1179449" y="1824228"/>
                  </a:lnTo>
                  <a:lnTo>
                    <a:pt x="1229106" y="1792605"/>
                  </a:lnTo>
                  <a:lnTo>
                    <a:pt x="1274318" y="1757807"/>
                  </a:lnTo>
                  <a:lnTo>
                    <a:pt x="1314450" y="1719961"/>
                  </a:lnTo>
                  <a:lnTo>
                    <a:pt x="1349248" y="1679194"/>
                  </a:lnTo>
                  <a:lnTo>
                    <a:pt x="1378077" y="1635633"/>
                  </a:lnTo>
                  <a:lnTo>
                    <a:pt x="1400556" y="1589532"/>
                  </a:lnTo>
                  <a:lnTo>
                    <a:pt x="1409192" y="1565529"/>
                  </a:lnTo>
                  <a:lnTo>
                    <a:pt x="1415796" y="1541653"/>
                  </a:lnTo>
                  <a:close/>
                </a:path>
                <a:path w="2703195" h="1942464">
                  <a:moveTo>
                    <a:pt x="2309533" y="100672"/>
                  </a:moveTo>
                  <a:lnTo>
                    <a:pt x="2308733" y="100076"/>
                  </a:lnTo>
                  <a:lnTo>
                    <a:pt x="2308898" y="100304"/>
                  </a:lnTo>
                  <a:lnTo>
                    <a:pt x="2309533" y="100672"/>
                  </a:lnTo>
                  <a:close/>
                </a:path>
                <a:path w="2703195" h="1942464">
                  <a:moveTo>
                    <a:pt x="2321483" y="63068"/>
                  </a:moveTo>
                  <a:lnTo>
                    <a:pt x="2307526" y="54102"/>
                  </a:lnTo>
                  <a:lnTo>
                    <a:pt x="2307336" y="53975"/>
                  </a:lnTo>
                  <a:lnTo>
                    <a:pt x="2295944" y="47625"/>
                  </a:lnTo>
                  <a:lnTo>
                    <a:pt x="2295055" y="47117"/>
                  </a:lnTo>
                  <a:lnTo>
                    <a:pt x="2286762" y="42481"/>
                  </a:lnTo>
                  <a:lnTo>
                    <a:pt x="2285974" y="42037"/>
                  </a:lnTo>
                  <a:lnTo>
                    <a:pt x="2282571" y="40132"/>
                  </a:lnTo>
                  <a:lnTo>
                    <a:pt x="2278316" y="38125"/>
                  </a:lnTo>
                  <a:lnTo>
                    <a:pt x="2257552" y="28321"/>
                  </a:lnTo>
                  <a:lnTo>
                    <a:pt x="2232152" y="18288"/>
                  </a:lnTo>
                  <a:lnTo>
                    <a:pt x="2206790" y="10668"/>
                  </a:lnTo>
                  <a:lnTo>
                    <a:pt x="2206929" y="10668"/>
                  </a:lnTo>
                  <a:lnTo>
                    <a:pt x="2180336" y="4699"/>
                  </a:lnTo>
                  <a:lnTo>
                    <a:pt x="2154174" y="1270"/>
                  </a:lnTo>
                  <a:lnTo>
                    <a:pt x="2128139" y="0"/>
                  </a:lnTo>
                  <a:lnTo>
                    <a:pt x="2114677" y="381"/>
                  </a:lnTo>
                  <a:lnTo>
                    <a:pt x="2101342" y="1270"/>
                  </a:lnTo>
                  <a:lnTo>
                    <a:pt x="2083752" y="3683"/>
                  </a:lnTo>
                  <a:lnTo>
                    <a:pt x="2083752" y="42037"/>
                  </a:lnTo>
                  <a:lnTo>
                    <a:pt x="2082876" y="42176"/>
                  </a:lnTo>
                  <a:lnTo>
                    <a:pt x="2083473" y="42037"/>
                  </a:lnTo>
                  <a:lnTo>
                    <a:pt x="2083752" y="42037"/>
                  </a:lnTo>
                  <a:lnTo>
                    <a:pt x="2083752" y="3683"/>
                  </a:lnTo>
                  <a:lnTo>
                    <a:pt x="2023491" y="18669"/>
                  </a:lnTo>
                  <a:lnTo>
                    <a:pt x="1973072" y="40894"/>
                  </a:lnTo>
                  <a:lnTo>
                    <a:pt x="1924177" y="70612"/>
                  </a:lnTo>
                  <a:lnTo>
                    <a:pt x="1877187" y="107315"/>
                  </a:lnTo>
                  <a:lnTo>
                    <a:pt x="1832356" y="150241"/>
                  </a:lnTo>
                  <a:lnTo>
                    <a:pt x="1790192" y="198882"/>
                  </a:lnTo>
                  <a:lnTo>
                    <a:pt x="1750949" y="252730"/>
                  </a:lnTo>
                  <a:lnTo>
                    <a:pt x="1714754" y="311023"/>
                  </a:lnTo>
                  <a:lnTo>
                    <a:pt x="1682242" y="373380"/>
                  </a:lnTo>
                  <a:lnTo>
                    <a:pt x="1653667" y="439293"/>
                  </a:lnTo>
                  <a:lnTo>
                    <a:pt x="1629410" y="508000"/>
                  </a:lnTo>
                  <a:lnTo>
                    <a:pt x="1610004" y="578866"/>
                  </a:lnTo>
                  <a:lnTo>
                    <a:pt x="1595501" y="651764"/>
                  </a:lnTo>
                  <a:lnTo>
                    <a:pt x="1586484" y="725805"/>
                  </a:lnTo>
                  <a:lnTo>
                    <a:pt x="1583436" y="800100"/>
                  </a:lnTo>
                  <a:lnTo>
                    <a:pt x="1621536" y="800989"/>
                  </a:lnTo>
                  <a:lnTo>
                    <a:pt x="1622272" y="765581"/>
                  </a:lnTo>
                  <a:lnTo>
                    <a:pt x="1624482" y="729246"/>
                  </a:lnTo>
                  <a:lnTo>
                    <a:pt x="1632661" y="660527"/>
                  </a:lnTo>
                  <a:lnTo>
                    <a:pt x="1633054" y="658266"/>
                  </a:lnTo>
                  <a:lnTo>
                    <a:pt x="1633093" y="657504"/>
                  </a:lnTo>
                  <a:lnTo>
                    <a:pt x="1634210" y="651764"/>
                  </a:lnTo>
                  <a:lnTo>
                    <a:pt x="1639328" y="622935"/>
                  </a:lnTo>
                  <a:lnTo>
                    <a:pt x="1639443" y="622300"/>
                  </a:lnTo>
                  <a:lnTo>
                    <a:pt x="1655711" y="553618"/>
                  </a:lnTo>
                  <a:lnTo>
                    <a:pt x="1665655" y="519912"/>
                  </a:lnTo>
                  <a:lnTo>
                    <a:pt x="1665668" y="519671"/>
                  </a:lnTo>
                  <a:lnTo>
                    <a:pt x="1665846" y="519061"/>
                  </a:lnTo>
                  <a:lnTo>
                    <a:pt x="1668360" y="511708"/>
                  </a:lnTo>
                  <a:lnTo>
                    <a:pt x="1676781" y="486283"/>
                  </a:lnTo>
                  <a:lnTo>
                    <a:pt x="1687918" y="456387"/>
                  </a:lnTo>
                  <a:lnTo>
                    <a:pt x="1689074" y="453631"/>
                  </a:lnTo>
                  <a:lnTo>
                    <a:pt x="1688998" y="453491"/>
                  </a:lnTo>
                  <a:lnTo>
                    <a:pt x="1689341" y="452932"/>
                  </a:lnTo>
                  <a:lnTo>
                    <a:pt x="1702231" y="421551"/>
                  </a:lnTo>
                  <a:lnTo>
                    <a:pt x="1731645" y="359727"/>
                  </a:lnTo>
                  <a:lnTo>
                    <a:pt x="1750606" y="325374"/>
                  </a:lnTo>
                  <a:lnTo>
                    <a:pt x="1764690" y="301434"/>
                  </a:lnTo>
                  <a:lnTo>
                    <a:pt x="1765998" y="299377"/>
                  </a:lnTo>
                  <a:lnTo>
                    <a:pt x="1783054" y="273138"/>
                  </a:lnTo>
                  <a:lnTo>
                    <a:pt x="1799983" y="248881"/>
                  </a:lnTo>
                  <a:lnTo>
                    <a:pt x="1800237" y="248539"/>
                  </a:lnTo>
                  <a:lnTo>
                    <a:pt x="1800415" y="248259"/>
                  </a:lnTo>
                  <a:lnTo>
                    <a:pt x="1801101" y="247281"/>
                  </a:lnTo>
                  <a:lnTo>
                    <a:pt x="1803349" y="244462"/>
                  </a:lnTo>
                  <a:lnTo>
                    <a:pt x="1820291" y="222250"/>
                  </a:lnTo>
                  <a:lnTo>
                    <a:pt x="1820938" y="221488"/>
                  </a:lnTo>
                  <a:lnTo>
                    <a:pt x="1839252" y="199377"/>
                  </a:lnTo>
                  <a:lnTo>
                    <a:pt x="1858975" y="177609"/>
                  </a:lnTo>
                  <a:lnTo>
                    <a:pt x="1859381" y="177190"/>
                  </a:lnTo>
                  <a:lnTo>
                    <a:pt x="1859749" y="176758"/>
                  </a:lnTo>
                  <a:lnTo>
                    <a:pt x="1860283" y="176161"/>
                  </a:lnTo>
                  <a:lnTo>
                    <a:pt x="1862035" y="174498"/>
                  </a:lnTo>
                  <a:lnTo>
                    <a:pt x="1880489" y="155829"/>
                  </a:lnTo>
                  <a:lnTo>
                    <a:pt x="1901113" y="136994"/>
                  </a:lnTo>
                  <a:lnTo>
                    <a:pt x="1923084" y="118643"/>
                  </a:lnTo>
                  <a:lnTo>
                    <a:pt x="1946275" y="101600"/>
                  </a:lnTo>
                  <a:lnTo>
                    <a:pt x="1946948" y="101219"/>
                  </a:lnTo>
                  <a:lnTo>
                    <a:pt x="1968627" y="87122"/>
                  </a:lnTo>
                  <a:lnTo>
                    <a:pt x="1969173" y="86868"/>
                  </a:lnTo>
                  <a:lnTo>
                    <a:pt x="1990255" y="74930"/>
                  </a:lnTo>
                  <a:lnTo>
                    <a:pt x="1990864" y="74587"/>
                  </a:lnTo>
                  <a:lnTo>
                    <a:pt x="1990090" y="74930"/>
                  </a:lnTo>
                  <a:lnTo>
                    <a:pt x="2012530" y="64135"/>
                  </a:lnTo>
                  <a:lnTo>
                    <a:pt x="2035683" y="54864"/>
                  </a:lnTo>
                  <a:lnTo>
                    <a:pt x="2036318" y="54610"/>
                  </a:lnTo>
                  <a:lnTo>
                    <a:pt x="2035429" y="54864"/>
                  </a:lnTo>
                  <a:lnTo>
                    <a:pt x="2036254" y="54610"/>
                  </a:lnTo>
                  <a:lnTo>
                    <a:pt x="2036737" y="54444"/>
                  </a:lnTo>
                  <a:lnTo>
                    <a:pt x="2036318" y="54610"/>
                  </a:lnTo>
                  <a:lnTo>
                    <a:pt x="2082495" y="42265"/>
                  </a:lnTo>
                  <a:lnTo>
                    <a:pt x="2104961" y="39243"/>
                  </a:lnTo>
                  <a:lnTo>
                    <a:pt x="2104707" y="39243"/>
                  </a:lnTo>
                  <a:lnTo>
                    <a:pt x="2114537" y="38531"/>
                  </a:lnTo>
                  <a:lnTo>
                    <a:pt x="2127504" y="38125"/>
                  </a:lnTo>
                  <a:lnTo>
                    <a:pt x="2151634" y="39243"/>
                  </a:lnTo>
                  <a:lnTo>
                    <a:pt x="2150922" y="39243"/>
                  </a:lnTo>
                  <a:lnTo>
                    <a:pt x="2174468" y="42430"/>
                  </a:lnTo>
                  <a:lnTo>
                    <a:pt x="2172970" y="42037"/>
                  </a:lnTo>
                  <a:lnTo>
                    <a:pt x="2174938" y="42481"/>
                  </a:lnTo>
                  <a:lnTo>
                    <a:pt x="2196846" y="47409"/>
                  </a:lnTo>
                  <a:lnTo>
                    <a:pt x="2197404" y="47536"/>
                  </a:lnTo>
                  <a:lnTo>
                    <a:pt x="2197862" y="47625"/>
                  </a:lnTo>
                  <a:lnTo>
                    <a:pt x="2197608" y="47625"/>
                  </a:lnTo>
                  <a:lnTo>
                    <a:pt x="2219896" y="54483"/>
                  </a:lnTo>
                  <a:lnTo>
                    <a:pt x="2243074" y="63500"/>
                  </a:lnTo>
                  <a:lnTo>
                    <a:pt x="2241981" y="63068"/>
                  </a:lnTo>
                  <a:lnTo>
                    <a:pt x="2321483" y="63068"/>
                  </a:lnTo>
                  <a:close/>
                </a:path>
                <a:path w="2703195" h="1942464">
                  <a:moveTo>
                    <a:pt x="2372499" y="100672"/>
                  </a:moveTo>
                  <a:lnTo>
                    <a:pt x="2355342" y="86614"/>
                  </a:lnTo>
                  <a:lnTo>
                    <a:pt x="2354808" y="86233"/>
                  </a:lnTo>
                  <a:lnTo>
                    <a:pt x="2331466" y="69469"/>
                  </a:lnTo>
                  <a:lnTo>
                    <a:pt x="2322169" y="63500"/>
                  </a:lnTo>
                  <a:lnTo>
                    <a:pt x="2243074" y="63500"/>
                  </a:lnTo>
                  <a:lnTo>
                    <a:pt x="2242870" y="63500"/>
                  </a:lnTo>
                  <a:lnTo>
                    <a:pt x="2264664" y="73787"/>
                  </a:lnTo>
                  <a:lnTo>
                    <a:pt x="2264994" y="73977"/>
                  </a:lnTo>
                  <a:lnTo>
                    <a:pt x="2265870" y="74396"/>
                  </a:lnTo>
                  <a:lnTo>
                    <a:pt x="2265743" y="74396"/>
                  </a:lnTo>
                  <a:lnTo>
                    <a:pt x="2287816" y="86614"/>
                  </a:lnTo>
                  <a:lnTo>
                    <a:pt x="2288248" y="86868"/>
                  </a:lnTo>
                  <a:lnTo>
                    <a:pt x="2308733" y="100076"/>
                  </a:lnTo>
                  <a:lnTo>
                    <a:pt x="2309088" y="100304"/>
                  </a:lnTo>
                  <a:lnTo>
                    <a:pt x="2309533" y="100672"/>
                  </a:lnTo>
                  <a:lnTo>
                    <a:pt x="2310498" y="101219"/>
                  </a:lnTo>
                  <a:lnTo>
                    <a:pt x="2309647" y="100672"/>
                  </a:lnTo>
                  <a:lnTo>
                    <a:pt x="2372499" y="100672"/>
                  </a:lnTo>
                  <a:close/>
                </a:path>
                <a:path w="2703195" h="1942464">
                  <a:moveTo>
                    <a:pt x="2465679" y="195884"/>
                  </a:moveTo>
                  <a:lnTo>
                    <a:pt x="2423287" y="147701"/>
                  </a:lnTo>
                  <a:lnTo>
                    <a:pt x="2378456" y="105537"/>
                  </a:lnTo>
                  <a:lnTo>
                    <a:pt x="2373172" y="101219"/>
                  </a:lnTo>
                  <a:lnTo>
                    <a:pt x="2310498" y="101219"/>
                  </a:lnTo>
                  <a:lnTo>
                    <a:pt x="2310320" y="101219"/>
                  </a:lnTo>
                  <a:lnTo>
                    <a:pt x="2331720" y="116586"/>
                  </a:lnTo>
                  <a:lnTo>
                    <a:pt x="2353449" y="134188"/>
                  </a:lnTo>
                  <a:lnTo>
                    <a:pt x="2353716" y="134442"/>
                  </a:lnTo>
                  <a:lnTo>
                    <a:pt x="2354072" y="134721"/>
                  </a:lnTo>
                  <a:lnTo>
                    <a:pt x="2395550" y="173964"/>
                  </a:lnTo>
                  <a:lnTo>
                    <a:pt x="2415679" y="195884"/>
                  </a:lnTo>
                  <a:lnTo>
                    <a:pt x="2415870" y="195884"/>
                  </a:lnTo>
                  <a:lnTo>
                    <a:pt x="2465679" y="195884"/>
                  </a:lnTo>
                  <a:close/>
                </a:path>
                <a:path w="2703195" h="1942464">
                  <a:moveTo>
                    <a:pt x="2501519" y="243916"/>
                  </a:moveTo>
                  <a:lnTo>
                    <a:pt x="2485517" y="221488"/>
                  </a:lnTo>
                  <a:lnTo>
                    <a:pt x="2466124" y="196456"/>
                  </a:lnTo>
                  <a:lnTo>
                    <a:pt x="2416403" y="196456"/>
                  </a:lnTo>
                  <a:lnTo>
                    <a:pt x="2416200" y="196456"/>
                  </a:lnTo>
                  <a:lnTo>
                    <a:pt x="2435606" y="219329"/>
                  </a:lnTo>
                  <a:lnTo>
                    <a:pt x="2453335" y="242138"/>
                  </a:lnTo>
                  <a:lnTo>
                    <a:pt x="2454592" y="243916"/>
                  </a:lnTo>
                  <a:lnTo>
                    <a:pt x="2455138" y="244462"/>
                  </a:lnTo>
                  <a:lnTo>
                    <a:pt x="2454719" y="243916"/>
                  </a:lnTo>
                  <a:lnTo>
                    <a:pt x="2501519" y="243916"/>
                  </a:lnTo>
                  <a:close/>
                </a:path>
                <a:path w="2703195" h="1942464">
                  <a:moveTo>
                    <a:pt x="2702687" y="669925"/>
                  </a:moveTo>
                  <a:lnTo>
                    <a:pt x="2663787" y="672528"/>
                  </a:lnTo>
                  <a:lnTo>
                    <a:pt x="2660269" y="641604"/>
                  </a:lnTo>
                  <a:lnTo>
                    <a:pt x="2653665" y="605282"/>
                  </a:lnTo>
                  <a:lnTo>
                    <a:pt x="2636520" y="534416"/>
                  </a:lnTo>
                  <a:lnTo>
                    <a:pt x="2614676" y="465582"/>
                  </a:lnTo>
                  <a:lnTo>
                    <a:pt x="2588260" y="399415"/>
                  </a:lnTo>
                  <a:lnTo>
                    <a:pt x="2557653" y="336296"/>
                  </a:lnTo>
                  <a:lnTo>
                    <a:pt x="2523236" y="276733"/>
                  </a:lnTo>
                  <a:lnTo>
                    <a:pt x="2501900" y="244462"/>
                  </a:lnTo>
                  <a:lnTo>
                    <a:pt x="2455138" y="244462"/>
                  </a:lnTo>
                  <a:lnTo>
                    <a:pt x="2454999" y="244462"/>
                  </a:lnTo>
                  <a:lnTo>
                    <a:pt x="2491244" y="297332"/>
                  </a:lnTo>
                  <a:lnTo>
                    <a:pt x="2522613" y="351624"/>
                  </a:lnTo>
                  <a:lnTo>
                    <a:pt x="2539225" y="384289"/>
                  </a:lnTo>
                  <a:lnTo>
                    <a:pt x="2539657" y="385152"/>
                  </a:lnTo>
                  <a:lnTo>
                    <a:pt x="2566416" y="445897"/>
                  </a:lnTo>
                  <a:lnTo>
                    <a:pt x="2589517" y="510171"/>
                  </a:lnTo>
                  <a:lnTo>
                    <a:pt x="2599804" y="544563"/>
                  </a:lnTo>
                  <a:lnTo>
                    <a:pt x="2599931" y="545071"/>
                  </a:lnTo>
                  <a:lnTo>
                    <a:pt x="2600452" y="546798"/>
                  </a:lnTo>
                  <a:lnTo>
                    <a:pt x="2608542" y="578243"/>
                  </a:lnTo>
                  <a:lnTo>
                    <a:pt x="2608719" y="578866"/>
                  </a:lnTo>
                  <a:lnTo>
                    <a:pt x="2616212" y="612267"/>
                  </a:lnTo>
                  <a:lnTo>
                    <a:pt x="2616187" y="612508"/>
                  </a:lnTo>
                  <a:lnTo>
                    <a:pt x="2622385" y="646252"/>
                  </a:lnTo>
                  <a:lnTo>
                    <a:pt x="2625712" y="675068"/>
                  </a:lnTo>
                  <a:lnTo>
                    <a:pt x="2588641" y="677545"/>
                  </a:lnTo>
                  <a:lnTo>
                    <a:pt x="2653157" y="787781"/>
                  </a:lnTo>
                  <a:lnTo>
                    <a:pt x="2692171" y="694944"/>
                  </a:lnTo>
                  <a:lnTo>
                    <a:pt x="2702687" y="669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1752" y="3790200"/>
              <a:ext cx="2916936" cy="180898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6823" y="3985259"/>
              <a:ext cx="2346960" cy="1239012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6918959" y="1886711"/>
            <a:ext cx="83693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Neither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95300" y="3988308"/>
            <a:ext cx="63246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Rear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014971" y="1459991"/>
            <a:ext cx="632460" cy="340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Rear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21068" y="1028700"/>
            <a:ext cx="63246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Both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432292" y="2682239"/>
            <a:ext cx="63246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Front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848088" y="1912620"/>
            <a:ext cx="63119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Front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848088" y="1504188"/>
            <a:ext cx="63119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Rear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848088" y="1095755"/>
            <a:ext cx="63119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Both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330183" y="4418076"/>
            <a:ext cx="836930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1600" spc="-10" dirty="0">
                <a:latin typeface="Franklin Gothic Medium"/>
                <a:cs typeface="Franklin Gothic Medium"/>
              </a:rPr>
              <a:t>Neither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22975" y="4970526"/>
            <a:ext cx="5779135" cy="164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door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controller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an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40" dirty="0">
                <a:latin typeface="Franklin Gothic Medium"/>
                <a:cs typeface="Franklin Gothic Medium"/>
              </a:rPr>
              <a:t>example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simple </a:t>
            </a:r>
            <a:r>
              <a:rPr sz="2400" spc="-20" dirty="0">
                <a:latin typeface="Franklin Gothic Medium"/>
                <a:cs typeface="Franklin Gothic Medium"/>
              </a:rPr>
              <a:t>finite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automaton.</a:t>
            </a:r>
            <a:endParaRPr sz="2400">
              <a:latin typeface="Franklin Gothic Medium"/>
              <a:cs typeface="Franklin Gothic Medium"/>
            </a:endParaRPr>
          </a:p>
          <a:p>
            <a:pPr marL="12700" marR="318770">
              <a:lnSpc>
                <a:spcPct val="100000"/>
              </a:lnSpc>
              <a:spcBef>
                <a:spcPts val="1200"/>
              </a:spcBef>
            </a:pPr>
            <a:r>
              <a:rPr sz="2400" spc="-55" dirty="0">
                <a:latin typeface="Franklin Gothic Medium"/>
                <a:cs typeface="Franklin Gothic Medium"/>
              </a:rPr>
              <a:t>With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just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single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bit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it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capable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record </a:t>
            </a:r>
            <a:r>
              <a:rPr sz="2400" dirty="0">
                <a:latin typeface="Franklin Gothic Medium"/>
                <a:cs typeface="Franklin Gothic Medium"/>
              </a:rPr>
              <a:t>which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state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in.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4311903"/>
            <a:ext cx="6875780" cy="1746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5098491"/>
            <a:ext cx="356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9442" y="1114679"/>
            <a:ext cx="10952480" cy="24060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3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simplest</a:t>
            </a:r>
            <a:r>
              <a:rPr sz="2400" spc="-9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3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model</a:t>
            </a:r>
            <a:r>
              <a:rPr sz="2400" spc="-8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of</a:t>
            </a:r>
            <a:r>
              <a:rPr sz="2400" spc="-5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computation</a:t>
            </a:r>
            <a:endParaRPr sz="2400">
              <a:latin typeface="Franklin Gothic Medium"/>
              <a:cs typeface="Franklin Gothic Medium"/>
            </a:endParaRPr>
          </a:p>
          <a:p>
            <a:pPr marL="12700" marR="591185">
              <a:lnSpc>
                <a:spcPct val="100000"/>
              </a:lnSpc>
              <a:spcBef>
                <a:spcPts val="790"/>
              </a:spcBef>
            </a:pPr>
            <a:r>
              <a:rPr sz="2400" spc="-3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Accept</a:t>
            </a:r>
            <a:r>
              <a:rPr sz="2400" spc="-12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or</a:t>
            </a:r>
            <a:r>
              <a:rPr sz="2400" spc="-114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reject</a:t>
            </a:r>
            <a:r>
              <a:rPr sz="2400" spc="-12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strings</a:t>
            </a:r>
            <a:r>
              <a:rPr sz="2400" spc="-114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characters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by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parsing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them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through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sequence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is </a:t>
            </a:r>
            <a:r>
              <a:rPr sz="2400" spc="-20" dirty="0">
                <a:latin typeface="Franklin Gothic Medium"/>
                <a:cs typeface="Franklin Gothic Medium"/>
              </a:rPr>
              <a:t>uniquely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35" dirty="0">
                <a:latin typeface="Franklin Gothic Medium"/>
                <a:cs typeface="Franklin Gothic Medium"/>
              </a:rPr>
              <a:t>determined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by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each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string.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400" spc="-25" dirty="0">
                <a:latin typeface="Franklin Gothic Medium"/>
                <a:cs typeface="Franklin Gothic Medium"/>
              </a:rPr>
              <a:t>“</a:t>
            </a:r>
            <a:r>
              <a:rPr sz="2400" spc="-2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Deterministic</a:t>
            </a:r>
            <a:r>
              <a:rPr sz="2400" spc="-25" dirty="0">
                <a:latin typeface="Franklin Gothic Medium"/>
                <a:cs typeface="Franklin Gothic Medium"/>
              </a:rPr>
              <a:t>”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refers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fact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each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state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sequence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unique.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2400" dirty="0">
                <a:latin typeface="Franklin Gothic Medium"/>
                <a:cs typeface="Franklin Gothic Medium"/>
              </a:rPr>
              <a:t>“</a:t>
            </a:r>
            <a:r>
              <a:rPr sz="240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sz="2400" dirty="0">
                <a:latin typeface="Franklin Gothic Medium"/>
                <a:cs typeface="Franklin Gothic Medium"/>
              </a:rPr>
              <a:t>”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because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there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are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40" dirty="0">
                <a:latin typeface="Franklin Gothic Medium"/>
                <a:cs typeface="Franklin Gothic Medium"/>
              </a:rPr>
              <a:t>limited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number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possible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states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which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can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be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reached.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0702" y="5098491"/>
            <a:ext cx="363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0059" y="5098491"/>
            <a:ext cx="363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8834" y="3974972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43237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0590" y="5947054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0542" y="4929632"/>
            <a:ext cx="16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68385" y="3935729"/>
            <a:ext cx="327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4055364"/>
            <a:ext cx="718185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492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75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6254" y="3732098"/>
            <a:ext cx="9226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Franklin Gothic Medium"/>
                <a:cs typeface="Franklin Gothic Medium"/>
              </a:rPr>
              <a:t>States: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9878" y="4375784"/>
            <a:ext cx="1500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Franklin Gothic Medium"/>
                <a:cs typeface="Franklin Gothic Medium"/>
              </a:rPr>
              <a:t>Transitions: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03398" y="4567428"/>
            <a:ext cx="743585" cy="114300"/>
          </a:xfrm>
          <a:custGeom>
            <a:avLst/>
            <a:gdLst/>
            <a:ahLst/>
            <a:cxnLst/>
            <a:rect l="l" t="t" r="r" b="b"/>
            <a:pathLst>
              <a:path w="743585" h="114300">
                <a:moveTo>
                  <a:pt x="629030" y="0"/>
                </a:moveTo>
                <a:lnTo>
                  <a:pt x="629030" y="114300"/>
                </a:lnTo>
                <a:lnTo>
                  <a:pt x="705230" y="76200"/>
                </a:lnTo>
                <a:lnTo>
                  <a:pt x="648080" y="76200"/>
                </a:lnTo>
                <a:lnTo>
                  <a:pt x="648080" y="38100"/>
                </a:lnTo>
                <a:lnTo>
                  <a:pt x="705230" y="38100"/>
                </a:lnTo>
                <a:lnTo>
                  <a:pt x="629030" y="0"/>
                </a:lnTo>
                <a:close/>
              </a:path>
              <a:path w="743585" h="114300">
                <a:moveTo>
                  <a:pt x="62903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9030" y="76200"/>
                </a:lnTo>
                <a:lnTo>
                  <a:pt x="629030" y="38100"/>
                </a:lnTo>
                <a:close/>
              </a:path>
              <a:path w="743585" h="114300">
                <a:moveTo>
                  <a:pt x="705230" y="38100"/>
                </a:moveTo>
                <a:lnTo>
                  <a:pt x="648080" y="38100"/>
                </a:lnTo>
                <a:lnTo>
                  <a:pt x="648080" y="76200"/>
                </a:lnTo>
                <a:lnTo>
                  <a:pt x="705230" y="76200"/>
                </a:lnTo>
                <a:lnTo>
                  <a:pt x="743330" y="57150"/>
                </a:lnTo>
                <a:lnTo>
                  <a:pt x="70523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23413" y="3724478"/>
            <a:ext cx="1248410" cy="795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/>
                <a:cs typeface="Cambria Math"/>
              </a:rPr>
              <a:t>𝑞1,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𝑞2,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𝑞3</a:t>
            </a:r>
            <a:endParaRPr sz="2400">
              <a:latin typeface="Cambria Math"/>
              <a:cs typeface="Cambria Math"/>
            </a:endParaRPr>
          </a:p>
          <a:p>
            <a:pPr marL="183515">
              <a:lnSpc>
                <a:spcPct val="100000"/>
              </a:lnSpc>
              <a:spcBef>
                <a:spcPts val="1260"/>
              </a:spcBef>
            </a:pPr>
            <a:r>
              <a:rPr sz="1600" spc="-50" dirty="0">
                <a:latin typeface="Franklin Gothic Medium"/>
                <a:cs typeface="Franklin Gothic Medium"/>
              </a:rPr>
              <a:t>1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6888" y="5058917"/>
            <a:ext cx="1489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State: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5032" y="5777280"/>
            <a:ext cx="185991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States: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03398" y="4978653"/>
            <a:ext cx="1066800" cy="596900"/>
            <a:chOff x="2803398" y="4978653"/>
            <a:chExt cx="1066800" cy="596900"/>
          </a:xfrm>
        </p:grpSpPr>
        <p:sp>
          <p:nvSpPr>
            <p:cNvPr id="19" name="object 19"/>
            <p:cNvSpPr/>
            <p:nvPr/>
          </p:nvSpPr>
          <p:spPr>
            <a:xfrm>
              <a:off x="3284220" y="4985003"/>
              <a:ext cx="579120" cy="584200"/>
            </a:xfrm>
            <a:custGeom>
              <a:avLst/>
              <a:gdLst/>
              <a:ahLst/>
              <a:cxnLst/>
              <a:rect l="l" t="t" r="r" b="b"/>
              <a:pathLst>
                <a:path w="579120" h="584200">
                  <a:moveTo>
                    <a:pt x="289559" y="0"/>
                  </a:moveTo>
                  <a:lnTo>
                    <a:pt x="242598" y="3820"/>
                  </a:lnTo>
                  <a:lnTo>
                    <a:pt x="198046" y="14880"/>
                  </a:lnTo>
                  <a:lnTo>
                    <a:pt x="156502" y="32578"/>
                  </a:lnTo>
                  <a:lnTo>
                    <a:pt x="118561" y="56314"/>
                  </a:lnTo>
                  <a:lnTo>
                    <a:pt x="84820" y="85486"/>
                  </a:lnTo>
                  <a:lnTo>
                    <a:pt x="55875" y="119493"/>
                  </a:lnTo>
                  <a:lnTo>
                    <a:pt x="32325" y="157734"/>
                  </a:lnTo>
                  <a:lnTo>
                    <a:pt x="14764" y="199607"/>
                  </a:lnTo>
                  <a:lnTo>
                    <a:pt x="3790" y="244511"/>
                  </a:lnTo>
                  <a:lnTo>
                    <a:pt x="0" y="291846"/>
                  </a:lnTo>
                  <a:lnTo>
                    <a:pt x="3790" y="339180"/>
                  </a:lnTo>
                  <a:lnTo>
                    <a:pt x="14764" y="384084"/>
                  </a:lnTo>
                  <a:lnTo>
                    <a:pt x="32325" y="425957"/>
                  </a:lnTo>
                  <a:lnTo>
                    <a:pt x="55875" y="464198"/>
                  </a:lnTo>
                  <a:lnTo>
                    <a:pt x="84820" y="498205"/>
                  </a:lnTo>
                  <a:lnTo>
                    <a:pt x="118561" y="527377"/>
                  </a:lnTo>
                  <a:lnTo>
                    <a:pt x="156502" y="551113"/>
                  </a:lnTo>
                  <a:lnTo>
                    <a:pt x="198046" y="568811"/>
                  </a:lnTo>
                  <a:lnTo>
                    <a:pt x="242598" y="579871"/>
                  </a:lnTo>
                  <a:lnTo>
                    <a:pt x="289559" y="583692"/>
                  </a:lnTo>
                  <a:lnTo>
                    <a:pt x="336521" y="579871"/>
                  </a:lnTo>
                  <a:lnTo>
                    <a:pt x="381073" y="568811"/>
                  </a:lnTo>
                  <a:lnTo>
                    <a:pt x="422617" y="551113"/>
                  </a:lnTo>
                  <a:lnTo>
                    <a:pt x="460558" y="527377"/>
                  </a:lnTo>
                  <a:lnTo>
                    <a:pt x="494299" y="498205"/>
                  </a:lnTo>
                  <a:lnTo>
                    <a:pt x="523244" y="464198"/>
                  </a:lnTo>
                  <a:lnTo>
                    <a:pt x="546794" y="425957"/>
                  </a:lnTo>
                  <a:lnTo>
                    <a:pt x="564355" y="384084"/>
                  </a:lnTo>
                  <a:lnTo>
                    <a:pt x="575329" y="339180"/>
                  </a:lnTo>
                  <a:lnTo>
                    <a:pt x="579119" y="291846"/>
                  </a:lnTo>
                  <a:lnTo>
                    <a:pt x="575329" y="244511"/>
                  </a:lnTo>
                  <a:lnTo>
                    <a:pt x="564355" y="199607"/>
                  </a:lnTo>
                  <a:lnTo>
                    <a:pt x="546794" y="157734"/>
                  </a:lnTo>
                  <a:lnTo>
                    <a:pt x="523244" y="119493"/>
                  </a:lnTo>
                  <a:lnTo>
                    <a:pt x="494299" y="85486"/>
                  </a:lnTo>
                  <a:lnTo>
                    <a:pt x="460558" y="56314"/>
                  </a:lnTo>
                  <a:lnTo>
                    <a:pt x="422617" y="32578"/>
                  </a:lnTo>
                  <a:lnTo>
                    <a:pt x="381073" y="14880"/>
                  </a:lnTo>
                  <a:lnTo>
                    <a:pt x="336521" y="3820"/>
                  </a:lnTo>
                  <a:lnTo>
                    <a:pt x="2895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84220" y="4985003"/>
              <a:ext cx="579120" cy="584200"/>
            </a:xfrm>
            <a:custGeom>
              <a:avLst/>
              <a:gdLst/>
              <a:ahLst/>
              <a:cxnLst/>
              <a:rect l="l" t="t" r="r" b="b"/>
              <a:pathLst>
                <a:path w="579120" h="584200">
                  <a:moveTo>
                    <a:pt x="0" y="291846"/>
                  </a:moveTo>
                  <a:lnTo>
                    <a:pt x="3790" y="244511"/>
                  </a:lnTo>
                  <a:lnTo>
                    <a:pt x="14764" y="199607"/>
                  </a:lnTo>
                  <a:lnTo>
                    <a:pt x="32325" y="157734"/>
                  </a:lnTo>
                  <a:lnTo>
                    <a:pt x="55875" y="119493"/>
                  </a:lnTo>
                  <a:lnTo>
                    <a:pt x="84820" y="85486"/>
                  </a:lnTo>
                  <a:lnTo>
                    <a:pt x="118561" y="56314"/>
                  </a:lnTo>
                  <a:lnTo>
                    <a:pt x="156502" y="32578"/>
                  </a:lnTo>
                  <a:lnTo>
                    <a:pt x="198046" y="14880"/>
                  </a:lnTo>
                  <a:lnTo>
                    <a:pt x="242598" y="3820"/>
                  </a:lnTo>
                  <a:lnTo>
                    <a:pt x="289559" y="0"/>
                  </a:lnTo>
                  <a:lnTo>
                    <a:pt x="336521" y="3820"/>
                  </a:lnTo>
                  <a:lnTo>
                    <a:pt x="381073" y="14880"/>
                  </a:lnTo>
                  <a:lnTo>
                    <a:pt x="422617" y="32578"/>
                  </a:lnTo>
                  <a:lnTo>
                    <a:pt x="460558" y="56314"/>
                  </a:lnTo>
                  <a:lnTo>
                    <a:pt x="494299" y="85486"/>
                  </a:lnTo>
                  <a:lnTo>
                    <a:pt x="523244" y="119493"/>
                  </a:lnTo>
                  <a:lnTo>
                    <a:pt x="546794" y="157734"/>
                  </a:lnTo>
                  <a:lnTo>
                    <a:pt x="564355" y="199607"/>
                  </a:lnTo>
                  <a:lnTo>
                    <a:pt x="575329" y="244511"/>
                  </a:lnTo>
                  <a:lnTo>
                    <a:pt x="579119" y="291846"/>
                  </a:lnTo>
                  <a:lnTo>
                    <a:pt x="575329" y="339180"/>
                  </a:lnTo>
                  <a:lnTo>
                    <a:pt x="564355" y="384084"/>
                  </a:lnTo>
                  <a:lnTo>
                    <a:pt x="546794" y="425957"/>
                  </a:lnTo>
                  <a:lnTo>
                    <a:pt x="523244" y="464198"/>
                  </a:lnTo>
                  <a:lnTo>
                    <a:pt x="494299" y="498205"/>
                  </a:lnTo>
                  <a:lnTo>
                    <a:pt x="460558" y="527377"/>
                  </a:lnTo>
                  <a:lnTo>
                    <a:pt x="422617" y="551113"/>
                  </a:lnTo>
                  <a:lnTo>
                    <a:pt x="381073" y="568811"/>
                  </a:lnTo>
                  <a:lnTo>
                    <a:pt x="336521" y="579871"/>
                  </a:lnTo>
                  <a:lnTo>
                    <a:pt x="289559" y="583692"/>
                  </a:lnTo>
                  <a:lnTo>
                    <a:pt x="242598" y="579871"/>
                  </a:lnTo>
                  <a:lnTo>
                    <a:pt x="198046" y="568811"/>
                  </a:lnTo>
                  <a:lnTo>
                    <a:pt x="156502" y="551113"/>
                  </a:lnTo>
                  <a:lnTo>
                    <a:pt x="118561" y="527377"/>
                  </a:lnTo>
                  <a:lnTo>
                    <a:pt x="84820" y="498205"/>
                  </a:lnTo>
                  <a:lnTo>
                    <a:pt x="55875" y="464198"/>
                  </a:lnTo>
                  <a:lnTo>
                    <a:pt x="32325" y="425957"/>
                  </a:lnTo>
                  <a:lnTo>
                    <a:pt x="14764" y="384084"/>
                  </a:lnTo>
                  <a:lnTo>
                    <a:pt x="3790" y="339180"/>
                  </a:lnTo>
                  <a:lnTo>
                    <a:pt x="0" y="29184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03398" y="5219699"/>
              <a:ext cx="480695" cy="114300"/>
            </a:xfrm>
            <a:custGeom>
              <a:avLst/>
              <a:gdLst/>
              <a:ahLst/>
              <a:cxnLst/>
              <a:rect l="l" t="t" r="r" b="b"/>
              <a:pathLst>
                <a:path w="480695" h="114300">
                  <a:moveTo>
                    <a:pt x="366140" y="0"/>
                  </a:moveTo>
                  <a:lnTo>
                    <a:pt x="366140" y="114300"/>
                  </a:lnTo>
                  <a:lnTo>
                    <a:pt x="442340" y="76200"/>
                  </a:lnTo>
                  <a:lnTo>
                    <a:pt x="385190" y="76200"/>
                  </a:lnTo>
                  <a:lnTo>
                    <a:pt x="385190" y="38100"/>
                  </a:lnTo>
                  <a:lnTo>
                    <a:pt x="442340" y="38100"/>
                  </a:lnTo>
                  <a:lnTo>
                    <a:pt x="366140" y="0"/>
                  </a:lnTo>
                  <a:close/>
                </a:path>
                <a:path w="480695" h="114300">
                  <a:moveTo>
                    <a:pt x="36614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66140" y="76200"/>
                  </a:lnTo>
                  <a:lnTo>
                    <a:pt x="366140" y="38100"/>
                  </a:lnTo>
                  <a:close/>
                </a:path>
                <a:path w="480695" h="114300">
                  <a:moveTo>
                    <a:pt x="442340" y="38100"/>
                  </a:moveTo>
                  <a:lnTo>
                    <a:pt x="385190" y="38100"/>
                  </a:lnTo>
                  <a:lnTo>
                    <a:pt x="385190" y="76200"/>
                  </a:lnTo>
                  <a:lnTo>
                    <a:pt x="442340" y="76200"/>
                  </a:lnTo>
                  <a:lnTo>
                    <a:pt x="480440" y="57150"/>
                  </a:lnTo>
                  <a:lnTo>
                    <a:pt x="44234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796285" y="5746750"/>
            <a:ext cx="593725" cy="596900"/>
            <a:chOff x="2796285" y="5746750"/>
            <a:chExt cx="593725" cy="596900"/>
          </a:xfrm>
        </p:grpSpPr>
        <p:sp>
          <p:nvSpPr>
            <p:cNvPr id="23" name="object 23"/>
            <p:cNvSpPr/>
            <p:nvPr/>
          </p:nvSpPr>
          <p:spPr>
            <a:xfrm>
              <a:off x="2802635" y="5753100"/>
              <a:ext cx="581025" cy="584200"/>
            </a:xfrm>
            <a:custGeom>
              <a:avLst/>
              <a:gdLst/>
              <a:ahLst/>
              <a:cxnLst/>
              <a:rect l="l" t="t" r="r" b="b"/>
              <a:pathLst>
                <a:path w="581025" h="584200">
                  <a:moveTo>
                    <a:pt x="290321" y="0"/>
                  </a:moveTo>
                  <a:lnTo>
                    <a:pt x="243215" y="3819"/>
                  </a:lnTo>
                  <a:lnTo>
                    <a:pt x="198534" y="14877"/>
                  </a:lnTo>
                  <a:lnTo>
                    <a:pt x="156875" y="32574"/>
                  </a:lnTo>
                  <a:lnTo>
                    <a:pt x="118835" y="56307"/>
                  </a:lnTo>
                  <a:lnTo>
                    <a:pt x="85010" y="85477"/>
                  </a:lnTo>
                  <a:lnTo>
                    <a:pt x="55997" y="119482"/>
                  </a:lnTo>
                  <a:lnTo>
                    <a:pt x="32393" y="157723"/>
                  </a:lnTo>
                  <a:lnTo>
                    <a:pt x="14794" y="199597"/>
                  </a:lnTo>
                  <a:lnTo>
                    <a:pt x="3798" y="244505"/>
                  </a:lnTo>
                  <a:lnTo>
                    <a:pt x="0" y="291846"/>
                  </a:lnTo>
                  <a:lnTo>
                    <a:pt x="3798" y="339183"/>
                  </a:lnTo>
                  <a:lnTo>
                    <a:pt x="14794" y="384089"/>
                  </a:lnTo>
                  <a:lnTo>
                    <a:pt x="32393" y="425963"/>
                  </a:lnTo>
                  <a:lnTo>
                    <a:pt x="55997" y="464203"/>
                  </a:lnTo>
                  <a:lnTo>
                    <a:pt x="85010" y="498209"/>
                  </a:lnTo>
                  <a:lnTo>
                    <a:pt x="118835" y="527380"/>
                  </a:lnTo>
                  <a:lnTo>
                    <a:pt x="156875" y="551115"/>
                  </a:lnTo>
                  <a:lnTo>
                    <a:pt x="198534" y="568812"/>
                  </a:lnTo>
                  <a:lnTo>
                    <a:pt x="243215" y="579872"/>
                  </a:lnTo>
                  <a:lnTo>
                    <a:pt x="290321" y="583692"/>
                  </a:lnTo>
                  <a:lnTo>
                    <a:pt x="337428" y="579872"/>
                  </a:lnTo>
                  <a:lnTo>
                    <a:pt x="382109" y="568812"/>
                  </a:lnTo>
                  <a:lnTo>
                    <a:pt x="423768" y="551115"/>
                  </a:lnTo>
                  <a:lnTo>
                    <a:pt x="461808" y="527380"/>
                  </a:lnTo>
                  <a:lnTo>
                    <a:pt x="495633" y="498209"/>
                  </a:lnTo>
                  <a:lnTo>
                    <a:pt x="524646" y="464203"/>
                  </a:lnTo>
                  <a:lnTo>
                    <a:pt x="548250" y="425963"/>
                  </a:lnTo>
                  <a:lnTo>
                    <a:pt x="565849" y="384089"/>
                  </a:lnTo>
                  <a:lnTo>
                    <a:pt x="576845" y="339183"/>
                  </a:lnTo>
                  <a:lnTo>
                    <a:pt x="580643" y="291846"/>
                  </a:lnTo>
                  <a:lnTo>
                    <a:pt x="576845" y="244505"/>
                  </a:lnTo>
                  <a:lnTo>
                    <a:pt x="565849" y="199597"/>
                  </a:lnTo>
                  <a:lnTo>
                    <a:pt x="548250" y="157723"/>
                  </a:lnTo>
                  <a:lnTo>
                    <a:pt x="524646" y="119482"/>
                  </a:lnTo>
                  <a:lnTo>
                    <a:pt x="495633" y="85477"/>
                  </a:lnTo>
                  <a:lnTo>
                    <a:pt x="461808" y="56307"/>
                  </a:lnTo>
                  <a:lnTo>
                    <a:pt x="423768" y="32574"/>
                  </a:lnTo>
                  <a:lnTo>
                    <a:pt x="382109" y="14877"/>
                  </a:lnTo>
                  <a:lnTo>
                    <a:pt x="337428" y="3819"/>
                  </a:lnTo>
                  <a:lnTo>
                    <a:pt x="2903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02635" y="5753100"/>
              <a:ext cx="581025" cy="584200"/>
            </a:xfrm>
            <a:custGeom>
              <a:avLst/>
              <a:gdLst/>
              <a:ahLst/>
              <a:cxnLst/>
              <a:rect l="l" t="t" r="r" b="b"/>
              <a:pathLst>
                <a:path w="581025" h="584200">
                  <a:moveTo>
                    <a:pt x="0" y="291846"/>
                  </a:moveTo>
                  <a:lnTo>
                    <a:pt x="3798" y="244505"/>
                  </a:lnTo>
                  <a:lnTo>
                    <a:pt x="14794" y="199597"/>
                  </a:lnTo>
                  <a:lnTo>
                    <a:pt x="32393" y="157723"/>
                  </a:lnTo>
                  <a:lnTo>
                    <a:pt x="55997" y="119482"/>
                  </a:lnTo>
                  <a:lnTo>
                    <a:pt x="85010" y="85477"/>
                  </a:lnTo>
                  <a:lnTo>
                    <a:pt x="118835" y="56307"/>
                  </a:lnTo>
                  <a:lnTo>
                    <a:pt x="156875" y="32574"/>
                  </a:lnTo>
                  <a:lnTo>
                    <a:pt x="198534" y="14877"/>
                  </a:lnTo>
                  <a:lnTo>
                    <a:pt x="243215" y="3819"/>
                  </a:lnTo>
                  <a:lnTo>
                    <a:pt x="290321" y="0"/>
                  </a:lnTo>
                  <a:lnTo>
                    <a:pt x="337428" y="3819"/>
                  </a:lnTo>
                  <a:lnTo>
                    <a:pt x="382109" y="14877"/>
                  </a:lnTo>
                  <a:lnTo>
                    <a:pt x="423768" y="32574"/>
                  </a:lnTo>
                  <a:lnTo>
                    <a:pt x="461808" y="56307"/>
                  </a:lnTo>
                  <a:lnTo>
                    <a:pt x="495633" y="85477"/>
                  </a:lnTo>
                  <a:lnTo>
                    <a:pt x="524646" y="119482"/>
                  </a:lnTo>
                  <a:lnTo>
                    <a:pt x="548250" y="157723"/>
                  </a:lnTo>
                  <a:lnTo>
                    <a:pt x="565849" y="199597"/>
                  </a:lnTo>
                  <a:lnTo>
                    <a:pt x="576845" y="244505"/>
                  </a:lnTo>
                  <a:lnTo>
                    <a:pt x="580643" y="291846"/>
                  </a:lnTo>
                  <a:lnTo>
                    <a:pt x="576845" y="339183"/>
                  </a:lnTo>
                  <a:lnTo>
                    <a:pt x="565849" y="384089"/>
                  </a:lnTo>
                  <a:lnTo>
                    <a:pt x="548250" y="425963"/>
                  </a:lnTo>
                  <a:lnTo>
                    <a:pt x="524646" y="464203"/>
                  </a:lnTo>
                  <a:lnTo>
                    <a:pt x="495633" y="498209"/>
                  </a:lnTo>
                  <a:lnTo>
                    <a:pt x="461808" y="527380"/>
                  </a:lnTo>
                  <a:lnTo>
                    <a:pt x="423768" y="551115"/>
                  </a:lnTo>
                  <a:lnTo>
                    <a:pt x="382109" y="568812"/>
                  </a:lnTo>
                  <a:lnTo>
                    <a:pt x="337428" y="579872"/>
                  </a:lnTo>
                  <a:lnTo>
                    <a:pt x="290321" y="583692"/>
                  </a:lnTo>
                  <a:lnTo>
                    <a:pt x="243215" y="579872"/>
                  </a:lnTo>
                  <a:lnTo>
                    <a:pt x="198534" y="568812"/>
                  </a:lnTo>
                  <a:lnTo>
                    <a:pt x="156875" y="551115"/>
                  </a:lnTo>
                  <a:lnTo>
                    <a:pt x="118835" y="527380"/>
                  </a:lnTo>
                  <a:lnTo>
                    <a:pt x="85010" y="498209"/>
                  </a:lnTo>
                  <a:lnTo>
                    <a:pt x="55997" y="464203"/>
                  </a:lnTo>
                  <a:lnTo>
                    <a:pt x="32393" y="425963"/>
                  </a:lnTo>
                  <a:lnTo>
                    <a:pt x="14794" y="384089"/>
                  </a:lnTo>
                  <a:lnTo>
                    <a:pt x="3798" y="339183"/>
                  </a:lnTo>
                  <a:lnTo>
                    <a:pt x="0" y="291846"/>
                  </a:lnTo>
                  <a:close/>
                </a:path>
                <a:path w="581025" h="584200">
                  <a:moveTo>
                    <a:pt x="32003" y="291846"/>
                  </a:moveTo>
                  <a:lnTo>
                    <a:pt x="36094" y="245960"/>
                  </a:lnTo>
                  <a:lnTo>
                    <a:pt x="47885" y="202773"/>
                  </a:lnTo>
                  <a:lnTo>
                    <a:pt x="66660" y="163005"/>
                  </a:lnTo>
                  <a:lnTo>
                    <a:pt x="91701" y="127378"/>
                  </a:lnTo>
                  <a:lnTo>
                    <a:pt x="122288" y="96611"/>
                  </a:lnTo>
                  <a:lnTo>
                    <a:pt x="157705" y="71427"/>
                  </a:lnTo>
                  <a:lnTo>
                    <a:pt x="197233" y="52546"/>
                  </a:lnTo>
                  <a:lnTo>
                    <a:pt x="240154" y="40688"/>
                  </a:lnTo>
                  <a:lnTo>
                    <a:pt x="285750" y="36575"/>
                  </a:lnTo>
                  <a:lnTo>
                    <a:pt x="331345" y="40688"/>
                  </a:lnTo>
                  <a:lnTo>
                    <a:pt x="374266" y="52546"/>
                  </a:lnTo>
                  <a:lnTo>
                    <a:pt x="413794" y="71427"/>
                  </a:lnTo>
                  <a:lnTo>
                    <a:pt x="449211" y="96611"/>
                  </a:lnTo>
                  <a:lnTo>
                    <a:pt x="479798" y="127378"/>
                  </a:lnTo>
                  <a:lnTo>
                    <a:pt x="504839" y="163005"/>
                  </a:lnTo>
                  <a:lnTo>
                    <a:pt x="523614" y="202773"/>
                  </a:lnTo>
                  <a:lnTo>
                    <a:pt x="535405" y="245960"/>
                  </a:lnTo>
                  <a:lnTo>
                    <a:pt x="539496" y="291846"/>
                  </a:lnTo>
                  <a:lnTo>
                    <a:pt x="535405" y="337731"/>
                  </a:lnTo>
                  <a:lnTo>
                    <a:pt x="523614" y="380918"/>
                  </a:lnTo>
                  <a:lnTo>
                    <a:pt x="504839" y="420686"/>
                  </a:lnTo>
                  <a:lnTo>
                    <a:pt x="479798" y="456313"/>
                  </a:lnTo>
                  <a:lnTo>
                    <a:pt x="449211" y="487080"/>
                  </a:lnTo>
                  <a:lnTo>
                    <a:pt x="413794" y="512264"/>
                  </a:lnTo>
                  <a:lnTo>
                    <a:pt x="374266" y="531145"/>
                  </a:lnTo>
                  <a:lnTo>
                    <a:pt x="331345" y="543003"/>
                  </a:lnTo>
                  <a:lnTo>
                    <a:pt x="285750" y="547116"/>
                  </a:lnTo>
                  <a:lnTo>
                    <a:pt x="240154" y="543003"/>
                  </a:lnTo>
                  <a:lnTo>
                    <a:pt x="197233" y="531145"/>
                  </a:lnTo>
                  <a:lnTo>
                    <a:pt x="157705" y="512264"/>
                  </a:lnTo>
                  <a:lnTo>
                    <a:pt x="122288" y="487080"/>
                  </a:lnTo>
                  <a:lnTo>
                    <a:pt x="91701" y="456313"/>
                  </a:lnTo>
                  <a:lnTo>
                    <a:pt x="66660" y="420686"/>
                  </a:lnTo>
                  <a:lnTo>
                    <a:pt x="47885" y="380918"/>
                  </a:lnTo>
                  <a:lnTo>
                    <a:pt x="36094" y="337731"/>
                  </a:lnTo>
                  <a:lnTo>
                    <a:pt x="32003" y="29184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456046" y="3739718"/>
            <a:ext cx="3266440" cy="1028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100"/>
              </a:spcBef>
              <a:tabLst>
                <a:tab pos="1155065" algn="l"/>
              </a:tabLst>
            </a:pPr>
            <a:r>
              <a:rPr sz="3600" spc="-15" baseline="1157" dirty="0">
                <a:latin typeface="Franklin Gothic Medium"/>
                <a:cs typeface="Franklin Gothic Medium"/>
              </a:rPr>
              <a:t>Input:</a:t>
            </a:r>
            <a:r>
              <a:rPr sz="3600" baseline="1157" dirty="0">
                <a:latin typeface="Franklin Gothic Medium"/>
                <a:cs typeface="Franklin Gothic Medium"/>
              </a:rPr>
              <a:t>	</a:t>
            </a:r>
            <a:r>
              <a:rPr sz="2400" spc="-10" dirty="0">
                <a:latin typeface="Franklin Gothic Medium"/>
                <a:cs typeface="Franklin Gothic Medium"/>
              </a:rPr>
              <a:t>Finite</a:t>
            </a:r>
            <a:r>
              <a:rPr sz="2400" spc="-14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string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30"/>
              </a:spcBef>
              <a:tabLst>
                <a:tab pos="115506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Output: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2400" i="1" spc="-10" dirty="0">
                <a:solidFill>
                  <a:srgbClr val="00AF50"/>
                </a:solidFill>
                <a:latin typeface="Franklin Gothic Medium"/>
                <a:cs typeface="Franklin Gothic Medium"/>
              </a:rPr>
              <a:t>Accept</a:t>
            </a:r>
            <a:r>
              <a:rPr sz="2400" i="1" spc="-95" dirty="0">
                <a:solidFill>
                  <a:srgbClr val="00AF5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or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i="1" spc="-2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Reject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88458" y="5058917"/>
            <a:ext cx="2663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1610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Alphabet: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3600" baseline="1157" dirty="0">
                <a:latin typeface="Cambria Math"/>
                <a:cs typeface="Cambria Math"/>
              </a:rPr>
              <a:t>Σ</a:t>
            </a:r>
            <a:r>
              <a:rPr sz="3600" spc="202" baseline="1157" dirty="0">
                <a:latin typeface="Cambria Math"/>
                <a:cs typeface="Cambria Math"/>
              </a:rPr>
              <a:t> </a:t>
            </a:r>
            <a:r>
              <a:rPr sz="3600" baseline="1157" dirty="0">
                <a:latin typeface="Cambria Math"/>
                <a:cs typeface="Cambria Math"/>
              </a:rPr>
              <a:t>=</a:t>
            </a:r>
            <a:r>
              <a:rPr sz="3600" spc="202" baseline="1157" dirty="0">
                <a:latin typeface="Cambria Math"/>
                <a:cs typeface="Cambria Math"/>
              </a:rPr>
              <a:t> </a:t>
            </a:r>
            <a:r>
              <a:rPr sz="3600" spc="-30" baseline="1157" dirty="0">
                <a:latin typeface="Cambria Math"/>
                <a:cs typeface="Cambria Math"/>
              </a:rPr>
              <a:t>{0,1}</a:t>
            </a:r>
            <a:endParaRPr sz="3600" baseline="1157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96656" y="5071871"/>
            <a:ext cx="2839720" cy="64643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 marR="168275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symbols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we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can</a:t>
            </a:r>
            <a:r>
              <a:rPr sz="1800" spc="-6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use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in </a:t>
            </a: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transitions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0636" y="6109124"/>
            <a:ext cx="13271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3536" y="6105701"/>
            <a:ext cx="555498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972559"/>
            <a:ext cx="283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636" y="4341979"/>
            <a:ext cx="4523105" cy="160401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0423" y="3822191"/>
            <a:ext cx="156527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55028" y="4430014"/>
            <a:ext cx="187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328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latin typeface="Cambria Math"/>
                <a:cs typeface="Cambria Math"/>
              </a:rPr>
              <a:t>01101</a:t>
            </a:r>
            <a:endParaRPr sz="4200" baseline="-2976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0636" y="6109124"/>
            <a:ext cx="13271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3536" y="6105701"/>
            <a:ext cx="555498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972559"/>
            <a:ext cx="283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636" y="4341979"/>
            <a:ext cx="4523105" cy="160401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55028" y="4430014"/>
            <a:ext cx="187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328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latin typeface="Cambria Math"/>
                <a:cs typeface="Cambria Math"/>
              </a:rPr>
              <a:t>01101</a:t>
            </a:r>
            <a:endParaRPr sz="4200" baseline="-2976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70064" y="5373623"/>
            <a:ext cx="2207260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2400" dirty="0">
                <a:latin typeface="Calibri"/>
                <a:cs typeface="Calibri"/>
              </a:rPr>
              <a:t>Start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0423" y="3822191"/>
            <a:ext cx="156527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972559"/>
            <a:ext cx="283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636" y="4341979"/>
            <a:ext cx="4523105" cy="160401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875778" y="4859782"/>
            <a:ext cx="118110" cy="398780"/>
            <a:chOff x="7875778" y="4859782"/>
            <a:chExt cx="118110" cy="398780"/>
          </a:xfrm>
        </p:grpSpPr>
        <p:sp>
          <p:nvSpPr>
            <p:cNvPr id="15" name="object 15"/>
            <p:cNvSpPr/>
            <p:nvPr/>
          </p:nvSpPr>
          <p:spPr>
            <a:xfrm>
              <a:off x="7882128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105155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5155" y="385572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82128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0" y="385572"/>
                  </a:moveTo>
                  <a:lnTo>
                    <a:pt x="105155" y="385572"/>
                  </a:lnTo>
                  <a:lnTo>
                    <a:pt x="105155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955028" y="4430014"/>
            <a:ext cx="187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328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sz="4200" spc="-15" baseline="-2976" dirty="0">
                <a:latin typeface="Cambria Math"/>
                <a:cs typeface="Cambria Math"/>
              </a:rPr>
              <a:t>1101</a:t>
            </a:r>
            <a:endParaRPr sz="4200" baseline="-2976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0636" y="6109124"/>
            <a:ext cx="13271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3536" y="6105701"/>
            <a:ext cx="555498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70064" y="5379720"/>
            <a:ext cx="4025265" cy="8305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  <a:r>
              <a:rPr sz="2400" dirty="0">
                <a:latin typeface="Franklin Gothic Medium"/>
                <a:cs typeface="Franklin Gothic Medium"/>
              </a:rPr>
              <a:t>,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latin typeface="Franklin Gothic Medium"/>
                <a:cs typeface="Franklin Gothic Medium"/>
              </a:rPr>
              <a:t>follow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from</a:t>
            </a:r>
            <a:endParaRPr sz="2400">
              <a:latin typeface="Franklin Gothic Medium"/>
              <a:cs typeface="Franklin Gothic Medium"/>
            </a:endParaRPr>
          </a:p>
          <a:p>
            <a:pPr marL="92075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𝑞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29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0423" y="3822191"/>
            <a:ext cx="156527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808690"/>
            <a:ext cx="3086100" cy="108521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  <a:p>
            <a:pPr marL="614045" indent="-34226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61404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55028" y="4430014"/>
            <a:ext cx="187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328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latin typeface="Cambria Math"/>
                <a:cs typeface="Cambria Math"/>
              </a:rPr>
              <a:t>0</a:t>
            </a:r>
            <a:r>
              <a:rPr sz="4200" spc="-15" baseline="-2976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4200" spc="-15" baseline="-2976" dirty="0">
                <a:latin typeface="Cambria Math"/>
                <a:cs typeface="Cambria Math"/>
              </a:rPr>
              <a:t>101</a:t>
            </a:r>
            <a:endParaRPr sz="4200" baseline="-2976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78469" y="4859782"/>
            <a:ext cx="118110" cy="398780"/>
            <a:chOff x="8078469" y="4859782"/>
            <a:chExt cx="118110" cy="398780"/>
          </a:xfrm>
        </p:grpSpPr>
        <p:sp>
          <p:nvSpPr>
            <p:cNvPr id="15" name="object 15"/>
            <p:cNvSpPr/>
            <p:nvPr/>
          </p:nvSpPr>
          <p:spPr>
            <a:xfrm>
              <a:off x="8084819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105155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5155" y="385572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84819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0" y="385572"/>
                  </a:moveTo>
                  <a:lnTo>
                    <a:pt x="105155" y="385572"/>
                  </a:lnTo>
                  <a:lnTo>
                    <a:pt x="105155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7370064" y="5379720"/>
            <a:ext cx="4025265" cy="830580"/>
          </a:xfrm>
          <a:custGeom>
            <a:avLst/>
            <a:gdLst/>
            <a:ahLst/>
            <a:cxnLst/>
            <a:rect l="l" t="t" r="r" b="b"/>
            <a:pathLst>
              <a:path w="4025265" h="830579">
                <a:moveTo>
                  <a:pt x="4024883" y="0"/>
                </a:moveTo>
                <a:lnTo>
                  <a:pt x="0" y="0"/>
                </a:lnTo>
                <a:lnTo>
                  <a:pt x="0" y="830579"/>
                </a:lnTo>
                <a:lnTo>
                  <a:pt x="4024883" y="830579"/>
                </a:lnTo>
                <a:lnTo>
                  <a:pt x="402488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40423" y="3822191"/>
            <a:ext cx="156527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0636" y="5057564"/>
            <a:ext cx="132715" cy="141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3536" y="5054141"/>
            <a:ext cx="5554980" cy="142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50073" y="5430264"/>
            <a:ext cx="3794125" cy="78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dirty="0">
                <a:latin typeface="Franklin Gothic Medium"/>
                <a:cs typeface="Franklin Gothic Medium"/>
              </a:rPr>
              <a:t>,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latin typeface="Franklin Gothic Medium"/>
                <a:cs typeface="Franklin Gothic Medium"/>
              </a:rPr>
              <a:t>follow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from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𝑞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29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808690"/>
            <a:ext cx="3086100" cy="108521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  <a:p>
            <a:pPr marL="614045" indent="-34226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61404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55028" y="4430014"/>
            <a:ext cx="187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328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latin typeface="Cambria Math"/>
                <a:cs typeface="Cambria Math"/>
              </a:rPr>
              <a:t>0</a:t>
            </a:r>
            <a:r>
              <a:rPr sz="4200" spc="-15" baseline="-2976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4200" spc="-15" baseline="-2976" dirty="0">
                <a:latin typeface="Cambria Math"/>
                <a:cs typeface="Cambria Math"/>
              </a:rPr>
              <a:t>101</a:t>
            </a:r>
            <a:endParaRPr sz="4200" baseline="-2976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78469" y="4859782"/>
            <a:ext cx="118110" cy="398780"/>
            <a:chOff x="8078469" y="4859782"/>
            <a:chExt cx="118110" cy="398780"/>
          </a:xfrm>
        </p:grpSpPr>
        <p:sp>
          <p:nvSpPr>
            <p:cNvPr id="15" name="object 15"/>
            <p:cNvSpPr/>
            <p:nvPr/>
          </p:nvSpPr>
          <p:spPr>
            <a:xfrm>
              <a:off x="8084819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105155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5155" y="385572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84819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0" y="385572"/>
                  </a:moveTo>
                  <a:lnTo>
                    <a:pt x="105155" y="385572"/>
                  </a:lnTo>
                  <a:lnTo>
                    <a:pt x="105155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7370064" y="5379720"/>
            <a:ext cx="4025265" cy="830580"/>
          </a:xfrm>
          <a:custGeom>
            <a:avLst/>
            <a:gdLst/>
            <a:ahLst/>
            <a:cxnLst/>
            <a:rect l="l" t="t" r="r" b="b"/>
            <a:pathLst>
              <a:path w="4025265" h="830579">
                <a:moveTo>
                  <a:pt x="4024883" y="0"/>
                </a:moveTo>
                <a:lnTo>
                  <a:pt x="0" y="0"/>
                </a:lnTo>
                <a:lnTo>
                  <a:pt x="0" y="830579"/>
                </a:lnTo>
                <a:lnTo>
                  <a:pt x="4024883" y="830579"/>
                </a:lnTo>
                <a:lnTo>
                  <a:pt x="402488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40423" y="3822191"/>
            <a:ext cx="156527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0636" y="5057564"/>
            <a:ext cx="132715" cy="141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3536" y="5054141"/>
            <a:ext cx="5554980" cy="142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50073" y="5430264"/>
            <a:ext cx="3794125" cy="78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dirty="0">
                <a:latin typeface="Franklin Gothic Medium"/>
                <a:cs typeface="Franklin Gothic Medium"/>
              </a:rPr>
              <a:t>,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latin typeface="Franklin Gothic Medium"/>
                <a:cs typeface="Franklin Gothic Medium"/>
              </a:rPr>
              <a:t>follow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from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𝑞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29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972559"/>
            <a:ext cx="283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636" y="4341979"/>
            <a:ext cx="5897880" cy="212979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55028" y="4430014"/>
            <a:ext cx="187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328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latin typeface="Cambria Math"/>
                <a:cs typeface="Cambria Math"/>
              </a:rPr>
              <a:t>01</a:t>
            </a:r>
            <a:r>
              <a:rPr sz="4200" spc="-15" baseline="-2976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4200" spc="-15" baseline="-2976" dirty="0">
                <a:latin typeface="Cambria Math"/>
                <a:cs typeface="Cambria Math"/>
              </a:rPr>
              <a:t>01</a:t>
            </a:r>
            <a:endParaRPr sz="4200" baseline="-2976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270493" y="4859782"/>
            <a:ext cx="118110" cy="398780"/>
            <a:chOff x="8270493" y="4859782"/>
            <a:chExt cx="118110" cy="398780"/>
          </a:xfrm>
        </p:grpSpPr>
        <p:sp>
          <p:nvSpPr>
            <p:cNvPr id="16" name="object 16"/>
            <p:cNvSpPr/>
            <p:nvPr/>
          </p:nvSpPr>
          <p:spPr>
            <a:xfrm>
              <a:off x="8276843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105155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5155" y="385572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76843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0" y="385572"/>
                  </a:moveTo>
                  <a:lnTo>
                    <a:pt x="105155" y="385572"/>
                  </a:lnTo>
                  <a:lnTo>
                    <a:pt x="105155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370064" y="5379720"/>
            <a:ext cx="4025265" cy="8305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dirty="0">
                <a:latin typeface="Franklin Gothic Medium"/>
                <a:cs typeface="Franklin Gothic Medium"/>
              </a:rPr>
              <a:t>,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latin typeface="Franklin Gothic Medium"/>
                <a:cs typeface="Franklin Gothic Medium"/>
              </a:rPr>
              <a:t>follow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from</a:t>
            </a:r>
            <a:endParaRPr sz="2400">
              <a:latin typeface="Franklin Gothic Medium"/>
              <a:cs typeface="Franklin Gothic Medium"/>
            </a:endParaRPr>
          </a:p>
          <a:p>
            <a:pPr marL="92075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𝑞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625" spc="34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0423" y="3822191"/>
            <a:ext cx="156527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972559"/>
            <a:ext cx="283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636" y="4341979"/>
            <a:ext cx="4523105" cy="160401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55028" y="4430014"/>
            <a:ext cx="187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328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latin typeface="Cambria Math"/>
                <a:cs typeface="Cambria Math"/>
              </a:rPr>
              <a:t>01</a:t>
            </a:r>
            <a:r>
              <a:rPr sz="4200" spc="-15" baseline="-2976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4200" spc="-15" baseline="-2976" dirty="0">
                <a:latin typeface="Cambria Math"/>
                <a:cs typeface="Cambria Math"/>
              </a:rPr>
              <a:t>01</a:t>
            </a:r>
            <a:endParaRPr sz="4200" baseline="-2976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270493" y="4859782"/>
            <a:ext cx="118110" cy="398780"/>
            <a:chOff x="8270493" y="4859782"/>
            <a:chExt cx="118110" cy="398780"/>
          </a:xfrm>
        </p:grpSpPr>
        <p:sp>
          <p:nvSpPr>
            <p:cNvPr id="16" name="object 16"/>
            <p:cNvSpPr/>
            <p:nvPr/>
          </p:nvSpPr>
          <p:spPr>
            <a:xfrm>
              <a:off x="8276843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105155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5155" y="385572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76843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0" y="385572"/>
                  </a:moveTo>
                  <a:lnTo>
                    <a:pt x="105155" y="385572"/>
                  </a:lnTo>
                  <a:lnTo>
                    <a:pt x="105155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40423" y="3822191"/>
            <a:ext cx="156527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dirty="0"/>
              <a:t>𝑞</a:t>
            </a:r>
            <a:r>
              <a:rPr sz="2625" baseline="-15873" dirty="0"/>
              <a:t>2</a:t>
            </a:r>
            <a:r>
              <a:rPr sz="2625" spc="345" baseline="-15873" dirty="0"/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25" dirty="0"/>
              <a:t>𝑞</a:t>
            </a:r>
            <a:r>
              <a:rPr sz="2625" spc="-37" baseline="-15873" dirty="0"/>
              <a:t>3</a:t>
            </a:r>
            <a:endParaRPr sz="2625" baseline="-15873">
              <a:latin typeface="Franklin Gothic Medium"/>
              <a:cs typeface="Franklin Gothic Mediu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0636" y="6109124"/>
            <a:ext cx="13271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13536" y="6105701"/>
            <a:ext cx="555498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70064" y="5379720"/>
            <a:ext cx="4025265" cy="8305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dirty="0">
                <a:latin typeface="Franklin Gothic Medium"/>
                <a:cs typeface="Franklin Gothic Medium"/>
              </a:rPr>
              <a:t>,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latin typeface="Franklin Gothic Medium"/>
                <a:cs typeface="Franklin Gothic Medium"/>
              </a:rPr>
              <a:t>follow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from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sz="1800" spc="-25" dirty="0">
                <a:latin typeface="Cambria Math"/>
                <a:cs typeface="Cambria Math"/>
              </a:rPr>
              <a:t>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972559"/>
            <a:ext cx="283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636" y="4341979"/>
            <a:ext cx="4523105" cy="160401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55028" y="4430014"/>
            <a:ext cx="187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328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latin typeface="Cambria Math"/>
                <a:cs typeface="Cambria Math"/>
              </a:rPr>
              <a:t>011</a:t>
            </a:r>
            <a:r>
              <a:rPr sz="4200" spc="-15" baseline="-2976" dirty="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sz="4200" spc="-15" baseline="-2976" dirty="0">
                <a:latin typeface="Cambria Math"/>
                <a:cs typeface="Cambria Math"/>
              </a:rPr>
              <a:t>1</a:t>
            </a:r>
            <a:endParaRPr sz="4200" baseline="-2976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468614" y="4859782"/>
            <a:ext cx="118110" cy="398780"/>
            <a:chOff x="8468614" y="4859782"/>
            <a:chExt cx="118110" cy="398780"/>
          </a:xfrm>
        </p:grpSpPr>
        <p:sp>
          <p:nvSpPr>
            <p:cNvPr id="16" name="object 16"/>
            <p:cNvSpPr/>
            <p:nvPr/>
          </p:nvSpPr>
          <p:spPr>
            <a:xfrm>
              <a:off x="8474964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105155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5155" y="385572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74964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0" y="385572"/>
                  </a:moveTo>
                  <a:lnTo>
                    <a:pt x="105155" y="385572"/>
                  </a:lnTo>
                  <a:lnTo>
                    <a:pt x="105155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370064" y="5379720"/>
            <a:ext cx="4025265" cy="8305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  <a:r>
              <a:rPr sz="2400" dirty="0">
                <a:latin typeface="Franklin Gothic Medium"/>
                <a:cs typeface="Franklin Gothic Medium"/>
              </a:rPr>
              <a:t>,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latin typeface="Franklin Gothic Medium"/>
                <a:cs typeface="Franklin Gothic Medium"/>
              </a:rPr>
              <a:t>follow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from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dirty="0"/>
              <a:t>𝑞</a:t>
            </a:r>
            <a:r>
              <a:rPr sz="2625" baseline="-15873" dirty="0"/>
              <a:t>3</a:t>
            </a:r>
            <a:r>
              <a:rPr sz="2625" spc="345" baseline="-15873" dirty="0"/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25" dirty="0"/>
              <a:t>𝑞</a:t>
            </a:r>
            <a:r>
              <a:rPr sz="2625" spc="-37" baseline="-15873" dirty="0"/>
              <a:t>3</a:t>
            </a:r>
            <a:endParaRPr sz="2625" baseline="-15873">
              <a:latin typeface="Franklin Gothic Medium"/>
              <a:cs typeface="Franklin Gothic Mediu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0636" y="6109124"/>
            <a:ext cx="13271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13536" y="6105701"/>
            <a:ext cx="555498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0423" y="3822191"/>
            <a:ext cx="156527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</a:t>
            </a:r>
            <a:r>
              <a:rPr sz="1800" spc="-25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808690"/>
            <a:ext cx="3086100" cy="108521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  <a:p>
            <a:pPr marL="614045" indent="-34226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61404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55028" y="4430014"/>
            <a:ext cx="1879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328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latin typeface="Cambria Math"/>
                <a:cs typeface="Cambria Math"/>
              </a:rPr>
              <a:t>0110</a:t>
            </a:r>
            <a:r>
              <a:rPr sz="4200" spc="-15" baseline="-2976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4200" baseline="-2976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654542" y="4859782"/>
            <a:ext cx="118110" cy="398780"/>
            <a:chOff x="8654542" y="4859782"/>
            <a:chExt cx="118110" cy="398780"/>
          </a:xfrm>
        </p:grpSpPr>
        <p:sp>
          <p:nvSpPr>
            <p:cNvPr id="15" name="object 15"/>
            <p:cNvSpPr/>
            <p:nvPr/>
          </p:nvSpPr>
          <p:spPr>
            <a:xfrm>
              <a:off x="8660892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105155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5155" y="385572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60892" y="4866132"/>
              <a:ext cx="105410" cy="386080"/>
            </a:xfrm>
            <a:custGeom>
              <a:avLst/>
              <a:gdLst/>
              <a:ahLst/>
              <a:cxnLst/>
              <a:rect l="l" t="t" r="r" b="b"/>
              <a:pathLst>
                <a:path w="105409" h="386079">
                  <a:moveTo>
                    <a:pt x="0" y="385572"/>
                  </a:moveTo>
                  <a:lnTo>
                    <a:pt x="105155" y="385572"/>
                  </a:lnTo>
                  <a:lnTo>
                    <a:pt x="105155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7370064" y="5379720"/>
            <a:ext cx="4025265" cy="830580"/>
          </a:xfrm>
          <a:custGeom>
            <a:avLst/>
            <a:gdLst/>
            <a:ahLst/>
            <a:cxnLst/>
            <a:rect l="l" t="t" r="r" b="b"/>
            <a:pathLst>
              <a:path w="4025265" h="830579">
                <a:moveTo>
                  <a:pt x="4024883" y="0"/>
                </a:moveTo>
                <a:lnTo>
                  <a:pt x="0" y="0"/>
                </a:lnTo>
                <a:lnTo>
                  <a:pt x="0" y="830579"/>
                </a:lnTo>
                <a:lnTo>
                  <a:pt x="4024883" y="830579"/>
                </a:lnTo>
                <a:lnTo>
                  <a:pt x="402488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40423" y="3822191"/>
            <a:ext cx="156527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0636" y="5057564"/>
            <a:ext cx="132715" cy="141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3536" y="5054141"/>
            <a:ext cx="5554980" cy="142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50073" y="5430264"/>
            <a:ext cx="3794125" cy="78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dirty="0">
                <a:latin typeface="Franklin Gothic Medium"/>
                <a:cs typeface="Franklin Gothic Medium"/>
              </a:rPr>
              <a:t>,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latin typeface="Franklin Gothic Medium"/>
                <a:cs typeface="Franklin Gothic Medium"/>
              </a:rPr>
              <a:t>follow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from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𝑞</a:t>
            </a:r>
            <a:r>
              <a:rPr sz="2625" baseline="-15873" dirty="0">
                <a:latin typeface="Cambria Math"/>
                <a:cs typeface="Cambria Math"/>
              </a:rPr>
              <a:t>3</a:t>
            </a:r>
            <a:r>
              <a:rPr sz="2625" spc="34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972559"/>
            <a:ext cx="283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636" y="4341979"/>
            <a:ext cx="5897880" cy="212979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70064" y="5643371"/>
            <a:ext cx="4726305" cy="83248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400" spc="-25" dirty="0">
                <a:latin typeface="Franklin Gothic Medium"/>
                <a:cs typeface="Franklin Gothic Medium"/>
              </a:rPr>
              <a:t>Accept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because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2625" spc="337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an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accept</a:t>
            </a:r>
            <a:endParaRPr sz="2400">
              <a:latin typeface="Franklin Gothic Medium"/>
              <a:cs typeface="Franklin Gothic Medium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Franklin Gothic Medium"/>
                <a:cs typeface="Franklin Gothic Medium"/>
              </a:rPr>
              <a:t>state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𝑞</a:t>
            </a:r>
            <a:r>
              <a:rPr sz="2625" baseline="-15873" dirty="0">
                <a:latin typeface="Cambria Math"/>
                <a:cs typeface="Cambria Math"/>
              </a:rPr>
              <a:t>3</a:t>
            </a:r>
            <a:r>
              <a:rPr sz="2625" spc="34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input.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0423" y="3822191"/>
            <a:ext cx="156527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69354" y="4308147"/>
            <a:ext cx="2118360" cy="112204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1055"/>
              </a:spcBef>
              <a:tabLst>
                <a:tab pos="106870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latin typeface="Cambria Math"/>
                <a:cs typeface="Cambria Math"/>
              </a:rPr>
              <a:t>01101</a:t>
            </a:r>
            <a:endParaRPr sz="4200" baseline="-2976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2400" dirty="0">
                <a:latin typeface="Franklin Gothic Medium"/>
                <a:cs typeface="Franklin Gothic Medium"/>
              </a:rPr>
              <a:t>Output:</a:t>
            </a:r>
            <a:r>
              <a:rPr sz="2400" spc="275" dirty="0">
                <a:latin typeface="Franklin Gothic Medium"/>
                <a:cs typeface="Franklin Gothic Medium"/>
              </a:rPr>
              <a:t> </a:t>
            </a:r>
            <a:r>
              <a:rPr sz="4200" i="1" spc="-37" baseline="1984" dirty="0">
                <a:solidFill>
                  <a:srgbClr val="00AF50"/>
                </a:solidFill>
                <a:latin typeface="Franklin Gothic Medium"/>
                <a:cs typeface="Franklin Gothic Medium"/>
              </a:rPr>
              <a:t>Accept</a:t>
            </a:r>
            <a:endParaRPr sz="4200" baseline="1984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972559"/>
            <a:ext cx="283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636" y="4341979"/>
            <a:ext cx="5897880" cy="212979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24015" y="3855720"/>
            <a:ext cx="5707380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800" dirty="0">
                <a:latin typeface="Franklin Gothic Medium"/>
                <a:cs typeface="Franklin Gothic Medium"/>
              </a:rPr>
              <a:t>Does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3075" spc="382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accept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the</a:t>
            </a:r>
            <a:r>
              <a:rPr sz="2800" spc="-95" dirty="0">
                <a:latin typeface="Franklin Gothic Medium"/>
                <a:cs typeface="Franklin Gothic Medium"/>
              </a:rPr>
              <a:t> </a:t>
            </a:r>
            <a:r>
              <a:rPr sz="2800" spc="-45" dirty="0">
                <a:latin typeface="Franklin Gothic Medium"/>
                <a:cs typeface="Franklin Gothic Medium"/>
              </a:rPr>
              <a:t>following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string?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69354" y="4228972"/>
            <a:ext cx="2065020" cy="1191260"/>
          </a:xfrm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1680"/>
              </a:spcBef>
              <a:tabLst>
                <a:tab pos="106870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latin typeface="Cambria Math"/>
                <a:cs typeface="Cambria Math"/>
              </a:rPr>
              <a:t>00101</a:t>
            </a:r>
            <a:endParaRPr sz="4200" baseline="-2976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400" spc="-10" dirty="0">
                <a:latin typeface="Franklin Gothic Medium"/>
                <a:cs typeface="Franklin Gothic Medium"/>
              </a:rPr>
              <a:t>Output: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555" y="3972559"/>
            <a:ext cx="283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Computation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Process: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636" y="4341979"/>
            <a:ext cx="5897880" cy="212979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Begin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at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Franklin Gothic Medium"/>
                <a:cs typeface="Franklin Gothic Medium"/>
              </a:rPr>
              <a:t>Read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input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Follow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corresponding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transitions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end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with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accept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state,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reject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not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24015" y="3855720"/>
            <a:ext cx="5707380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800" dirty="0">
                <a:latin typeface="Franklin Gothic Medium"/>
                <a:cs typeface="Franklin Gothic Medium"/>
              </a:rPr>
              <a:t>Does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3075" spc="382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accept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the</a:t>
            </a:r>
            <a:r>
              <a:rPr sz="2800" spc="-95" dirty="0">
                <a:latin typeface="Franklin Gothic Medium"/>
                <a:cs typeface="Franklin Gothic Medium"/>
              </a:rPr>
              <a:t> </a:t>
            </a:r>
            <a:r>
              <a:rPr sz="2800" spc="-45" dirty="0">
                <a:latin typeface="Franklin Gothic Medium"/>
                <a:cs typeface="Franklin Gothic Medium"/>
              </a:rPr>
              <a:t>following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string?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75931" y="5570220"/>
            <a:ext cx="4849495" cy="95440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 marR="150495">
              <a:lnSpc>
                <a:spcPct val="100000"/>
              </a:lnSpc>
              <a:spcBef>
                <a:spcPts val="280"/>
              </a:spcBef>
            </a:pP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3075" spc="375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stops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at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Cambria Math"/>
                <a:cs typeface="Cambria Math"/>
              </a:rPr>
              <a:t>𝑞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3075" spc="359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state</a:t>
            </a:r>
            <a:r>
              <a:rPr sz="2800" spc="-114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that</a:t>
            </a:r>
            <a:r>
              <a:rPr sz="2800" spc="-11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is</a:t>
            </a:r>
            <a:r>
              <a:rPr sz="2800" spc="-110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not </a:t>
            </a:r>
            <a:r>
              <a:rPr sz="2800" dirty="0">
                <a:latin typeface="Franklin Gothic Medium"/>
                <a:cs typeface="Franklin Gothic Medium"/>
              </a:rPr>
              <a:t>an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accept</a:t>
            </a:r>
            <a:r>
              <a:rPr sz="2800" spc="-11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state.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69354" y="4308147"/>
            <a:ext cx="2065020" cy="112204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1055"/>
              </a:spcBef>
              <a:tabLst>
                <a:tab pos="106870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Input: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4200" spc="-15" baseline="-2976" dirty="0">
                <a:latin typeface="Cambria Math"/>
                <a:cs typeface="Cambria Math"/>
              </a:rPr>
              <a:t>00101</a:t>
            </a:r>
            <a:endParaRPr sz="4200" baseline="-2976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2400" dirty="0">
                <a:latin typeface="Franklin Gothic Medium"/>
                <a:cs typeface="Franklin Gothic Medium"/>
              </a:rPr>
              <a:t>Output:</a:t>
            </a:r>
            <a:r>
              <a:rPr sz="2400" spc="275" dirty="0">
                <a:latin typeface="Franklin Gothic Medium"/>
                <a:cs typeface="Franklin Gothic Medium"/>
              </a:rPr>
              <a:t> </a:t>
            </a:r>
            <a:r>
              <a:rPr sz="4200" i="1" spc="-15" baseline="1984" dirty="0">
                <a:solidFill>
                  <a:srgbClr val="C00000"/>
                </a:solidFill>
                <a:latin typeface="Franklin Gothic Medium"/>
                <a:cs typeface="Franklin Gothic Medium"/>
              </a:rPr>
              <a:t>Reject</a:t>
            </a:r>
            <a:endParaRPr sz="4200" baseline="1984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291" y="3959352"/>
            <a:ext cx="7150734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800" spc="-55" dirty="0">
                <a:latin typeface="Franklin Gothic Medium"/>
                <a:cs typeface="Franklin Gothic Medium"/>
              </a:rPr>
              <a:t>What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are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the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set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of</a:t>
            </a:r>
            <a:r>
              <a:rPr sz="2800" spc="-114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strings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that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3075" spc="382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accepts?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6546" y="4732401"/>
            <a:ext cx="7585709" cy="1197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3075" spc="367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accepts</a:t>
            </a:r>
            <a:r>
              <a:rPr sz="2800" spc="-110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exactly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those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strings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in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sz="2800" spc="10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where:</a:t>
            </a:r>
            <a:endParaRPr sz="2800">
              <a:latin typeface="Franklin Gothic Medium"/>
              <a:cs typeface="Franklin Gothic Medium"/>
            </a:endParaRPr>
          </a:p>
          <a:p>
            <a:pPr marL="2567940">
              <a:lnSpc>
                <a:spcPct val="100000"/>
              </a:lnSpc>
              <a:spcBef>
                <a:spcPts val="2515"/>
              </a:spcBef>
            </a:pPr>
            <a:r>
              <a:rPr sz="2800"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sz="2800" spc="14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14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{𝑤|𝑤</a:t>
            </a:r>
            <a:r>
              <a:rPr sz="2800" spc="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contains</a:t>
            </a:r>
            <a:r>
              <a:rPr sz="2800" spc="-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substring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11}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26920" y="6051803"/>
            <a:ext cx="7795259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set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strings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strings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contains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substring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11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Deterministic</a:t>
            </a:r>
            <a:r>
              <a:rPr spc="-190" dirty="0"/>
              <a:t> </a:t>
            </a:r>
            <a:r>
              <a:rPr spc="-20" dirty="0"/>
              <a:t>Finite</a:t>
            </a:r>
            <a:r>
              <a:rPr spc="-160" dirty="0"/>
              <a:t> </a:t>
            </a:r>
            <a:r>
              <a:rPr spc="-110" dirty="0"/>
              <a:t>Automata</a:t>
            </a:r>
            <a:r>
              <a:rPr spc="-165" dirty="0"/>
              <a:t> </a:t>
            </a:r>
            <a:r>
              <a:rPr spc="-40" dirty="0"/>
              <a:t>(DFA)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370" y="1690623"/>
            <a:ext cx="6875780" cy="17447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71392" y="247573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702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0059" y="247573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78834" y="135191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20590" y="17005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0590" y="33235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0542" y="2305888"/>
            <a:ext cx="1600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8385" y="1311986"/>
            <a:ext cx="327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291" y="3959352"/>
            <a:ext cx="7150734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800" spc="-55" dirty="0">
                <a:latin typeface="Franklin Gothic Medium"/>
                <a:cs typeface="Franklin Gothic Medium"/>
              </a:rPr>
              <a:t>What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are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the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set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of</a:t>
            </a:r>
            <a:r>
              <a:rPr sz="2800" spc="-114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strings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that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3075" spc="382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accepts?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1469136"/>
            <a:ext cx="71818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280"/>
              </a:spcBef>
            </a:pP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710" y="4732401"/>
            <a:ext cx="118002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783070" algn="l"/>
              </a:tabLst>
            </a:pP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3075" spc="367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accepts</a:t>
            </a:r>
            <a:r>
              <a:rPr sz="2800" spc="-110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exactly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those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strings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in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sz="2800" spc="10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where:</a:t>
            </a:r>
            <a:r>
              <a:rPr sz="2800" dirty="0">
                <a:latin typeface="Franklin Gothic Medium"/>
                <a:cs typeface="Franklin Gothic Medium"/>
              </a:rPr>
              <a:t>	</a:t>
            </a:r>
            <a:r>
              <a:rPr sz="2800"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sz="2800" spc="14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{𝑤|𝑤</a:t>
            </a:r>
            <a:r>
              <a:rPr sz="2800" spc="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contains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substring</a:t>
            </a:r>
            <a:r>
              <a:rPr sz="2800" spc="-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11}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3295" y="5594603"/>
            <a:ext cx="3744595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2800"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sz="2800" spc="30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is</a:t>
            </a:r>
            <a:r>
              <a:rPr sz="2800" spc="-7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the</a:t>
            </a:r>
            <a:r>
              <a:rPr sz="2800" spc="-7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EC207B"/>
                </a:solidFill>
                <a:latin typeface="Franklin Gothic Medium"/>
                <a:cs typeface="Franklin Gothic Medium"/>
              </a:rPr>
              <a:t>language</a:t>
            </a:r>
            <a:r>
              <a:rPr sz="2800" spc="-55" dirty="0">
                <a:solidFill>
                  <a:srgbClr val="EC207B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of</a:t>
            </a:r>
            <a:r>
              <a:rPr sz="2800" spc="-75" dirty="0">
                <a:latin typeface="Franklin Gothic Medium"/>
                <a:cs typeface="Franklin Gothic Medium"/>
              </a:rPr>
              <a:t> </a:t>
            </a:r>
            <a:r>
              <a:rPr sz="2800" spc="-3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52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6735" y="5609844"/>
            <a:ext cx="2688590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80"/>
              </a:spcBef>
            </a:pP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3075" spc="292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recognizes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spc="-50"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34043" y="5609844"/>
            <a:ext cx="2688590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280"/>
              </a:spcBef>
            </a:pPr>
            <a:r>
              <a:rPr sz="2800"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sz="2800" spc="180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𝐿(</a:t>
            </a:r>
            <a:r>
              <a:rPr sz="2800" spc="-2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spc="-30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2800" spc="-20" dirty="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45" dirty="0"/>
              <a:t>DFA</a:t>
            </a:r>
            <a:r>
              <a:rPr sz="4000" spc="-85" dirty="0"/>
              <a:t> </a:t>
            </a:r>
            <a:r>
              <a:rPr sz="4000" dirty="0"/>
              <a:t>–</a:t>
            </a:r>
            <a:r>
              <a:rPr sz="4000" spc="-90" dirty="0"/>
              <a:t> </a:t>
            </a:r>
            <a:r>
              <a:rPr sz="4000" spc="-10" dirty="0"/>
              <a:t>Strings</a:t>
            </a:r>
            <a:r>
              <a:rPr sz="4000" spc="-120" dirty="0"/>
              <a:t> </a:t>
            </a:r>
            <a:r>
              <a:rPr sz="4000" dirty="0"/>
              <a:t>and</a:t>
            </a:r>
            <a:r>
              <a:rPr sz="4000" spc="-105" dirty="0"/>
              <a:t> </a:t>
            </a:r>
            <a:r>
              <a:rPr sz="4000" spc="-25" dirty="0"/>
              <a:t>Languages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39572" y="1136649"/>
            <a:ext cx="6504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10" dirty="0">
                <a:latin typeface="Franklin Gothic Medium"/>
                <a:cs typeface="Franklin Gothic Medium"/>
              </a:rPr>
              <a:t>A</a:t>
            </a:r>
            <a:r>
              <a:rPr sz="2800" spc="-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string</a:t>
            </a:r>
            <a:r>
              <a:rPr sz="2800" spc="-155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is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finite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sequence</a:t>
            </a:r>
            <a:r>
              <a:rPr sz="2800" spc="-5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of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symbols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in</a:t>
            </a:r>
            <a:r>
              <a:rPr sz="2800" spc="-80" dirty="0">
                <a:latin typeface="Franklin Gothic Medium"/>
                <a:cs typeface="Franklin Gothic Medium"/>
              </a:rPr>
              <a:t> </a:t>
            </a:r>
            <a:r>
              <a:rPr sz="2800" spc="-5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9572" y="3659581"/>
            <a:ext cx="68649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10" dirty="0">
                <a:latin typeface="Franklin Gothic Medium"/>
                <a:cs typeface="Franklin Gothic Medium"/>
              </a:rPr>
              <a:t>A</a:t>
            </a:r>
            <a:r>
              <a:rPr sz="2800" spc="-5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EC207B"/>
                </a:solidFill>
                <a:latin typeface="Franklin Gothic Medium"/>
                <a:cs typeface="Franklin Gothic Medium"/>
              </a:rPr>
              <a:t>language</a:t>
            </a:r>
            <a:r>
              <a:rPr sz="2800" spc="-145" dirty="0">
                <a:solidFill>
                  <a:srgbClr val="EC207B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is</a:t>
            </a:r>
            <a:r>
              <a:rPr sz="2800" spc="-8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</a:t>
            </a:r>
            <a:r>
              <a:rPr sz="2800" spc="-8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set</a:t>
            </a:r>
            <a:r>
              <a:rPr sz="2800" spc="-7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of</a:t>
            </a:r>
            <a:r>
              <a:rPr sz="2800" spc="-8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strings</a:t>
            </a:r>
            <a:r>
              <a:rPr sz="2800" spc="-7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(finite</a:t>
            </a:r>
            <a:r>
              <a:rPr sz="2800" spc="-7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or</a:t>
            </a:r>
            <a:r>
              <a:rPr sz="2800" spc="-8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infinite)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2660" y="1738121"/>
            <a:ext cx="1196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4929" y="1774952"/>
            <a:ext cx="5253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19350" algn="l"/>
              </a:tabLst>
            </a:pP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400" spc="200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400" spc="-20" dirty="0">
                <a:solidFill>
                  <a:srgbClr val="2D75B6"/>
                </a:solidFill>
                <a:latin typeface="Cambria Math"/>
                <a:cs typeface="Cambria Math"/>
              </a:rPr>
              <a:t>{0,1}</a:t>
            </a: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20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2400" spc="11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0100101110001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4929" y="2315082"/>
            <a:ext cx="33286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35" dirty="0">
                <a:latin typeface="Franklin Gothic Medium"/>
                <a:cs typeface="Franklin Gothic Medium"/>
              </a:rPr>
              <a:t>Empty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string</a:t>
            </a:r>
            <a:r>
              <a:rPr sz="2400" spc="-6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=</a:t>
            </a:r>
            <a:r>
              <a:rPr sz="2400" spc="-45" dirty="0">
                <a:latin typeface="Franklin Gothic Medium"/>
                <a:cs typeface="Franklin Gothic Medium"/>
              </a:rPr>
              <a:t> </a:t>
            </a:r>
            <a:r>
              <a:rPr sz="3200" dirty="0">
                <a:latin typeface="Cambria Math"/>
                <a:cs typeface="Cambria Math"/>
              </a:rPr>
              <a:t>𝜀</a:t>
            </a:r>
            <a:r>
              <a:rPr sz="3200" spc="-6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(epsilon)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91128" y="2906267"/>
            <a:ext cx="2722245" cy="3708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Franklin Gothic Medium"/>
                <a:cs typeface="Franklin Gothic Medium"/>
              </a:rPr>
              <a:t>Sequence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of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zero</a:t>
            </a:r>
            <a:r>
              <a:rPr sz="1800" spc="-8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symbols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1660" y="4124639"/>
            <a:ext cx="8796020" cy="1148715"/>
          </a:xfrm>
          <a:prstGeom prst="rect">
            <a:avLst/>
          </a:prstGeom>
        </p:spPr>
        <p:txBody>
          <a:bodyPr vert="horz" wrap="square" lIns="0" tIns="20827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39"/>
              </a:spcBef>
              <a:tabLst>
                <a:tab pos="3357245" algn="l"/>
              </a:tabLst>
            </a:pP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sz="2625" baseline="-15873" dirty="0">
                <a:solidFill>
                  <a:srgbClr val="EC207B"/>
                </a:solidFill>
                <a:latin typeface="Cambria Math"/>
                <a:cs typeface="Cambria Math"/>
              </a:rPr>
              <a:t>1</a:t>
            </a:r>
            <a:r>
              <a:rPr sz="2625" spc="555" baseline="-15873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{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01</a:t>
            </a:r>
            <a:r>
              <a:rPr sz="2400" spc="-10" dirty="0">
                <a:latin typeface="Cambria Math"/>
                <a:cs typeface="Cambria Math"/>
              </a:rPr>
              <a:t>,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10</a:t>
            </a:r>
            <a:r>
              <a:rPr sz="2400" spc="-10" dirty="0">
                <a:latin typeface="Cambria Math"/>
                <a:cs typeface="Cambria Math"/>
              </a:rPr>
              <a:t>,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110</a:t>
            </a:r>
            <a:r>
              <a:rPr sz="2400" spc="-10" dirty="0">
                <a:latin typeface="Cambria Math"/>
                <a:cs typeface="Cambria Math"/>
              </a:rPr>
              <a:t>,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011</a:t>
            </a:r>
            <a:r>
              <a:rPr sz="2400" spc="-10" dirty="0">
                <a:latin typeface="Cambria Math"/>
                <a:cs typeface="Cambria Math"/>
              </a:rPr>
              <a:t>}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sz="2625" baseline="-15873" dirty="0">
                <a:solidFill>
                  <a:srgbClr val="EC207B"/>
                </a:solidFill>
                <a:latin typeface="Cambria Math"/>
                <a:cs typeface="Cambria Math"/>
              </a:rPr>
              <a:t>2</a:t>
            </a:r>
            <a:r>
              <a:rPr sz="2625" spc="660" baseline="-15873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𝜀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00" dirty="0"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00</a:t>
            </a:r>
            <a:r>
              <a:rPr sz="2400" spc="-10" dirty="0">
                <a:latin typeface="Cambria Math"/>
                <a:cs typeface="Cambria Math"/>
              </a:rPr>
              <a:t>,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01</a:t>
            </a:r>
            <a:r>
              <a:rPr sz="2400" spc="-10" dirty="0">
                <a:latin typeface="Cambria Math"/>
                <a:cs typeface="Cambria Math"/>
              </a:rPr>
              <a:t>,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10</a:t>
            </a:r>
            <a:r>
              <a:rPr sz="2400" spc="-10" dirty="0">
                <a:latin typeface="Cambria Math"/>
                <a:cs typeface="Cambria Math"/>
              </a:rPr>
              <a:t>,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11</a:t>
            </a:r>
            <a:r>
              <a:rPr sz="2400" spc="-10" dirty="0">
                <a:latin typeface="Cambria Math"/>
                <a:cs typeface="Cambria Math"/>
              </a:rPr>
              <a:t>,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001</a:t>
            </a:r>
            <a:r>
              <a:rPr sz="2400" spc="-10" dirty="0">
                <a:latin typeface="Cambria Math"/>
                <a:cs typeface="Cambria Math"/>
              </a:rPr>
              <a:t>,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010</a:t>
            </a:r>
            <a:r>
              <a:rPr sz="2400" spc="-10" dirty="0">
                <a:latin typeface="Cambria Math"/>
                <a:cs typeface="Cambria Math"/>
              </a:rPr>
              <a:t>,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011</a:t>
            </a:r>
            <a:r>
              <a:rPr sz="2400" spc="-10" dirty="0">
                <a:latin typeface="Cambria Math"/>
                <a:cs typeface="Cambria Math"/>
              </a:rPr>
              <a:t>,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100</a:t>
            </a:r>
            <a:r>
              <a:rPr sz="2400" spc="-10" dirty="0">
                <a:latin typeface="Cambria Math"/>
                <a:cs typeface="Cambria Math"/>
              </a:rPr>
              <a:t>,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10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  <a:p>
            <a:pPr marL="53975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sz="2625" baseline="-15873" dirty="0">
                <a:solidFill>
                  <a:srgbClr val="EC207B"/>
                </a:solidFill>
                <a:latin typeface="Cambria Math"/>
                <a:cs typeface="Cambria Math"/>
              </a:rPr>
              <a:t>3</a:t>
            </a:r>
            <a:r>
              <a:rPr sz="2625" spc="600" baseline="-15873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{}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9379" y="5407152"/>
            <a:ext cx="3576954" cy="36893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spc="-25" dirty="0">
                <a:latin typeface="Franklin Gothic Medium"/>
                <a:cs typeface="Franklin Gothic Medium"/>
              </a:rPr>
              <a:t>Empty</a:t>
            </a:r>
            <a:r>
              <a:rPr sz="1800" spc="-65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language: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set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of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zero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strings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660" y="4266438"/>
            <a:ext cx="1196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00290" y="2476754"/>
            <a:ext cx="1273175" cy="777240"/>
            <a:chOff x="7400290" y="2476754"/>
            <a:chExt cx="1273175" cy="777240"/>
          </a:xfrm>
        </p:grpSpPr>
        <p:sp>
          <p:nvSpPr>
            <p:cNvPr id="13" name="object 13"/>
            <p:cNvSpPr/>
            <p:nvPr/>
          </p:nvSpPr>
          <p:spPr>
            <a:xfrm>
              <a:off x="8086217" y="2476754"/>
              <a:ext cx="587375" cy="255904"/>
            </a:xfrm>
            <a:custGeom>
              <a:avLst/>
              <a:gdLst/>
              <a:ahLst/>
              <a:cxnLst/>
              <a:rect l="l" t="t" r="r" b="b"/>
              <a:pathLst>
                <a:path w="587375" h="255905">
                  <a:moveTo>
                    <a:pt x="50418" y="240792"/>
                  </a:moveTo>
                  <a:lnTo>
                    <a:pt x="27148" y="242198"/>
                  </a:lnTo>
                  <a:lnTo>
                    <a:pt x="0" y="242824"/>
                  </a:lnTo>
                  <a:lnTo>
                    <a:pt x="210" y="253365"/>
                  </a:lnTo>
                  <a:lnTo>
                    <a:pt x="253" y="255524"/>
                  </a:lnTo>
                  <a:lnTo>
                    <a:pt x="27939" y="254888"/>
                  </a:lnTo>
                  <a:lnTo>
                    <a:pt x="51307" y="253365"/>
                  </a:lnTo>
                  <a:lnTo>
                    <a:pt x="50562" y="242824"/>
                  </a:lnTo>
                  <a:lnTo>
                    <a:pt x="50518" y="242198"/>
                  </a:lnTo>
                  <a:lnTo>
                    <a:pt x="50418" y="240792"/>
                  </a:lnTo>
                  <a:close/>
                </a:path>
                <a:path w="587375" h="255905">
                  <a:moveTo>
                    <a:pt x="137286" y="227584"/>
                  </a:moveTo>
                  <a:lnTo>
                    <a:pt x="131728" y="228839"/>
                  </a:lnTo>
                  <a:lnTo>
                    <a:pt x="107046" y="233608"/>
                  </a:lnTo>
                  <a:lnTo>
                    <a:pt x="106688" y="233736"/>
                  </a:lnTo>
                  <a:lnTo>
                    <a:pt x="87756" y="236600"/>
                  </a:lnTo>
                  <a:lnTo>
                    <a:pt x="89661" y="249174"/>
                  </a:lnTo>
                  <a:lnTo>
                    <a:pt x="108965" y="246253"/>
                  </a:lnTo>
                  <a:lnTo>
                    <a:pt x="134492" y="241173"/>
                  </a:lnTo>
                  <a:lnTo>
                    <a:pt x="140080" y="239903"/>
                  </a:lnTo>
                  <a:lnTo>
                    <a:pt x="137286" y="227584"/>
                  </a:lnTo>
                  <a:close/>
                </a:path>
                <a:path w="587375" h="255905">
                  <a:moveTo>
                    <a:pt x="107046" y="233608"/>
                  </a:moveTo>
                  <a:lnTo>
                    <a:pt x="105324" y="233945"/>
                  </a:lnTo>
                  <a:lnTo>
                    <a:pt x="106688" y="233736"/>
                  </a:lnTo>
                  <a:lnTo>
                    <a:pt x="107046" y="233608"/>
                  </a:lnTo>
                  <a:close/>
                </a:path>
                <a:path w="587375" h="255905">
                  <a:moveTo>
                    <a:pt x="134166" y="228293"/>
                  </a:moveTo>
                  <a:lnTo>
                    <a:pt x="131381" y="228839"/>
                  </a:lnTo>
                  <a:lnTo>
                    <a:pt x="131728" y="228839"/>
                  </a:lnTo>
                  <a:lnTo>
                    <a:pt x="134166" y="228293"/>
                  </a:lnTo>
                  <a:close/>
                </a:path>
                <a:path w="587375" h="255905">
                  <a:moveTo>
                    <a:pt x="220472" y="201041"/>
                  </a:moveTo>
                  <a:lnTo>
                    <a:pt x="218709" y="201922"/>
                  </a:lnTo>
                  <a:lnTo>
                    <a:pt x="200188" y="209282"/>
                  </a:lnTo>
                  <a:lnTo>
                    <a:pt x="178662" y="216584"/>
                  </a:lnTo>
                  <a:lnTo>
                    <a:pt x="178453" y="216728"/>
                  </a:lnTo>
                  <a:lnTo>
                    <a:pt x="173735" y="218059"/>
                  </a:lnTo>
                  <a:lnTo>
                    <a:pt x="177291" y="230250"/>
                  </a:lnTo>
                  <a:lnTo>
                    <a:pt x="182372" y="228726"/>
                  </a:lnTo>
                  <a:lnTo>
                    <a:pt x="204088" y="221487"/>
                  </a:lnTo>
                  <a:lnTo>
                    <a:pt x="224281" y="213360"/>
                  </a:lnTo>
                  <a:lnTo>
                    <a:pt x="226059" y="212598"/>
                  </a:lnTo>
                  <a:lnTo>
                    <a:pt x="220472" y="201041"/>
                  </a:lnTo>
                  <a:close/>
                </a:path>
                <a:path w="587375" h="255905">
                  <a:moveTo>
                    <a:pt x="178662" y="216584"/>
                  </a:moveTo>
                  <a:lnTo>
                    <a:pt x="177161" y="217094"/>
                  </a:lnTo>
                  <a:lnTo>
                    <a:pt x="178453" y="216728"/>
                  </a:lnTo>
                  <a:lnTo>
                    <a:pt x="178662" y="216584"/>
                  </a:lnTo>
                  <a:close/>
                </a:path>
                <a:path w="587375" h="255905">
                  <a:moveTo>
                    <a:pt x="285368" y="150495"/>
                  </a:moveTo>
                  <a:lnTo>
                    <a:pt x="284352" y="153288"/>
                  </a:lnTo>
                  <a:lnTo>
                    <a:pt x="284114" y="153765"/>
                  </a:lnTo>
                  <a:lnTo>
                    <a:pt x="283923" y="154050"/>
                  </a:lnTo>
                  <a:lnTo>
                    <a:pt x="281863" y="157733"/>
                  </a:lnTo>
                  <a:lnTo>
                    <a:pt x="281467" y="158242"/>
                  </a:lnTo>
                  <a:lnTo>
                    <a:pt x="277973" y="162940"/>
                  </a:lnTo>
                  <a:lnTo>
                    <a:pt x="276312" y="164846"/>
                  </a:lnTo>
                  <a:lnTo>
                    <a:pt x="274700" y="166750"/>
                  </a:lnTo>
                  <a:lnTo>
                    <a:pt x="269157" y="172017"/>
                  </a:lnTo>
                  <a:lnTo>
                    <a:pt x="264563" y="175794"/>
                  </a:lnTo>
                  <a:lnTo>
                    <a:pt x="264256" y="175982"/>
                  </a:lnTo>
                  <a:lnTo>
                    <a:pt x="257800" y="180848"/>
                  </a:lnTo>
                  <a:lnTo>
                    <a:pt x="253364" y="183769"/>
                  </a:lnTo>
                  <a:lnTo>
                    <a:pt x="260476" y="194310"/>
                  </a:lnTo>
                  <a:lnTo>
                    <a:pt x="265683" y="190754"/>
                  </a:lnTo>
                  <a:lnTo>
                    <a:pt x="295655" y="159258"/>
                  </a:lnTo>
                  <a:lnTo>
                    <a:pt x="297179" y="155067"/>
                  </a:lnTo>
                  <a:lnTo>
                    <a:pt x="285368" y="150495"/>
                  </a:lnTo>
                  <a:close/>
                </a:path>
                <a:path w="587375" h="255905">
                  <a:moveTo>
                    <a:pt x="339725" y="80518"/>
                  </a:moveTo>
                  <a:lnTo>
                    <a:pt x="303529" y="106934"/>
                  </a:lnTo>
                  <a:lnTo>
                    <a:pt x="297814" y="113537"/>
                  </a:lnTo>
                  <a:lnTo>
                    <a:pt x="308101" y="121031"/>
                  </a:lnTo>
                  <a:lnTo>
                    <a:pt x="308863" y="119887"/>
                  </a:lnTo>
                  <a:lnTo>
                    <a:pt x="312468" y="115824"/>
                  </a:lnTo>
                  <a:lnTo>
                    <a:pt x="345693" y="91694"/>
                  </a:lnTo>
                  <a:lnTo>
                    <a:pt x="339725" y="80518"/>
                  </a:lnTo>
                  <a:close/>
                </a:path>
                <a:path w="587375" h="255905">
                  <a:moveTo>
                    <a:pt x="423799" y="48260"/>
                  </a:moveTo>
                  <a:lnTo>
                    <a:pt x="404875" y="53721"/>
                  </a:lnTo>
                  <a:lnTo>
                    <a:pt x="383158" y="61087"/>
                  </a:lnTo>
                  <a:lnTo>
                    <a:pt x="374903" y="64262"/>
                  </a:lnTo>
                  <a:lnTo>
                    <a:pt x="379602" y="76073"/>
                  </a:lnTo>
                  <a:lnTo>
                    <a:pt x="387405" y="73025"/>
                  </a:lnTo>
                  <a:lnTo>
                    <a:pt x="408436" y="65912"/>
                  </a:lnTo>
                  <a:lnTo>
                    <a:pt x="427227" y="60451"/>
                  </a:lnTo>
                  <a:lnTo>
                    <a:pt x="423799" y="48260"/>
                  </a:lnTo>
                  <a:close/>
                </a:path>
                <a:path w="587375" h="255905">
                  <a:moveTo>
                    <a:pt x="583678" y="31866"/>
                  </a:moveTo>
                  <a:lnTo>
                    <a:pt x="512327" y="31866"/>
                  </a:lnTo>
                  <a:lnTo>
                    <a:pt x="513333" y="44323"/>
                  </a:lnTo>
                  <a:lnTo>
                    <a:pt x="511216" y="44491"/>
                  </a:lnTo>
                  <a:lnTo>
                    <a:pt x="511383" y="44491"/>
                  </a:lnTo>
                  <a:lnTo>
                    <a:pt x="513333" y="76073"/>
                  </a:lnTo>
                  <a:lnTo>
                    <a:pt x="586993" y="33274"/>
                  </a:lnTo>
                  <a:lnTo>
                    <a:pt x="583678" y="31866"/>
                  </a:lnTo>
                  <a:close/>
                </a:path>
                <a:path w="587375" h="255905">
                  <a:moveTo>
                    <a:pt x="510603" y="31866"/>
                  </a:moveTo>
                  <a:lnTo>
                    <a:pt x="504825" y="32258"/>
                  </a:lnTo>
                  <a:lnTo>
                    <a:pt x="478281" y="36195"/>
                  </a:lnTo>
                  <a:lnTo>
                    <a:pt x="461390" y="39497"/>
                  </a:lnTo>
                  <a:lnTo>
                    <a:pt x="463803" y="52070"/>
                  </a:lnTo>
                  <a:lnTo>
                    <a:pt x="480323" y="48816"/>
                  </a:lnTo>
                  <a:lnTo>
                    <a:pt x="479993" y="48816"/>
                  </a:lnTo>
                  <a:lnTo>
                    <a:pt x="505197" y="45025"/>
                  </a:lnTo>
                  <a:lnTo>
                    <a:pt x="511233" y="44491"/>
                  </a:lnTo>
                  <a:lnTo>
                    <a:pt x="511383" y="44491"/>
                  </a:lnTo>
                  <a:lnTo>
                    <a:pt x="510690" y="33274"/>
                  </a:lnTo>
                  <a:lnTo>
                    <a:pt x="510603" y="31866"/>
                  </a:lnTo>
                  <a:close/>
                </a:path>
                <a:path w="587375" h="255905">
                  <a:moveTo>
                    <a:pt x="508634" y="0"/>
                  </a:moveTo>
                  <a:lnTo>
                    <a:pt x="511372" y="44323"/>
                  </a:lnTo>
                  <a:lnTo>
                    <a:pt x="511383" y="44491"/>
                  </a:lnTo>
                  <a:lnTo>
                    <a:pt x="511216" y="44491"/>
                  </a:lnTo>
                  <a:lnTo>
                    <a:pt x="513333" y="44323"/>
                  </a:lnTo>
                  <a:lnTo>
                    <a:pt x="512441" y="33274"/>
                  </a:lnTo>
                  <a:lnTo>
                    <a:pt x="512327" y="31866"/>
                  </a:lnTo>
                  <a:lnTo>
                    <a:pt x="583678" y="31866"/>
                  </a:lnTo>
                  <a:lnTo>
                    <a:pt x="5086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06640" y="2510028"/>
              <a:ext cx="731520" cy="737870"/>
            </a:xfrm>
            <a:custGeom>
              <a:avLst/>
              <a:gdLst/>
              <a:ahLst/>
              <a:cxnLst/>
              <a:rect l="l" t="t" r="r" b="b"/>
              <a:pathLst>
                <a:path w="731520" h="737869">
                  <a:moveTo>
                    <a:pt x="365759" y="0"/>
                  </a:moveTo>
                  <a:lnTo>
                    <a:pt x="319869" y="2873"/>
                  </a:lnTo>
                  <a:lnTo>
                    <a:pt x="275682" y="11262"/>
                  </a:lnTo>
                  <a:lnTo>
                    <a:pt x="233542" y="24822"/>
                  </a:lnTo>
                  <a:lnTo>
                    <a:pt x="193790" y="43207"/>
                  </a:lnTo>
                  <a:lnTo>
                    <a:pt x="156770" y="66072"/>
                  </a:lnTo>
                  <a:lnTo>
                    <a:pt x="122822" y="93071"/>
                  </a:lnTo>
                  <a:lnTo>
                    <a:pt x="92291" y="123859"/>
                  </a:lnTo>
                  <a:lnTo>
                    <a:pt x="65517" y="158090"/>
                  </a:lnTo>
                  <a:lnTo>
                    <a:pt x="42844" y="195420"/>
                  </a:lnTo>
                  <a:lnTo>
                    <a:pt x="24613" y="235502"/>
                  </a:lnTo>
                  <a:lnTo>
                    <a:pt x="11167" y="277990"/>
                  </a:lnTo>
                  <a:lnTo>
                    <a:pt x="2848" y="322541"/>
                  </a:lnTo>
                  <a:lnTo>
                    <a:pt x="0" y="368808"/>
                  </a:lnTo>
                  <a:lnTo>
                    <a:pt x="2848" y="415074"/>
                  </a:lnTo>
                  <a:lnTo>
                    <a:pt x="11167" y="459625"/>
                  </a:lnTo>
                  <a:lnTo>
                    <a:pt x="24613" y="502113"/>
                  </a:lnTo>
                  <a:lnTo>
                    <a:pt x="42844" y="542195"/>
                  </a:lnTo>
                  <a:lnTo>
                    <a:pt x="65517" y="579525"/>
                  </a:lnTo>
                  <a:lnTo>
                    <a:pt x="92291" y="613756"/>
                  </a:lnTo>
                  <a:lnTo>
                    <a:pt x="122822" y="644544"/>
                  </a:lnTo>
                  <a:lnTo>
                    <a:pt x="156770" y="671543"/>
                  </a:lnTo>
                  <a:lnTo>
                    <a:pt x="193790" y="694408"/>
                  </a:lnTo>
                  <a:lnTo>
                    <a:pt x="233542" y="712793"/>
                  </a:lnTo>
                  <a:lnTo>
                    <a:pt x="275682" y="726353"/>
                  </a:lnTo>
                  <a:lnTo>
                    <a:pt x="319869" y="734742"/>
                  </a:lnTo>
                  <a:lnTo>
                    <a:pt x="365759" y="737616"/>
                  </a:lnTo>
                  <a:lnTo>
                    <a:pt x="411650" y="734742"/>
                  </a:lnTo>
                  <a:lnTo>
                    <a:pt x="455837" y="726353"/>
                  </a:lnTo>
                  <a:lnTo>
                    <a:pt x="497977" y="712793"/>
                  </a:lnTo>
                  <a:lnTo>
                    <a:pt x="537729" y="694408"/>
                  </a:lnTo>
                  <a:lnTo>
                    <a:pt x="574749" y="671543"/>
                  </a:lnTo>
                  <a:lnTo>
                    <a:pt x="608697" y="644544"/>
                  </a:lnTo>
                  <a:lnTo>
                    <a:pt x="639228" y="613756"/>
                  </a:lnTo>
                  <a:lnTo>
                    <a:pt x="666002" y="579525"/>
                  </a:lnTo>
                  <a:lnTo>
                    <a:pt x="688675" y="542195"/>
                  </a:lnTo>
                  <a:lnTo>
                    <a:pt x="706906" y="502113"/>
                  </a:lnTo>
                  <a:lnTo>
                    <a:pt x="720352" y="459625"/>
                  </a:lnTo>
                  <a:lnTo>
                    <a:pt x="728671" y="415074"/>
                  </a:lnTo>
                  <a:lnTo>
                    <a:pt x="731519" y="368808"/>
                  </a:lnTo>
                  <a:lnTo>
                    <a:pt x="728671" y="322541"/>
                  </a:lnTo>
                  <a:lnTo>
                    <a:pt x="720352" y="277990"/>
                  </a:lnTo>
                  <a:lnTo>
                    <a:pt x="706906" y="235502"/>
                  </a:lnTo>
                  <a:lnTo>
                    <a:pt x="688675" y="195420"/>
                  </a:lnTo>
                  <a:lnTo>
                    <a:pt x="666002" y="158090"/>
                  </a:lnTo>
                  <a:lnTo>
                    <a:pt x="639228" y="123859"/>
                  </a:lnTo>
                  <a:lnTo>
                    <a:pt x="608697" y="93071"/>
                  </a:lnTo>
                  <a:lnTo>
                    <a:pt x="574749" y="66072"/>
                  </a:lnTo>
                  <a:lnTo>
                    <a:pt x="537729" y="43207"/>
                  </a:lnTo>
                  <a:lnTo>
                    <a:pt x="497977" y="24822"/>
                  </a:lnTo>
                  <a:lnTo>
                    <a:pt x="455837" y="11262"/>
                  </a:lnTo>
                  <a:lnTo>
                    <a:pt x="411650" y="2873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06640" y="2510028"/>
              <a:ext cx="731520" cy="737870"/>
            </a:xfrm>
            <a:custGeom>
              <a:avLst/>
              <a:gdLst/>
              <a:ahLst/>
              <a:cxnLst/>
              <a:rect l="l" t="t" r="r" b="b"/>
              <a:pathLst>
                <a:path w="731520" h="737869">
                  <a:moveTo>
                    <a:pt x="0" y="368808"/>
                  </a:moveTo>
                  <a:lnTo>
                    <a:pt x="2848" y="322541"/>
                  </a:lnTo>
                  <a:lnTo>
                    <a:pt x="11167" y="277990"/>
                  </a:lnTo>
                  <a:lnTo>
                    <a:pt x="24613" y="235502"/>
                  </a:lnTo>
                  <a:lnTo>
                    <a:pt x="42844" y="195420"/>
                  </a:lnTo>
                  <a:lnTo>
                    <a:pt x="65517" y="158090"/>
                  </a:lnTo>
                  <a:lnTo>
                    <a:pt x="92291" y="123859"/>
                  </a:lnTo>
                  <a:lnTo>
                    <a:pt x="122822" y="93071"/>
                  </a:lnTo>
                  <a:lnTo>
                    <a:pt x="156770" y="66072"/>
                  </a:lnTo>
                  <a:lnTo>
                    <a:pt x="193790" y="43207"/>
                  </a:lnTo>
                  <a:lnTo>
                    <a:pt x="233542" y="24822"/>
                  </a:lnTo>
                  <a:lnTo>
                    <a:pt x="275682" y="11262"/>
                  </a:lnTo>
                  <a:lnTo>
                    <a:pt x="319869" y="2873"/>
                  </a:lnTo>
                  <a:lnTo>
                    <a:pt x="365759" y="0"/>
                  </a:lnTo>
                  <a:lnTo>
                    <a:pt x="411650" y="2873"/>
                  </a:lnTo>
                  <a:lnTo>
                    <a:pt x="455837" y="11262"/>
                  </a:lnTo>
                  <a:lnTo>
                    <a:pt x="497977" y="24822"/>
                  </a:lnTo>
                  <a:lnTo>
                    <a:pt x="537729" y="43207"/>
                  </a:lnTo>
                  <a:lnTo>
                    <a:pt x="574749" y="66072"/>
                  </a:lnTo>
                  <a:lnTo>
                    <a:pt x="608697" y="93071"/>
                  </a:lnTo>
                  <a:lnTo>
                    <a:pt x="639228" y="123859"/>
                  </a:lnTo>
                  <a:lnTo>
                    <a:pt x="666002" y="158090"/>
                  </a:lnTo>
                  <a:lnTo>
                    <a:pt x="688675" y="195420"/>
                  </a:lnTo>
                  <a:lnTo>
                    <a:pt x="706906" y="235502"/>
                  </a:lnTo>
                  <a:lnTo>
                    <a:pt x="720352" y="277990"/>
                  </a:lnTo>
                  <a:lnTo>
                    <a:pt x="728671" y="322541"/>
                  </a:lnTo>
                  <a:lnTo>
                    <a:pt x="731519" y="368808"/>
                  </a:lnTo>
                  <a:lnTo>
                    <a:pt x="728671" y="415074"/>
                  </a:lnTo>
                  <a:lnTo>
                    <a:pt x="720352" y="459625"/>
                  </a:lnTo>
                  <a:lnTo>
                    <a:pt x="706906" y="502113"/>
                  </a:lnTo>
                  <a:lnTo>
                    <a:pt x="688675" y="542195"/>
                  </a:lnTo>
                  <a:lnTo>
                    <a:pt x="666002" y="579525"/>
                  </a:lnTo>
                  <a:lnTo>
                    <a:pt x="639228" y="613756"/>
                  </a:lnTo>
                  <a:lnTo>
                    <a:pt x="608697" y="644544"/>
                  </a:lnTo>
                  <a:lnTo>
                    <a:pt x="574749" y="671543"/>
                  </a:lnTo>
                  <a:lnTo>
                    <a:pt x="537729" y="694408"/>
                  </a:lnTo>
                  <a:lnTo>
                    <a:pt x="497977" y="712793"/>
                  </a:lnTo>
                  <a:lnTo>
                    <a:pt x="455837" y="726353"/>
                  </a:lnTo>
                  <a:lnTo>
                    <a:pt x="411650" y="734742"/>
                  </a:lnTo>
                  <a:lnTo>
                    <a:pt x="365759" y="737616"/>
                  </a:lnTo>
                  <a:lnTo>
                    <a:pt x="319869" y="734742"/>
                  </a:lnTo>
                  <a:lnTo>
                    <a:pt x="275682" y="726353"/>
                  </a:lnTo>
                  <a:lnTo>
                    <a:pt x="233542" y="712793"/>
                  </a:lnTo>
                  <a:lnTo>
                    <a:pt x="193790" y="694408"/>
                  </a:lnTo>
                  <a:lnTo>
                    <a:pt x="156770" y="671543"/>
                  </a:lnTo>
                  <a:lnTo>
                    <a:pt x="122822" y="644544"/>
                  </a:lnTo>
                  <a:lnTo>
                    <a:pt x="92291" y="613756"/>
                  </a:lnTo>
                  <a:lnTo>
                    <a:pt x="65517" y="579525"/>
                  </a:lnTo>
                  <a:lnTo>
                    <a:pt x="42844" y="542195"/>
                  </a:lnTo>
                  <a:lnTo>
                    <a:pt x="24613" y="502113"/>
                  </a:lnTo>
                  <a:lnTo>
                    <a:pt x="11167" y="459625"/>
                  </a:lnTo>
                  <a:lnTo>
                    <a:pt x="2848" y="415074"/>
                  </a:lnTo>
                  <a:lnTo>
                    <a:pt x="0" y="3688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25206" y="2753613"/>
            <a:ext cx="2444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mbria Math"/>
                <a:cs typeface="Cambria Math"/>
              </a:rPr>
              <a:t>𝑞</a:t>
            </a:r>
            <a:r>
              <a:rPr sz="1500" spc="-37" baseline="-16666" dirty="0">
                <a:latin typeface="Cambria Math"/>
                <a:cs typeface="Cambria Math"/>
              </a:rPr>
              <a:t>0</a:t>
            </a:r>
            <a:endParaRPr sz="1500" baseline="-16666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42581" y="2165350"/>
            <a:ext cx="2570480" cy="1551940"/>
            <a:chOff x="6942581" y="2165350"/>
            <a:chExt cx="2570480" cy="1551940"/>
          </a:xfrm>
        </p:grpSpPr>
        <p:sp>
          <p:nvSpPr>
            <p:cNvPr id="18" name="object 18"/>
            <p:cNvSpPr/>
            <p:nvPr/>
          </p:nvSpPr>
          <p:spPr>
            <a:xfrm>
              <a:off x="7452359" y="2555747"/>
              <a:ext cx="638810" cy="645160"/>
            </a:xfrm>
            <a:custGeom>
              <a:avLst/>
              <a:gdLst/>
              <a:ahLst/>
              <a:cxnLst/>
              <a:rect l="l" t="t" r="r" b="b"/>
              <a:pathLst>
                <a:path w="638809" h="645160">
                  <a:moveTo>
                    <a:pt x="0" y="322325"/>
                  </a:moveTo>
                  <a:lnTo>
                    <a:pt x="3463" y="274686"/>
                  </a:lnTo>
                  <a:lnTo>
                    <a:pt x="13522" y="229220"/>
                  </a:lnTo>
                  <a:lnTo>
                    <a:pt x="29683" y="186424"/>
                  </a:lnTo>
                  <a:lnTo>
                    <a:pt x="51451" y="146799"/>
                  </a:lnTo>
                  <a:lnTo>
                    <a:pt x="78332" y="110840"/>
                  </a:lnTo>
                  <a:lnTo>
                    <a:pt x="109831" y="79048"/>
                  </a:lnTo>
                  <a:lnTo>
                    <a:pt x="145452" y="51919"/>
                  </a:lnTo>
                  <a:lnTo>
                    <a:pt x="184702" y="29951"/>
                  </a:lnTo>
                  <a:lnTo>
                    <a:pt x="227086" y="13643"/>
                  </a:lnTo>
                  <a:lnTo>
                    <a:pt x="272110" y="3493"/>
                  </a:lnTo>
                  <a:lnTo>
                    <a:pt x="319278" y="0"/>
                  </a:lnTo>
                  <a:lnTo>
                    <a:pt x="366445" y="3493"/>
                  </a:lnTo>
                  <a:lnTo>
                    <a:pt x="411469" y="13643"/>
                  </a:lnTo>
                  <a:lnTo>
                    <a:pt x="453853" y="29951"/>
                  </a:lnTo>
                  <a:lnTo>
                    <a:pt x="493103" y="51919"/>
                  </a:lnTo>
                  <a:lnTo>
                    <a:pt x="528724" y="79048"/>
                  </a:lnTo>
                  <a:lnTo>
                    <a:pt x="560223" y="110840"/>
                  </a:lnTo>
                  <a:lnTo>
                    <a:pt x="587104" y="146799"/>
                  </a:lnTo>
                  <a:lnTo>
                    <a:pt x="608872" y="186424"/>
                  </a:lnTo>
                  <a:lnTo>
                    <a:pt x="625033" y="229220"/>
                  </a:lnTo>
                  <a:lnTo>
                    <a:pt x="635092" y="274686"/>
                  </a:lnTo>
                  <a:lnTo>
                    <a:pt x="638556" y="322325"/>
                  </a:lnTo>
                  <a:lnTo>
                    <a:pt x="635092" y="369965"/>
                  </a:lnTo>
                  <a:lnTo>
                    <a:pt x="625033" y="415431"/>
                  </a:lnTo>
                  <a:lnTo>
                    <a:pt x="608872" y="458227"/>
                  </a:lnTo>
                  <a:lnTo>
                    <a:pt x="587104" y="497852"/>
                  </a:lnTo>
                  <a:lnTo>
                    <a:pt x="560223" y="533811"/>
                  </a:lnTo>
                  <a:lnTo>
                    <a:pt x="528724" y="565603"/>
                  </a:lnTo>
                  <a:lnTo>
                    <a:pt x="493103" y="592732"/>
                  </a:lnTo>
                  <a:lnTo>
                    <a:pt x="453853" y="614700"/>
                  </a:lnTo>
                  <a:lnTo>
                    <a:pt x="411469" y="631008"/>
                  </a:lnTo>
                  <a:lnTo>
                    <a:pt x="366445" y="641158"/>
                  </a:lnTo>
                  <a:lnTo>
                    <a:pt x="319278" y="644651"/>
                  </a:lnTo>
                  <a:lnTo>
                    <a:pt x="272110" y="641158"/>
                  </a:lnTo>
                  <a:lnTo>
                    <a:pt x="227086" y="631008"/>
                  </a:lnTo>
                  <a:lnTo>
                    <a:pt x="184702" y="614700"/>
                  </a:lnTo>
                  <a:lnTo>
                    <a:pt x="145452" y="592732"/>
                  </a:lnTo>
                  <a:lnTo>
                    <a:pt x="109831" y="565603"/>
                  </a:lnTo>
                  <a:lnTo>
                    <a:pt x="78332" y="533811"/>
                  </a:lnTo>
                  <a:lnTo>
                    <a:pt x="51451" y="497852"/>
                  </a:lnTo>
                  <a:lnTo>
                    <a:pt x="29683" y="458227"/>
                  </a:lnTo>
                  <a:lnTo>
                    <a:pt x="13522" y="415431"/>
                  </a:lnTo>
                  <a:lnTo>
                    <a:pt x="3463" y="369965"/>
                  </a:lnTo>
                  <a:lnTo>
                    <a:pt x="0" y="3223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42581" y="2822448"/>
              <a:ext cx="465455" cy="114300"/>
            </a:xfrm>
            <a:custGeom>
              <a:avLst/>
              <a:gdLst/>
              <a:ahLst/>
              <a:cxnLst/>
              <a:rect l="l" t="t" r="r" b="b"/>
              <a:pathLst>
                <a:path w="465454" h="114300">
                  <a:moveTo>
                    <a:pt x="350900" y="0"/>
                  </a:moveTo>
                  <a:lnTo>
                    <a:pt x="350900" y="114300"/>
                  </a:lnTo>
                  <a:lnTo>
                    <a:pt x="427100" y="76200"/>
                  </a:lnTo>
                  <a:lnTo>
                    <a:pt x="369950" y="76200"/>
                  </a:lnTo>
                  <a:lnTo>
                    <a:pt x="369950" y="38100"/>
                  </a:lnTo>
                  <a:lnTo>
                    <a:pt x="427100" y="38100"/>
                  </a:lnTo>
                  <a:lnTo>
                    <a:pt x="350900" y="0"/>
                  </a:lnTo>
                  <a:close/>
                </a:path>
                <a:path w="465454" h="114300">
                  <a:moveTo>
                    <a:pt x="35090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50900" y="76200"/>
                  </a:lnTo>
                  <a:lnTo>
                    <a:pt x="350900" y="38100"/>
                  </a:lnTo>
                  <a:close/>
                </a:path>
                <a:path w="465454" h="114300">
                  <a:moveTo>
                    <a:pt x="427100" y="38100"/>
                  </a:moveTo>
                  <a:lnTo>
                    <a:pt x="369950" y="38100"/>
                  </a:lnTo>
                  <a:lnTo>
                    <a:pt x="369950" y="76200"/>
                  </a:lnTo>
                  <a:lnTo>
                    <a:pt x="427100" y="76200"/>
                  </a:lnTo>
                  <a:lnTo>
                    <a:pt x="465200" y="57150"/>
                  </a:lnTo>
                  <a:lnTo>
                    <a:pt x="4271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24899" y="2171700"/>
              <a:ext cx="782320" cy="1539240"/>
            </a:xfrm>
            <a:custGeom>
              <a:avLst/>
              <a:gdLst/>
              <a:ahLst/>
              <a:cxnLst/>
              <a:rect l="l" t="t" r="r" b="b"/>
              <a:pathLst>
                <a:path w="782320" h="1539239">
                  <a:moveTo>
                    <a:pt x="0" y="369570"/>
                  </a:moveTo>
                  <a:lnTo>
                    <a:pt x="2862" y="323215"/>
                  </a:lnTo>
                  <a:lnTo>
                    <a:pt x="11218" y="278578"/>
                  </a:lnTo>
                  <a:lnTo>
                    <a:pt x="24725" y="236004"/>
                  </a:lnTo>
                  <a:lnTo>
                    <a:pt x="43038" y="195841"/>
                  </a:lnTo>
                  <a:lnTo>
                    <a:pt x="65812" y="158434"/>
                  </a:lnTo>
                  <a:lnTo>
                    <a:pt x="92703" y="124131"/>
                  </a:lnTo>
                  <a:lnTo>
                    <a:pt x="123366" y="93277"/>
                  </a:lnTo>
                  <a:lnTo>
                    <a:pt x="157458" y="66219"/>
                  </a:lnTo>
                  <a:lnTo>
                    <a:pt x="194633" y="43304"/>
                  </a:lnTo>
                  <a:lnTo>
                    <a:pt x="234548" y="24878"/>
                  </a:lnTo>
                  <a:lnTo>
                    <a:pt x="276857" y="11288"/>
                  </a:lnTo>
                  <a:lnTo>
                    <a:pt x="321217" y="2879"/>
                  </a:lnTo>
                  <a:lnTo>
                    <a:pt x="367283" y="0"/>
                  </a:lnTo>
                  <a:lnTo>
                    <a:pt x="413350" y="2879"/>
                  </a:lnTo>
                  <a:lnTo>
                    <a:pt x="457710" y="11288"/>
                  </a:lnTo>
                  <a:lnTo>
                    <a:pt x="500019" y="24878"/>
                  </a:lnTo>
                  <a:lnTo>
                    <a:pt x="539934" y="43304"/>
                  </a:lnTo>
                  <a:lnTo>
                    <a:pt x="577109" y="66219"/>
                  </a:lnTo>
                  <a:lnTo>
                    <a:pt x="611201" y="93277"/>
                  </a:lnTo>
                  <a:lnTo>
                    <a:pt x="641864" y="124131"/>
                  </a:lnTo>
                  <a:lnTo>
                    <a:pt x="668755" y="158434"/>
                  </a:lnTo>
                  <a:lnTo>
                    <a:pt x="691529" y="195841"/>
                  </a:lnTo>
                  <a:lnTo>
                    <a:pt x="709842" y="236004"/>
                  </a:lnTo>
                  <a:lnTo>
                    <a:pt x="723349" y="278578"/>
                  </a:lnTo>
                  <a:lnTo>
                    <a:pt x="731705" y="323215"/>
                  </a:lnTo>
                  <a:lnTo>
                    <a:pt x="734568" y="369570"/>
                  </a:lnTo>
                  <a:lnTo>
                    <a:pt x="731705" y="415924"/>
                  </a:lnTo>
                  <a:lnTo>
                    <a:pt x="723349" y="460561"/>
                  </a:lnTo>
                  <a:lnTo>
                    <a:pt x="709842" y="503135"/>
                  </a:lnTo>
                  <a:lnTo>
                    <a:pt x="691529" y="543298"/>
                  </a:lnTo>
                  <a:lnTo>
                    <a:pt x="668755" y="580705"/>
                  </a:lnTo>
                  <a:lnTo>
                    <a:pt x="641864" y="615008"/>
                  </a:lnTo>
                  <a:lnTo>
                    <a:pt x="611201" y="645862"/>
                  </a:lnTo>
                  <a:lnTo>
                    <a:pt x="577109" y="672920"/>
                  </a:lnTo>
                  <a:lnTo>
                    <a:pt x="539934" y="695835"/>
                  </a:lnTo>
                  <a:lnTo>
                    <a:pt x="500019" y="714261"/>
                  </a:lnTo>
                  <a:lnTo>
                    <a:pt x="457710" y="727851"/>
                  </a:lnTo>
                  <a:lnTo>
                    <a:pt x="413350" y="736260"/>
                  </a:lnTo>
                  <a:lnTo>
                    <a:pt x="367283" y="739139"/>
                  </a:lnTo>
                  <a:lnTo>
                    <a:pt x="321217" y="736260"/>
                  </a:lnTo>
                  <a:lnTo>
                    <a:pt x="276857" y="727851"/>
                  </a:lnTo>
                  <a:lnTo>
                    <a:pt x="234548" y="714261"/>
                  </a:lnTo>
                  <a:lnTo>
                    <a:pt x="194633" y="695835"/>
                  </a:lnTo>
                  <a:lnTo>
                    <a:pt x="157458" y="672920"/>
                  </a:lnTo>
                  <a:lnTo>
                    <a:pt x="123366" y="645862"/>
                  </a:lnTo>
                  <a:lnTo>
                    <a:pt x="92703" y="615008"/>
                  </a:lnTo>
                  <a:lnTo>
                    <a:pt x="65812" y="580705"/>
                  </a:lnTo>
                  <a:lnTo>
                    <a:pt x="43038" y="543298"/>
                  </a:lnTo>
                  <a:lnTo>
                    <a:pt x="24725" y="503135"/>
                  </a:lnTo>
                  <a:lnTo>
                    <a:pt x="11218" y="460561"/>
                  </a:lnTo>
                  <a:lnTo>
                    <a:pt x="2862" y="415924"/>
                  </a:lnTo>
                  <a:lnTo>
                    <a:pt x="0" y="369570"/>
                  </a:lnTo>
                  <a:close/>
                </a:path>
                <a:path w="782320" h="1539239">
                  <a:moveTo>
                    <a:pt x="47244" y="1169670"/>
                  </a:moveTo>
                  <a:lnTo>
                    <a:pt x="50106" y="1123315"/>
                  </a:lnTo>
                  <a:lnTo>
                    <a:pt x="58462" y="1078678"/>
                  </a:lnTo>
                  <a:lnTo>
                    <a:pt x="71969" y="1036104"/>
                  </a:lnTo>
                  <a:lnTo>
                    <a:pt x="90282" y="995941"/>
                  </a:lnTo>
                  <a:lnTo>
                    <a:pt x="113056" y="958534"/>
                  </a:lnTo>
                  <a:lnTo>
                    <a:pt x="139947" y="924231"/>
                  </a:lnTo>
                  <a:lnTo>
                    <a:pt x="170610" y="893377"/>
                  </a:lnTo>
                  <a:lnTo>
                    <a:pt x="204702" y="866319"/>
                  </a:lnTo>
                  <a:lnTo>
                    <a:pt x="241877" y="843404"/>
                  </a:lnTo>
                  <a:lnTo>
                    <a:pt x="281792" y="824978"/>
                  </a:lnTo>
                  <a:lnTo>
                    <a:pt x="324101" y="811388"/>
                  </a:lnTo>
                  <a:lnTo>
                    <a:pt x="368461" y="802979"/>
                  </a:lnTo>
                  <a:lnTo>
                    <a:pt x="414527" y="800100"/>
                  </a:lnTo>
                  <a:lnTo>
                    <a:pt x="460594" y="802979"/>
                  </a:lnTo>
                  <a:lnTo>
                    <a:pt x="504954" y="811388"/>
                  </a:lnTo>
                  <a:lnTo>
                    <a:pt x="547263" y="824978"/>
                  </a:lnTo>
                  <a:lnTo>
                    <a:pt x="587178" y="843404"/>
                  </a:lnTo>
                  <a:lnTo>
                    <a:pt x="624353" y="866319"/>
                  </a:lnTo>
                  <a:lnTo>
                    <a:pt x="658445" y="893377"/>
                  </a:lnTo>
                  <a:lnTo>
                    <a:pt x="689108" y="924231"/>
                  </a:lnTo>
                  <a:lnTo>
                    <a:pt x="715999" y="958534"/>
                  </a:lnTo>
                  <a:lnTo>
                    <a:pt x="738773" y="995941"/>
                  </a:lnTo>
                  <a:lnTo>
                    <a:pt x="757086" y="1036104"/>
                  </a:lnTo>
                  <a:lnTo>
                    <a:pt x="770593" y="1078678"/>
                  </a:lnTo>
                  <a:lnTo>
                    <a:pt x="778949" y="1123315"/>
                  </a:lnTo>
                  <a:lnTo>
                    <a:pt x="781811" y="1169670"/>
                  </a:lnTo>
                  <a:lnTo>
                    <a:pt x="778949" y="1216024"/>
                  </a:lnTo>
                  <a:lnTo>
                    <a:pt x="770593" y="1260661"/>
                  </a:lnTo>
                  <a:lnTo>
                    <a:pt x="757086" y="1303235"/>
                  </a:lnTo>
                  <a:lnTo>
                    <a:pt x="738773" y="1343398"/>
                  </a:lnTo>
                  <a:lnTo>
                    <a:pt x="715999" y="1380805"/>
                  </a:lnTo>
                  <a:lnTo>
                    <a:pt x="689108" y="1415108"/>
                  </a:lnTo>
                  <a:lnTo>
                    <a:pt x="658445" y="1445962"/>
                  </a:lnTo>
                  <a:lnTo>
                    <a:pt x="624353" y="1473020"/>
                  </a:lnTo>
                  <a:lnTo>
                    <a:pt x="587178" y="1495935"/>
                  </a:lnTo>
                  <a:lnTo>
                    <a:pt x="547263" y="1514361"/>
                  </a:lnTo>
                  <a:lnTo>
                    <a:pt x="504954" y="1527951"/>
                  </a:lnTo>
                  <a:lnTo>
                    <a:pt x="460594" y="1536360"/>
                  </a:lnTo>
                  <a:lnTo>
                    <a:pt x="414527" y="1539239"/>
                  </a:lnTo>
                  <a:lnTo>
                    <a:pt x="368461" y="1536360"/>
                  </a:lnTo>
                  <a:lnTo>
                    <a:pt x="324101" y="1527951"/>
                  </a:lnTo>
                  <a:lnTo>
                    <a:pt x="281792" y="1514361"/>
                  </a:lnTo>
                  <a:lnTo>
                    <a:pt x="241877" y="1495935"/>
                  </a:lnTo>
                  <a:lnTo>
                    <a:pt x="204702" y="1473020"/>
                  </a:lnTo>
                  <a:lnTo>
                    <a:pt x="170610" y="1445962"/>
                  </a:lnTo>
                  <a:lnTo>
                    <a:pt x="139947" y="1415108"/>
                  </a:lnTo>
                  <a:lnTo>
                    <a:pt x="113056" y="1380805"/>
                  </a:lnTo>
                  <a:lnTo>
                    <a:pt x="90282" y="1343398"/>
                  </a:lnTo>
                  <a:lnTo>
                    <a:pt x="71969" y="1303235"/>
                  </a:lnTo>
                  <a:lnTo>
                    <a:pt x="58462" y="1260661"/>
                  </a:lnTo>
                  <a:lnTo>
                    <a:pt x="50106" y="1216024"/>
                  </a:lnTo>
                  <a:lnTo>
                    <a:pt x="47244" y="116967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37576" y="2689605"/>
              <a:ext cx="735965" cy="800100"/>
            </a:xfrm>
            <a:custGeom>
              <a:avLst/>
              <a:gdLst/>
              <a:ahLst/>
              <a:cxnLst/>
              <a:rect l="l" t="t" r="r" b="b"/>
              <a:pathLst>
                <a:path w="735965" h="800100">
                  <a:moveTo>
                    <a:pt x="78359" y="475996"/>
                  </a:moveTo>
                  <a:lnTo>
                    <a:pt x="0" y="509270"/>
                  </a:lnTo>
                  <a:lnTo>
                    <a:pt x="73660" y="551942"/>
                  </a:lnTo>
                  <a:lnTo>
                    <a:pt x="75590" y="520700"/>
                  </a:lnTo>
                  <a:lnTo>
                    <a:pt x="76187" y="510997"/>
                  </a:lnTo>
                  <a:lnTo>
                    <a:pt x="75628" y="517042"/>
                  </a:lnTo>
                  <a:lnTo>
                    <a:pt x="76339" y="509270"/>
                  </a:lnTo>
                  <a:lnTo>
                    <a:pt x="76365" y="508127"/>
                  </a:lnTo>
                  <a:lnTo>
                    <a:pt x="76441" y="506857"/>
                  </a:lnTo>
                  <a:lnTo>
                    <a:pt x="78359" y="475996"/>
                  </a:lnTo>
                  <a:close/>
                </a:path>
                <a:path w="735965" h="800100">
                  <a:moveTo>
                    <a:pt x="149860" y="401193"/>
                  </a:moveTo>
                  <a:lnTo>
                    <a:pt x="99060" y="400812"/>
                  </a:lnTo>
                  <a:lnTo>
                    <a:pt x="99060" y="413512"/>
                  </a:lnTo>
                  <a:lnTo>
                    <a:pt x="149860" y="413893"/>
                  </a:lnTo>
                  <a:lnTo>
                    <a:pt x="149860" y="401193"/>
                  </a:lnTo>
                  <a:close/>
                </a:path>
                <a:path w="735965" h="800100">
                  <a:moveTo>
                    <a:pt x="164973" y="523875"/>
                  </a:moveTo>
                  <a:lnTo>
                    <a:pt x="157099" y="521716"/>
                  </a:lnTo>
                  <a:lnTo>
                    <a:pt x="127254" y="515239"/>
                  </a:lnTo>
                  <a:lnTo>
                    <a:pt x="114681" y="513080"/>
                  </a:lnTo>
                  <a:lnTo>
                    <a:pt x="112522" y="525653"/>
                  </a:lnTo>
                  <a:lnTo>
                    <a:pt x="125285" y="527748"/>
                  </a:lnTo>
                  <a:lnTo>
                    <a:pt x="124955" y="527748"/>
                  </a:lnTo>
                  <a:lnTo>
                    <a:pt x="154279" y="534111"/>
                  </a:lnTo>
                  <a:lnTo>
                    <a:pt x="154051" y="534111"/>
                  </a:lnTo>
                  <a:lnTo>
                    <a:pt x="155473" y="534428"/>
                  </a:lnTo>
                  <a:lnTo>
                    <a:pt x="161671" y="536067"/>
                  </a:lnTo>
                  <a:lnTo>
                    <a:pt x="164973" y="523875"/>
                  </a:lnTo>
                  <a:close/>
                </a:path>
                <a:path w="735965" h="800100">
                  <a:moveTo>
                    <a:pt x="178054" y="257683"/>
                  </a:moveTo>
                  <a:lnTo>
                    <a:pt x="175387" y="181483"/>
                  </a:lnTo>
                  <a:lnTo>
                    <a:pt x="100584" y="222250"/>
                  </a:lnTo>
                  <a:lnTo>
                    <a:pt x="178054" y="257683"/>
                  </a:lnTo>
                  <a:close/>
                </a:path>
                <a:path w="735965" h="800100">
                  <a:moveTo>
                    <a:pt x="229235" y="220980"/>
                  </a:moveTo>
                  <a:lnTo>
                    <a:pt x="227838" y="208407"/>
                  </a:lnTo>
                  <a:lnTo>
                    <a:pt x="210362" y="210413"/>
                  </a:lnTo>
                  <a:lnTo>
                    <a:pt x="210096" y="210439"/>
                  </a:lnTo>
                  <a:lnTo>
                    <a:pt x="206552" y="210680"/>
                  </a:lnTo>
                  <a:lnTo>
                    <a:pt x="207924" y="210680"/>
                  </a:lnTo>
                  <a:lnTo>
                    <a:pt x="177546" y="212725"/>
                  </a:lnTo>
                  <a:lnTo>
                    <a:pt x="178435" y="225425"/>
                  </a:lnTo>
                  <a:lnTo>
                    <a:pt x="209169" y="223266"/>
                  </a:lnTo>
                  <a:lnTo>
                    <a:pt x="229235" y="220980"/>
                  </a:lnTo>
                  <a:close/>
                </a:path>
                <a:path w="735965" h="800100">
                  <a:moveTo>
                    <a:pt x="238887" y="402717"/>
                  </a:moveTo>
                  <a:lnTo>
                    <a:pt x="188087" y="401574"/>
                  </a:lnTo>
                  <a:lnTo>
                    <a:pt x="187833" y="414274"/>
                  </a:lnTo>
                  <a:lnTo>
                    <a:pt x="238633" y="415417"/>
                  </a:lnTo>
                  <a:lnTo>
                    <a:pt x="238887" y="402717"/>
                  </a:lnTo>
                  <a:close/>
                </a:path>
                <a:path w="735965" h="800100">
                  <a:moveTo>
                    <a:pt x="249936" y="552958"/>
                  </a:moveTo>
                  <a:lnTo>
                    <a:pt x="238379" y="547751"/>
                  </a:lnTo>
                  <a:lnTo>
                    <a:pt x="212979" y="538099"/>
                  </a:lnTo>
                  <a:lnTo>
                    <a:pt x="201803" y="534543"/>
                  </a:lnTo>
                  <a:lnTo>
                    <a:pt x="197866" y="546608"/>
                  </a:lnTo>
                  <a:lnTo>
                    <a:pt x="209423" y="550341"/>
                  </a:lnTo>
                  <a:lnTo>
                    <a:pt x="233260" y="559422"/>
                  </a:lnTo>
                  <a:lnTo>
                    <a:pt x="244729" y="564515"/>
                  </a:lnTo>
                  <a:lnTo>
                    <a:pt x="249936" y="552958"/>
                  </a:lnTo>
                  <a:close/>
                </a:path>
                <a:path w="735965" h="800100">
                  <a:moveTo>
                    <a:pt x="317627" y="207010"/>
                  </a:moveTo>
                  <a:lnTo>
                    <a:pt x="314960" y="194564"/>
                  </a:lnTo>
                  <a:lnTo>
                    <a:pt x="309384" y="195821"/>
                  </a:lnTo>
                  <a:lnTo>
                    <a:pt x="309143" y="195872"/>
                  </a:lnTo>
                  <a:lnTo>
                    <a:pt x="307238" y="196202"/>
                  </a:lnTo>
                  <a:lnTo>
                    <a:pt x="307632" y="196202"/>
                  </a:lnTo>
                  <a:lnTo>
                    <a:pt x="275844" y="201803"/>
                  </a:lnTo>
                  <a:lnTo>
                    <a:pt x="265430" y="203327"/>
                  </a:lnTo>
                  <a:lnTo>
                    <a:pt x="267208" y="215900"/>
                  </a:lnTo>
                  <a:lnTo>
                    <a:pt x="277876" y="214376"/>
                  </a:lnTo>
                  <a:lnTo>
                    <a:pt x="310261" y="208661"/>
                  </a:lnTo>
                  <a:lnTo>
                    <a:pt x="317627" y="207010"/>
                  </a:lnTo>
                  <a:close/>
                </a:path>
                <a:path w="735965" h="800100">
                  <a:moveTo>
                    <a:pt x="326136" y="602361"/>
                  </a:moveTo>
                  <a:lnTo>
                    <a:pt x="292862" y="575691"/>
                  </a:lnTo>
                  <a:lnTo>
                    <a:pt x="284480" y="570611"/>
                  </a:lnTo>
                  <a:lnTo>
                    <a:pt x="277876" y="581406"/>
                  </a:lnTo>
                  <a:lnTo>
                    <a:pt x="285877" y="586232"/>
                  </a:lnTo>
                  <a:lnTo>
                    <a:pt x="295643" y="592899"/>
                  </a:lnTo>
                  <a:lnTo>
                    <a:pt x="302907" y="598360"/>
                  </a:lnTo>
                  <a:lnTo>
                    <a:pt x="308546" y="603110"/>
                  </a:lnTo>
                  <a:lnTo>
                    <a:pt x="315976" y="610108"/>
                  </a:lnTo>
                  <a:lnTo>
                    <a:pt x="315722" y="609727"/>
                  </a:lnTo>
                  <a:lnTo>
                    <a:pt x="316865" y="610997"/>
                  </a:lnTo>
                  <a:lnTo>
                    <a:pt x="318223" y="609727"/>
                  </a:lnTo>
                  <a:lnTo>
                    <a:pt x="326136" y="602361"/>
                  </a:lnTo>
                  <a:close/>
                </a:path>
                <a:path w="735965" h="800100">
                  <a:moveTo>
                    <a:pt x="327914" y="406146"/>
                  </a:moveTo>
                  <a:lnTo>
                    <a:pt x="295021" y="404622"/>
                  </a:lnTo>
                  <a:lnTo>
                    <a:pt x="277114" y="403987"/>
                  </a:lnTo>
                  <a:lnTo>
                    <a:pt x="276606" y="416687"/>
                  </a:lnTo>
                  <a:lnTo>
                    <a:pt x="294271" y="417322"/>
                  </a:lnTo>
                  <a:lnTo>
                    <a:pt x="327279" y="418846"/>
                  </a:lnTo>
                  <a:lnTo>
                    <a:pt x="327914" y="406146"/>
                  </a:lnTo>
                  <a:close/>
                </a:path>
                <a:path w="735965" h="800100">
                  <a:moveTo>
                    <a:pt x="361569" y="682371"/>
                  </a:moveTo>
                  <a:lnTo>
                    <a:pt x="350431" y="659003"/>
                  </a:lnTo>
                  <a:lnTo>
                    <a:pt x="349948" y="656932"/>
                  </a:lnTo>
                  <a:lnTo>
                    <a:pt x="349885" y="656590"/>
                  </a:lnTo>
                  <a:lnTo>
                    <a:pt x="349580" y="651891"/>
                  </a:lnTo>
                  <a:lnTo>
                    <a:pt x="349161" y="646176"/>
                  </a:lnTo>
                  <a:lnTo>
                    <a:pt x="349084" y="645160"/>
                  </a:lnTo>
                  <a:lnTo>
                    <a:pt x="348996" y="643763"/>
                  </a:lnTo>
                  <a:lnTo>
                    <a:pt x="347599" y="637413"/>
                  </a:lnTo>
                  <a:lnTo>
                    <a:pt x="335153" y="640207"/>
                  </a:lnTo>
                  <a:lnTo>
                    <a:pt x="335978" y="643763"/>
                  </a:lnTo>
                  <a:lnTo>
                    <a:pt x="336423" y="645160"/>
                  </a:lnTo>
                  <a:lnTo>
                    <a:pt x="336740" y="650875"/>
                  </a:lnTo>
                  <a:lnTo>
                    <a:pt x="337134" y="656590"/>
                  </a:lnTo>
                  <a:lnTo>
                    <a:pt x="337210" y="657606"/>
                  </a:lnTo>
                  <a:lnTo>
                    <a:pt x="337312" y="659003"/>
                  </a:lnTo>
                  <a:lnTo>
                    <a:pt x="351536" y="690118"/>
                  </a:lnTo>
                  <a:lnTo>
                    <a:pt x="361569" y="682371"/>
                  </a:lnTo>
                  <a:close/>
                </a:path>
                <a:path w="735965" h="800100">
                  <a:moveTo>
                    <a:pt x="404241" y="183896"/>
                  </a:moveTo>
                  <a:lnTo>
                    <a:pt x="403733" y="182448"/>
                  </a:lnTo>
                  <a:lnTo>
                    <a:pt x="400050" y="171831"/>
                  </a:lnTo>
                  <a:lnTo>
                    <a:pt x="391922" y="174625"/>
                  </a:lnTo>
                  <a:lnTo>
                    <a:pt x="379349" y="178562"/>
                  </a:lnTo>
                  <a:lnTo>
                    <a:pt x="367614" y="182029"/>
                  </a:lnTo>
                  <a:lnTo>
                    <a:pt x="351917" y="186055"/>
                  </a:lnTo>
                  <a:lnTo>
                    <a:pt x="354965" y="198374"/>
                  </a:lnTo>
                  <a:lnTo>
                    <a:pt x="369570" y="194691"/>
                  </a:lnTo>
                  <a:lnTo>
                    <a:pt x="383032" y="190754"/>
                  </a:lnTo>
                  <a:lnTo>
                    <a:pt x="395986" y="186690"/>
                  </a:lnTo>
                  <a:lnTo>
                    <a:pt x="404241" y="183896"/>
                  </a:lnTo>
                  <a:close/>
                </a:path>
                <a:path w="735965" h="800100">
                  <a:moveTo>
                    <a:pt x="418719" y="415671"/>
                  </a:moveTo>
                  <a:lnTo>
                    <a:pt x="367919" y="408686"/>
                  </a:lnTo>
                  <a:lnTo>
                    <a:pt x="366001" y="408686"/>
                  </a:lnTo>
                  <a:lnTo>
                    <a:pt x="365112" y="421259"/>
                  </a:lnTo>
                  <a:lnTo>
                    <a:pt x="366903" y="421259"/>
                  </a:lnTo>
                  <a:lnTo>
                    <a:pt x="389382" y="423291"/>
                  </a:lnTo>
                  <a:lnTo>
                    <a:pt x="400812" y="424688"/>
                  </a:lnTo>
                  <a:lnTo>
                    <a:pt x="405879" y="425373"/>
                  </a:lnTo>
                  <a:lnTo>
                    <a:pt x="405485" y="425373"/>
                  </a:lnTo>
                  <a:lnTo>
                    <a:pt x="412318" y="426796"/>
                  </a:lnTo>
                  <a:lnTo>
                    <a:pt x="412686" y="426796"/>
                  </a:lnTo>
                  <a:lnTo>
                    <a:pt x="412991" y="427113"/>
                  </a:lnTo>
                  <a:lnTo>
                    <a:pt x="418719" y="415671"/>
                  </a:lnTo>
                  <a:close/>
                </a:path>
                <a:path w="735965" h="800100">
                  <a:moveTo>
                    <a:pt x="430276" y="733044"/>
                  </a:moveTo>
                  <a:lnTo>
                    <a:pt x="390728" y="709853"/>
                  </a:lnTo>
                  <a:lnTo>
                    <a:pt x="387604" y="707517"/>
                  </a:lnTo>
                  <a:lnTo>
                    <a:pt x="380111" y="717677"/>
                  </a:lnTo>
                  <a:lnTo>
                    <a:pt x="413639" y="738759"/>
                  </a:lnTo>
                  <a:lnTo>
                    <a:pt x="424815" y="744601"/>
                  </a:lnTo>
                  <a:lnTo>
                    <a:pt x="429831" y="733044"/>
                  </a:lnTo>
                  <a:lnTo>
                    <a:pt x="430276" y="733044"/>
                  </a:lnTo>
                  <a:close/>
                </a:path>
                <a:path w="735965" h="800100">
                  <a:moveTo>
                    <a:pt x="483997" y="139954"/>
                  </a:moveTo>
                  <a:lnTo>
                    <a:pt x="474853" y="131191"/>
                  </a:lnTo>
                  <a:lnTo>
                    <a:pt x="470814" y="135369"/>
                  </a:lnTo>
                  <a:lnTo>
                    <a:pt x="466623" y="139001"/>
                  </a:lnTo>
                  <a:lnTo>
                    <a:pt x="459587" y="144145"/>
                  </a:lnTo>
                  <a:lnTo>
                    <a:pt x="452259" y="148742"/>
                  </a:lnTo>
                  <a:lnTo>
                    <a:pt x="444373" y="153162"/>
                  </a:lnTo>
                  <a:lnTo>
                    <a:pt x="434975" y="157861"/>
                  </a:lnTo>
                  <a:lnTo>
                    <a:pt x="440055" y="169545"/>
                  </a:lnTo>
                  <a:lnTo>
                    <a:pt x="473964" y="149352"/>
                  </a:lnTo>
                  <a:lnTo>
                    <a:pt x="480034" y="144145"/>
                  </a:lnTo>
                  <a:lnTo>
                    <a:pt x="483997" y="139954"/>
                  </a:lnTo>
                  <a:close/>
                </a:path>
                <a:path w="735965" h="800100">
                  <a:moveTo>
                    <a:pt x="503428" y="426212"/>
                  </a:moveTo>
                  <a:lnTo>
                    <a:pt x="486029" y="425323"/>
                  </a:lnTo>
                  <a:lnTo>
                    <a:pt x="459867" y="423418"/>
                  </a:lnTo>
                  <a:lnTo>
                    <a:pt x="453009" y="422783"/>
                  </a:lnTo>
                  <a:lnTo>
                    <a:pt x="451866" y="435483"/>
                  </a:lnTo>
                  <a:lnTo>
                    <a:pt x="458724" y="436118"/>
                  </a:lnTo>
                  <a:lnTo>
                    <a:pt x="485267" y="438023"/>
                  </a:lnTo>
                  <a:lnTo>
                    <a:pt x="502793" y="438912"/>
                  </a:lnTo>
                  <a:lnTo>
                    <a:pt x="503428" y="426212"/>
                  </a:lnTo>
                  <a:close/>
                </a:path>
                <a:path w="735965" h="800100">
                  <a:moveTo>
                    <a:pt x="512318" y="763397"/>
                  </a:moveTo>
                  <a:lnTo>
                    <a:pt x="503910" y="761111"/>
                  </a:lnTo>
                  <a:lnTo>
                    <a:pt x="477786" y="752729"/>
                  </a:lnTo>
                  <a:lnTo>
                    <a:pt x="464693" y="747776"/>
                  </a:lnTo>
                  <a:lnTo>
                    <a:pt x="460121" y="759587"/>
                  </a:lnTo>
                  <a:lnTo>
                    <a:pt x="473329" y="764667"/>
                  </a:lnTo>
                  <a:lnTo>
                    <a:pt x="500507" y="773430"/>
                  </a:lnTo>
                  <a:lnTo>
                    <a:pt x="509016" y="775589"/>
                  </a:lnTo>
                  <a:lnTo>
                    <a:pt x="512318" y="763397"/>
                  </a:lnTo>
                  <a:close/>
                </a:path>
                <a:path w="735965" h="800100">
                  <a:moveTo>
                    <a:pt x="525526" y="65024"/>
                  </a:moveTo>
                  <a:lnTo>
                    <a:pt x="517271" y="55372"/>
                  </a:lnTo>
                  <a:lnTo>
                    <a:pt x="510921" y="60833"/>
                  </a:lnTo>
                  <a:lnTo>
                    <a:pt x="501523" y="70612"/>
                  </a:lnTo>
                  <a:lnTo>
                    <a:pt x="493776" y="80899"/>
                  </a:lnTo>
                  <a:lnTo>
                    <a:pt x="487934" y="91694"/>
                  </a:lnTo>
                  <a:lnTo>
                    <a:pt x="485648" y="98552"/>
                  </a:lnTo>
                  <a:lnTo>
                    <a:pt x="497713" y="102489"/>
                  </a:lnTo>
                  <a:lnTo>
                    <a:pt x="499414" y="97155"/>
                  </a:lnTo>
                  <a:lnTo>
                    <a:pt x="499452" y="96913"/>
                  </a:lnTo>
                  <a:lnTo>
                    <a:pt x="499745" y="96139"/>
                  </a:lnTo>
                  <a:lnTo>
                    <a:pt x="499491" y="96913"/>
                  </a:lnTo>
                  <a:lnTo>
                    <a:pt x="499910" y="96139"/>
                  </a:lnTo>
                  <a:lnTo>
                    <a:pt x="504278" y="88138"/>
                  </a:lnTo>
                  <a:lnTo>
                    <a:pt x="504469" y="87718"/>
                  </a:lnTo>
                  <a:lnTo>
                    <a:pt x="504698" y="87376"/>
                  </a:lnTo>
                  <a:lnTo>
                    <a:pt x="509689" y="80899"/>
                  </a:lnTo>
                  <a:lnTo>
                    <a:pt x="511429" y="78613"/>
                  </a:lnTo>
                  <a:lnTo>
                    <a:pt x="520230" y="69545"/>
                  </a:lnTo>
                  <a:lnTo>
                    <a:pt x="525526" y="65024"/>
                  </a:lnTo>
                  <a:close/>
                </a:path>
                <a:path w="735965" h="800100">
                  <a:moveTo>
                    <a:pt x="568553" y="38633"/>
                  </a:moveTo>
                  <a:lnTo>
                    <a:pt x="568299" y="38633"/>
                  </a:lnTo>
                  <a:lnTo>
                    <a:pt x="566597" y="39471"/>
                  </a:lnTo>
                  <a:lnTo>
                    <a:pt x="568553" y="38633"/>
                  </a:lnTo>
                  <a:close/>
                </a:path>
                <a:path w="735965" h="800100">
                  <a:moveTo>
                    <a:pt x="592074" y="429895"/>
                  </a:moveTo>
                  <a:lnTo>
                    <a:pt x="591566" y="429895"/>
                  </a:lnTo>
                  <a:lnTo>
                    <a:pt x="541401" y="428117"/>
                  </a:lnTo>
                  <a:lnTo>
                    <a:pt x="540893" y="440817"/>
                  </a:lnTo>
                  <a:lnTo>
                    <a:pt x="591185" y="442595"/>
                  </a:lnTo>
                  <a:lnTo>
                    <a:pt x="591693" y="442595"/>
                  </a:lnTo>
                  <a:lnTo>
                    <a:pt x="592074" y="429895"/>
                  </a:lnTo>
                  <a:close/>
                </a:path>
                <a:path w="735965" h="800100">
                  <a:moveTo>
                    <a:pt x="598424" y="780923"/>
                  </a:moveTo>
                  <a:lnTo>
                    <a:pt x="592480" y="780262"/>
                  </a:lnTo>
                  <a:lnTo>
                    <a:pt x="562343" y="775258"/>
                  </a:lnTo>
                  <a:lnTo>
                    <a:pt x="549021" y="772287"/>
                  </a:lnTo>
                  <a:lnTo>
                    <a:pt x="546227" y="784733"/>
                  </a:lnTo>
                  <a:lnTo>
                    <a:pt x="559054" y="787527"/>
                  </a:lnTo>
                  <a:lnTo>
                    <a:pt x="590042" y="792734"/>
                  </a:lnTo>
                  <a:lnTo>
                    <a:pt x="596900" y="793623"/>
                  </a:lnTo>
                  <a:lnTo>
                    <a:pt x="598424" y="780923"/>
                  </a:lnTo>
                  <a:close/>
                </a:path>
                <a:path w="735965" h="800100">
                  <a:moveTo>
                    <a:pt x="601726" y="26035"/>
                  </a:moveTo>
                  <a:lnTo>
                    <a:pt x="598170" y="13716"/>
                  </a:lnTo>
                  <a:lnTo>
                    <a:pt x="595757" y="14478"/>
                  </a:lnTo>
                  <a:lnTo>
                    <a:pt x="578993" y="20320"/>
                  </a:lnTo>
                  <a:lnTo>
                    <a:pt x="563118" y="27051"/>
                  </a:lnTo>
                  <a:lnTo>
                    <a:pt x="550291" y="33401"/>
                  </a:lnTo>
                  <a:lnTo>
                    <a:pt x="555879" y="44831"/>
                  </a:lnTo>
                  <a:lnTo>
                    <a:pt x="566597" y="39471"/>
                  </a:lnTo>
                  <a:lnTo>
                    <a:pt x="568274" y="38633"/>
                  </a:lnTo>
                  <a:lnTo>
                    <a:pt x="583514" y="32258"/>
                  </a:lnTo>
                  <a:lnTo>
                    <a:pt x="599452" y="26670"/>
                  </a:lnTo>
                  <a:lnTo>
                    <a:pt x="601726" y="26035"/>
                  </a:lnTo>
                  <a:close/>
                </a:path>
                <a:path w="735965" h="800100">
                  <a:moveTo>
                    <a:pt x="686435" y="787146"/>
                  </a:moveTo>
                  <a:lnTo>
                    <a:pt x="654900" y="786282"/>
                  </a:lnTo>
                  <a:lnTo>
                    <a:pt x="636016" y="784860"/>
                  </a:lnTo>
                  <a:lnTo>
                    <a:pt x="635127" y="797560"/>
                  </a:lnTo>
                  <a:lnTo>
                    <a:pt x="653796" y="798957"/>
                  </a:lnTo>
                  <a:lnTo>
                    <a:pt x="686054" y="799846"/>
                  </a:lnTo>
                  <a:lnTo>
                    <a:pt x="686435" y="787146"/>
                  </a:lnTo>
                  <a:close/>
                </a:path>
                <a:path w="735965" h="800100">
                  <a:moveTo>
                    <a:pt x="687705" y="12700"/>
                  </a:moveTo>
                  <a:lnTo>
                    <a:pt x="687463" y="4699"/>
                  </a:lnTo>
                  <a:lnTo>
                    <a:pt x="687336" y="635"/>
                  </a:lnTo>
                  <a:lnTo>
                    <a:pt x="687324" y="0"/>
                  </a:lnTo>
                  <a:lnTo>
                    <a:pt x="668528" y="635"/>
                  </a:lnTo>
                  <a:lnTo>
                    <a:pt x="649732" y="2413"/>
                  </a:lnTo>
                  <a:lnTo>
                    <a:pt x="636016" y="4699"/>
                  </a:lnTo>
                  <a:lnTo>
                    <a:pt x="638048" y="17272"/>
                  </a:lnTo>
                  <a:lnTo>
                    <a:pt x="650544" y="15176"/>
                  </a:lnTo>
                  <a:lnTo>
                    <a:pt x="669163" y="13373"/>
                  </a:lnTo>
                  <a:lnTo>
                    <a:pt x="668096" y="13373"/>
                  </a:lnTo>
                  <a:lnTo>
                    <a:pt x="687705" y="12700"/>
                  </a:lnTo>
                  <a:close/>
                </a:path>
                <a:path w="735965" h="800100">
                  <a:moveTo>
                    <a:pt x="723671" y="444119"/>
                  </a:moveTo>
                  <a:lnTo>
                    <a:pt x="672211" y="444119"/>
                  </a:lnTo>
                  <a:lnTo>
                    <a:pt x="659511" y="444119"/>
                  </a:lnTo>
                  <a:lnTo>
                    <a:pt x="659257" y="475742"/>
                  </a:lnTo>
                  <a:lnTo>
                    <a:pt x="723671" y="444119"/>
                  </a:lnTo>
                  <a:close/>
                </a:path>
                <a:path w="735965" h="800100">
                  <a:moveTo>
                    <a:pt x="735838" y="438150"/>
                  </a:moveTo>
                  <a:lnTo>
                    <a:pt x="659892" y="399542"/>
                  </a:lnTo>
                  <a:lnTo>
                    <a:pt x="659625" y="430784"/>
                  </a:lnTo>
                  <a:lnTo>
                    <a:pt x="659625" y="431292"/>
                  </a:lnTo>
                  <a:lnTo>
                    <a:pt x="653072" y="431292"/>
                  </a:lnTo>
                  <a:lnTo>
                    <a:pt x="630174" y="430784"/>
                  </a:lnTo>
                  <a:lnTo>
                    <a:pt x="630021" y="438150"/>
                  </a:lnTo>
                  <a:lnTo>
                    <a:pt x="629920" y="443484"/>
                  </a:lnTo>
                  <a:lnTo>
                    <a:pt x="659511" y="443928"/>
                  </a:lnTo>
                  <a:lnTo>
                    <a:pt x="672211" y="443928"/>
                  </a:lnTo>
                  <a:lnTo>
                    <a:pt x="724065" y="443928"/>
                  </a:lnTo>
                  <a:lnTo>
                    <a:pt x="735838" y="438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704831" y="2372867"/>
            <a:ext cx="2400300" cy="1007744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815" rIns="0" bIns="0" rtlCol="0">
            <a:spAutoFit/>
          </a:bodyPr>
          <a:lstStyle/>
          <a:p>
            <a:pPr marL="92710" marR="186690" algn="just">
              <a:lnSpc>
                <a:spcPct val="98500"/>
              </a:lnSpc>
              <a:spcBef>
                <a:spcPts val="345"/>
              </a:spcBef>
            </a:pPr>
            <a:r>
              <a:rPr sz="1800" spc="-135" dirty="0">
                <a:latin typeface="Franklin Gothic Medium"/>
                <a:cs typeface="Franklin Gothic Medium"/>
              </a:rPr>
              <a:t>A</a:t>
            </a:r>
            <a:r>
              <a:rPr sz="1800" dirty="0">
                <a:latin typeface="Franklin Gothic Medium"/>
                <a:cs typeface="Franklin Gothic Medium"/>
              </a:rPr>
              <a:t> </a:t>
            </a:r>
            <a:r>
              <a:rPr sz="1800" spc="-85" dirty="0">
                <a:latin typeface="Franklin Gothic Medium"/>
                <a:cs typeface="Franklin Gothic Medium"/>
              </a:rPr>
              <a:t>DFA</a:t>
            </a:r>
            <a:r>
              <a:rPr sz="1800" spc="-15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that</a:t>
            </a:r>
            <a:r>
              <a:rPr sz="1800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the</a:t>
            </a:r>
            <a:r>
              <a:rPr sz="1800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accept</a:t>
            </a:r>
            <a:r>
              <a:rPr sz="1800" spc="-1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state</a:t>
            </a:r>
            <a:r>
              <a:rPr sz="180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is</a:t>
            </a:r>
            <a:r>
              <a:rPr sz="1800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the</a:t>
            </a:r>
            <a:r>
              <a:rPr sz="1800" spc="-5" dirty="0">
                <a:latin typeface="Franklin Gothic Medium"/>
                <a:cs typeface="Franklin Gothic Medium"/>
              </a:rPr>
              <a:t> start</a:t>
            </a:r>
            <a:r>
              <a:rPr sz="1800" spc="-1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state</a:t>
            </a:r>
            <a:r>
              <a:rPr sz="1800" spc="-10" dirty="0">
                <a:latin typeface="Franklin Gothic Medium"/>
                <a:cs typeface="Franklin Gothic Medium"/>
              </a:rPr>
              <a:t> </a:t>
            </a:r>
            <a:r>
              <a:rPr sz="1800" spc="-15" dirty="0">
                <a:latin typeface="Franklin Gothic Medium"/>
                <a:cs typeface="Franklin Gothic Medium"/>
              </a:rPr>
              <a:t>accepts</a:t>
            </a:r>
            <a:r>
              <a:rPr sz="1800" spc="-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𝜀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348473" y="5427217"/>
            <a:ext cx="1273175" cy="777240"/>
            <a:chOff x="7348473" y="5427217"/>
            <a:chExt cx="1273175" cy="777240"/>
          </a:xfrm>
        </p:grpSpPr>
        <p:sp>
          <p:nvSpPr>
            <p:cNvPr id="24" name="object 24"/>
            <p:cNvSpPr/>
            <p:nvPr/>
          </p:nvSpPr>
          <p:spPr>
            <a:xfrm>
              <a:off x="8034400" y="5427217"/>
              <a:ext cx="587375" cy="255904"/>
            </a:xfrm>
            <a:custGeom>
              <a:avLst/>
              <a:gdLst/>
              <a:ahLst/>
              <a:cxnLst/>
              <a:rect l="l" t="t" r="r" b="b"/>
              <a:pathLst>
                <a:path w="587375" h="255904">
                  <a:moveTo>
                    <a:pt x="50419" y="240741"/>
                  </a:moveTo>
                  <a:lnTo>
                    <a:pt x="27304" y="242201"/>
                  </a:lnTo>
                  <a:lnTo>
                    <a:pt x="0" y="242862"/>
                  </a:lnTo>
                  <a:lnTo>
                    <a:pt x="211" y="253415"/>
                  </a:lnTo>
                  <a:lnTo>
                    <a:pt x="253" y="255549"/>
                  </a:lnTo>
                  <a:lnTo>
                    <a:pt x="27940" y="254888"/>
                  </a:lnTo>
                  <a:lnTo>
                    <a:pt x="51307" y="253415"/>
                  </a:lnTo>
                  <a:lnTo>
                    <a:pt x="50567" y="242862"/>
                  </a:lnTo>
                  <a:lnTo>
                    <a:pt x="50521" y="242201"/>
                  </a:lnTo>
                  <a:lnTo>
                    <a:pt x="50419" y="240741"/>
                  </a:lnTo>
                  <a:close/>
                </a:path>
                <a:path w="587375" h="255904">
                  <a:moveTo>
                    <a:pt x="137287" y="227545"/>
                  </a:moveTo>
                  <a:lnTo>
                    <a:pt x="131693" y="228828"/>
                  </a:lnTo>
                  <a:lnTo>
                    <a:pt x="106298" y="233805"/>
                  </a:lnTo>
                  <a:lnTo>
                    <a:pt x="87756" y="236550"/>
                  </a:lnTo>
                  <a:lnTo>
                    <a:pt x="89662" y="249110"/>
                  </a:lnTo>
                  <a:lnTo>
                    <a:pt x="108966" y="246227"/>
                  </a:lnTo>
                  <a:lnTo>
                    <a:pt x="134493" y="241223"/>
                  </a:lnTo>
                  <a:lnTo>
                    <a:pt x="140080" y="239902"/>
                  </a:lnTo>
                  <a:lnTo>
                    <a:pt x="137287" y="227545"/>
                  </a:lnTo>
                  <a:close/>
                </a:path>
                <a:path w="587375" h="255904">
                  <a:moveTo>
                    <a:pt x="220472" y="201091"/>
                  </a:moveTo>
                  <a:lnTo>
                    <a:pt x="218914" y="201853"/>
                  </a:lnTo>
                  <a:lnTo>
                    <a:pt x="199508" y="209562"/>
                  </a:lnTo>
                  <a:lnTo>
                    <a:pt x="178373" y="216712"/>
                  </a:lnTo>
                  <a:lnTo>
                    <a:pt x="173735" y="218020"/>
                  </a:lnTo>
                  <a:lnTo>
                    <a:pt x="177292" y="230238"/>
                  </a:lnTo>
                  <a:lnTo>
                    <a:pt x="182372" y="228790"/>
                  </a:lnTo>
                  <a:lnTo>
                    <a:pt x="204089" y="221449"/>
                  </a:lnTo>
                  <a:lnTo>
                    <a:pt x="224281" y="213398"/>
                  </a:lnTo>
                  <a:lnTo>
                    <a:pt x="226059" y="212547"/>
                  </a:lnTo>
                  <a:lnTo>
                    <a:pt x="220472" y="201091"/>
                  </a:lnTo>
                  <a:close/>
                </a:path>
                <a:path w="587375" h="255904">
                  <a:moveTo>
                    <a:pt x="285369" y="150494"/>
                  </a:moveTo>
                  <a:lnTo>
                    <a:pt x="284352" y="153288"/>
                  </a:lnTo>
                  <a:lnTo>
                    <a:pt x="284114" y="153765"/>
                  </a:lnTo>
                  <a:lnTo>
                    <a:pt x="283923" y="154050"/>
                  </a:lnTo>
                  <a:lnTo>
                    <a:pt x="281940" y="157606"/>
                  </a:lnTo>
                  <a:lnTo>
                    <a:pt x="253365" y="183768"/>
                  </a:lnTo>
                  <a:lnTo>
                    <a:pt x="260476" y="194309"/>
                  </a:lnTo>
                  <a:lnTo>
                    <a:pt x="292353" y="164858"/>
                  </a:lnTo>
                  <a:lnTo>
                    <a:pt x="297179" y="155066"/>
                  </a:lnTo>
                  <a:lnTo>
                    <a:pt x="285369" y="150494"/>
                  </a:lnTo>
                  <a:close/>
                </a:path>
                <a:path w="587375" h="255904">
                  <a:moveTo>
                    <a:pt x="339725" y="80517"/>
                  </a:moveTo>
                  <a:lnTo>
                    <a:pt x="303529" y="106933"/>
                  </a:lnTo>
                  <a:lnTo>
                    <a:pt x="297815" y="113537"/>
                  </a:lnTo>
                  <a:lnTo>
                    <a:pt x="308101" y="121030"/>
                  </a:lnTo>
                  <a:lnTo>
                    <a:pt x="308864" y="119887"/>
                  </a:lnTo>
                  <a:lnTo>
                    <a:pt x="312468" y="115823"/>
                  </a:lnTo>
                  <a:lnTo>
                    <a:pt x="345694" y="91693"/>
                  </a:lnTo>
                  <a:lnTo>
                    <a:pt x="339725" y="80517"/>
                  </a:lnTo>
                  <a:close/>
                </a:path>
                <a:path w="587375" h="255904">
                  <a:moveTo>
                    <a:pt x="423799" y="48259"/>
                  </a:moveTo>
                  <a:lnTo>
                    <a:pt x="404875" y="53720"/>
                  </a:lnTo>
                  <a:lnTo>
                    <a:pt x="383158" y="61086"/>
                  </a:lnTo>
                  <a:lnTo>
                    <a:pt x="374903" y="64261"/>
                  </a:lnTo>
                  <a:lnTo>
                    <a:pt x="379602" y="76072"/>
                  </a:lnTo>
                  <a:lnTo>
                    <a:pt x="387730" y="72897"/>
                  </a:lnTo>
                  <a:lnTo>
                    <a:pt x="408436" y="65912"/>
                  </a:lnTo>
                  <a:lnTo>
                    <a:pt x="427227" y="60451"/>
                  </a:lnTo>
                  <a:lnTo>
                    <a:pt x="423799" y="48259"/>
                  </a:lnTo>
                  <a:close/>
                </a:path>
                <a:path w="587375" h="255904">
                  <a:moveTo>
                    <a:pt x="583678" y="31866"/>
                  </a:moveTo>
                  <a:lnTo>
                    <a:pt x="512327" y="31866"/>
                  </a:lnTo>
                  <a:lnTo>
                    <a:pt x="513333" y="44322"/>
                  </a:lnTo>
                  <a:lnTo>
                    <a:pt x="511216" y="44491"/>
                  </a:lnTo>
                  <a:lnTo>
                    <a:pt x="511383" y="44491"/>
                  </a:lnTo>
                  <a:lnTo>
                    <a:pt x="513333" y="76072"/>
                  </a:lnTo>
                  <a:lnTo>
                    <a:pt x="586994" y="33273"/>
                  </a:lnTo>
                  <a:lnTo>
                    <a:pt x="583678" y="31866"/>
                  </a:lnTo>
                  <a:close/>
                </a:path>
                <a:path w="587375" h="255904">
                  <a:moveTo>
                    <a:pt x="510603" y="31866"/>
                  </a:moveTo>
                  <a:lnTo>
                    <a:pt x="504825" y="32257"/>
                  </a:lnTo>
                  <a:lnTo>
                    <a:pt x="478281" y="36194"/>
                  </a:lnTo>
                  <a:lnTo>
                    <a:pt x="461391" y="39496"/>
                  </a:lnTo>
                  <a:lnTo>
                    <a:pt x="463803" y="52069"/>
                  </a:lnTo>
                  <a:lnTo>
                    <a:pt x="480323" y="48816"/>
                  </a:lnTo>
                  <a:lnTo>
                    <a:pt x="479993" y="48816"/>
                  </a:lnTo>
                  <a:lnTo>
                    <a:pt x="505197" y="45025"/>
                  </a:lnTo>
                  <a:lnTo>
                    <a:pt x="511233" y="44491"/>
                  </a:lnTo>
                  <a:lnTo>
                    <a:pt x="511383" y="44491"/>
                  </a:lnTo>
                  <a:lnTo>
                    <a:pt x="510690" y="33273"/>
                  </a:lnTo>
                  <a:lnTo>
                    <a:pt x="510603" y="31866"/>
                  </a:lnTo>
                  <a:close/>
                </a:path>
                <a:path w="587375" h="255904">
                  <a:moveTo>
                    <a:pt x="508634" y="0"/>
                  </a:moveTo>
                  <a:lnTo>
                    <a:pt x="511372" y="44322"/>
                  </a:lnTo>
                  <a:lnTo>
                    <a:pt x="511383" y="44491"/>
                  </a:lnTo>
                  <a:lnTo>
                    <a:pt x="511216" y="44491"/>
                  </a:lnTo>
                  <a:lnTo>
                    <a:pt x="513333" y="44322"/>
                  </a:lnTo>
                  <a:lnTo>
                    <a:pt x="512441" y="33273"/>
                  </a:lnTo>
                  <a:lnTo>
                    <a:pt x="512327" y="31866"/>
                  </a:lnTo>
                  <a:lnTo>
                    <a:pt x="583678" y="31866"/>
                  </a:lnTo>
                  <a:lnTo>
                    <a:pt x="5086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54823" y="5460491"/>
              <a:ext cx="731520" cy="737870"/>
            </a:xfrm>
            <a:custGeom>
              <a:avLst/>
              <a:gdLst/>
              <a:ahLst/>
              <a:cxnLst/>
              <a:rect l="l" t="t" r="r" b="b"/>
              <a:pathLst>
                <a:path w="731520" h="737870">
                  <a:moveTo>
                    <a:pt x="365759" y="0"/>
                  </a:moveTo>
                  <a:lnTo>
                    <a:pt x="319869" y="2873"/>
                  </a:lnTo>
                  <a:lnTo>
                    <a:pt x="275682" y="11264"/>
                  </a:lnTo>
                  <a:lnTo>
                    <a:pt x="233542" y="24825"/>
                  </a:lnTo>
                  <a:lnTo>
                    <a:pt x="193790" y="43212"/>
                  </a:lnTo>
                  <a:lnTo>
                    <a:pt x="156770" y="66079"/>
                  </a:lnTo>
                  <a:lnTo>
                    <a:pt x="122822" y="93080"/>
                  </a:lnTo>
                  <a:lnTo>
                    <a:pt x="92291" y="123869"/>
                  </a:lnTo>
                  <a:lnTo>
                    <a:pt x="65517" y="158101"/>
                  </a:lnTo>
                  <a:lnTo>
                    <a:pt x="42844" y="195431"/>
                  </a:lnTo>
                  <a:lnTo>
                    <a:pt x="24613" y="235512"/>
                  </a:lnTo>
                  <a:lnTo>
                    <a:pt x="11167" y="277999"/>
                  </a:lnTo>
                  <a:lnTo>
                    <a:pt x="2848" y="322546"/>
                  </a:lnTo>
                  <a:lnTo>
                    <a:pt x="0" y="368808"/>
                  </a:lnTo>
                  <a:lnTo>
                    <a:pt x="2848" y="415069"/>
                  </a:lnTo>
                  <a:lnTo>
                    <a:pt x="11167" y="459616"/>
                  </a:lnTo>
                  <a:lnTo>
                    <a:pt x="24613" y="502103"/>
                  </a:lnTo>
                  <a:lnTo>
                    <a:pt x="42844" y="542184"/>
                  </a:lnTo>
                  <a:lnTo>
                    <a:pt x="65517" y="579514"/>
                  </a:lnTo>
                  <a:lnTo>
                    <a:pt x="92291" y="613746"/>
                  </a:lnTo>
                  <a:lnTo>
                    <a:pt x="122822" y="644535"/>
                  </a:lnTo>
                  <a:lnTo>
                    <a:pt x="156770" y="671536"/>
                  </a:lnTo>
                  <a:lnTo>
                    <a:pt x="193790" y="694403"/>
                  </a:lnTo>
                  <a:lnTo>
                    <a:pt x="233542" y="712790"/>
                  </a:lnTo>
                  <a:lnTo>
                    <a:pt x="275682" y="726351"/>
                  </a:lnTo>
                  <a:lnTo>
                    <a:pt x="319869" y="734742"/>
                  </a:lnTo>
                  <a:lnTo>
                    <a:pt x="365759" y="737616"/>
                  </a:lnTo>
                  <a:lnTo>
                    <a:pt x="411650" y="734742"/>
                  </a:lnTo>
                  <a:lnTo>
                    <a:pt x="455837" y="726351"/>
                  </a:lnTo>
                  <a:lnTo>
                    <a:pt x="497977" y="712790"/>
                  </a:lnTo>
                  <a:lnTo>
                    <a:pt x="537729" y="694403"/>
                  </a:lnTo>
                  <a:lnTo>
                    <a:pt x="574749" y="671536"/>
                  </a:lnTo>
                  <a:lnTo>
                    <a:pt x="608697" y="644535"/>
                  </a:lnTo>
                  <a:lnTo>
                    <a:pt x="639228" y="613746"/>
                  </a:lnTo>
                  <a:lnTo>
                    <a:pt x="666002" y="579514"/>
                  </a:lnTo>
                  <a:lnTo>
                    <a:pt x="688675" y="542184"/>
                  </a:lnTo>
                  <a:lnTo>
                    <a:pt x="706906" y="502103"/>
                  </a:lnTo>
                  <a:lnTo>
                    <a:pt x="720352" y="459616"/>
                  </a:lnTo>
                  <a:lnTo>
                    <a:pt x="728671" y="415069"/>
                  </a:lnTo>
                  <a:lnTo>
                    <a:pt x="731520" y="368808"/>
                  </a:lnTo>
                  <a:lnTo>
                    <a:pt x="728671" y="322546"/>
                  </a:lnTo>
                  <a:lnTo>
                    <a:pt x="720352" y="277999"/>
                  </a:lnTo>
                  <a:lnTo>
                    <a:pt x="706906" y="235512"/>
                  </a:lnTo>
                  <a:lnTo>
                    <a:pt x="688675" y="195431"/>
                  </a:lnTo>
                  <a:lnTo>
                    <a:pt x="666002" y="158101"/>
                  </a:lnTo>
                  <a:lnTo>
                    <a:pt x="639228" y="123869"/>
                  </a:lnTo>
                  <a:lnTo>
                    <a:pt x="608697" y="93080"/>
                  </a:lnTo>
                  <a:lnTo>
                    <a:pt x="574749" y="66079"/>
                  </a:lnTo>
                  <a:lnTo>
                    <a:pt x="537729" y="43212"/>
                  </a:lnTo>
                  <a:lnTo>
                    <a:pt x="497977" y="24825"/>
                  </a:lnTo>
                  <a:lnTo>
                    <a:pt x="455837" y="11264"/>
                  </a:lnTo>
                  <a:lnTo>
                    <a:pt x="411650" y="2873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54823" y="5460491"/>
              <a:ext cx="731520" cy="737870"/>
            </a:xfrm>
            <a:custGeom>
              <a:avLst/>
              <a:gdLst/>
              <a:ahLst/>
              <a:cxnLst/>
              <a:rect l="l" t="t" r="r" b="b"/>
              <a:pathLst>
                <a:path w="731520" h="737870">
                  <a:moveTo>
                    <a:pt x="0" y="368808"/>
                  </a:moveTo>
                  <a:lnTo>
                    <a:pt x="2848" y="322546"/>
                  </a:lnTo>
                  <a:lnTo>
                    <a:pt x="11167" y="277999"/>
                  </a:lnTo>
                  <a:lnTo>
                    <a:pt x="24613" y="235512"/>
                  </a:lnTo>
                  <a:lnTo>
                    <a:pt x="42844" y="195431"/>
                  </a:lnTo>
                  <a:lnTo>
                    <a:pt x="65517" y="158101"/>
                  </a:lnTo>
                  <a:lnTo>
                    <a:pt x="92291" y="123869"/>
                  </a:lnTo>
                  <a:lnTo>
                    <a:pt x="122822" y="93080"/>
                  </a:lnTo>
                  <a:lnTo>
                    <a:pt x="156770" y="66079"/>
                  </a:lnTo>
                  <a:lnTo>
                    <a:pt x="193790" y="43212"/>
                  </a:lnTo>
                  <a:lnTo>
                    <a:pt x="233542" y="24825"/>
                  </a:lnTo>
                  <a:lnTo>
                    <a:pt x="275682" y="11264"/>
                  </a:lnTo>
                  <a:lnTo>
                    <a:pt x="319869" y="2873"/>
                  </a:lnTo>
                  <a:lnTo>
                    <a:pt x="365759" y="0"/>
                  </a:lnTo>
                  <a:lnTo>
                    <a:pt x="411650" y="2873"/>
                  </a:lnTo>
                  <a:lnTo>
                    <a:pt x="455837" y="11264"/>
                  </a:lnTo>
                  <a:lnTo>
                    <a:pt x="497977" y="24825"/>
                  </a:lnTo>
                  <a:lnTo>
                    <a:pt x="537729" y="43212"/>
                  </a:lnTo>
                  <a:lnTo>
                    <a:pt x="574749" y="66079"/>
                  </a:lnTo>
                  <a:lnTo>
                    <a:pt x="608697" y="93080"/>
                  </a:lnTo>
                  <a:lnTo>
                    <a:pt x="639228" y="123869"/>
                  </a:lnTo>
                  <a:lnTo>
                    <a:pt x="666002" y="158101"/>
                  </a:lnTo>
                  <a:lnTo>
                    <a:pt x="688675" y="195431"/>
                  </a:lnTo>
                  <a:lnTo>
                    <a:pt x="706906" y="235512"/>
                  </a:lnTo>
                  <a:lnTo>
                    <a:pt x="720352" y="277999"/>
                  </a:lnTo>
                  <a:lnTo>
                    <a:pt x="728671" y="322546"/>
                  </a:lnTo>
                  <a:lnTo>
                    <a:pt x="731520" y="368808"/>
                  </a:lnTo>
                  <a:lnTo>
                    <a:pt x="728671" y="415069"/>
                  </a:lnTo>
                  <a:lnTo>
                    <a:pt x="720352" y="459616"/>
                  </a:lnTo>
                  <a:lnTo>
                    <a:pt x="706906" y="502103"/>
                  </a:lnTo>
                  <a:lnTo>
                    <a:pt x="688675" y="542184"/>
                  </a:lnTo>
                  <a:lnTo>
                    <a:pt x="666002" y="579514"/>
                  </a:lnTo>
                  <a:lnTo>
                    <a:pt x="639228" y="613746"/>
                  </a:lnTo>
                  <a:lnTo>
                    <a:pt x="608697" y="644535"/>
                  </a:lnTo>
                  <a:lnTo>
                    <a:pt x="574749" y="671536"/>
                  </a:lnTo>
                  <a:lnTo>
                    <a:pt x="537729" y="694403"/>
                  </a:lnTo>
                  <a:lnTo>
                    <a:pt x="497977" y="712790"/>
                  </a:lnTo>
                  <a:lnTo>
                    <a:pt x="455837" y="726351"/>
                  </a:lnTo>
                  <a:lnTo>
                    <a:pt x="411650" y="734742"/>
                  </a:lnTo>
                  <a:lnTo>
                    <a:pt x="365759" y="737616"/>
                  </a:lnTo>
                  <a:lnTo>
                    <a:pt x="319869" y="734742"/>
                  </a:lnTo>
                  <a:lnTo>
                    <a:pt x="275682" y="726351"/>
                  </a:lnTo>
                  <a:lnTo>
                    <a:pt x="233542" y="712790"/>
                  </a:lnTo>
                  <a:lnTo>
                    <a:pt x="193790" y="694403"/>
                  </a:lnTo>
                  <a:lnTo>
                    <a:pt x="156770" y="671536"/>
                  </a:lnTo>
                  <a:lnTo>
                    <a:pt x="122822" y="644535"/>
                  </a:lnTo>
                  <a:lnTo>
                    <a:pt x="92291" y="613746"/>
                  </a:lnTo>
                  <a:lnTo>
                    <a:pt x="65517" y="579514"/>
                  </a:lnTo>
                  <a:lnTo>
                    <a:pt x="42844" y="542184"/>
                  </a:lnTo>
                  <a:lnTo>
                    <a:pt x="24613" y="502103"/>
                  </a:lnTo>
                  <a:lnTo>
                    <a:pt x="11167" y="459616"/>
                  </a:lnTo>
                  <a:lnTo>
                    <a:pt x="2848" y="415069"/>
                  </a:lnTo>
                  <a:lnTo>
                    <a:pt x="0" y="3688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574026" y="5705043"/>
            <a:ext cx="2444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𝑞</a:t>
            </a:r>
            <a:r>
              <a:rPr sz="1500" spc="-37" baseline="-16666" dirty="0">
                <a:latin typeface="Cambria Math"/>
                <a:cs typeface="Cambria Math"/>
              </a:rPr>
              <a:t>0</a:t>
            </a:r>
            <a:endParaRPr sz="1500" baseline="-16666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084564" y="5975603"/>
            <a:ext cx="733425" cy="739140"/>
          </a:xfrm>
          <a:custGeom>
            <a:avLst/>
            <a:gdLst/>
            <a:ahLst/>
            <a:cxnLst/>
            <a:rect l="l" t="t" r="r" b="b"/>
            <a:pathLst>
              <a:path w="733425" h="739140">
                <a:moveTo>
                  <a:pt x="0" y="369570"/>
                </a:moveTo>
                <a:lnTo>
                  <a:pt x="2855" y="323210"/>
                </a:lnTo>
                <a:lnTo>
                  <a:pt x="11193" y="278570"/>
                </a:lnTo>
                <a:lnTo>
                  <a:pt x="24669" y="235994"/>
                </a:lnTo>
                <a:lnTo>
                  <a:pt x="42941" y="195830"/>
                </a:lnTo>
                <a:lnTo>
                  <a:pt x="65664" y="158423"/>
                </a:lnTo>
                <a:lnTo>
                  <a:pt x="92497" y="124121"/>
                </a:lnTo>
                <a:lnTo>
                  <a:pt x="123094" y="93268"/>
                </a:lnTo>
                <a:lnTo>
                  <a:pt x="157114" y="66212"/>
                </a:lnTo>
                <a:lnTo>
                  <a:pt x="194212" y="43299"/>
                </a:lnTo>
                <a:lnTo>
                  <a:pt x="234045" y="24875"/>
                </a:lnTo>
                <a:lnTo>
                  <a:pt x="276270" y="11286"/>
                </a:lnTo>
                <a:lnTo>
                  <a:pt x="320543" y="2879"/>
                </a:lnTo>
                <a:lnTo>
                  <a:pt x="366521" y="0"/>
                </a:lnTo>
                <a:lnTo>
                  <a:pt x="412500" y="2879"/>
                </a:lnTo>
                <a:lnTo>
                  <a:pt x="456773" y="11286"/>
                </a:lnTo>
                <a:lnTo>
                  <a:pt x="498998" y="24875"/>
                </a:lnTo>
                <a:lnTo>
                  <a:pt x="538831" y="43299"/>
                </a:lnTo>
                <a:lnTo>
                  <a:pt x="575929" y="66212"/>
                </a:lnTo>
                <a:lnTo>
                  <a:pt x="609949" y="93268"/>
                </a:lnTo>
                <a:lnTo>
                  <a:pt x="640546" y="124121"/>
                </a:lnTo>
                <a:lnTo>
                  <a:pt x="667379" y="158423"/>
                </a:lnTo>
                <a:lnTo>
                  <a:pt x="690102" y="195830"/>
                </a:lnTo>
                <a:lnTo>
                  <a:pt x="708374" y="235994"/>
                </a:lnTo>
                <a:lnTo>
                  <a:pt x="721850" y="278570"/>
                </a:lnTo>
                <a:lnTo>
                  <a:pt x="730188" y="323210"/>
                </a:lnTo>
                <a:lnTo>
                  <a:pt x="733043" y="369570"/>
                </a:lnTo>
                <a:lnTo>
                  <a:pt x="730188" y="415926"/>
                </a:lnTo>
                <a:lnTo>
                  <a:pt x="721850" y="460565"/>
                </a:lnTo>
                <a:lnTo>
                  <a:pt x="708374" y="503140"/>
                </a:lnTo>
                <a:lnTo>
                  <a:pt x="690102" y="543303"/>
                </a:lnTo>
                <a:lnTo>
                  <a:pt x="667379" y="580710"/>
                </a:lnTo>
                <a:lnTo>
                  <a:pt x="640546" y="615013"/>
                </a:lnTo>
                <a:lnTo>
                  <a:pt x="609949" y="645866"/>
                </a:lnTo>
                <a:lnTo>
                  <a:pt x="575929" y="672923"/>
                </a:lnTo>
                <a:lnTo>
                  <a:pt x="538831" y="695837"/>
                </a:lnTo>
                <a:lnTo>
                  <a:pt x="498998" y="714262"/>
                </a:lnTo>
                <a:lnTo>
                  <a:pt x="456773" y="727852"/>
                </a:lnTo>
                <a:lnTo>
                  <a:pt x="412500" y="736260"/>
                </a:lnTo>
                <a:lnTo>
                  <a:pt x="366521" y="739140"/>
                </a:lnTo>
                <a:lnTo>
                  <a:pt x="320543" y="736260"/>
                </a:lnTo>
                <a:lnTo>
                  <a:pt x="276270" y="727852"/>
                </a:lnTo>
                <a:lnTo>
                  <a:pt x="234045" y="714262"/>
                </a:lnTo>
                <a:lnTo>
                  <a:pt x="194212" y="695837"/>
                </a:lnTo>
                <a:lnTo>
                  <a:pt x="157114" y="672923"/>
                </a:lnTo>
                <a:lnTo>
                  <a:pt x="123094" y="645866"/>
                </a:lnTo>
                <a:lnTo>
                  <a:pt x="92497" y="615013"/>
                </a:lnTo>
                <a:lnTo>
                  <a:pt x="65664" y="580710"/>
                </a:lnTo>
                <a:lnTo>
                  <a:pt x="42941" y="543303"/>
                </a:lnTo>
                <a:lnTo>
                  <a:pt x="24669" y="503140"/>
                </a:lnTo>
                <a:lnTo>
                  <a:pt x="11193" y="460565"/>
                </a:lnTo>
                <a:lnTo>
                  <a:pt x="2855" y="415926"/>
                </a:lnTo>
                <a:lnTo>
                  <a:pt x="0" y="369570"/>
                </a:lnTo>
                <a:close/>
              </a:path>
              <a:path w="733425" h="739140">
                <a:moveTo>
                  <a:pt x="59435" y="381000"/>
                </a:moveTo>
                <a:lnTo>
                  <a:pt x="62757" y="335282"/>
                </a:lnTo>
                <a:lnTo>
                  <a:pt x="72406" y="291647"/>
                </a:lnTo>
                <a:lnTo>
                  <a:pt x="87908" y="250574"/>
                </a:lnTo>
                <a:lnTo>
                  <a:pt x="108790" y="212541"/>
                </a:lnTo>
                <a:lnTo>
                  <a:pt x="134576" y="178027"/>
                </a:lnTo>
                <a:lnTo>
                  <a:pt x="164794" y="147510"/>
                </a:lnTo>
                <a:lnTo>
                  <a:pt x="198969" y="121468"/>
                </a:lnTo>
                <a:lnTo>
                  <a:pt x="236627" y="100381"/>
                </a:lnTo>
                <a:lnTo>
                  <a:pt x="277294" y="84726"/>
                </a:lnTo>
                <a:lnTo>
                  <a:pt x="320496" y="74982"/>
                </a:lnTo>
                <a:lnTo>
                  <a:pt x="365759" y="71628"/>
                </a:lnTo>
                <a:lnTo>
                  <a:pt x="411023" y="74982"/>
                </a:lnTo>
                <a:lnTo>
                  <a:pt x="454225" y="84726"/>
                </a:lnTo>
                <a:lnTo>
                  <a:pt x="494892" y="100381"/>
                </a:lnTo>
                <a:lnTo>
                  <a:pt x="532550" y="121468"/>
                </a:lnTo>
                <a:lnTo>
                  <a:pt x="566725" y="147510"/>
                </a:lnTo>
                <a:lnTo>
                  <a:pt x="596943" y="178027"/>
                </a:lnTo>
                <a:lnTo>
                  <a:pt x="622729" y="212541"/>
                </a:lnTo>
                <a:lnTo>
                  <a:pt x="643611" y="250574"/>
                </a:lnTo>
                <a:lnTo>
                  <a:pt x="659113" y="291647"/>
                </a:lnTo>
                <a:lnTo>
                  <a:pt x="668762" y="335282"/>
                </a:lnTo>
                <a:lnTo>
                  <a:pt x="672083" y="381000"/>
                </a:lnTo>
                <a:lnTo>
                  <a:pt x="668762" y="426717"/>
                </a:lnTo>
                <a:lnTo>
                  <a:pt x="659113" y="470352"/>
                </a:lnTo>
                <a:lnTo>
                  <a:pt x="643611" y="511425"/>
                </a:lnTo>
                <a:lnTo>
                  <a:pt x="622729" y="549458"/>
                </a:lnTo>
                <a:lnTo>
                  <a:pt x="596943" y="583972"/>
                </a:lnTo>
                <a:lnTo>
                  <a:pt x="566725" y="614489"/>
                </a:lnTo>
                <a:lnTo>
                  <a:pt x="532550" y="640531"/>
                </a:lnTo>
                <a:lnTo>
                  <a:pt x="494892" y="661618"/>
                </a:lnTo>
                <a:lnTo>
                  <a:pt x="454225" y="677273"/>
                </a:lnTo>
                <a:lnTo>
                  <a:pt x="411023" y="687017"/>
                </a:lnTo>
                <a:lnTo>
                  <a:pt x="365759" y="690372"/>
                </a:lnTo>
                <a:lnTo>
                  <a:pt x="320496" y="687017"/>
                </a:lnTo>
                <a:lnTo>
                  <a:pt x="277294" y="677273"/>
                </a:lnTo>
                <a:lnTo>
                  <a:pt x="236627" y="661618"/>
                </a:lnTo>
                <a:lnTo>
                  <a:pt x="198969" y="640531"/>
                </a:lnTo>
                <a:lnTo>
                  <a:pt x="164794" y="614489"/>
                </a:lnTo>
                <a:lnTo>
                  <a:pt x="134576" y="583972"/>
                </a:lnTo>
                <a:lnTo>
                  <a:pt x="108790" y="549458"/>
                </a:lnTo>
                <a:lnTo>
                  <a:pt x="87908" y="511425"/>
                </a:lnTo>
                <a:lnTo>
                  <a:pt x="72406" y="470352"/>
                </a:lnTo>
                <a:lnTo>
                  <a:pt x="62757" y="426717"/>
                </a:lnTo>
                <a:lnTo>
                  <a:pt x="59435" y="381000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084564" y="5167884"/>
            <a:ext cx="733425" cy="741045"/>
          </a:xfrm>
          <a:custGeom>
            <a:avLst/>
            <a:gdLst/>
            <a:ahLst/>
            <a:cxnLst/>
            <a:rect l="l" t="t" r="r" b="b"/>
            <a:pathLst>
              <a:path w="733425" h="741045">
                <a:moveTo>
                  <a:pt x="0" y="370332"/>
                </a:moveTo>
                <a:lnTo>
                  <a:pt x="2855" y="323889"/>
                </a:lnTo>
                <a:lnTo>
                  <a:pt x="11193" y="279166"/>
                </a:lnTo>
                <a:lnTo>
                  <a:pt x="24669" y="236507"/>
                </a:lnTo>
                <a:lnTo>
                  <a:pt x="42941" y="196263"/>
                </a:lnTo>
                <a:lnTo>
                  <a:pt x="65664" y="158779"/>
                </a:lnTo>
                <a:lnTo>
                  <a:pt x="92497" y="124403"/>
                </a:lnTo>
                <a:lnTo>
                  <a:pt x="123094" y="93483"/>
                </a:lnTo>
                <a:lnTo>
                  <a:pt x="157114" y="66367"/>
                </a:lnTo>
                <a:lnTo>
                  <a:pt x="194212" y="43401"/>
                </a:lnTo>
                <a:lnTo>
                  <a:pt x="234045" y="24934"/>
                </a:lnTo>
                <a:lnTo>
                  <a:pt x="276270" y="11313"/>
                </a:lnTo>
                <a:lnTo>
                  <a:pt x="320543" y="2886"/>
                </a:lnTo>
                <a:lnTo>
                  <a:pt x="366521" y="0"/>
                </a:lnTo>
                <a:lnTo>
                  <a:pt x="412500" y="2886"/>
                </a:lnTo>
                <a:lnTo>
                  <a:pt x="456773" y="11313"/>
                </a:lnTo>
                <a:lnTo>
                  <a:pt x="498998" y="24934"/>
                </a:lnTo>
                <a:lnTo>
                  <a:pt x="538831" y="43401"/>
                </a:lnTo>
                <a:lnTo>
                  <a:pt x="575929" y="66367"/>
                </a:lnTo>
                <a:lnTo>
                  <a:pt x="609949" y="93483"/>
                </a:lnTo>
                <a:lnTo>
                  <a:pt x="640546" y="124403"/>
                </a:lnTo>
                <a:lnTo>
                  <a:pt x="667379" y="158779"/>
                </a:lnTo>
                <a:lnTo>
                  <a:pt x="690102" y="196263"/>
                </a:lnTo>
                <a:lnTo>
                  <a:pt x="708374" y="236507"/>
                </a:lnTo>
                <a:lnTo>
                  <a:pt x="721850" y="279166"/>
                </a:lnTo>
                <a:lnTo>
                  <a:pt x="730188" y="323889"/>
                </a:lnTo>
                <a:lnTo>
                  <a:pt x="733043" y="370332"/>
                </a:lnTo>
                <a:lnTo>
                  <a:pt x="730188" y="416786"/>
                </a:lnTo>
                <a:lnTo>
                  <a:pt x="721850" y="461518"/>
                </a:lnTo>
                <a:lnTo>
                  <a:pt x="708374" y="504182"/>
                </a:lnTo>
                <a:lnTo>
                  <a:pt x="690102" y="544429"/>
                </a:lnTo>
                <a:lnTo>
                  <a:pt x="667379" y="581912"/>
                </a:lnTo>
                <a:lnTo>
                  <a:pt x="640546" y="616286"/>
                </a:lnTo>
                <a:lnTo>
                  <a:pt x="609949" y="647202"/>
                </a:lnTo>
                <a:lnTo>
                  <a:pt x="575929" y="674314"/>
                </a:lnTo>
                <a:lnTo>
                  <a:pt x="538831" y="697274"/>
                </a:lnTo>
                <a:lnTo>
                  <a:pt x="498998" y="715737"/>
                </a:lnTo>
                <a:lnTo>
                  <a:pt x="456773" y="729354"/>
                </a:lnTo>
                <a:lnTo>
                  <a:pt x="412500" y="737778"/>
                </a:lnTo>
                <a:lnTo>
                  <a:pt x="366521" y="740664"/>
                </a:lnTo>
                <a:lnTo>
                  <a:pt x="320543" y="737778"/>
                </a:lnTo>
                <a:lnTo>
                  <a:pt x="276270" y="729354"/>
                </a:lnTo>
                <a:lnTo>
                  <a:pt x="234045" y="715737"/>
                </a:lnTo>
                <a:lnTo>
                  <a:pt x="194212" y="697274"/>
                </a:lnTo>
                <a:lnTo>
                  <a:pt x="157114" y="674314"/>
                </a:lnTo>
                <a:lnTo>
                  <a:pt x="123094" y="647202"/>
                </a:lnTo>
                <a:lnTo>
                  <a:pt x="92497" y="616286"/>
                </a:lnTo>
                <a:lnTo>
                  <a:pt x="65664" y="581912"/>
                </a:lnTo>
                <a:lnTo>
                  <a:pt x="42941" y="544429"/>
                </a:lnTo>
                <a:lnTo>
                  <a:pt x="24669" y="504182"/>
                </a:lnTo>
                <a:lnTo>
                  <a:pt x="11193" y="461518"/>
                </a:lnTo>
                <a:lnTo>
                  <a:pt x="2855" y="416786"/>
                </a:lnTo>
                <a:lnTo>
                  <a:pt x="0" y="370332"/>
                </a:lnTo>
                <a:close/>
              </a:path>
              <a:path w="733425" h="741045">
                <a:moveTo>
                  <a:pt x="59435" y="381762"/>
                </a:moveTo>
                <a:lnTo>
                  <a:pt x="62757" y="336159"/>
                </a:lnTo>
                <a:lnTo>
                  <a:pt x="72406" y="292633"/>
                </a:lnTo>
                <a:lnTo>
                  <a:pt x="87908" y="251662"/>
                </a:lnTo>
                <a:lnTo>
                  <a:pt x="108790" y="213723"/>
                </a:lnTo>
                <a:lnTo>
                  <a:pt x="134576" y="179293"/>
                </a:lnTo>
                <a:lnTo>
                  <a:pt x="164794" y="148851"/>
                </a:lnTo>
                <a:lnTo>
                  <a:pt x="198969" y="122872"/>
                </a:lnTo>
                <a:lnTo>
                  <a:pt x="236627" y="101836"/>
                </a:lnTo>
                <a:lnTo>
                  <a:pt x="277294" y="86218"/>
                </a:lnTo>
                <a:lnTo>
                  <a:pt x="320496" y="76498"/>
                </a:lnTo>
                <a:lnTo>
                  <a:pt x="365759" y="73152"/>
                </a:lnTo>
                <a:lnTo>
                  <a:pt x="411023" y="76498"/>
                </a:lnTo>
                <a:lnTo>
                  <a:pt x="454225" y="86218"/>
                </a:lnTo>
                <a:lnTo>
                  <a:pt x="494892" y="101836"/>
                </a:lnTo>
                <a:lnTo>
                  <a:pt x="532550" y="122872"/>
                </a:lnTo>
                <a:lnTo>
                  <a:pt x="566725" y="148851"/>
                </a:lnTo>
                <a:lnTo>
                  <a:pt x="596943" y="179293"/>
                </a:lnTo>
                <a:lnTo>
                  <a:pt x="622729" y="213723"/>
                </a:lnTo>
                <a:lnTo>
                  <a:pt x="643611" y="251662"/>
                </a:lnTo>
                <a:lnTo>
                  <a:pt x="659113" y="292633"/>
                </a:lnTo>
                <a:lnTo>
                  <a:pt x="668762" y="336159"/>
                </a:lnTo>
                <a:lnTo>
                  <a:pt x="672083" y="381762"/>
                </a:lnTo>
                <a:lnTo>
                  <a:pt x="668762" y="427364"/>
                </a:lnTo>
                <a:lnTo>
                  <a:pt x="659113" y="470890"/>
                </a:lnTo>
                <a:lnTo>
                  <a:pt x="643611" y="511861"/>
                </a:lnTo>
                <a:lnTo>
                  <a:pt x="622729" y="549800"/>
                </a:lnTo>
                <a:lnTo>
                  <a:pt x="596943" y="584230"/>
                </a:lnTo>
                <a:lnTo>
                  <a:pt x="566725" y="614672"/>
                </a:lnTo>
                <a:lnTo>
                  <a:pt x="532550" y="640651"/>
                </a:lnTo>
                <a:lnTo>
                  <a:pt x="494892" y="661687"/>
                </a:lnTo>
                <a:lnTo>
                  <a:pt x="454225" y="677305"/>
                </a:lnTo>
                <a:lnTo>
                  <a:pt x="411023" y="687025"/>
                </a:lnTo>
                <a:lnTo>
                  <a:pt x="365759" y="690372"/>
                </a:lnTo>
                <a:lnTo>
                  <a:pt x="320496" y="687025"/>
                </a:lnTo>
                <a:lnTo>
                  <a:pt x="277294" y="677305"/>
                </a:lnTo>
                <a:lnTo>
                  <a:pt x="236627" y="661687"/>
                </a:lnTo>
                <a:lnTo>
                  <a:pt x="198969" y="640651"/>
                </a:lnTo>
                <a:lnTo>
                  <a:pt x="164794" y="614672"/>
                </a:lnTo>
                <a:lnTo>
                  <a:pt x="134576" y="584230"/>
                </a:lnTo>
                <a:lnTo>
                  <a:pt x="108790" y="549800"/>
                </a:lnTo>
                <a:lnTo>
                  <a:pt x="87908" y="511861"/>
                </a:lnTo>
                <a:lnTo>
                  <a:pt x="72406" y="470890"/>
                </a:lnTo>
                <a:lnTo>
                  <a:pt x="62757" y="427364"/>
                </a:lnTo>
                <a:lnTo>
                  <a:pt x="59435" y="381762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6890766" y="5375036"/>
            <a:ext cx="2121535" cy="850265"/>
            <a:chOff x="6890766" y="5375036"/>
            <a:chExt cx="2121535" cy="850265"/>
          </a:xfrm>
        </p:grpSpPr>
        <p:sp>
          <p:nvSpPr>
            <p:cNvPr id="31" name="object 31"/>
            <p:cNvSpPr/>
            <p:nvPr/>
          </p:nvSpPr>
          <p:spPr>
            <a:xfrm>
              <a:off x="6890766" y="5772912"/>
              <a:ext cx="1831339" cy="342900"/>
            </a:xfrm>
            <a:custGeom>
              <a:avLst/>
              <a:gdLst/>
              <a:ahLst/>
              <a:cxnLst/>
              <a:rect l="l" t="t" r="r" b="b"/>
              <a:pathLst>
                <a:path w="1831340" h="342900">
                  <a:moveTo>
                    <a:pt x="465201" y="57150"/>
                  </a:moveTo>
                  <a:lnTo>
                    <a:pt x="427101" y="38100"/>
                  </a:lnTo>
                  <a:lnTo>
                    <a:pt x="350901" y="0"/>
                  </a:lnTo>
                  <a:lnTo>
                    <a:pt x="350901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350901" y="76200"/>
                  </a:lnTo>
                  <a:lnTo>
                    <a:pt x="350901" y="114300"/>
                  </a:lnTo>
                  <a:lnTo>
                    <a:pt x="427101" y="76200"/>
                  </a:lnTo>
                  <a:lnTo>
                    <a:pt x="465201" y="57150"/>
                  </a:lnTo>
                  <a:close/>
                </a:path>
                <a:path w="1831340" h="342900">
                  <a:moveTo>
                    <a:pt x="1244854" y="268312"/>
                  </a:moveTo>
                  <a:lnTo>
                    <a:pt x="1194054" y="267970"/>
                  </a:lnTo>
                  <a:lnTo>
                    <a:pt x="1194054" y="280670"/>
                  </a:lnTo>
                  <a:lnTo>
                    <a:pt x="1244854" y="281000"/>
                  </a:lnTo>
                  <a:lnTo>
                    <a:pt x="1244854" y="268312"/>
                  </a:lnTo>
                  <a:close/>
                </a:path>
                <a:path w="1831340" h="342900">
                  <a:moveTo>
                    <a:pt x="1333881" y="269862"/>
                  </a:moveTo>
                  <a:lnTo>
                    <a:pt x="1283081" y="268744"/>
                  </a:lnTo>
                  <a:lnTo>
                    <a:pt x="1282827" y="281432"/>
                  </a:lnTo>
                  <a:lnTo>
                    <a:pt x="1333627" y="282549"/>
                  </a:lnTo>
                  <a:lnTo>
                    <a:pt x="1333881" y="269862"/>
                  </a:lnTo>
                  <a:close/>
                </a:path>
                <a:path w="1831340" h="342900">
                  <a:moveTo>
                    <a:pt x="1422908" y="273342"/>
                  </a:moveTo>
                  <a:lnTo>
                    <a:pt x="1372108" y="271106"/>
                  </a:lnTo>
                  <a:lnTo>
                    <a:pt x="1371600" y="283794"/>
                  </a:lnTo>
                  <a:lnTo>
                    <a:pt x="1422273" y="286029"/>
                  </a:lnTo>
                  <a:lnTo>
                    <a:pt x="1422908" y="273342"/>
                  </a:lnTo>
                  <a:close/>
                </a:path>
                <a:path w="1831340" h="342900">
                  <a:moveTo>
                    <a:pt x="1508633" y="294436"/>
                  </a:moveTo>
                  <a:lnTo>
                    <a:pt x="1508150" y="294220"/>
                  </a:lnTo>
                  <a:lnTo>
                    <a:pt x="1507972" y="294220"/>
                  </a:lnTo>
                  <a:lnTo>
                    <a:pt x="1508633" y="294436"/>
                  </a:lnTo>
                  <a:close/>
                </a:path>
                <a:path w="1831340" h="342900">
                  <a:moveTo>
                    <a:pt x="1513713" y="282841"/>
                  </a:moveTo>
                  <a:lnTo>
                    <a:pt x="1462913" y="275793"/>
                  </a:lnTo>
                  <a:lnTo>
                    <a:pt x="1461008" y="275666"/>
                  </a:lnTo>
                  <a:lnTo>
                    <a:pt x="1460106" y="288455"/>
                  </a:lnTo>
                  <a:lnTo>
                    <a:pt x="1461897" y="288455"/>
                  </a:lnTo>
                  <a:lnTo>
                    <a:pt x="1477645" y="289788"/>
                  </a:lnTo>
                  <a:lnTo>
                    <a:pt x="1507972" y="294220"/>
                  </a:lnTo>
                  <a:lnTo>
                    <a:pt x="1508163" y="293852"/>
                  </a:lnTo>
                  <a:lnTo>
                    <a:pt x="1508252" y="293674"/>
                  </a:lnTo>
                  <a:lnTo>
                    <a:pt x="1513713" y="282841"/>
                  </a:lnTo>
                  <a:close/>
                </a:path>
                <a:path w="1831340" h="342900">
                  <a:moveTo>
                    <a:pt x="1598422" y="293433"/>
                  </a:moveTo>
                  <a:lnTo>
                    <a:pt x="1580896" y="292455"/>
                  </a:lnTo>
                  <a:lnTo>
                    <a:pt x="1571752" y="291896"/>
                  </a:lnTo>
                  <a:lnTo>
                    <a:pt x="1562862" y="291236"/>
                  </a:lnTo>
                  <a:lnTo>
                    <a:pt x="1548003" y="289966"/>
                  </a:lnTo>
                  <a:lnTo>
                    <a:pt x="1546860" y="302615"/>
                  </a:lnTo>
                  <a:lnTo>
                    <a:pt x="1553718" y="303225"/>
                  </a:lnTo>
                  <a:lnTo>
                    <a:pt x="1570863" y="304558"/>
                  </a:lnTo>
                  <a:lnTo>
                    <a:pt x="1597787" y="306108"/>
                  </a:lnTo>
                  <a:lnTo>
                    <a:pt x="1598422" y="293433"/>
                  </a:lnTo>
                  <a:close/>
                </a:path>
                <a:path w="1831340" h="342900">
                  <a:moveTo>
                    <a:pt x="1687068" y="297027"/>
                  </a:moveTo>
                  <a:lnTo>
                    <a:pt x="1686560" y="297027"/>
                  </a:lnTo>
                  <a:lnTo>
                    <a:pt x="1636395" y="295249"/>
                  </a:lnTo>
                  <a:lnTo>
                    <a:pt x="1635887" y="307936"/>
                  </a:lnTo>
                  <a:lnTo>
                    <a:pt x="1686687" y="309727"/>
                  </a:lnTo>
                  <a:lnTo>
                    <a:pt x="1687068" y="297027"/>
                  </a:lnTo>
                  <a:close/>
                </a:path>
                <a:path w="1831340" h="342900">
                  <a:moveTo>
                    <a:pt x="1818894" y="311213"/>
                  </a:moveTo>
                  <a:lnTo>
                    <a:pt x="1767205" y="311213"/>
                  </a:lnTo>
                  <a:lnTo>
                    <a:pt x="1754505" y="311213"/>
                  </a:lnTo>
                  <a:lnTo>
                    <a:pt x="1754251" y="342874"/>
                  </a:lnTo>
                  <a:lnTo>
                    <a:pt x="1818894" y="311213"/>
                  </a:lnTo>
                  <a:close/>
                </a:path>
                <a:path w="1831340" h="342900">
                  <a:moveTo>
                    <a:pt x="1830832" y="305371"/>
                  </a:moveTo>
                  <a:lnTo>
                    <a:pt x="1754886" y="266687"/>
                  </a:lnTo>
                  <a:lnTo>
                    <a:pt x="1754619" y="297903"/>
                  </a:lnTo>
                  <a:lnTo>
                    <a:pt x="1754619" y="298386"/>
                  </a:lnTo>
                  <a:lnTo>
                    <a:pt x="1748472" y="298386"/>
                  </a:lnTo>
                  <a:lnTo>
                    <a:pt x="1725168" y="297903"/>
                  </a:lnTo>
                  <a:lnTo>
                    <a:pt x="1725015" y="305371"/>
                  </a:lnTo>
                  <a:lnTo>
                    <a:pt x="1724914" y="310603"/>
                  </a:lnTo>
                  <a:lnTo>
                    <a:pt x="1748256" y="311086"/>
                  </a:lnTo>
                  <a:lnTo>
                    <a:pt x="1754505" y="311086"/>
                  </a:lnTo>
                  <a:lnTo>
                    <a:pt x="1767205" y="311086"/>
                  </a:lnTo>
                  <a:lnTo>
                    <a:pt x="1819160" y="311086"/>
                  </a:lnTo>
                  <a:lnTo>
                    <a:pt x="1830832" y="3053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55065" y="5375036"/>
              <a:ext cx="176668" cy="1777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4522" y="6047120"/>
              <a:ext cx="177781" cy="17776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9963911" y="5503164"/>
            <a:ext cx="1910080" cy="64643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710" marR="256540">
              <a:lnSpc>
                <a:spcPct val="100000"/>
              </a:lnSpc>
              <a:spcBef>
                <a:spcPts val="320"/>
              </a:spcBef>
            </a:pPr>
            <a:r>
              <a:rPr sz="1800" spc="-30" dirty="0">
                <a:latin typeface="Franklin Gothic Medium"/>
                <a:cs typeface="Franklin Gothic Medium"/>
              </a:rPr>
              <a:t>Accept</a:t>
            </a:r>
            <a:r>
              <a:rPr sz="1800" spc="-7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state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not </a:t>
            </a:r>
            <a:r>
              <a:rPr sz="1800" spc="-10" dirty="0">
                <a:latin typeface="Franklin Gothic Medium"/>
                <a:cs typeface="Franklin Gothic Medium"/>
              </a:rPr>
              <a:t>reachable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DFA–</a:t>
            </a:r>
            <a:r>
              <a:rPr sz="4000" spc="-105" dirty="0"/>
              <a:t> </a:t>
            </a:r>
            <a:r>
              <a:rPr sz="4000" spc="-70" dirty="0"/>
              <a:t>Accepting</a:t>
            </a:r>
            <a:r>
              <a:rPr sz="4000" spc="-110" dirty="0"/>
              <a:t> </a:t>
            </a:r>
            <a:r>
              <a:rPr sz="4000" spc="-10" dirty="0"/>
              <a:t>strings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4172" y="1136649"/>
            <a:ext cx="983551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Franklin Gothic Medium"/>
                <a:cs typeface="Franklin Gothic Medium"/>
              </a:rPr>
              <a:t>Def: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800" spc="1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accepts</a:t>
            </a:r>
            <a:r>
              <a:rPr sz="2800" u="sng" spc="-55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string</a:t>
            </a:r>
            <a:r>
              <a:rPr sz="2800" spc="-5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800" spc="17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2800" spc="10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3075" baseline="-16260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3075" baseline="-16260" dirty="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3075" baseline="-16260" dirty="0">
                <a:solidFill>
                  <a:srgbClr val="C00000"/>
                </a:solidFill>
                <a:latin typeface="Cambria Math"/>
                <a:cs typeface="Cambria Math"/>
              </a:rPr>
              <a:t>3</a:t>
            </a:r>
            <a:r>
              <a:rPr sz="3075" spc="150" baseline="-1626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…</a:t>
            </a:r>
            <a:r>
              <a:rPr sz="2800" spc="-16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3075" baseline="-16260" dirty="0">
                <a:solidFill>
                  <a:srgbClr val="C00000"/>
                </a:solidFill>
                <a:latin typeface="Cambria Math"/>
                <a:cs typeface="Cambria Math"/>
              </a:rPr>
              <a:t>𝑛</a:t>
            </a:r>
            <a:r>
              <a:rPr sz="3075" spc="494" baseline="-1626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each</a:t>
            </a:r>
            <a:r>
              <a:rPr sz="2800" spc="-4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Cambria Math"/>
                <a:cs typeface="Cambria Math"/>
              </a:rPr>
              <a:t>𝑤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3075" spc="637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∈</a:t>
            </a:r>
            <a:r>
              <a:rPr sz="2800" spc="110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800" spc="110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if</a:t>
            </a:r>
            <a:r>
              <a:rPr sz="2800" spc="-5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there</a:t>
            </a:r>
            <a:r>
              <a:rPr sz="2800" spc="-4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is</a:t>
            </a:r>
            <a:r>
              <a:rPr sz="2800" spc="-60" dirty="0">
                <a:latin typeface="Franklin Gothic Medium"/>
                <a:cs typeface="Franklin Gothic Medium"/>
              </a:rPr>
              <a:t> </a:t>
            </a:r>
            <a:r>
              <a:rPr sz="2800" spc="-50" dirty="0">
                <a:latin typeface="Franklin Gothic Medium"/>
                <a:cs typeface="Franklin Gothic Medium"/>
              </a:rPr>
              <a:t>a </a:t>
            </a:r>
            <a:r>
              <a:rPr sz="2800" dirty="0">
                <a:latin typeface="Franklin Gothic Medium"/>
                <a:cs typeface="Franklin Gothic Medium"/>
              </a:rPr>
              <a:t>sequence</a:t>
            </a:r>
            <a:r>
              <a:rPr sz="2800" spc="-17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of</a:t>
            </a:r>
            <a:r>
              <a:rPr sz="2800" spc="-16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states</a:t>
            </a:r>
            <a:r>
              <a:rPr sz="2800" spc="-50" dirty="0">
                <a:latin typeface="Franklin Gothic Medium"/>
                <a:cs typeface="Franklin Gothic Medium"/>
              </a:rPr>
              <a:t> </a:t>
            </a:r>
            <a:r>
              <a:rPr sz="2800" spc="-65" dirty="0">
                <a:solidFill>
                  <a:srgbClr val="C55A11"/>
                </a:solidFill>
                <a:latin typeface="Cambria Math"/>
                <a:cs typeface="Cambria Math"/>
              </a:rPr>
              <a:t>𝑟</a:t>
            </a:r>
            <a:r>
              <a:rPr sz="3075" spc="-97" baseline="-16260" dirty="0">
                <a:solidFill>
                  <a:srgbClr val="C55A11"/>
                </a:solidFill>
                <a:latin typeface="Cambria Math"/>
                <a:cs typeface="Cambria Math"/>
              </a:rPr>
              <a:t>0</a:t>
            </a:r>
            <a:r>
              <a:rPr sz="2800" spc="-65" dirty="0">
                <a:solidFill>
                  <a:srgbClr val="C55A11"/>
                </a:solidFill>
                <a:latin typeface="Cambria Math"/>
                <a:cs typeface="Cambria Math"/>
              </a:rPr>
              <a:t>,</a:t>
            </a:r>
            <a:r>
              <a:rPr sz="2800" spc="-15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spc="-380" dirty="0">
                <a:solidFill>
                  <a:srgbClr val="C55A11"/>
                </a:solidFill>
                <a:latin typeface="Cambria Math"/>
                <a:cs typeface="Cambria Math"/>
              </a:rPr>
              <a:t>𝑟</a:t>
            </a:r>
            <a:r>
              <a:rPr sz="3075" spc="187" baseline="-16260" dirty="0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,</a:t>
            </a:r>
            <a:r>
              <a:rPr sz="2800" spc="-15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spc="-55" dirty="0">
                <a:solidFill>
                  <a:srgbClr val="C55A11"/>
                </a:solidFill>
                <a:latin typeface="Cambria Math"/>
                <a:cs typeface="Cambria Math"/>
              </a:rPr>
              <a:t>𝑟</a:t>
            </a:r>
            <a:r>
              <a:rPr sz="3075" spc="-82" baseline="-16260" dirty="0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sz="2800" spc="-55" dirty="0">
                <a:solidFill>
                  <a:srgbClr val="C55A11"/>
                </a:solidFill>
                <a:latin typeface="Cambria Math"/>
                <a:cs typeface="Cambria Math"/>
              </a:rPr>
              <a:t>,</a:t>
            </a:r>
            <a:r>
              <a:rPr sz="2800" spc="-16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…</a:t>
            </a:r>
            <a:r>
              <a:rPr sz="2800" spc="-155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C55A11"/>
                </a:solidFill>
                <a:latin typeface="Cambria Math"/>
                <a:cs typeface="Cambria Math"/>
              </a:rPr>
              <a:t>,</a:t>
            </a:r>
            <a:r>
              <a:rPr sz="2800" spc="-15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C55A11"/>
                </a:solidFill>
                <a:latin typeface="Cambria Math"/>
                <a:cs typeface="Cambria Math"/>
              </a:rPr>
              <a:t>𝑟</a:t>
            </a:r>
            <a:r>
              <a:rPr sz="3075" spc="-15" baseline="-16260" dirty="0">
                <a:solidFill>
                  <a:srgbClr val="C55A11"/>
                </a:solidFill>
                <a:latin typeface="Cambria Math"/>
                <a:cs typeface="Cambria Math"/>
              </a:rPr>
              <a:t>𝑛</a:t>
            </a:r>
            <a:r>
              <a:rPr sz="3075" spc="600" baseline="-1626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∈</a:t>
            </a:r>
            <a:r>
              <a:rPr sz="2800" spc="80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800" spc="8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where: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796" y="2451049"/>
            <a:ext cx="1168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mbria Math"/>
                <a:cs typeface="Cambria Math"/>
              </a:rPr>
              <a:t>𝑟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3075" spc="434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25" dirty="0">
                <a:latin typeface="Cambria Math"/>
                <a:cs typeface="Cambria Math"/>
              </a:rPr>
              <a:t> </a:t>
            </a:r>
            <a:r>
              <a:rPr sz="2800" spc="-35" dirty="0">
                <a:latin typeface="Cambria Math"/>
                <a:cs typeface="Cambria Math"/>
              </a:rPr>
              <a:t>𝑞</a:t>
            </a:r>
            <a:r>
              <a:rPr sz="3075" spc="-52" baseline="-16260" dirty="0">
                <a:latin typeface="Cambria Math"/>
                <a:cs typeface="Cambria Math"/>
              </a:rPr>
              <a:t>0</a:t>
            </a:r>
            <a:endParaRPr sz="3075" baseline="-1626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700" y="3641852"/>
            <a:ext cx="4735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mbria Math"/>
                <a:cs typeface="Cambria Math"/>
              </a:rPr>
              <a:t>𝑟</a:t>
            </a:r>
            <a:r>
              <a:rPr sz="3075" baseline="-16260" dirty="0">
                <a:latin typeface="Cambria Math"/>
                <a:cs typeface="Cambria Math"/>
              </a:rPr>
              <a:t>𝑖+1</a:t>
            </a:r>
            <a:r>
              <a:rPr sz="3075" spc="577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25" dirty="0">
                <a:latin typeface="Cambria Math"/>
                <a:cs typeface="Cambria Math"/>
              </a:rPr>
              <a:t> </a:t>
            </a:r>
            <a:r>
              <a:rPr sz="2800" spc="10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800" dirty="0">
                <a:latin typeface="Cambria Math"/>
                <a:cs typeface="Cambria Math"/>
              </a:rPr>
              <a:t>(</a:t>
            </a:r>
            <a:r>
              <a:rPr sz="2800" spc="-315" dirty="0">
                <a:latin typeface="Cambria Math"/>
                <a:cs typeface="Cambria Math"/>
              </a:rPr>
              <a:t>𝑟</a:t>
            </a:r>
            <a:r>
              <a:rPr sz="3075" spc="292" baseline="-16260" dirty="0">
                <a:latin typeface="Cambria Math"/>
                <a:cs typeface="Cambria Math"/>
              </a:rPr>
              <a:t>𝑖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𝑤</a:t>
            </a:r>
            <a:r>
              <a:rPr sz="3075" baseline="-16260" dirty="0">
                <a:latin typeface="Cambria Math"/>
                <a:cs typeface="Cambria Math"/>
              </a:rPr>
              <a:t>𝑖+1</a:t>
            </a:r>
            <a:r>
              <a:rPr sz="2800" dirty="0">
                <a:latin typeface="Cambria Math"/>
                <a:cs typeface="Cambria Math"/>
              </a:rPr>
              <a:t>)</a:t>
            </a:r>
            <a:r>
              <a:rPr sz="2800" spc="40" dirty="0"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for</a:t>
            </a:r>
            <a:r>
              <a:rPr sz="2800" spc="-3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Cambria Math"/>
                <a:cs typeface="Cambria Math"/>
              </a:rPr>
              <a:t>0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≤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sz="2800" spc="2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≤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752" y="4907102"/>
            <a:ext cx="1011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 Math"/>
                <a:cs typeface="Cambria Math"/>
              </a:rPr>
              <a:t>𝑟</a:t>
            </a:r>
            <a:r>
              <a:rPr sz="3075" spc="-15" baseline="-16260" dirty="0">
                <a:latin typeface="Cambria Math"/>
                <a:cs typeface="Cambria Math"/>
              </a:rPr>
              <a:t>𝑛</a:t>
            </a:r>
            <a:r>
              <a:rPr sz="3075" spc="434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∈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1720" y="2505455"/>
            <a:ext cx="2618740" cy="36893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Franklin Gothic Medium"/>
                <a:cs typeface="Franklin Gothic Medium"/>
              </a:rPr>
              <a:t>Starts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at</a:t>
            </a:r>
            <a:r>
              <a:rPr sz="1800" spc="-3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3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start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state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61888" y="3584447"/>
            <a:ext cx="5858510" cy="64770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275" rIns="0" bIns="0" rtlCol="0">
            <a:spAutoFit/>
          </a:bodyPr>
          <a:lstStyle/>
          <a:p>
            <a:pPr marL="90805" marR="34417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Franklin Gothic Medium"/>
                <a:cs typeface="Franklin Gothic Medium"/>
              </a:rPr>
              <a:t>Each</a:t>
            </a:r>
            <a:r>
              <a:rPr sz="1800" spc="-6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state</a:t>
            </a:r>
            <a:r>
              <a:rPr sz="1800" spc="-65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legally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follows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7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transition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state</a:t>
            </a:r>
            <a:r>
              <a:rPr sz="1800" spc="-6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accordingly </a:t>
            </a:r>
            <a:r>
              <a:rPr sz="1800" spc="-20" dirty="0">
                <a:latin typeface="Franklin Gothic Medium"/>
                <a:cs typeface="Franklin Gothic Medium"/>
              </a:rPr>
              <a:t>with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538235"/>
                </a:solidFill>
                <a:latin typeface="Franklin Gothic Medium"/>
                <a:cs typeface="Franklin Gothic Medium"/>
              </a:rPr>
              <a:t>transition</a:t>
            </a:r>
            <a:r>
              <a:rPr sz="1800" spc="-40" dirty="0">
                <a:solidFill>
                  <a:srgbClr val="538235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538235"/>
                </a:solidFill>
                <a:latin typeface="Franklin Gothic Medium"/>
                <a:cs typeface="Franklin Gothic Medium"/>
              </a:rPr>
              <a:t>function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06751" y="5018532"/>
            <a:ext cx="5195570" cy="36893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end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of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input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needs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to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be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in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an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accept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state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DFA–</a:t>
            </a:r>
            <a:r>
              <a:rPr sz="4000" spc="-135" dirty="0"/>
              <a:t> </a:t>
            </a:r>
            <a:r>
              <a:rPr sz="4000" spc="-45" dirty="0"/>
              <a:t>Recognizing</a:t>
            </a:r>
            <a:r>
              <a:rPr sz="4000" spc="-160" dirty="0"/>
              <a:t> </a:t>
            </a:r>
            <a:r>
              <a:rPr sz="4000" spc="-20" dirty="0"/>
              <a:t>Languages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4172" y="1136649"/>
            <a:ext cx="983551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Franklin Gothic Medium"/>
                <a:cs typeface="Franklin Gothic Medium"/>
              </a:rPr>
              <a:t>Def:</a:t>
            </a:r>
            <a:r>
              <a:rPr sz="2800" spc="-8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800" spc="114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accepts</a:t>
            </a:r>
            <a:r>
              <a:rPr sz="2800" u="sng" spc="-55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string</a:t>
            </a:r>
            <a:r>
              <a:rPr sz="2800" u="sng" spc="-5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800" spc="17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2800" spc="10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3075" baseline="-16260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3075" baseline="-16260" dirty="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3075" baseline="-16260" dirty="0">
                <a:solidFill>
                  <a:srgbClr val="C00000"/>
                </a:solidFill>
                <a:latin typeface="Cambria Math"/>
                <a:cs typeface="Cambria Math"/>
              </a:rPr>
              <a:t>3</a:t>
            </a:r>
            <a:r>
              <a:rPr sz="3075" spc="150" baseline="-1626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…</a:t>
            </a:r>
            <a:r>
              <a:rPr sz="2800" spc="-15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3075" baseline="-16260" dirty="0">
                <a:solidFill>
                  <a:srgbClr val="C00000"/>
                </a:solidFill>
                <a:latin typeface="Cambria Math"/>
                <a:cs typeface="Cambria Math"/>
              </a:rPr>
              <a:t>𝑛</a:t>
            </a:r>
            <a:r>
              <a:rPr sz="3075" spc="494" baseline="-1626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each</a:t>
            </a:r>
            <a:r>
              <a:rPr sz="2800" spc="-4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Cambria Math"/>
                <a:cs typeface="Cambria Math"/>
              </a:rPr>
              <a:t>𝑤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3075" spc="644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∈</a:t>
            </a:r>
            <a:r>
              <a:rPr sz="2800" spc="110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800" spc="114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if</a:t>
            </a:r>
            <a:r>
              <a:rPr sz="2800" spc="-5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there</a:t>
            </a:r>
            <a:r>
              <a:rPr sz="2800" spc="-4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is</a:t>
            </a:r>
            <a:r>
              <a:rPr sz="2800" spc="-60" dirty="0">
                <a:latin typeface="Franklin Gothic Medium"/>
                <a:cs typeface="Franklin Gothic Medium"/>
              </a:rPr>
              <a:t> </a:t>
            </a:r>
            <a:r>
              <a:rPr sz="2800" spc="-50" dirty="0">
                <a:latin typeface="Franklin Gothic Medium"/>
                <a:cs typeface="Franklin Gothic Medium"/>
              </a:rPr>
              <a:t>a </a:t>
            </a:r>
            <a:r>
              <a:rPr sz="2800" dirty="0">
                <a:latin typeface="Franklin Gothic Medium"/>
                <a:cs typeface="Franklin Gothic Medium"/>
              </a:rPr>
              <a:t>sequence</a:t>
            </a:r>
            <a:r>
              <a:rPr sz="2800" spc="-17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of</a:t>
            </a:r>
            <a:r>
              <a:rPr sz="2800" spc="-16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states</a:t>
            </a:r>
            <a:r>
              <a:rPr sz="2800" spc="-50" dirty="0">
                <a:latin typeface="Franklin Gothic Medium"/>
                <a:cs typeface="Franklin Gothic Medium"/>
              </a:rPr>
              <a:t> </a:t>
            </a:r>
            <a:r>
              <a:rPr sz="2800" spc="-65" dirty="0">
                <a:solidFill>
                  <a:srgbClr val="C55A11"/>
                </a:solidFill>
                <a:latin typeface="Cambria Math"/>
                <a:cs typeface="Cambria Math"/>
              </a:rPr>
              <a:t>𝑟</a:t>
            </a:r>
            <a:r>
              <a:rPr sz="3075" spc="-97" baseline="-16260" dirty="0">
                <a:solidFill>
                  <a:srgbClr val="C55A11"/>
                </a:solidFill>
                <a:latin typeface="Cambria Math"/>
                <a:cs typeface="Cambria Math"/>
              </a:rPr>
              <a:t>0</a:t>
            </a:r>
            <a:r>
              <a:rPr sz="2800" spc="-65" dirty="0">
                <a:solidFill>
                  <a:srgbClr val="C55A11"/>
                </a:solidFill>
                <a:latin typeface="Cambria Math"/>
                <a:cs typeface="Cambria Math"/>
              </a:rPr>
              <a:t>,</a:t>
            </a:r>
            <a:r>
              <a:rPr sz="2800" spc="-15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spc="-380" dirty="0">
                <a:solidFill>
                  <a:srgbClr val="C55A11"/>
                </a:solidFill>
                <a:latin typeface="Cambria Math"/>
                <a:cs typeface="Cambria Math"/>
              </a:rPr>
              <a:t>𝑟</a:t>
            </a:r>
            <a:r>
              <a:rPr sz="3075" spc="187" baseline="-16260" dirty="0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,</a:t>
            </a:r>
            <a:r>
              <a:rPr sz="2800" spc="-15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spc="-55" dirty="0">
                <a:solidFill>
                  <a:srgbClr val="C55A11"/>
                </a:solidFill>
                <a:latin typeface="Cambria Math"/>
                <a:cs typeface="Cambria Math"/>
              </a:rPr>
              <a:t>𝑟</a:t>
            </a:r>
            <a:r>
              <a:rPr sz="3075" spc="-82" baseline="-16260" dirty="0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sz="2800" spc="-55" dirty="0">
                <a:solidFill>
                  <a:srgbClr val="C55A11"/>
                </a:solidFill>
                <a:latin typeface="Cambria Math"/>
                <a:cs typeface="Cambria Math"/>
              </a:rPr>
              <a:t>,</a:t>
            </a:r>
            <a:r>
              <a:rPr sz="2800" spc="-16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…</a:t>
            </a:r>
            <a:r>
              <a:rPr sz="2800" spc="-155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C55A11"/>
                </a:solidFill>
                <a:latin typeface="Cambria Math"/>
                <a:cs typeface="Cambria Math"/>
              </a:rPr>
              <a:t>,</a:t>
            </a:r>
            <a:r>
              <a:rPr sz="2800" spc="-15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C55A11"/>
                </a:solidFill>
                <a:latin typeface="Cambria Math"/>
                <a:cs typeface="Cambria Math"/>
              </a:rPr>
              <a:t>𝑟</a:t>
            </a:r>
            <a:r>
              <a:rPr sz="3075" spc="-15" baseline="-16260" dirty="0">
                <a:solidFill>
                  <a:srgbClr val="C55A11"/>
                </a:solidFill>
                <a:latin typeface="Cambria Math"/>
                <a:cs typeface="Cambria Math"/>
              </a:rPr>
              <a:t>𝑛</a:t>
            </a:r>
            <a:r>
              <a:rPr sz="3075" spc="600" baseline="-1626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∈</a:t>
            </a:r>
            <a:r>
              <a:rPr sz="2800" spc="80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800" spc="8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where: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9568" y="2283714"/>
            <a:ext cx="1011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𝑟</a:t>
            </a:r>
            <a:r>
              <a:rPr sz="2625" baseline="-15873" dirty="0">
                <a:latin typeface="Cambria Math"/>
                <a:cs typeface="Cambria Math"/>
              </a:rPr>
              <a:t>0</a:t>
            </a:r>
            <a:r>
              <a:rPr sz="2625" spc="36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0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700" y="2840228"/>
            <a:ext cx="4069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𝑟</a:t>
            </a:r>
            <a:r>
              <a:rPr sz="2625" baseline="-15873" dirty="0">
                <a:latin typeface="Cambria Math"/>
                <a:cs typeface="Cambria Math"/>
              </a:rPr>
              <a:t>𝑖+1</a:t>
            </a:r>
            <a:r>
              <a:rPr sz="2625" spc="48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400" dirty="0">
                <a:latin typeface="Cambria Math"/>
                <a:cs typeface="Cambria Math"/>
              </a:rPr>
              <a:t>(𝑟</a:t>
            </a:r>
            <a:r>
              <a:rPr sz="2625" baseline="-15873" dirty="0">
                <a:latin typeface="Cambria Math"/>
                <a:cs typeface="Cambria Math"/>
              </a:rPr>
              <a:t>𝑖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𝑤</a:t>
            </a:r>
            <a:r>
              <a:rPr sz="2625" baseline="-15873" dirty="0">
                <a:latin typeface="Cambria Math"/>
                <a:cs typeface="Cambria Math"/>
              </a:rPr>
              <a:t>𝑖+1</a:t>
            </a:r>
            <a:r>
              <a:rPr sz="2400" dirty="0">
                <a:latin typeface="Cambria Math"/>
                <a:cs typeface="Cambria Math"/>
              </a:rPr>
              <a:t>)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for</a:t>
            </a:r>
            <a:r>
              <a:rPr sz="2400" spc="-1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𝑖</a:t>
            </a:r>
            <a:r>
              <a:rPr sz="2400" spc="1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𝑛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6332" y="3563492"/>
            <a:ext cx="876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𝑟</a:t>
            </a:r>
            <a:r>
              <a:rPr sz="2625" baseline="-15873" dirty="0">
                <a:latin typeface="Cambria Math"/>
                <a:cs typeface="Cambria Math"/>
              </a:rPr>
              <a:t>𝑛</a:t>
            </a:r>
            <a:r>
              <a:rPr sz="2625" spc="37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∈</a:t>
            </a:r>
            <a:r>
              <a:rPr sz="2400" spc="10" dirty="0"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1720" y="2336292"/>
            <a:ext cx="2618740" cy="36893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Franklin Gothic Medium"/>
                <a:cs typeface="Franklin Gothic Medium"/>
              </a:rPr>
              <a:t>Starts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at</a:t>
            </a:r>
            <a:r>
              <a:rPr sz="1800" spc="-3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3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start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latin typeface="Franklin Gothic Medium"/>
                <a:cs typeface="Franklin Gothic Medium"/>
              </a:rPr>
              <a:t>state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23688" y="2810255"/>
            <a:ext cx="5859780" cy="64643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Franklin Gothic Medium"/>
                <a:cs typeface="Franklin Gothic Medium"/>
              </a:rPr>
              <a:t>Each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state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spc="-30" dirty="0">
                <a:latin typeface="Franklin Gothic Medium"/>
                <a:cs typeface="Franklin Gothic Medium"/>
              </a:rPr>
              <a:t>legally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spc="-25" dirty="0">
                <a:latin typeface="Franklin Gothic Medium"/>
                <a:cs typeface="Franklin Gothic Medium"/>
              </a:rPr>
              <a:t>follows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7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transition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state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accordingly</a:t>
            </a:r>
            <a:endParaRPr sz="1800">
              <a:latin typeface="Franklin Gothic Medium"/>
              <a:cs typeface="Franklin Gothic Medium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Franklin Gothic Medium"/>
                <a:cs typeface="Franklin Gothic Medium"/>
              </a:rPr>
              <a:t>with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40" dirty="0"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538235"/>
                </a:solidFill>
                <a:latin typeface="Franklin Gothic Medium"/>
                <a:cs typeface="Franklin Gothic Medium"/>
              </a:rPr>
              <a:t>transition</a:t>
            </a:r>
            <a:r>
              <a:rPr sz="1800" spc="-40" dirty="0">
                <a:solidFill>
                  <a:srgbClr val="538235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538235"/>
                </a:solidFill>
                <a:latin typeface="Franklin Gothic Medium"/>
                <a:cs typeface="Franklin Gothic Medium"/>
              </a:rPr>
              <a:t>function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06751" y="3672840"/>
            <a:ext cx="5195570" cy="36893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end</a:t>
            </a:r>
            <a:r>
              <a:rPr sz="1800" spc="-4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of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the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input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needs</a:t>
            </a:r>
            <a:r>
              <a:rPr sz="1800" spc="-5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to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be</a:t>
            </a:r>
            <a:r>
              <a:rPr sz="1800" spc="-60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in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an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dirty="0">
                <a:latin typeface="Franklin Gothic Medium"/>
                <a:cs typeface="Franklin Gothic Medium"/>
              </a:rPr>
              <a:t>accept</a:t>
            </a:r>
            <a:r>
              <a:rPr sz="1800" spc="-55" dirty="0"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Franklin Gothic Medium"/>
                <a:cs typeface="Franklin Gothic Medium"/>
              </a:rPr>
              <a:t>state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5632" y="4978527"/>
            <a:ext cx="466090" cy="282575"/>
          </a:xfrm>
          <a:custGeom>
            <a:avLst/>
            <a:gdLst/>
            <a:ahLst/>
            <a:cxnLst/>
            <a:rect l="l" t="t" r="r" b="b"/>
            <a:pathLst>
              <a:path w="466090" h="282575">
                <a:moveTo>
                  <a:pt x="376072" y="0"/>
                </a:moveTo>
                <a:lnTo>
                  <a:pt x="372046" y="11430"/>
                </a:lnTo>
                <a:lnTo>
                  <a:pt x="388396" y="18504"/>
                </a:lnTo>
                <a:lnTo>
                  <a:pt x="402459" y="28305"/>
                </a:lnTo>
                <a:lnTo>
                  <a:pt x="430986" y="73852"/>
                </a:lnTo>
                <a:lnTo>
                  <a:pt x="439241" y="115339"/>
                </a:lnTo>
                <a:lnTo>
                  <a:pt x="440309" y="139700"/>
                </a:lnTo>
                <a:lnTo>
                  <a:pt x="439263" y="164580"/>
                </a:lnTo>
                <a:lnTo>
                  <a:pt x="430932" y="207529"/>
                </a:lnTo>
                <a:lnTo>
                  <a:pt x="402488" y="253777"/>
                </a:lnTo>
                <a:lnTo>
                  <a:pt x="372503" y="270764"/>
                </a:lnTo>
                <a:lnTo>
                  <a:pt x="376072" y="282321"/>
                </a:lnTo>
                <a:lnTo>
                  <a:pt x="414547" y="264239"/>
                </a:lnTo>
                <a:lnTo>
                  <a:pt x="442849" y="232918"/>
                </a:lnTo>
                <a:lnTo>
                  <a:pt x="460279" y="191071"/>
                </a:lnTo>
                <a:lnTo>
                  <a:pt x="466090" y="141224"/>
                </a:lnTo>
                <a:lnTo>
                  <a:pt x="464653" y="115623"/>
                </a:lnTo>
                <a:lnTo>
                  <a:pt x="464637" y="115339"/>
                </a:lnTo>
                <a:lnTo>
                  <a:pt x="453016" y="69429"/>
                </a:lnTo>
                <a:lnTo>
                  <a:pt x="429946" y="32093"/>
                </a:lnTo>
                <a:lnTo>
                  <a:pt x="396532" y="7379"/>
                </a:lnTo>
                <a:lnTo>
                  <a:pt x="376072" y="0"/>
                </a:lnTo>
                <a:close/>
              </a:path>
              <a:path w="466090" h="282575">
                <a:moveTo>
                  <a:pt x="90030" y="0"/>
                </a:moveTo>
                <a:lnTo>
                  <a:pt x="51617" y="18081"/>
                </a:lnTo>
                <a:lnTo>
                  <a:pt x="23291" y="49403"/>
                </a:lnTo>
                <a:lnTo>
                  <a:pt x="5821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802" y="191071"/>
                </a:lnTo>
                <a:lnTo>
                  <a:pt x="23215" y="232918"/>
                </a:lnTo>
                <a:lnTo>
                  <a:pt x="51522" y="264239"/>
                </a:lnTo>
                <a:lnTo>
                  <a:pt x="90030" y="282321"/>
                </a:lnTo>
                <a:lnTo>
                  <a:pt x="93611" y="270764"/>
                </a:lnTo>
                <a:lnTo>
                  <a:pt x="77521" y="263663"/>
                </a:lnTo>
                <a:lnTo>
                  <a:pt x="63636" y="253777"/>
                </a:lnTo>
                <a:lnTo>
                  <a:pt x="35156" y="207529"/>
                </a:lnTo>
                <a:lnTo>
                  <a:pt x="26788" y="164580"/>
                </a:lnTo>
                <a:lnTo>
                  <a:pt x="25806" y="141224"/>
                </a:lnTo>
                <a:lnTo>
                  <a:pt x="25742" y="139700"/>
                </a:lnTo>
                <a:lnTo>
                  <a:pt x="29925" y="93678"/>
                </a:lnTo>
                <a:lnTo>
                  <a:pt x="42481" y="56134"/>
                </a:lnTo>
                <a:lnTo>
                  <a:pt x="77773" y="18504"/>
                </a:lnTo>
                <a:lnTo>
                  <a:pt x="94056" y="11430"/>
                </a:lnTo>
                <a:lnTo>
                  <a:pt x="900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9572" y="4173728"/>
            <a:ext cx="3626485" cy="1107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Franklin Gothic Medium"/>
                <a:cs typeface="Franklin Gothic Medium"/>
              </a:rPr>
              <a:t>Recognizing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EC207B"/>
                </a:solidFill>
                <a:latin typeface="Franklin Gothic Medium"/>
                <a:cs typeface="Franklin Gothic Medium"/>
              </a:rPr>
              <a:t>Languages</a:t>
            </a:r>
            <a:r>
              <a:rPr sz="2800" spc="-20" dirty="0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1115">
              <a:lnSpc>
                <a:spcPct val="100000"/>
              </a:lnSpc>
              <a:spcBef>
                <a:spcPts val="2280"/>
              </a:spcBef>
              <a:tabLst>
                <a:tab pos="325120" algn="l"/>
                <a:tab pos="802640" algn="l"/>
              </a:tabLst>
            </a:pPr>
            <a:r>
              <a:rPr sz="2400" spc="-50" dirty="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dirty="0">
                <a:latin typeface="Cambria Math"/>
                <a:cs typeface="Cambria Math"/>
              </a:rPr>
              <a:t>|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400" spc="5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𝑎𝑐𝑐𝑒𝑝𝑡𝑠</a:t>
            </a:r>
            <a:r>
              <a:rPr sz="2400" spc="45" dirty="0"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-25" dirty="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14315" y="5001640"/>
            <a:ext cx="466090" cy="282575"/>
          </a:xfrm>
          <a:custGeom>
            <a:avLst/>
            <a:gdLst/>
            <a:ahLst/>
            <a:cxnLst/>
            <a:rect l="l" t="t" r="r" b="b"/>
            <a:pathLst>
              <a:path w="466089" h="282575">
                <a:moveTo>
                  <a:pt x="376047" y="0"/>
                </a:moveTo>
                <a:lnTo>
                  <a:pt x="372110" y="11429"/>
                </a:lnTo>
                <a:lnTo>
                  <a:pt x="388417" y="18577"/>
                </a:lnTo>
                <a:lnTo>
                  <a:pt x="402463" y="28416"/>
                </a:lnTo>
                <a:lnTo>
                  <a:pt x="431006" y="73908"/>
                </a:lnTo>
                <a:lnTo>
                  <a:pt x="439339" y="115341"/>
                </a:lnTo>
                <a:lnTo>
                  <a:pt x="440436" y="139826"/>
                </a:lnTo>
                <a:lnTo>
                  <a:pt x="439388" y="164689"/>
                </a:lnTo>
                <a:lnTo>
                  <a:pt x="431006" y="207603"/>
                </a:lnTo>
                <a:lnTo>
                  <a:pt x="402510" y="253857"/>
                </a:lnTo>
                <a:lnTo>
                  <a:pt x="372491" y="270890"/>
                </a:lnTo>
                <a:lnTo>
                  <a:pt x="376047" y="282320"/>
                </a:lnTo>
                <a:lnTo>
                  <a:pt x="414591" y="264302"/>
                </a:lnTo>
                <a:lnTo>
                  <a:pt x="442849" y="233044"/>
                </a:lnTo>
                <a:lnTo>
                  <a:pt x="460279" y="191134"/>
                </a:lnTo>
                <a:lnTo>
                  <a:pt x="466089" y="141223"/>
                </a:lnTo>
                <a:lnTo>
                  <a:pt x="464656" y="115679"/>
                </a:lnTo>
                <a:lnTo>
                  <a:pt x="453016" y="69482"/>
                </a:lnTo>
                <a:lnTo>
                  <a:pt x="429946" y="32146"/>
                </a:lnTo>
                <a:lnTo>
                  <a:pt x="396521" y="7381"/>
                </a:lnTo>
                <a:lnTo>
                  <a:pt x="376047" y="0"/>
                </a:lnTo>
                <a:close/>
              </a:path>
              <a:path w="466089" h="282575">
                <a:moveTo>
                  <a:pt x="90043" y="0"/>
                </a:moveTo>
                <a:lnTo>
                  <a:pt x="51641" y="18097"/>
                </a:lnTo>
                <a:lnTo>
                  <a:pt x="23241" y="49529"/>
                </a:lnTo>
                <a:lnTo>
                  <a:pt x="5810" y="91424"/>
                </a:lnTo>
                <a:lnTo>
                  <a:pt x="78" y="139826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03"/>
                </a:lnTo>
                <a:lnTo>
                  <a:pt x="26828" y="164689"/>
                </a:lnTo>
                <a:lnTo>
                  <a:pt x="25781" y="139826"/>
                </a:lnTo>
                <a:lnTo>
                  <a:pt x="26828" y="115679"/>
                </a:lnTo>
                <a:lnTo>
                  <a:pt x="35210" y="73908"/>
                </a:lnTo>
                <a:lnTo>
                  <a:pt x="63801" y="28416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07814" y="4912309"/>
            <a:ext cx="670305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705" algn="l"/>
                <a:tab pos="775970" algn="l"/>
                <a:tab pos="4211320" algn="l"/>
              </a:tabLst>
            </a:pPr>
            <a:r>
              <a:rPr sz="2400" spc="-50" dirty="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language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𝑀</a:t>
            </a:r>
            <a:r>
              <a:rPr sz="2400" spc="6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recognizes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EC207B"/>
                </a:solidFill>
                <a:latin typeface="Cambria Math"/>
                <a:cs typeface="Cambria Math"/>
              </a:rPr>
              <a:t>𝐿(</a:t>
            </a:r>
            <a:r>
              <a:rPr sz="2400" spc="-2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400" spc="-20" dirty="0">
                <a:solidFill>
                  <a:srgbClr val="EC207B"/>
                </a:solidFill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3832" y="5455920"/>
            <a:ext cx="8975090" cy="8305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3201670" marR="243840" indent="-2949575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Franklin Gothic Medium"/>
                <a:cs typeface="Franklin Gothic Medium"/>
              </a:rPr>
              <a:t>Every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0" dirty="0">
                <a:solidFill>
                  <a:srgbClr val="6F2F9F"/>
                </a:solidFill>
                <a:latin typeface="Franklin Gothic Medium"/>
                <a:cs typeface="Franklin Gothic Medium"/>
              </a:rPr>
              <a:t>DFA</a:t>
            </a:r>
            <a:r>
              <a:rPr sz="2400" spc="-50" dirty="0">
                <a:solidFill>
                  <a:srgbClr val="6F2F9F"/>
                </a:solidFill>
                <a:latin typeface="Franklin Gothic Medium"/>
                <a:cs typeface="Franklin Gothic Medium"/>
              </a:rPr>
              <a:t> </a:t>
            </a:r>
            <a:r>
              <a:rPr sz="2400" spc="-40" dirty="0">
                <a:latin typeface="Franklin Gothic Medium"/>
                <a:cs typeface="Franklin Gothic Medium"/>
              </a:rPr>
              <a:t>might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accept</a:t>
            </a:r>
            <a:r>
              <a:rPr sz="2400" u="sng" spc="-75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many</a:t>
            </a:r>
            <a:r>
              <a:rPr sz="2400" u="sng" spc="-9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Franklin Gothic Medium"/>
                <a:cs typeface="Franklin Gothic Medium"/>
              </a:rPr>
              <a:t>strings</a:t>
            </a:r>
            <a:r>
              <a:rPr sz="2400" dirty="0">
                <a:latin typeface="Franklin Gothic Medium"/>
                <a:cs typeface="Franklin Gothic Medium"/>
              </a:rPr>
              <a:t>,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but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40" dirty="0">
                <a:latin typeface="Franklin Gothic Medium"/>
                <a:cs typeface="Franklin Gothic Medium"/>
              </a:rPr>
              <a:t>always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recognizes</a:t>
            </a:r>
            <a:r>
              <a:rPr sz="2400" u="sng" spc="-9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one</a:t>
            </a:r>
            <a:r>
              <a:rPr sz="2400" spc="-25" dirty="0">
                <a:latin typeface="Franklin Gothic Medium"/>
                <a:cs typeface="Franklin Gothic Medium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particular</a:t>
            </a:r>
            <a:r>
              <a:rPr sz="2400" u="sng" spc="-9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400" u="sng" spc="-10" dirty="0">
                <a:solidFill>
                  <a:srgbClr val="EC207B"/>
                </a:solidFill>
                <a:uFill>
                  <a:solidFill>
                    <a:srgbClr val="EC207B"/>
                  </a:solidFill>
                </a:uFill>
                <a:latin typeface="Franklin Gothic Medium"/>
                <a:cs typeface="Franklin Gothic Medium"/>
              </a:rPr>
              <a:t>language</a:t>
            </a:r>
            <a:r>
              <a:rPr sz="2400" spc="-10" dirty="0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DFA–</a:t>
            </a:r>
            <a:r>
              <a:rPr sz="4000" spc="-135" dirty="0"/>
              <a:t> </a:t>
            </a:r>
            <a:r>
              <a:rPr sz="4000" spc="-45" dirty="0"/>
              <a:t>Recognizing</a:t>
            </a:r>
            <a:r>
              <a:rPr sz="4000" spc="-160" dirty="0"/>
              <a:t> </a:t>
            </a:r>
            <a:r>
              <a:rPr sz="4000" spc="-20" dirty="0"/>
              <a:t>Languages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865632" y="2148204"/>
            <a:ext cx="466090" cy="282575"/>
          </a:xfrm>
          <a:custGeom>
            <a:avLst/>
            <a:gdLst/>
            <a:ahLst/>
            <a:cxnLst/>
            <a:rect l="l" t="t" r="r" b="b"/>
            <a:pathLst>
              <a:path w="466090" h="282575">
                <a:moveTo>
                  <a:pt x="376072" y="0"/>
                </a:moveTo>
                <a:lnTo>
                  <a:pt x="372046" y="11430"/>
                </a:lnTo>
                <a:lnTo>
                  <a:pt x="388396" y="18522"/>
                </a:lnTo>
                <a:lnTo>
                  <a:pt x="402459" y="28352"/>
                </a:lnTo>
                <a:lnTo>
                  <a:pt x="430986" y="73852"/>
                </a:lnTo>
                <a:lnTo>
                  <a:pt x="439241" y="115341"/>
                </a:lnTo>
                <a:lnTo>
                  <a:pt x="440309" y="139700"/>
                </a:lnTo>
                <a:lnTo>
                  <a:pt x="439263" y="164633"/>
                </a:lnTo>
                <a:lnTo>
                  <a:pt x="430932" y="207547"/>
                </a:lnTo>
                <a:lnTo>
                  <a:pt x="402488" y="253841"/>
                </a:lnTo>
                <a:lnTo>
                  <a:pt x="372503" y="270891"/>
                </a:lnTo>
                <a:lnTo>
                  <a:pt x="376072" y="282321"/>
                </a:lnTo>
                <a:lnTo>
                  <a:pt x="414547" y="264239"/>
                </a:lnTo>
                <a:lnTo>
                  <a:pt x="442849" y="232918"/>
                </a:lnTo>
                <a:lnTo>
                  <a:pt x="460279" y="191119"/>
                </a:lnTo>
                <a:lnTo>
                  <a:pt x="466090" y="141224"/>
                </a:lnTo>
                <a:lnTo>
                  <a:pt x="464653" y="115623"/>
                </a:lnTo>
                <a:lnTo>
                  <a:pt x="464637" y="115341"/>
                </a:lnTo>
                <a:lnTo>
                  <a:pt x="453016" y="69482"/>
                </a:lnTo>
                <a:lnTo>
                  <a:pt x="429946" y="32146"/>
                </a:lnTo>
                <a:lnTo>
                  <a:pt x="396532" y="7381"/>
                </a:lnTo>
                <a:lnTo>
                  <a:pt x="376072" y="0"/>
                </a:lnTo>
                <a:close/>
              </a:path>
              <a:path w="466090" h="282575">
                <a:moveTo>
                  <a:pt x="90030" y="0"/>
                </a:moveTo>
                <a:lnTo>
                  <a:pt x="51617" y="18097"/>
                </a:lnTo>
                <a:lnTo>
                  <a:pt x="23291" y="49530"/>
                </a:lnTo>
                <a:lnTo>
                  <a:pt x="5821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5802" y="191119"/>
                </a:lnTo>
                <a:lnTo>
                  <a:pt x="23215" y="232918"/>
                </a:lnTo>
                <a:lnTo>
                  <a:pt x="51522" y="264239"/>
                </a:lnTo>
                <a:lnTo>
                  <a:pt x="90030" y="282321"/>
                </a:lnTo>
                <a:lnTo>
                  <a:pt x="93611" y="270891"/>
                </a:lnTo>
                <a:lnTo>
                  <a:pt x="77521" y="263771"/>
                </a:lnTo>
                <a:lnTo>
                  <a:pt x="63636" y="253841"/>
                </a:lnTo>
                <a:lnTo>
                  <a:pt x="35156" y="207547"/>
                </a:lnTo>
                <a:lnTo>
                  <a:pt x="26788" y="164633"/>
                </a:lnTo>
                <a:lnTo>
                  <a:pt x="25742" y="139700"/>
                </a:lnTo>
                <a:lnTo>
                  <a:pt x="26788" y="115623"/>
                </a:lnTo>
                <a:lnTo>
                  <a:pt x="35156" y="73852"/>
                </a:lnTo>
                <a:lnTo>
                  <a:pt x="63749" y="28352"/>
                </a:lnTo>
                <a:lnTo>
                  <a:pt x="94056" y="11430"/>
                </a:lnTo>
                <a:lnTo>
                  <a:pt x="900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9572" y="1342771"/>
            <a:ext cx="3626485" cy="1107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Franklin Gothic Medium"/>
                <a:cs typeface="Franklin Gothic Medium"/>
              </a:rPr>
              <a:t>Recognizing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EC207B"/>
                </a:solidFill>
                <a:latin typeface="Franklin Gothic Medium"/>
                <a:cs typeface="Franklin Gothic Medium"/>
              </a:rPr>
              <a:t>Languages</a:t>
            </a:r>
            <a:r>
              <a:rPr sz="2800" spc="-20" dirty="0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1115">
              <a:lnSpc>
                <a:spcPct val="100000"/>
              </a:lnSpc>
              <a:spcBef>
                <a:spcPts val="2280"/>
              </a:spcBef>
              <a:tabLst>
                <a:tab pos="325120" algn="l"/>
                <a:tab pos="802640" algn="l"/>
              </a:tabLst>
            </a:pPr>
            <a:r>
              <a:rPr sz="2400" spc="-50" dirty="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dirty="0">
                <a:latin typeface="Cambria Math"/>
                <a:cs typeface="Cambria Math"/>
              </a:rPr>
              <a:t>|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400" spc="5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𝑎𝑐𝑐𝑒𝑝𝑡𝑠</a:t>
            </a:r>
            <a:r>
              <a:rPr sz="2400" spc="45" dirty="0"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-25" dirty="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14315" y="2171319"/>
            <a:ext cx="466090" cy="282575"/>
          </a:xfrm>
          <a:custGeom>
            <a:avLst/>
            <a:gdLst/>
            <a:ahLst/>
            <a:cxnLst/>
            <a:rect l="l" t="t" r="r" b="b"/>
            <a:pathLst>
              <a:path w="466089" h="282575">
                <a:moveTo>
                  <a:pt x="376047" y="0"/>
                </a:moveTo>
                <a:lnTo>
                  <a:pt x="372110" y="11556"/>
                </a:lnTo>
                <a:lnTo>
                  <a:pt x="388417" y="18631"/>
                </a:lnTo>
                <a:lnTo>
                  <a:pt x="402463" y="28432"/>
                </a:lnTo>
                <a:lnTo>
                  <a:pt x="431006" y="73925"/>
                </a:lnTo>
                <a:lnTo>
                  <a:pt x="439350" y="115466"/>
                </a:lnTo>
                <a:lnTo>
                  <a:pt x="439388" y="115732"/>
                </a:lnTo>
                <a:lnTo>
                  <a:pt x="440436" y="139826"/>
                </a:lnTo>
                <a:lnTo>
                  <a:pt x="439388" y="164707"/>
                </a:lnTo>
                <a:lnTo>
                  <a:pt x="436245" y="187325"/>
                </a:lnTo>
                <a:lnTo>
                  <a:pt x="423672" y="225678"/>
                </a:lnTo>
                <a:lnTo>
                  <a:pt x="388614" y="263773"/>
                </a:lnTo>
                <a:lnTo>
                  <a:pt x="372491" y="270890"/>
                </a:lnTo>
                <a:lnTo>
                  <a:pt x="376047" y="282320"/>
                </a:lnTo>
                <a:lnTo>
                  <a:pt x="414591" y="264302"/>
                </a:lnTo>
                <a:lnTo>
                  <a:pt x="442849" y="233044"/>
                </a:lnTo>
                <a:lnTo>
                  <a:pt x="460279" y="191150"/>
                </a:lnTo>
                <a:lnTo>
                  <a:pt x="466089" y="141350"/>
                </a:lnTo>
                <a:lnTo>
                  <a:pt x="464652" y="115732"/>
                </a:lnTo>
                <a:lnTo>
                  <a:pt x="464637" y="115466"/>
                </a:lnTo>
                <a:lnTo>
                  <a:pt x="453016" y="69556"/>
                </a:lnTo>
                <a:lnTo>
                  <a:pt x="429946" y="32164"/>
                </a:lnTo>
                <a:lnTo>
                  <a:pt x="396521" y="7435"/>
                </a:lnTo>
                <a:lnTo>
                  <a:pt x="376047" y="0"/>
                </a:lnTo>
                <a:close/>
              </a:path>
              <a:path w="466089" h="282575">
                <a:moveTo>
                  <a:pt x="90043" y="0"/>
                </a:moveTo>
                <a:lnTo>
                  <a:pt x="51641" y="18145"/>
                </a:lnTo>
                <a:lnTo>
                  <a:pt x="23241" y="49529"/>
                </a:lnTo>
                <a:lnTo>
                  <a:pt x="5810" y="91535"/>
                </a:lnTo>
                <a:lnTo>
                  <a:pt x="85" y="139826"/>
                </a:lnTo>
                <a:lnTo>
                  <a:pt x="0" y="141350"/>
                </a:lnTo>
                <a:lnTo>
                  <a:pt x="1452" y="167233"/>
                </a:lnTo>
                <a:lnTo>
                  <a:pt x="13073" y="213092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845" y="141350"/>
                </a:lnTo>
                <a:lnTo>
                  <a:pt x="25781" y="139826"/>
                </a:lnTo>
                <a:lnTo>
                  <a:pt x="29972" y="93757"/>
                </a:lnTo>
                <a:lnTo>
                  <a:pt x="42545" y="56260"/>
                </a:lnTo>
                <a:lnTo>
                  <a:pt x="77817" y="18631"/>
                </a:lnTo>
                <a:lnTo>
                  <a:pt x="94107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07814" y="2081225"/>
            <a:ext cx="670305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705" algn="l"/>
                <a:tab pos="775970" algn="l"/>
                <a:tab pos="4211320" algn="l"/>
              </a:tabLst>
            </a:pPr>
            <a:r>
              <a:rPr sz="2400" spc="-50" dirty="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language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𝑀</a:t>
            </a:r>
            <a:r>
              <a:rPr sz="2400" spc="6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recognizes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EC207B"/>
                </a:solidFill>
                <a:latin typeface="Cambria Math"/>
                <a:cs typeface="Cambria Math"/>
              </a:rPr>
              <a:t>𝐿(𝑀)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3832" y="2624327"/>
            <a:ext cx="8975090" cy="83248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3201670" marR="243840" indent="-294957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Franklin Gothic Medium"/>
                <a:cs typeface="Franklin Gothic Medium"/>
              </a:rPr>
              <a:t>Every</a:t>
            </a:r>
            <a:r>
              <a:rPr sz="2400" spc="-125" dirty="0">
                <a:latin typeface="Franklin Gothic Medium"/>
                <a:cs typeface="Franklin Gothic Medium"/>
              </a:rPr>
              <a:t> </a:t>
            </a:r>
            <a:r>
              <a:rPr sz="2400" spc="-100" dirty="0">
                <a:solidFill>
                  <a:srgbClr val="6F2F9F"/>
                </a:solidFill>
                <a:latin typeface="Franklin Gothic Medium"/>
                <a:cs typeface="Franklin Gothic Medium"/>
              </a:rPr>
              <a:t>DFA</a:t>
            </a:r>
            <a:r>
              <a:rPr sz="2400" spc="-50" dirty="0">
                <a:solidFill>
                  <a:srgbClr val="6F2F9F"/>
                </a:solidFill>
                <a:latin typeface="Franklin Gothic Medium"/>
                <a:cs typeface="Franklin Gothic Medium"/>
              </a:rPr>
              <a:t> </a:t>
            </a:r>
            <a:r>
              <a:rPr sz="2400" spc="-40" dirty="0">
                <a:latin typeface="Franklin Gothic Medium"/>
                <a:cs typeface="Franklin Gothic Medium"/>
              </a:rPr>
              <a:t>might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accept</a:t>
            </a:r>
            <a:r>
              <a:rPr sz="2400" u="sng" spc="-75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many</a:t>
            </a:r>
            <a:r>
              <a:rPr sz="2400" u="sng" spc="-9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Franklin Gothic Medium"/>
                <a:cs typeface="Franklin Gothic Medium"/>
              </a:rPr>
              <a:t>strings</a:t>
            </a:r>
            <a:r>
              <a:rPr sz="2400" dirty="0">
                <a:latin typeface="Franklin Gothic Medium"/>
                <a:cs typeface="Franklin Gothic Medium"/>
              </a:rPr>
              <a:t>,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but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40" dirty="0">
                <a:latin typeface="Franklin Gothic Medium"/>
                <a:cs typeface="Franklin Gothic Medium"/>
              </a:rPr>
              <a:t>always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recognizes</a:t>
            </a:r>
            <a:r>
              <a:rPr sz="2400" u="sng" spc="-9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one</a:t>
            </a:r>
            <a:r>
              <a:rPr sz="2400" spc="-25" dirty="0">
                <a:latin typeface="Franklin Gothic Medium"/>
                <a:cs typeface="Franklin Gothic Medium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particular</a:t>
            </a:r>
            <a:r>
              <a:rPr sz="2400" u="sng" spc="-9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400" u="sng" spc="-10" dirty="0">
                <a:solidFill>
                  <a:srgbClr val="EC207B"/>
                </a:solidFill>
                <a:uFill>
                  <a:solidFill>
                    <a:srgbClr val="EC207B"/>
                  </a:solidFill>
                </a:uFill>
                <a:latin typeface="Franklin Gothic Medium"/>
                <a:cs typeface="Franklin Gothic Medium"/>
              </a:rPr>
              <a:t>language</a:t>
            </a:r>
            <a:r>
              <a:rPr sz="2400" spc="-10" dirty="0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9572" y="3999991"/>
            <a:ext cx="9665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Franklin Gothic Medium"/>
                <a:cs typeface="Franklin Gothic Medium"/>
              </a:rPr>
              <a:t>Def:</a:t>
            </a:r>
            <a:r>
              <a:rPr sz="2800" spc="-175" dirty="0">
                <a:latin typeface="Franklin Gothic Medium"/>
                <a:cs typeface="Franklin Gothic Medium"/>
              </a:rPr>
              <a:t> </a:t>
            </a:r>
            <a:r>
              <a:rPr sz="2800" spc="-204" dirty="0">
                <a:latin typeface="Franklin Gothic Medium"/>
                <a:cs typeface="Franklin Gothic Medium"/>
              </a:rPr>
              <a:t>A</a:t>
            </a:r>
            <a:r>
              <a:rPr sz="2800" spc="10" dirty="0">
                <a:latin typeface="Franklin Gothic Medium"/>
                <a:cs typeface="Franklin Gothic Medium"/>
              </a:rPr>
              <a:t> </a:t>
            </a:r>
            <a:r>
              <a:rPr sz="2800" spc="-30" dirty="0">
                <a:latin typeface="Franklin Gothic Medium"/>
                <a:cs typeface="Franklin Gothic Medium"/>
              </a:rPr>
              <a:t>language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is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regular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if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some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finite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spc="-45" dirty="0">
                <a:latin typeface="Franklin Gothic Medium"/>
                <a:cs typeface="Franklin Gothic Medium"/>
              </a:rPr>
              <a:t>automaton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recognizes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it.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1733" y="5202301"/>
            <a:ext cx="2852420" cy="7369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57400" y="5483758"/>
            <a:ext cx="262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3344" y="5483758"/>
            <a:ext cx="267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7141" y="5483758"/>
            <a:ext cx="267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3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28520" y="4888738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6304" y="5042153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68016" y="5911392"/>
            <a:ext cx="152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0996" y="5266435"/>
            <a:ext cx="16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84701" y="4895215"/>
            <a:ext cx="327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9096" y="5122164"/>
            <a:ext cx="489584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310"/>
              </a:spcBef>
            </a:pPr>
            <a:r>
              <a:rPr sz="16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1725" spc="-37" baseline="-14492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36895" y="5346572"/>
            <a:ext cx="574675" cy="282575"/>
          </a:xfrm>
          <a:custGeom>
            <a:avLst/>
            <a:gdLst/>
            <a:ahLst/>
            <a:cxnLst/>
            <a:rect l="l" t="t" r="r" b="b"/>
            <a:pathLst>
              <a:path w="574675" h="282575">
                <a:moveTo>
                  <a:pt x="484250" y="0"/>
                </a:moveTo>
                <a:lnTo>
                  <a:pt x="480187" y="11429"/>
                </a:lnTo>
                <a:lnTo>
                  <a:pt x="496550" y="18577"/>
                </a:lnTo>
                <a:lnTo>
                  <a:pt x="510603" y="28416"/>
                </a:lnTo>
                <a:lnTo>
                  <a:pt x="539136" y="73925"/>
                </a:lnTo>
                <a:lnTo>
                  <a:pt x="547411" y="115341"/>
                </a:lnTo>
                <a:lnTo>
                  <a:pt x="547467" y="115732"/>
                </a:lnTo>
                <a:lnTo>
                  <a:pt x="547465" y="164689"/>
                </a:lnTo>
                <a:lnTo>
                  <a:pt x="539083" y="207603"/>
                </a:lnTo>
                <a:lnTo>
                  <a:pt x="510603" y="253857"/>
                </a:lnTo>
                <a:lnTo>
                  <a:pt x="480694" y="270890"/>
                </a:lnTo>
                <a:lnTo>
                  <a:pt x="484250" y="282359"/>
                </a:lnTo>
                <a:lnTo>
                  <a:pt x="522747" y="264293"/>
                </a:lnTo>
                <a:lnTo>
                  <a:pt x="551052" y="233044"/>
                </a:lnTo>
                <a:lnTo>
                  <a:pt x="568483" y="191134"/>
                </a:lnTo>
                <a:lnTo>
                  <a:pt x="574293" y="141223"/>
                </a:lnTo>
                <a:lnTo>
                  <a:pt x="572863" y="115732"/>
                </a:lnTo>
                <a:lnTo>
                  <a:pt x="572841" y="115341"/>
                </a:lnTo>
                <a:lnTo>
                  <a:pt x="561220" y="69482"/>
                </a:lnTo>
                <a:lnTo>
                  <a:pt x="538097" y="32146"/>
                </a:lnTo>
                <a:lnTo>
                  <a:pt x="504707" y="7381"/>
                </a:lnTo>
                <a:lnTo>
                  <a:pt x="484250" y="0"/>
                </a:lnTo>
                <a:close/>
              </a:path>
              <a:path w="574675" h="282575">
                <a:moveTo>
                  <a:pt x="90042" y="0"/>
                </a:moveTo>
                <a:lnTo>
                  <a:pt x="51593" y="18097"/>
                </a:lnTo>
                <a:lnTo>
                  <a:pt x="23240" y="49529"/>
                </a:lnTo>
                <a:lnTo>
                  <a:pt x="5810" y="91424"/>
                </a:lnTo>
                <a:lnTo>
                  <a:pt x="78" y="139826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071" y="250315"/>
                </a:lnTo>
                <a:lnTo>
                  <a:pt x="69496" y="274975"/>
                </a:lnTo>
                <a:lnTo>
                  <a:pt x="90042" y="282359"/>
                </a:lnTo>
                <a:lnTo>
                  <a:pt x="93599" y="270890"/>
                </a:lnTo>
                <a:lnTo>
                  <a:pt x="77475" y="263769"/>
                </a:lnTo>
                <a:lnTo>
                  <a:pt x="63579" y="253857"/>
                </a:lnTo>
                <a:lnTo>
                  <a:pt x="35083" y="207603"/>
                </a:lnTo>
                <a:lnTo>
                  <a:pt x="26701" y="164689"/>
                </a:lnTo>
                <a:lnTo>
                  <a:pt x="25653" y="139826"/>
                </a:lnTo>
                <a:lnTo>
                  <a:pt x="26701" y="115732"/>
                </a:lnTo>
                <a:lnTo>
                  <a:pt x="35083" y="73925"/>
                </a:lnTo>
                <a:lnTo>
                  <a:pt x="63722" y="28416"/>
                </a:lnTo>
                <a:lnTo>
                  <a:pt x="93979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EC20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28869" y="5257241"/>
            <a:ext cx="581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7975" algn="l"/>
              </a:tabLst>
            </a:pPr>
            <a:r>
              <a:rPr sz="2400" spc="-50" dirty="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57696" y="5402071"/>
            <a:ext cx="15494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5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648322" y="5346065"/>
            <a:ext cx="3645535" cy="283845"/>
          </a:xfrm>
          <a:custGeom>
            <a:avLst/>
            <a:gdLst/>
            <a:ahLst/>
            <a:cxnLst/>
            <a:rect l="l" t="t" r="r" b="b"/>
            <a:pathLst>
              <a:path w="3645534" h="283845">
                <a:moveTo>
                  <a:pt x="397636" y="2667"/>
                </a:moveTo>
                <a:lnTo>
                  <a:pt x="374650" y="2667"/>
                </a:lnTo>
                <a:lnTo>
                  <a:pt x="374650" y="279590"/>
                </a:lnTo>
                <a:lnTo>
                  <a:pt x="397636" y="279590"/>
                </a:lnTo>
                <a:lnTo>
                  <a:pt x="397636" y="2667"/>
                </a:lnTo>
                <a:close/>
              </a:path>
              <a:path w="3645534" h="283845">
                <a:moveTo>
                  <a:pt x="94996" y="0"/>
                </a:moveTo>
                <a:lnTo>
                  <a:pt x="91058" y="0"/>
                </a:lnTo>
                <a:lnTo>
                  <a:pt x="74703" y="1212"/>
                </a:lnTo>
                <a:lnTo>
                  <a:pt x="38734" y="15875"/>
                </a:lnTo>
                <a:lnTo>
                  <a:pt x="21661" y="59436"/>
                </a:lnTo>
                <a:lnTo>
                  <a:pt x="21677" y="68508"/>
                </a:lnTo>
                <a:lnTo>
                  <a:pt x="22320" y="75342"/>
                </a:lnTo>
                <a:lnTo>
                  <a:pt x="23391" y="82605"/>
                </a:lnTo>
                <a:lnTo>
                  <a:pt x="24892" y="90297"/>
                </a:lnTo>
                <a:lnTo>
                  <a:pt x="27304" y="100838"/>
                </a:lnTo>
                <a:lnTo>
                  <a:pt x="28448" y="107823"/>
                </a:lnTo>
                <a:lnTo>
                  <a:pt x="28448" y="118237"/>
                </a:lnTo>
                <a:lnTo>
                  <a:pt x="26034" y="123825"/>
                </a:lnTo>
                <a:lnTo>
                  <a:pt x="16636" y="132461"/>
                </a:lnTo>
                <a:lnTo>
                  <a:pt x="9525" y="134747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574"/>
                </a:lnTo>
                <a:lnTo>
                  <a:pt x="16636" y="149860"/>
                </a:lnTo>
                <a:lnTo>
                  <a:pt x="26034" y="158496"/>
                </a:lnTo>
                <a:lnTo>
                  <a:pt x="28448" y="164084"/>
                </a:lnTo>
                <a:lnTo>
                  <a:pt x="28448" y="174498"/>
                </a:lnTo>
                <a:lnTo>
                  <a:pt x="27304" y="181610"/>
                </a:lnTo>
                <a:lnTo>
                  <a:pt x="24892" y="192024"/>
                </a:lnTo>
                <a:lnTo>
                  <a:pt x="23391" y="199715"/>
                </a:lnTo>
                <a:lnTo>
                  <a:pt x="22320" y="206978"/>
                </a:lnTo>
                <a:lnTo>
                  <a:pt x="21677" y="213812"/>
                </a:lnTo>
                <a:lnTo>
                  <a:pt x="21558" y="217356"/>
                </a:lnTo>
                <a:lnTo>
                  <a:pt x="21462" y="220218"/>
                </a:lnTo>
                <a:lnTo>
                  <a:pt x="31160" y="259010"/>
                </a:lnTo>
                <a:lnTo>
                  <a:pt x="74703" y="282534"/>
                </a:lnTo>
                <a:lnTo>
                  <a:pt x="91058" y="283756"/>
                </a:lnTo>
                <a:lnTo>
                  <a:pt x="94996" y="283756"/>
                </a:lnTo>
                <a:lnTo>
                  <a:pt x="94996" y="272440"/>
                </a:lnTo>
                <a:lnTo>
                  <a:pt x="92709" y="272440"/>
                </a:lnTo>
                <a:lnTo>
                  <a:pt x="82520" y="271737"/>
                </a:lnTo>
                <a:lnTo>
                  <a:pt x="49784" y="246000"/>
                </a:lnTo>
                <a:lnTo>
                  <a:pt x="46735" y="222885"/>
                </a:lnTo>
                <a:lnTo>
                  <a:pt x="46827" y="220218"/>
                </a:lnTo>
                <a:lnTo>
                  <a:pt x="46926" y="217356"/>
                </a:lnTo>
                <a:lnTo>
                  <a:pt x="47497" y="211232"/>
                </a:lnTo>
                <a:lnTo>
                  <a:pt x="48450" y="204489"/>
                </a:lnTo>
                <a:lnTo>
                  <a:pt x="49783" y="197104"/>
                </a:lnTo>
                <a:lnTo>
                  <a:pt x="51688" y="186944"/>
                </a:lnTo>
                <a:lnTo>
                  <a:pt x="52704" y="179578"/>
                </a:lnTo>
                <a:lnTo>
                  <a:pt x="52704" y="166878"/>
                </a:lnTo>
                <a:lnTo>
                  <a:pt x="50165" y="159893"/>
                </a:lnTo>
                <a:lnTo>
                  <a:pt x="45211" y="154559"/>
                </a:lnTo>
                <a:lnTo>
                  <a:pt x="40258" y="149098"/>
                </a:lnTo>
                <a:lnTo>
                  <a:pt x="34417" y="145034"/>
                </a:lnTo>
                <a:lnTo>
                  <a:pt x="27558" y="142494"/>
                </a:lnTo>
                <a:lnTo>
                  <a:pt x="27558" y="139827"/>
                </a:lnTo>
                <a:lnTo>
                  <a:pt x="52704" y="115570"/>
                </a:lnTo>
                <a:lnTo>
                  <a:pt x="52704" y="102743"/>
                </a:lnTo>
                <a:lnTo>
                  <a:pt x="51688" y="95377"/>
                </a:lnTo>
                <a:lnTo>
                  <a:pt x="49783" y="85217"/>
                </a:lnTo>
                <a:lnTo>
                  <a:pt x="48450" y="77884"/>
                </a:lnTo>
                <a:lnTo>
                  <a:pt x="47497" y="71135"/>
                </a:lnTo>
                <a:lnTo>
                  <a:pt x="46926" y="64982"/>
                </a:lnTo>
                <a:lnTo>
                  <a:pt x="46827" y="62103"/>
                </a:lnTo>
                <a:lnTo>
                  <a:pt x="46735" y="59436"/>
                </a:lnTo>
                <a:lnTo>
                  <a:pt x="58927" y="22479"/>
                </a:lnTo>
                <a:lnTo>
                  <a:pt x="92709" y="11303"/>
                </a:lnTo>
                <a:lnTo>
                  <a:pt x="94996" y="11303"/>
                </a:lnTo>
                <a:lnTo>
                  <a:pt x="94996" y="0"/>
                </a:lnTo>
                <a:close/>
              </a:path>
              <a:path w="3645534" h="283845">
                <a:moveTo>
                  <a:pt x="3554222" y="0"/>
                </a:moveTo>
                <a:lnTo>
                  <a:pt x="3550284" y="0"/>
                </a:lnTo>
                <a:lnTo>
                  <a:pt x="3550284" y="11303"/>
                </a:lnTo>
                <a:lnTo>
                  <a:pt x="3552571" y="11303"/>
                </a:lnTo>
                <a:lnTo>
                  <a:pt x="3562760" y="11995"/>
                </a:lnTo>
                <a:lnTo>
                  <a:pt x="3595496" y="37401"/>
                </a:lnTo>
                <a:lnTo>
                  <a:pt x="3598545" y="59563"/>
                </a:lnTo>
                <a:lnTo>
                  <a:pt x="3598449" y="62357"/>
                </a:lnTo>
                <a:lnTo>
                  <a:pt x="3598354" y="65109"/>
                </a:lnTo>
                <a:lnTo>
                  <a:pt x="3597783" y="71262"/>
                </a:lnTo>
                <a:lnTo>
                  <a:pt x="3596830" y="78011"/>
                </a:lnTo>
                <a:lnTo>
                  <a:pt x="3595497" y="85344"/>
                </a:lnTo>
                <a:lnTo>
                  <a:pt x="3593592" y="95631"/>
                </a:lnTo>
                <a:lnTo>
                  <a:pt x="3592576" y="102870"/>
                </a:lnTo>
                <a:lnTo>
                  <a:pt x="3592576" y="115697"/>
                </a:lnTo>
                <a:lnTo>
                  <a:pt x="3594988" y="122555"/>
                </a:lnTo>
                <a:lnTo>
                  <a:pt x="3605022" y="133350"/>
                </a:lnTo>
                <a:lnTo>
                  <a:pt x="3610863" y="137414"/>
                </a:lnTo>
                <a:lnTo>
                  <a:pt x="3617722" y="139954"/>
                </a:lnTo>
                <a:lnTo>
                  <a:pt x="3617722" y="142621"/>
                </a:lnTo>
                <a:lnTo>
                  <a:pt x="3610863" y="145288"/>
                </a:lnTo>
                <a:lnTo>
                  <a:pt x="3605022" y="149225"/>
                </a:lnTo>
                <a:lnTo>
                  <a:pt x="3600069" y="154686"/>
                </a:lnTo>
                <a:lnTo>
                  <a:pt x="3594988" y="160020"/>
                </a:lnTo>
                <a:lnTo>
                  <a:pt x="3592576" y="167005"/>
                </a:lnTo>
                <a:lnTo>
                  <a:pt x="3592576" y="179832"/>
                </a:lnTo>
                <a:lnTo>
                  <a:pt x="3593592" y="187071"/>
                </a:lnTo>
                <a:lnTo>
                  <a:pt x="3595497" y="197231"/>
                </a:lnTo>
                <a:lnTo>
                  <a:pt x="3596830" y="204616"/>
                </a:lnTo>
                <a:lnTo>
                  <a:pt x="3597783" y="211359"/>
                </a:lnTo>
                <a:lnTo>
                  <a:pt x="3598354" y="217483"/>
                </a:lnTo>
                <a:lnTo>
                  <a:pt x="3598453" y="220345"/>
                </a:lnTo>
                <a:lnTo>
                  <a:pt x="3598545" y="223012"/>
                </a:lnTo>
                <a:lnTo>
                  <a:pt x="3597796" y="235308"/>
                </a:lnTo>
                <a:lnTo>
                  <a:pt x="3597783" y="235535"/>
                </a:lnTo>
                <a:lnTo>
                  <a:pt x="3595497" y="246064"/>
                </a:lnTo>
                <a:lnTo>
                  <a:pt x="3562760" y="271737"/>
                </a:lnTo>
                <a:lnTo>
                  <a:pt x="3552571" y="272440"/>
                </a:lnTo>
                <a:lnTo>
                  <a:pt x="3550284" y="272440"/>
                </a:lnTo>
                <a:lnTo>
                  <a:pt x="3550284" y="283756"/>
                </a:lnTo>
                <a:lnTo>
                  <a:pt x="3554222" y="283756"/>
                </a:lnTo>
                <a:lnTo>
                  <a:pt x="3570557" y="282534"/>
                </a:lnTo>
                <a:lnTo>
                  <a:pt x="3606419" y="267754"/>
                </a:lnTo>
                <a:lnTo>
                  <a:pt x="3622685" y="235535"/>
                </a:lnTo>
                <a:lnTo>
                  <a:pt x="3622742" y="235308"/>
                </a:lnTo>
                <a:lnTo>
                  <a:pt x="3623818" y="220345"/>
                </a:lnTo>
                <a:lnTo>
                  <a:pt x="3623721" y="217483"/>
                </a:lnTo>
                <a:lnTo>
                  <a:pt x="3623601" y="213941"/>
                </a:lnTo>
                <a:lnTo>
                  <a:pt x="3622944" y="207121"/>
                </a:lnTo>
                <a:lnTo>
                  <a:pt x="3621835" y="199896"/>
                </a:lnTo>
                <a:lnTo>
                  <a:pt x="3620261" y="192278"/>
                </a:lnTo>
                <a:lnTo>
                  <a:pt x="3617976" y="181737"/>
                </a:lnTo>
                <a:lnTo>
                  <a:pt x="3616832" y="174625"/>
                </a:lnTo>
                <a:lnTo>
                  <a:pt x="3616832" y="164211"/>
                </a:lnTo>
                <a:lnTo>
                  <a:pt x="3619119" y="158623"/>
                </a:lnTo>
                <a:lnTo>
                  <a:pt x="3623945" y="154305"/>
                </a:lnTo>
                <a:lnTo>
                  <a:pt x="3628644" y="149987"/>
                </a:lnTo>
                <a:lnTo>
                  <a:pt x="3635755" y="147701"/>
                </a:lnTo>
                <a:lnTo>
                  <a:pt x="3645280" y="147447"/>
                </a:lnTo>
                <a:lnTo>
                  <a:pt x="3645280" y="135255"/>
                </a:lnTo>
                <a:lnTo>
                  <a:pt x="3635755" y="134874"/>
                </a:lnTo>
                <a:lnTo>
                  <a:pt x="3628644" y="132588"/>
                </a:lnTo>
                <a:lnTo>
                  <a:pt x="3623945" y="128270"/>
                </a:lnTo>
                <a:lnTo>
                  <a:pt x="3619119" y="123952"/>
                </a:lnTo>
                <a:lnTo>
                  <a:pt x="3616832" y="118364"/>
                </a:lnTo>
                <a:lnTo>
                  <a:pt x="3616832" y="107950"/>
                </a:lnTo>
                <a:lnTo>
                  <a:pt x="3617976" y="100965"/>
                </a:lnTo>
                <a:lnTo>
                  <a:pt x="3620261" y="90424"/>
                </a:lnTo>
                <a:lnTo>
                  <a:pt x="3621835" y="82734"/>
                </a:lnTo>
                <a:lnTo>
                  <a:pt x="3622944" y="75485"/>
                </a:lnTo>
                <a:lnTo>
                  <a:pt x="3623601" y="68689"/>
                </a:lnTo>
                <a:lnTo>
                  <a:pt x="3623723" y="65109"/>
                </a:lnTo>
                <a:lnTo>
                  <a:pt x="3623818" y="62357"/>
                </a:lnTo>
                <a:lnTo>
                  <a:pt x="3614066" y="24566"/>
                </a:lnTo>
                <a:lnTo>
                  <a:pt x="3570557" y="1212"/>
                </a:lnTo>
                <a:lnTo>
                  <a:pt x="3554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09740" y="5257241"/>
            <a:ext cx="46024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1959" algn="l"/>
                <a:tab pos="4083685" algn="l"/>
              </a:tabLst>
            </a:pP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25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4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contains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substring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mbria Math"/>
                <a:cs typeface="Cambria Math"/>
              </a:rPr>
              <a:t>11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52971" y="5894832"/>
            <a:ext cx="3535679" cy="3994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sz="2000" spc="3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is</a:t>
            </a:r>
            <a:r>
              <a:rPr sz="2000" spc="-4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</a:t>
            </a:r>
            <a:r>
              <a:rPr sz="2000" spc="-4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regular</a:t>
            </a:r>
            <a:r>
              <a:rPr sz="2000" spc="-1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language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DFA–</a:t>
            </a:r>
            <a:r>
              <a:rPr sz="4000" spc="-135" dirty="0"/>
              <a:t> </a:t>
            </a:r>
            <a:r>
              <a:rPr sz="4000" spc="-45" dirty="0"/>
              <a:t>Recognizing</a:t>
            </a:r>
            <a:r>
              <a:rPr sz="4000" spc="-160" dirty="0"/>
              <a:t> </a:t>
            </a:r>
            <a:r>
              <a:rPr sz="4000" spc="-20" dirty="0"/>
              <a:t>Languages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39572" y="1179398"/>
            <a:ext cx="9665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Franklin Gothic Medium"/>
                <a:cs typeface="Franklin Gothic Medium"/>
              </a:rPr>
              <a:t>Def:</a:t>
            </a:r>
            <a:r>
              <a:rPr sz="2800" spc="-175" dirty="0">
                <a:latin typeface="Franklin Gothic Medium"/>
                <a:cs typeface="Franklin Gothic Medium"/>
              </a:rPr>
              <a:t> </a:t>
            </a:r>
            <a:r>
              <a:rPr sz="2800" spc="-210" dirty="0">
                <a:latin typeface="Franklin Gothic Medium"/>
                <a:cs typeface="Franklin Gothic Medium"/>
              </a:rPr>
              <a:t>A</a:t>
            </a:r>
            <a:r>
              <a:rPr sz="2800" spc="5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language</a:t>
            </a:r>
            <a:r>
              <a:rPr sz="2800" spc="-11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is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regular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if</a:t>
            </a:r>
            <a:r>
              <a:rPr sz="2800" spc="-95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some</a:t>
            </a:r>
            <a:r>
              <a:rPr sz="2800" spc="-95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finite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spc="-40" dirty="0">
                <a:latin typeface="Franklin Gothic Medium"/>
                <a:cs typeface="Franklin Gothic Medium"/>
              </a:rPr>
              <a:t>automaton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recognizes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it.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1733" y="2382901"/>
            <a:ext cx="2852420" cy="7369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57400" y="2663443"/>
            <a:ext cx="262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33344" y="2663443"/>
            <a:ext cx="267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7141" y="2663443"/>
            <a:ext cx="267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3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8520" y="2068829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6304" y="2221738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8016" y="3091688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50996" y="2446401"/>
            <a:ext cx="16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84701" y="2075179"/>
            <a:ext cx="327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9096" y="2302764"/>
            <a:ext cx="489584" cy="3384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305"/>
              </a:spcBef>
            </a:pPr>
            <a:r>
              <a:rPr sz="16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1725" spc="-37" baseline="-14492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36895" y="2308479"/>
            <a:ext cx="574675" cy="282575"/>
          </a:xfrm>
          <a:custGeom>
            <a:avLst/>
            <a:gdLst/>
            <a:ahLst/>
            <a:cxnLst/>
            <a:rect l="l" t="t" r="r" b="b"/>
            <a:pathLst>
              <a:path w="574675" h="282575">
                <a:moveTo>
                  <a:pt x="484250" y="0"/>
                </a:moveTo>
                <a:lnTo>
                  <a:pt x="480187" y="11430"/>
                </a:lnTo>
                <a:lnTo>
                  <a:pt x="496550" y="18522"/>
                </a:lnTo>
                <a:lnTo>
                  <a:pt x="510603" y="28352"/>
                </a:lnTo>
                <a:lnTo>
                  <a:pt x="539136" y="73852"/>
                </a:lnTo>
                <a:lnTo>
                  <a:pt x="547426" y="115339"/>
                </a:lnTo>
                <a:lnTo>
                  <a:pt x="547467" y="115623"/>
                </a:lnTo>
                <a:lnTo>
                  <a:pt x="547465" y="164633"/>
                </a:lnTo>
                <a:lnTo>
                  <a:pt x="539083" y="207547"/>
                </a:lnTo>
                <a:lnTo>
                  <a:pt x="510603" y="253793"/>
                </a:lnTo>
                <a:lnTo>
                  <a:pt x="480694" y="270891"/>
                </a:lnTo>
                <a:lnTo>
                  <a:pt x="484250" y="282321"/>
                </a:lnTo>
                <a:lnTo>
                  <a:pt x="522747" y="264239"/>
                </a:lnTo>
                <a:lnTo>
                  <a:pt x="551052" y="232918"/>
                </a:lnTo>
                <a:lnTo>
                  <a:pt x="568483" y="191119"/>
                </a:lnTo>
                <a:lnTo>
                  <a:pt x="574293" y="141224"/>
                </a:lnTo>
                <a:lnTo>
                  <a:pt x="572857" y="115623"/>
                </a:lnTo>
                <a:lnTo>
                  <a:pt x="561220" y="69429"/>
                </a:lnTo>
                <a:lnTo>
                  <a:pt x="538097" y="32093"/>
                </a:lnTo>
                <a:lnTo>
                  <a:pt x="504707" y="7379"/>
                </a:lnTo>
                <a:lnTo>
                  <a:pt x="484250" y="0"/>
                </a:lnTo>
                <a:close/>
              </a:path>
              <a:path w="574675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071" y="250227"/>
                </a:lnTo>
                <a:lnTo>
                  <a:pt x="69496" y="274941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475" y="263717"/>
                </a:lnTo>
                <a:lnTo>
                  <a:pt x="63579" y="253793"/>
                </a:lnTo>
                <a:lnTo>
                  <a:pt x="35083" y="207547"/>
                </a:lnTo>
                <a:lnTo>
                  <a:pt x="26701" y="164633"/>
                </a:lnTo>
                <a:lnTo>
                  <a:pt x="25653" y="139700"/>
                </a:lnTo>
                <a:lnTo>
                  <a:pt x="26701" y="115623"/>
                </a:lnTo>
                <a:lnTo>
                  <a:pt x="35083" y="73852"/>
                </a:lnTo>
                <a:lnTo>
                  <a:pt x="63722" y="28352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EC20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428869" y="2218385"/>
            <a:ext cx="581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7975" algn="l"/>
              </a:tabLst>
            </a:pPr>
            <a:r>
              <a:rPr sz="2400" spc="-50" dirty="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57696" y="2363165"/>
            <a:ext cx="15494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5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648322" y="2307844"/>
            <a:ext cx="3645535" cy="283845"/>
          </a:xfrm>
          <a:custGeom>
            <a:avLst/>
            <a:gdLst/>
            <a:ahLst/>
            <a:cxnLst/>
            <a:rect l="l" t="t" r="r" b="b"/>
            <a:pathLst>
              <a:path w="3645534" h="283844">
                <a:moveTo>
                  <a:pt x="397636" y="2666"/>
                </a:moveTo>
                <a:lnTo>
                  <a:pt x="374650" y="2666"/>
                </a:lnTo>
                <a:lnTo>
                  <a:pt x="374650" y="279653"/>
                </a:lnTo>
                <a:lnTo>
                  <a:pt x="397636" y="279653"/>
                </a:lnTo>
                <a:lnTo>
                  <a:pt x="397636" y="2666"/>
                </a:lnTo>
                <a:close/>
              </a:path>
              <a:path w="3645534" h="283844">
                <a:moveTo>
                  <a:pt x="94996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1"/>
                </a:lnTo>
                <a:lnTo>
                  <a:pt x="22579" y="47609"/>
                </a:lnTo>
                <a:lnTo>
                  <a:pt x="22536" y="47773"/>
                </a:lnTo>
                <a:lnTo>
                  <a:pt x="21661" y="59562"/>
                </a:lnTo>
                <a:lnTo>
                  <a:pt x="21677" y="68633"/>
                </a:lnTo>
                <a:lnTo>
                  <a:pt x="22320" y="75453"/>
                </a:lnTo>
                <a:lnTo>
                  <a:pt x="23391" y="82678"/>
                </a:lnTo>
                <a:lnTo>
                  <a:pt x="24892" y="90296"/>
                </a:lnTo>
                <a:lnTo>
                  <a:pt x="27304" y="100837"/>
                </a:lnTo>
                <a:lnTo>
                  <a:pt x="28448" y="107950"/>
                </a:lnTo>
                <a:lnTo>
                  <a:pt x="28448" y="118363"/>
                </a:lnTo>
                <a:lnTo>
                  <a:pt x="26034" y="123951"/>
                </a:lnTo>
                <a:lnTo>
                  <a:pt x="16636" y="132587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700"/>
                </a:lnTo>
                <a:lnTo>
                  <a:pt x="16636" y="149986"/>
                </a:lnTo>
                <a:lnTo>
                  <a:pt x="26034" y="158622"/>
                </a:lnTo>
                <a:lnTo>
                  <a:pt x="28448" y="164210"/>
                </a:lnTo>
                <a:lnTo>
                  <a:pt x="28448" y="174625"/>
                </a:lnTo>
                <a:lnTo>
                  <a:pt x="27304" y="181609"/>
                </a:lnTo>
                <a:lnTo>
                  <a:pt x="24892" y="192150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559" y="217465"/>
                </a:lnTo>
                <a:lnTo>
                  <a:pt x="21462" y="220344"/>
                </a:lnTo>
                <a:lnTo>
                  <a:pt x="31160" y="259081"/>
                </a:lnTo>
                <a:lnTo>
                  <a:pt x="74703" y="282630"/>
                </a:lnTo>
                <a:lnTo>
                  <a:pt x="91058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09" y="272541"/>
                </a:lnTo>
                <a:lnTo>
                  <a:pt x="82520" y="271829"/>
                </a:lnTo>
                <a:lnTo>
                  <a:pt x="49784" y="246078"/>
                </a:lnTo>
                <a:lnTo>
                  <a:pt x="46735" y="223011"/>
                </a:lnTo>
                <a:lnTo>
                  <a:pt x="46827" y="220344"/>
                </a:lnTo>
                <a:lnTo>
                  <a:pt x="46926" y="217465"/>
                </a:lnTo>
                <a:lnTo>
                  <a:pt x="47497" y="211312"/>
                </a:lnTo>
                <a:lnTo>
                  <a:pt x="48450" y="204563"/>
                </a:lnTo>
                <a:lnTo>
                  <a:pt x="49783" y="197230"/>
                </a:lnTo>
                <a:lnTo>
                  <a:pt x="51688" y="186943"/>
                </a:lnTo>
                <a:lnTo>
                  <a:pt x="52704" y="179704"/>
                </a:lnTo>
                <a:lnTo>
                  <a:pt x="52704" y="166877"/>
                </a:lnTo>
                <a:lnTo>
                  <a:pt x="50165" y="160019"/>
                </a:lnTo>
                <a:lnTo>
                  <a:pt x="45211" y="154558"/>
                </a:lnTo>
                <a:lnTo>
                  <a:pt x="40258" y="149225"/>
                </a:lnTo>
                <a:lnTo>
                  <a:pt x="34417" y="145160"/>
                </a:lnTo>
                <a:lnTo>
                  <a:pt x="27558" y="142620"/>
                </a:lnTo>
                <a:lnTo>
                  <a:pt x="27558" y="139953"/>
                </a:lnTo>
                <a:lnTo>
                  <a:pt x="34417" y="137286"/>
                </a:lnTo>
                <a:lnTo>
                  <a:pt x="40258" y="133350"/>
                </a:lnTo>
                <a:lnTo>
                  <a:pt x="45211" y="127888"/>
                </a:lnTo>
                <a:lnTo>
                  <a:pt x="50165" y="122554"/>
                </a:lnTo>
                <a:lnTo>
                  <a:pt x="52704" y="115569"/>
                </a:lnTo>
                <a:lnTo>
                  <a:pt x="52704" y="102869"/>
                </a:lnTo>
                <a:lnTo>
                  <a:pt x="51688" y="95503"/>
                </a:lnTo>
                <a:lnTo>
                  <a:pt x="49783" y="85343"/>
                </a:lnTo>
                <a:lnTo>
                  <a:pt x="48450" y="77958"/>
                </a:lnTo>
                <a:lnTo>
                  <a:pt x="47497" y="71215"/>
                </a:lnTo>
                <a:lnTo>
                  <a:pt x="46926" y="65091"/>
                </a:lnTo>
                <a:lnTo>
                  <a:pt x="46827" y="62229"/>
                </a:lnTo>
                <a:lnTo>
                  <a:pt x="46735" y="59562"/>
                </a:lnTo>
                <a:lnTo>
                  <a:pt x="47487" y="47773"/>
                </a:lnTo>
                <a:lnTo>
                  <a:pt x="47497" y="47609"/>
                </a:lnTo>
                <a:lnTo>
                  <a:pt x="49783" y="37464"/>
                </a:lnTo>
                <a:lnTo>
                  <a:pt x="82520" y="12015"/>
                </a:lnTo>
                <a:lnTo>
                  <a:pt x="92709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  <a:path w="3645534" h="283844">
                <a:moveTo>
                  <a:pt x="3554222" y="0"/>
                </a:moveTo>
                <a:lnTo>
                  <a:pt x="3550284" y="0"/>
                </a:lnTo>
                <a:lnTo>
                  <a:pt x="3550284" y="11302"/>
                </a:lnTo>
                <a:lnTo>
                  <a:pt x="3552571" y="11302"/>
                </a:lnTo>
                <a:lnTo>
                  <a:pt x="3562760" y="12015"/>
                </a:lnTo>
                <a:lnTo>
                  <a:pt x="3595496" y="37480"/>
                </a:lnTo>
                <a:lnTo>
                  <a:pt x="3598545" y="59689"/>
                </a:lnTo>
                <a:lnTo>
                  <a:pt x="3598453" y="62356"/>
                </a:lnTo>
                <a:lnTo>
                  <a:pt x="3598354" y="65218"/>
                </a:lnTo>
                <a:lnTo>
                  <a:pt x="3597783" y="71342"/>
                </a:lnTo>
                <a:lnTo>
                  <a:pt x="3596830" y="78085"/>
                </a:lnTo>
                <a:lnTo>
                  <a:pt x="3595497" y="85470"/>
                </a:lnTo>
                <a:lnTo>
                  <a:pt x="3593592" y="95630"/>
                </a:lnTo>
                <a:lnTo>
                  <a:pt x="3592576" y="102996"/>
                </a:lnTo>
                <a:lnTo>
                  <a:pt x="3592576" y="115696"/>
                </a:lnTo>
                <a:lnTo>
                  <a:pt x="3594988" y="122681"/>
                </a:lnTo>
                <a:lnTo>
                  <a:pt x="3605022" y="133476"/>
                </a:lnTo>
                <a:lnTo>
                  <a:pt x="3610863" y="137540"/>
                </a:lnTo>
                <a:lnTo>
                  <a:pt x="3617722" y="140080"/>
                </a:lnTo>
                <a:lnTo>
                  <a:pt x="3617722" y="142747"/>
                </a:lnTo>
                <a:lnTo>
                  <a:pt x="3610863" y="145287"/>
                </a:lnTo>
                <a:lnTo>
                  <a:pt x="3605022" y="149351"/>
                </a:lnTo>
                <a:lnTo>
                  <a:pt x="3594988" y="160146"/>
                </a:lnTo>
                <a:lnTo>
                  <a:pt x="3592576" y="167004"/>
                </a:lnTo>
                <a:lnTo>
                  <a:pt x="3592576" y="179831"/>
                </a:lnTo>
                <a:lnTo>
                  <a:pt x="3593592" y="187197"/>
                </a:lnTo>
                <a:lnTo>
                  <a:pt x="3595497" y="197357"/>
                </a:lnTo>
                <a:lnTo>
                  <a:pt x="3596830" y="204743"/>
                </a:lnTo>
                <a:lnTo>
                  <a:pt x="3597783" y="211486"/>
                </a:lnTo>
                <a:lnTo>
                  <a:pt x="3598354" y="217610"/>
                </a:lnTo>
                <a:lnTo>
                  <a:pt x="3598453" y="220471"/>
                </a:lnTo>
                <a:lnTo>
                  <a:pt x="3598545" y="223138"/>
                </a:lnTo>
                <a:lnTo>
                  <a:pt x="3586353" y="261238"/>
                </a:lnTo>
                <a:lnTo>
                  <a:pt x="3552571" y="272541"/>
                </a:lnTo>
                <a:lnTo>
                  <a:pt x="3550284" y="272541"/>
                </a:lnTo>
                <a:lnTo>
                  <a:pt x="3550284" y="283844"/>
                </a:lnTo>
                <a:lnTo>
                  <a:pt x="3554222" y="283844"/>
                </a:lnTo>
                <a:lnTo>
                  <a:pt x="3570557" y="282630"/>
                </a:lnTo>
                <a:lnTo>
                  <a:pt x="3606419" y="267842"/>
                </a:lnTo>
                <a:lnTo>
                  <a:pt x="3622700" y="235592"/>
                </a:lnTo>
                <a:lnTo>
                  <a:pt x="3622742" y="235428"/>
                </a:lnTo>
                <a:lnTo>
                  <a:pt x="3623818" y="220471"/>
                </a:lnTo>
                <a:lnTo>
                  <a:pt x="3623721" y="217610"/>
                </a:lnTo>
                <a:lnTo>
                  <a:pt x="3623601" y="214066"/>
                </a:lnTo>
                <a:lnTo>
                  <a:pt x="3622944" y="207232"/>
                </a:lnTo>
                <a:lnTo>
                  <a:pt x="3621835" y="199969"/>
                </a:lnTo>
                <a:lnTo>
                  <a:pt x="3620261" y="192277"/>
                </a:lnTo>
                <a:lnTo>
                  <a:pt x="3617976" y="181736"/>
                </a:lnTo>
                <a:lnTo>
                  <a:pt x="3616832" y="174751"/>
                </a:lnTo>
                <a:lnTo>
                  <a:pt x="3616832" y="164337"/>
                </a:lnTo>
                <a:lnTo>
                  <a:pt x="3619119" y="158750"/>
                </a:lnTo>
                <a:lnTo>
                  <a:pt x="3623945" y="154431"/>
                </a:lnTo>
                <a:lnTo>
                  <a:pt x="3628644" y="150113"/>
                </a:lnTo>
                <a:lnTo>
                  <a:pt x="3635755" y="147827"/>
                </a:lnTo>
                <a:lnTo>
                  <a:pt x="3645280" y="147446"/>
                </a:lnTo>
                <a:lnTo>
                  <a:pt x="3645280" y="135254"/>
                </a:lnTo>
                <a:lnTo>
                  <a:pt x="3635755" y="135000"/>
                </a:lnTo>
                <a:lnTo>
                  <a:pt x="3628644" y="132714"/>
                </a:lnTo>
                <a:lnTo>
                  <a:pt x="3623945" y="128396"/>
                </a:lnTo>
                <a:lnTo>
                  <a:pt x="3619119" y="124078"/>
                </a:lnTo>
                <a:lnTo>
                  <a:pt x="3616832" y="118490"/>
                </a:lnTo>
                <a:lnTo>
                  <a:pt x="3616832" y="108076"/>
                </a:lnTo>
                <a:lnTo>
                  <a:pt x="3617976" y="100964"/>
                </a:lnTo>
                <a:lnTo>
                  <a:pt x="3620261" y="90550"/>
                </a:lnTo>
                <a:lnTo>
                  <a:pt x="3621835" y="82859"/>
                </a:lnTo>
                <a:lnTo>
                  <a:pt x="3622944" y="75596"/>
                </a:lnTo>
                <a:lnTo>
                  <a:pt x="3623601" y="68762"/>
                </a:lnTo>
                <a:lnTo>
                  <a:pt x="3623721" y="65218"/>
                </a:lnTo>
                <a:lnTo>
                  <a:pt x="3623818" y="62356"/>
                </a:lnTo>
                <a:lnTo>
                  <a:pt x="3614066" y="24691"/>
                </a:lnTo>
                <a:lnTo>
                  <a:pt x="3570557" y="1214"/>
                </a:lnTo>
                <a:lnTo>
                  <a:pt x="35542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09740" y="2218385"/>
            <a:ext cx="46024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1959" algn="l"/>
                <a:tab pos="4083685" algn="l"/>
              </a:tabLst>
            </a:pP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25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4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contains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substring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mbria Math"/>
                <a:cs typeface="Cambria Math"/>
              </a:rPr>
              <a:t>11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52971" y="2855976"/>
            <a:ext cx="3535679" cy="401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sz="2000" spc="3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is</a:t>
            </a:r>
            <a:r>
              <a:rPr sz="2000" spc="-4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</a:t>
            </a:r>
            <a:r>
              <a:rPr sz="2000" spc="-4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regular</a:t>
            </a:r>
            <a:r>
              <a:rPr sz="2000" spc="-1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language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0831" y="3552444"/>
            <a:ext cx="9889490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2800" dirty="0">
                <a:latin typeface="Franklin Gothic Medium"/>
                <a:cs typeface="Franklin Gothic Medium"/>
              </a:rPr>
              <a:t>Is</a:t>
            </a:r>
            <a:r>
              <a:rPr sz="2800" spc="-6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EC207B"/>
                </a:solidFill>
                <a:latin typeface="Cambria Math"/>
                <a:cs typeface="Cambria Math"/>
              </a:rPr>
              <a:t>𝐵</a:t>
            </a:r>
            <a:r>
              <a:rPr sz="2800" spc="8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</a:t>
            </a:r>
            <a:r>
              <a:rPr sz="2800" spc="-6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regular</a:t>
            </a:r>
            <a:r>
              <a:rPr sz="2800" spc="-4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language?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95871" y="4346447"/>
            <a:ext cx="5361940" cy="3994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latin typeface="Franklin Gothic Medium"/>
                <a:cs typeface="Franklin Gothic Medium"/>
              </a:rPr>
              <a:t>Set</a:t>
            </a:r>
            <a:r>
              <a:rPr sz="2000" spc="-10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of</a:t>
            </a:r>
            <a:r>
              <a:rPr sz="2000" spc="-9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strings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that</a:t>
            </a:r>
            <a:r>
              <a:rPr sz="2000" spc="-9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contain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even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number</a:t>
            </a:r>
            <a:r>
              <a:rPr sz="2000" spc="-10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of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1s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8576" y="5474208"/>
            <a:ext cx="4058920" cy="83248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0805" marR="247015">
              <a:lnSpc>
                <a:spcPct val="100000"/>
              </a:lnSpc>
              <a:spcBef>
                <a:spcPts val="300"/>
              </a:spcBef>
            </a:pPr>
            <a:r>
              <a:rPr sz="2400" spc="-114" dirty="0">
                <a:latin typeface="Franklin Gothic Medium"/>
                <a:cs typeface="Franklin Gothic Medium"/>
              </a:rPr>
              <a:t>We</a:t>
            </a:r>
            <a:r>
              <a:rPr sz="2400" spc="-3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need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build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the </a:t>
            </a:r>
            <a:r>
              <a:rPr sz="2400" spc="-40" dirty="0">
                <a:latin typeface="Franklin Gothic Medium"/>
                <a:cs typeface="Franklin Gothic Medium"/>
              </a:rPr>
              <a:t>automaton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12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recognizes</a:t>
            </a:r>
            <a:r>
              <a:rPr sz="2400" spc="-114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solidFill>
                  <a:srgbClr val="EC207B"/>
                </a:solidFill>
                <a:latin typeface="Cambria Math"/>
                <a:cs typeface="Cambria Math"/>
              </a:rPr>
              <a:t>𝐵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2565" y="5425185"/>
            <a:ext cx="2259584" cy="88747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520306" y="5802274"/>
            <a:ext cx="262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78854" y="507720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32142" y="5256657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74814" y="6275628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28488" y="5353811"/>
            <a:ext cx="579120" cy="3981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27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325"/>
              </a:spcBef>
            </a:pPr>
            <a:r>
              <a:rPr sz="16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1725" spc="-37" baseline="-14492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83321" y="5800750"/>
            <a:ext cx="267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43773" y="502196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047988" y="5199888"/>
            <a:ext cx="1671955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𝐵</a:t>
            </a:r>
            <a:r>
              <a:rPr sz="2400" spc="130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10" dirty="0">
                <a:latin typeface="Franklin Gothic Medium"/>
                <a:cs typeface="Franklin Gothic Medium"/>
              </a:rPr>
              <a:t> regular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18219" y="5977128"/>
            <a:ext cx="3413760" cy="58420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1600" spc="-20" dirty="0">
                <a:latin typeface="Franklin Gothic Medium"/>
                <a:cs typeface="Franklin Gothic Medium"/>
              </a:rPr>
              <a:t>Test</a:t>
            </a:r>
            <a:r>
              <a:rPr sz="1600" spc="-55" dirty="0">
                <a:latin typeface="Franklin Gothic Medium"/>
                <a:cs typeface="Franklin Gothic Medium"/>
              </a:rPr>
              <a:t> </a:t>
            </a:r>
            <a:r>
              <a:rPr sz="1600" spc="-10" dirty="0">
                <a:latin typeface="Franklin Gothic Medium"/>
                <a:cs typeface="Franklin Gothic Medium"/>
              </a:rPr>
              <a:t>with</a:t>
            </a:r>
            <a:r>
              <a:rPr sz="1600" spc="-55" dirty="0">
                <a:latin typeface="Franklin Gothic Medium"/>
                <a:cs typeface="Franklin Gothic Medium"/>
              </a:rPr>
              <a:t> </a:t>
            </a:r>
            <a:r>
              <a:rPr sz="1600" spc="-10" dirty="0">
                <a:latin typeface="Franklin Gothic Medium"/>
                <a:cs typeface="Franklin Gothic Medium"/>
              </a:rPr>
              <a:t>different</a:t>
            </a:r>
            <a:r>
              <a:rPr sz="1600" spc="-70" dirty="0">
                <a:latin typeface="Franklin Gothic Medium"/>
                <a:cs typeface="Franklin Gothic Medium"/>
              </a:rPr>
              <a:t> </a:t>
            </a:r>
            <a:r>
              <a:rPr sz="1600" spc="-20" dirty="0">
                <a:latin typeface="Franklin Gothic Medium"/>
                <a:cs typeface="Franklin Gothic Medium"/>
              </a:rPr>
              <a:t>combinations</a:t>
            </a:r>
            <a:r>
              <a:rPr sz="1600" spc="-35" dirty="0">
                <a:latin typeface="Franklin Gothic Medium"/>
                <a:cs typeface="Franklin Gothic Medium"/>
              </a:rPr>
              <a:t> </a:t>
            </a:r>
            <a:r>
              <a:rPr sz="1600" spc="-25" dirty="0">
                <a:latin typeface="Franklin Gothic Medium"/>
                <a:cs typeface="Franklin Gothic Medium"/>
              </a:rPr>
              <a:t>of</a:t>
            </a:r>
            <a:endParaRPr sz="1600">
              <a:latin typeface="Franklin Gothic Medium"/>
              <a:cs typeface="Franklin Gothic Medium"/>
            </a:endParaRPr>
          </a:p>
          <a:p>
            <a:pPr marL="92710">
              <a:lnSpc>
                <a:spcPct val="100000"/>
              </a:lnSpc>
            </a:pPr>
            <a:r>
              <a:rPr sz="1600" dirty="0">
                <a:latin typeface="Franklin Gothic Medium"/>
                <a:cs typeface="Franklin Gothic Medium"/>
              </a:rPr>
              <a:t>strings</a:t>
            </a:r>
            <a:r>
              <a:rPr sz="1600" spc="-60" dirty="0">
                <a:latin typeface="Franklin Gothic Medium"/>
                <a:cs typeface="Franklin Gothic Medium"/>
              </a:rPr>
              <a:t> </a:t>
            </a:r>
            <a:r>
              <a:rPr sz="1600" dirty="0">
                <a:latin typeface="Franklin Gothic Medium"/>
                <a:cs typeface="Franklin Gothic Medium"/>
              </a:rPr>
              <a:t>e.g.</a:t>
            </a:r>
            <a:r>
              <a:rPr sz="1600" spc="-15" dirty="0">
                <a:latin typeface="Franklin Gothic Medium"/>
                <a:cs typeface="Franklin Gothic Medium"/>
              </a:rPr>
              <a:t> </a:t>
            </a:r>
            <a:r>
              <a:rPr sz="1600" spc="-35" dirty="0">
                <a:latin typeface="Franklin Gothic Medium"/>
                <a:cs typeface="Franklin Gothic Medium"/>
              </a:rPr>
              <a:t>0110,001,101,00110,</a:t>
            </a:r>
            <a:r>
              <a:rPr sz="1600" spc="-30" dirty="0">
                <a:latin typeface="Franklin Gothic Medium"/>
                <a:cs typeface="Franklin Gothic Medium"/>
              </a:rPr>
              <a:t> </a:t>
            </a:r>
            <a:r>
              <a:rPr sz="1600" spc="-50" dirty="0">
                <a:latin typeface="Franklin Gothic Medium"/>
                <a:cs typeface="Franklin Gothic Medium"/>
              </a:rPr>
              <a:t>…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30274" y="4294377"/>
            <a:ext cx="5301615" cy="86042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Franklin Gothic Medium"/>
                <a:cs typeface="Franklin Gothic Medium"/>
              </a:rPr>
              <a:t>Let</a:t>
            </a:r>
            <a:r>
              <a:rPr sz="2400" spc="-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𝐵</a:t>
            </a:r>
            <a:r>
              <a:rPr sz="2400" spc="16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dirty="0">
                <a:latin typeface="Cambria Math"/>
                <a:cs typeface="Cambria Math"/>
              </a:rPr>
              <a:t>|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3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has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an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even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number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of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2400" spc="-25" dirty="0">
                <a:latin typeface="Cambria Math"/>
                <a:cs typeface="Cambria Math"/>
              </a:rPr>
              <a:t>𝑠}</a:t>
            </a:r>
            <a:endParaRPr sz="2400">
              <a:latin typeface="Cambria Math"/>
              <a:cs typeface="Cambria Math"/>
            </a:endParaRPr>
          </a:p>
          <a:p>
            <a:pPr marL="439420">
              <a:lnSpc>
                <a:spcPct val="100000"/>
              </a:lnSpc>
              <a:spcBef>
                <a:spcPts val="405"/>
              </a:spcBef>
            </a:pP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400" spc="200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400" spc="-20" dirty="0">
                <a:solidFill>
                  <a:srgbClr val="2D75B6"/>
                </a:solidFill>
                <a:latin typeface="Cambria Math"/>
                <a:cs typeface="Cambria Math"/>
              </a:rPr>
              <a:t>{0,1}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DFA–</a:t>
            </a:r>
            <a:r>
              <a:rPr sz="4000" spc="-135" dirty="0"/>
              <a:t> </a:t>
            </a:r>
            <a:r>
              <a:rPr sz="4000" spc="-45" dirty="0"/>
              <a:t>Recognizing</a:t>
            </a:r>
            <a:r>
              <a:rPr sz="4000" spc="-160" dirty="0"/>
              <a:t> </a:t>
            </a:r>
            <a:r>
              <a:rPr sz="4000" spc="-20" dirty="0"/>
              <a:t>Languages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595871" y="1391411"/>
            <a:ext cx="5130165" cy="3994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Franklin Gothic Medium"/>
                <a:cs typeface="Franklin Gothic Medium"/>
              </a:rPr>
              <a:t>The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strings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that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contain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even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number</a:t>
            </a:r>
            <a:r>
              <a:rPr sz="2000" spc="-9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of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1s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8576" y="2519172"/>
            <a:ext cx="4058920" cy="83248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 marR="247015">
              <a:lnSpc>
                <a:spcPct val="100000"/>
              </a:lnSpc>
              <a:spcBef>
                <a:spcPts val="295"/>
              </a:spcBef>
            </a:pPr>
            <a:r>
              <a:rPr sz="2400" spc="-114" dirty="0">
                <a:latin typeface="Franklin Gothic Medium"/>
                <a:cs typeface="Franklin Gothic Medium"/>
              </a:rPr>
              <a:t>We</a:t>
            </a:r>
            <a:r>
              <a:rPr sz="2400" spc="-3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need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build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the </a:t>
            </a:r>
            <a:r>
              <a:rPr sz="2400" spc="-40" dirty="0">
                <a:latin typeface="Franklin Gothic Medium"/>
                <a:cs typeface="Franklin Gothic Medium"/>
              </a:rPr>
              <a:t>automaton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12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recognizes</a:t>
            </a:r>
            <a:r>
              <a:rPr sz="2400" spc="-114" dirty="0">
                <a:latin typeface="Franklin Gothic Medium"/>
                <a:cs typeface="Franklin Gothic Medium"/>
              </a:rPr>
              <a:t> </a:t>
            </a:r>
            <a:r>
              <a:rPr sz="2400" spc="-50" dirty="0">
                <a:solidFill>
                  <a:srgbClr val="EC207B"/>
                </a:solidFill>
                <a:latin typeface="Cambria Math"/>
                <a:cs typeface="Cambria Math"/>
              </a:rPr>
              <a:t>𝐵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2565" y="2441955"/>
            <a:ext cx="2259584" cy="91567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20306" y="2846958"/>
            <a:ext cx="262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78854" y="2121534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2142" y="230098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74814" y="3320034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28488" y="2400300"/>
            <a:ext cx="579120" cy="396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305"/>
              </a:spcBef>
            </a:pPr>
            <a:r>
              <a:rPr sz="16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1725" spc="-37" baseline="-14492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83321" y="2791713"/>
            <a:ext cx="267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3773" y="20662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47988" y="2244851"/>
            <a:ext cx="1671955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𝐵</a:t>
            </a:r>
            <a:r>
              <a:rPr sz="2400" spc="130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10" dirty="0">
                <a:latin typeface="Franklin Gothic Medium"/>
                <a:cs typeface="Franklin Gothic Medium"/>
              </a:rPr>
              <a:t> regular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9183" y="1338707"/>
            <a:ext cx="5301615" cy="86042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Franklin Gothic Medium"/>
                <a:cs typeface="Franklin Gothic Medium"/>
              </a:rPr>
              <a:t>Let</a:t>
            </a:r>
            <a:r>
              <a:rPr sz="2400" spc="-2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𝐵</a:t>
            </a:r>
            <a:r>
              <a:rPr sz="2400" spc="16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dirty="0">
                <a:latin typeface="Cambria Math"/>
                <a:cs typeface="Cambria Math"/>
              </a:rPr>
              <a:t>|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3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has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an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even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number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of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2400" spc="-25" dirty="0">
                <a:latin typeface="Cambria Math"/>
                <a:cs typeface="Cambria Math"/>
              </a:rPr>
              <a:t>𝑠}</a:t>
            </a:r>
            <a:endParaRPr sz="2400">
              <a:latin typeface="Cambria Math"/>
              <a:cs typeface="Cambria Math"/>
            </a:endParaRPr>
          </a:p>
          <a:p>
            <a:pPr marL="941069">
              <a:lnSpc>
                <a:spcPct val="100000"/>
              </a:lnSpc>
              <a:spcBef>
                <a:spcPts val="405"/>
              </a:spcBef>
            </a:pP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400" spc="200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400" spc="-20" dirty="0">
                <a:solidFill>
                  <a:srgbClr val="2D75B6"/>
                </a:solidFill>
                <a:latin typeface="Cambria Math"/>
                <a:cs typeface="Cambria Math"/>
              </a:rPr>
              <a:t>{0,1}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9183" y="3921632"/>
            <a:ext cx="6305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Franklin Gothic Medium"/>
                <a:cs typeface="Franklin Gothic Medium"/>
              </a:rPr>
              <a:t>Let</a:t>
            </a:r>
            <a:r>
              <a:rPr sz="2400" spc="-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𝐶</a:t>
            </a:r>
            <a:r>
              <a:rPr sz="2400" spc="210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dirty="0">
                <a:latin typeface="Cambria Math"/>
                <a:cs typeface="Cambria Math"/>
              </a:rPr>
              <a:t>|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3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has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an</a:t>
            </a:r>
            <a:r>
              <a:rPr sz="2400" spc="-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equal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number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of</a:t>
            </a:r>
            <a:r>
              <a:rPr sz="2400" spc="-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0s</a:t>
            </a:r>
            <a:r>
              <a:rPr sz="2400" spc="-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and</a:t>
            </a:r>
            <a:r>
              <a:rPr sz="2400" spc="-30" dirty="0"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2400" spc="-25" dirty="0">
                <a:latin typeface="Cambria Math"/>
                <a:cs typeface="Cambria Math"/>
              </a:rPr>
              <a:t>𝑠}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70647" y="3896867"/>
            <a:ext cx="2385060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𝐶</a:t>
            </a:r>
            <a:r>
              <a:rPr sz="2400" spc="12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45" dirty="0">
                <a:latin typeface="Franklin Gothic Medium"/>
                <a:cs typeface="Franklin Gothic Medium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not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regular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1331" y="4495800"/>
            <a:ext cx="9104630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Franklin Gothic Medium"/>
                <a:cs typeface="Franklin Gothic Medium"/>
              </a:rPr>
              <a:t>There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no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70" dirty="0">
                <a:latin typeface="Franklin Gothic Medium"/>
                <a:cs typeface="Franklin Gothic Medium"/>
              </a:rPr>
              <a:t>way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build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an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45" dirty="0">
                <a:latin typeface="Franklin Gothic Medium"/>
                <a:cs typeface="Franklin Gothic Medium"/>
              </a:rPr>
              <a:t>automaton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recognizes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this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language.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02602" y="4938521"/>
            <a:ext cx="4806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4" dirty="0">
                <a:latin typeface="Franklin Gothic Medium"/>
                <a:cs typeface="Franklin Gothic Medium"/>
              </a:rPr>
              <a:t>We</a:t>
            </a:r>
            <a:r>
              <a:rPr sz="2400" spc="-3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will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see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40" dirty="0">
                <a:latin typeface="Franklin Gothic Medium"/>
                <a:cs typeface="Franklin Gothic Medium"/>
              </a:rPr>
              <a:t>why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further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course!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1331" y="5550408"/>
            <a:ext cx="9104630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Franklin Gothic Medium"/>
                <a:cs typeface="Franklin Gothic Medium"/>
              </a:rPr>
              <a:t>In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general: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Not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regular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languages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35" dirty="0">
                <a:latin typeface="Franklin Gothic Medium"/>
                <a:cs typeface="Franklin Gothic Medium"/>
              </a:rPr>
              <a:t>anything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requires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memory.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37940" y="6125057"/>
            <a:ext cx="6210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95395" algn="l"/>
              </a:tabLst>
            </a:pPr>
            <a:r>
              <a:rPr sz="2400" spc="-55" dirty="0">
                <a:latin typeface="Franklin Gothic Medium"/>
                <a:cs typeface="Franklin Gothic Medium"/>
              </a:rPr>
              <a:t>DFAs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cannot</a:t>
            </a:r>
            <a:r>
              <a:rPr sz="2400" spc="-14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store</a:t>
            </a:r>
            <a:r>
              <a:rPr sz="2400" spc="-13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strings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3600" spc="-82" baseline="1157" dirty="0">
                <a:latin typeface="Franklin Gothic Medium"/>
                <a:cs typeface="Franklin Gothic Medium"/>
              </a:rPr>
              <a:t>DFAs</a:t>
            </a:r>
            <a:r>
              <a:rPr sz="3600" spc="-142" baseline="1157" dirty="0">
                <a:latin typeface="Franklin Gothic Medium"/>
                <a:cs typeface="Franklin Gothic Medium"/>
              </a:rPr>
              <a:t> </a:t>
            </a:r>
            <a:r>
              <a:rPr sz="3600" baseline="1157" dirty="0">
                <a:latin typeface="Franklin Gothic Medium"/>
                <a:cs typeface="Franklin Gothic Medium"/>
              </a:rPr>
              <a:t>cannot</a:t>
            </a:r>
            <a:r>
              <a:rPr sz="3600" spc="-209" baseline="1157" dirty="0">
                <a:latin typeface="Franklin Gothic Medium"/>
                <a:cs typeface="Franklin Gothic Medium"/>
              </a:rPr>
              <a:t> </a:t>
            </a:r>
            <a:r>
              <a:rPr sz="3600" spc="-15" baseline="1157" dirty="0">
                <a:latin typeface="Franklin Gothic Medium"/>
                <a:cs typeface="Franklin Gothic Medium"/>
              </a:rPr>
              <a:t>count</a:t>
            </a:r>
            <a:endParaRPr sz="3600" baseline="1157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95" dirty="0"/>
              <a:t> </a:t>
            </a:r>
            <a:r>
              <a:rPr sz="3800" dirty="0"/>
              <a:t>–</a:t>
            </a:r>
            <a:r>
              <a:rPr sz="3800" spc="-95" dirty="0"/>
              <a:t> </a:t>
            </a:r>
            <a:r>
              <a:rPr sz="3800" spc="-50" dirty="0"/>
              <a:t>Formal</a:t>
            </a:r>
            <a:r>
              <a:rPr sz="3800" spc="-114" dirty="0"/>
              <a:t> </a:t>
            </a:r>
            <a:r>
              <a:rPr sz="3800" spc="-25" dirty="0"/>
              <a:t>Definition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529742" y="1213485"/>
            <a:ext cx="7856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Franklin Gothic Medium"/>
                <a:cs typeface="Franklin Gothic Medium"/>
              </a:rPr>
              <a:t>Def:</a:t>
            </a:r>
            <a:r>
              <a:rPr sz="2800" spc="-110" dirty="0">
                <a:latin typeface="Franklin Gothic Medium"/>
                <a:cs typeface="Franklin Gothic Medium"/>
              </a:rPr>
              <a:t> </a:t>
            </a:r>
            <a:r>
              <a:rPr sz="2800" spc="-204" dirty="0">
                <a:latin typeface="Franklin Gothic Medium"/>
                <a:cs typeface="Franklin Gothic Medium"/>
              </a:rPr>
              <a:t>A</a:t>
            </a:r>
            <a:r>
              <a:rPr sz="2800" spc="10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finite </a:t>
            </a:r>
            <a:r>
              <a:rPr sz="2800" spc="-45" dirty="0">
                <a:latin typeface="Franklin Gothic Medium"/>
                <a:cs typeface="Franklin Gothic Medium"/>
              </a:rPr>
              <a:t>automaton</a:t>
            </a:r>
            <a:r>
              <a:rPr sz="2800" spc="-3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Cambria Math"/>
                <a:cs typeface="Cambria Math"/>
              </a:rPr>
              <a:t>𝑀</a:t>
            </a:r>
            <a:r>
              <a:rPr sz="2800" spc="145" dirty="0"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is</a:t>
            </a:r>
            <a:r>
              <a:rPr sz="2800" spc="-3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</a:t>
            </a:r>
            <a:r>
              <a:rPr sz="2800" spc="-3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5-tuple</a:t>
            </a:r>
            <a:r>
              <a:rPr sz="2800" spc="-1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Cambria Math"/>
                <a:cs typeface="Cambria Math"/>
              </a:rPr>
              <a:t>(𝑄,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𝛴,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𝛿,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𝑞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𝐹)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1000" y="1714500"/>
            <a:ext cx="2593975" cy="3994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2000" spc="-140" dirty="0">
                <a:latin typeface="Franklin Gothic Medium"/>
                <a:cs typeface="Franklin Gothic Medium"/>
              </a:rPr>
              <a:t>A</a:t>
            </a:r>
            <a:r>
              <a:rPr sz="2000" spc="-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list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of</a:t>
            </a:r>
            <a:r>
              <a:rPr sz="2000" spc="-4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5</a:t>
            </a:r>
            <a:r>
              <a:rPr sz="2000" spc="-4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components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811" y="3852417"/>
            <a:ext cx="15081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400" dirty="0">
                <a:latin typeface="Franklin Gothic Medium"/>
                <a:cs typeface="Franklin Gothic Medium"/>
              </a:rPr>
              <a:t>:</a:t>
            </a:r>
            <a:r>
              <a:rPr sz="2400" spc="-20" dirty="0">
                <a:latin typeface="Franklin Gothic Medium"/>
                <a:cs typeface="Franklin Gothic Medium"/>
              </a:rPr>
              <a:t> finite</a:t>
            </a:r>
            <a:r>
              <a:rPr sz="2400" spc="-1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set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9461" y="3852417"/>
            <a:ext cx="23088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400" dirty="0">
                <a:latin typeface="Franklin Gothic Medium"/>
                <a:cs typeface="Franklin Gothic Medium"/>
              </a:rPr>
              <a:t>: </a:t>
            </a:r>
            <a:r>
              <a:rPr sz="2400" spc="-10" dirty="0">
                <a:latin typeface="Franklin Gothic Medium"/>
                <a:cs typeface="Franklin Gothic Medium"/>
              </a:rPr>
              <a:t>alphabet,</a:t>
            </a:r>
            <a:r>
              <a:rPr sz="2400" spc="10" dirty="0">
                <a:latin typeface="Franklin Gothic Medium"/>
                <a:cs typeface="Franklin Gothic Medium"/>
              </a:rPr>
              <a:t> </a:t>
            </a:r>
            <a:r>
              <a:rPr sz="2400" spc="-35" dirty="0">
                <a:latin typeface="Franklin Gothic Medium"/>
                <a:cs typeface="Franklin Gothic Medium"/>
              </a:rPr>
              <a:t>finite </a:t>
            </a:r>
            <a:r>
              <a:rPr sz="2400" dirty="0">
                <a:latin typeface="Franklin Gothic Medium"/>
                <a:cs typeface="Franklin Gothic Medium"/>
              </a:rPr>
              <a:t>set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1221" y="3852417"/>
            <a:ext cx="26987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400" spc="50" dirty="0">
                <a:latin typeface="Franklin Gothic Medium"/>
                <a:cs typeface="Franklin Gothic Medium"/>
              </a:rPr>
              <a:t>: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function</a:t>
            </a:r>
            <a:endParaRPr sz="2400">
              <a:latin typeface="Franklin Gothic Medium"/>
              <a:cs typeface="Franklin Gothic Medium"/>
            </a:endParaRPr>
          </a:p>
          <a:p>
            <a:pPr marL="19050" algn="ctr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𝛿: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𝑄</a:t>
            </a:r>
            <a:r>
              <a:rPr sz="2400" spc="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𝛴</a:t>
            </a:r>
            <a:r>
              <a:rPr sz="2400" spc="2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→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17671" y="2323846"/>
            <a:ext cx="3744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600" spc="37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170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(</a:t>
            </a:r>
            <a:r>
              <a:rPr sz="36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3600" dirty="0">
                <a:latin typeface="Cambria Math"/>
                <a:cs typeface="Cambria Math"/>
              </a:rPr>
              <a:t>,</a:t>
            </a:r>
            <a:r>
              <a:rPr sz="3600" spc="-160" dirty="0">
                <a:latin typeface="Cambria Math"/>
                <a:cs typeface="Cambria Math"/>
              </a:rPr>
              <a:t> </a:t>
            </a:r>
            <a:r>
              <a:rPr sz="36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3600" dirty="0">
                <a:latin typeface="Cambria Math"/>
                <a:cs typeface="Cambria Math"/>
              </a:rPr>
              <a:t>,</a:t>
            </a:r>
            <a:r>
              <a:rPr sz="3600" spc="-155" dirty="0">
                <a:latin typeface="Cambria Math"/>
                <a:cs typeface="Cambria Math"/>
              </a:rPr>
              <a:t> </a:t>
            </a:r>
            <a:r>
              <a:rPr sz="3600" spc="6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3600" spc="60" dirty="0">
                <a:latin typeface="Cambria Math"/>
                <a:cs typeface="Cambria Math"/>
              </a:rPr>
              <a:t>,</a:t>
            </a:r>
            <a:r>
              <a:rPr sz="3600" spc="-150" dirty="0">
                <a:latin typeface="Cambria Math"/>
                <a:cs typeface="Cambria Math"/>
              </a:rPr>
              <a:t> </a:t>
            </a:r>
            <a:r>
              <a:rPr sz="36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3900" baseline="-16025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3600" dirty="0">
                <a:latin typeface="Cambria Math"/>
                <a:cs typeface="Cambria Math"/>
              </a:rPr>
              <a:t>,</a:t>
            </a:r>
            <a:r>
              <a:rPr sz="3600" spc="-155" dirty="0">
                <a:latin typeface="Cambria Math"/>
                <a:cs typeface="Cambria Math"/>
              </a:rPr>
              <a:t> </a:t>
            </a:r>
            <a:r>
              <a:rPr sz="3600" spc="25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3600" spc="25" dirty="0">
                <a:latin typeface="Cambria Math"/>
                <a:cs typeface="Cambria Math"/>
              </a:rPr>
              <a:t>)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68157" y="3852417"/>
            <a:ext cx="1849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2400" dirty="0">
                <a:latin typeface="Franklin Gothic Medium"/>
                <a:cs typeface="Franklin Gothic Medium"/>
              </a:rPr>
              <a:t>:</a:t>
            </a:r>
            <a:r>
              <a:rPr sz="2400" spc="4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2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25050" y="3852417"/>
            <a:ext cx="21659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55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2400" spc="55" dirty="0">
                <a:latin typeface="Franklin Gothic Medium"/>
                <a:cs typeface="Franklin Gothic Medium"/>
              </a:rPr>
              <a:t>:</a:t>
            </a:r>
            <a:r>
              <a:rPr sz="2400" spc="-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set</a:t>
            </a:r>
            <a:r>
              <a:rPr sz="2400" spc="-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45" dirty="0">
                <a:latin typeface="Franklin Gothic Medium"/>
                <a:cs typeface="Franklin Gothic Medium"/>
              </a:rPr>
              <a:t> </a:t>
            </a:r>
            <a:r>
              <a:rPr sz="2400" spc="-55" dirty="0">
                <a:latin typeface="Franklin Gothic Medium"/>
                <a:cs typeface="Franklin Gothic Medium"/>
              </a:rPr>
              <a:t>ACCEPT </a:t>
            </a:r>
            <a:r>
              <a:rPr sz="2400" spc="-10" dirty="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77714" y="4821682"/>
            <a:ext cx="2481580" cy="1557020"/>
            <a:chOff x="5077714" y="4821682"/>
            <a:chExt cx="2481580" cy="1557020"/>
          </a:xfrm>
        </p:grpSpPr>
        <p:sp>
          <p:nvSpPr>
            <p:cNvPr id="12" name="object 12"/>
            <p:cNvSpPr/>
            <p:nvPr/>
          </p:nvSpPr>
          <p:spPr>
            <a:xfrm>
              <a:off x="5084064" y="4828032"/>
              <a:ext cx="2468880" cy="1544320"/>
            </a:xfrm>
            <a:custGeom>
              <a:avLst/>
              <a:gdLst/>
              <a:ahLst/>
              <a:cxnLst/>
              <a:rect l="l" t="t" r="r" b="b"/>
              <a:pathLst>
                <a:path w="2468879" h="1544320">
                  <a:moveTo>
                    <a:pt x="2468880" y="0"/>
                  </a:moveTo>
                  <a:lnTo>
                    <a:pt x="0" y="0"/>
                  </a:lnTo>
                  <a:lnTo>
                    <a:pt x="0" y="1543812"/>
                  </a:lnTo>
                  <a:lnTo>
                    <a:pt x="2468880" y="1543812"/>
                  </a:lnTo>
                  <a:lnTo>
                    <a:pt x="24688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84064" y="4828032"/>
              <a:ext cx="2468880" cy="1544320"/>
            </a:xfrm>
            <a:custGeom>
              <a:avLst/>
              <a:gdLst/>
              <a:ahLst/>
              <a:cxnLst/>
              <a:rect l="l" t="t" r="r" b="b"/>
              <a:pathLst>
                <a:path w="2468879" h="1544320">
                  <a:moveTo>
                    <a:pt x="0" y="1543812"/>
                  </a:moveTo>
                  <a:lnTo>
                    <a:pt x="2468880" y="1543812"/>
                  </a:lnTo>
                  <a:lnTo>
                    <a:pt x="2468880" y="0"/>
                  </a:lnTo>
                  <a:lnTo>
                    <a:pt x="0" y="0"/>
                  </a:lnTo>
                  <a:lnTo>
                    <a:pt x="0" y="154381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09107" y="4941697"/>
              <a:ext cx="662940" cy="282575"/>
            </a:xfrm>
            <a:custGeom>
              <a:avLst/>
              <a:gdLst/>
              <a:ahLst/>
              <a:cxnLst/>
              <a:rect l="l" t="t" r="r" b="b"/>
              <a:pathLst>
                <a:path w="662939" h="282575">
                  <a:moveTo>
                    <a:pt x="572642" y="0"/>
                  </a:moveTo>
                  <a:lnTo>
                    <a:pt x="568705" y="11429"/>
                  </a:lnTo>
                  <a:lnTo>
                    <a:pt x="585013" y="18504"/>
                  </a:lnTo>
                  <a:lnTo>
                    <a:pt x="599058" y="28305"/>
                  </a:lnTo>
                  <a:lnTo>
                    <a:pt x="627602" y="73852"/>
                  </a:lnTo>
                  <a:lnTo>
                    <a:pt x="635943" y="115339"/>
                  </a:lnTo>
                  <a:lnTo>
                    <a:pt x="635984" y="115623"/>
                  </a:lnTo>
                  <a:lnTo>
                    <a:pt x="637031" y="139700"/>
                  </a:lnTo>
                  <a:lnTo>
                    <a:pt x="635984" y="164580"/>
                  </a:lnTo>
                  <a:lnTo>
                    <a:pt x="632840" y="187198"/>
                  </a:lnTo>
                  <a:lnTo>
                    <a:pt x="620267" y="225551"/>
                  </a:lnTo>
                  <a:lnTo>
                    <a:pt x="585210" y="263646"/>
                  </a:lnTo>
                  <a:lnTo>
                    <a:pt x="569087" y="270763"/>
                  </a:lnTo>
                  <a:lnTo>
                    <a:pt x="572642" y="282320"/>
                  </a:lnTo>
                  <a:lnTo>
                    <a:pt x="611203" y="264191"/>
                  </a:lnTo>
                  <a:lnTo>
                    <a:pt x="639571" y="232917"/>
                  </a:lnTo>
                  <a:lnTo>
                    <a:pt x="656891" y="191023"/>
                  </a:lnTo>
                  <a:lnTo>
                    <a:pt x="662685" y="141223"/>
                  </a:lnTo>
                  <a:lnTo>
                    <a:pt x="661249" y="115623"/>
                  </a:lnTo>
                  <a:lnTo>
                    <a:pt x="649612" y="69429"/>
                  </a:lnTo>
                  <a:lnTo>
                    <a:pt x="626560" y="32093"/>
                  </a:lnTo>
                  <a:lnTo>
                    <a:pt x="593171" y="7379"/>
                  </a:lnTo>
                  <a:lnTo>
                    <a:pt x="572642" y="0"/>
                  </a:lnTo>
                  <a:close/>
                </a:path>
                <a:path w="662939" h="282575">
                  <a:moveTo>
                    <a:pt x="90042" y="0"/>
                  </a:moveTo>
                  <a:lnTo>
                    <a:pt x="51657" y="18081"/>
                  </a:lnTo>
                  <a:lnTo>
                    <a:pt x="23367" y="49402"/>
                  </a:lnTo>
                  <a:lnTo>
                    <a:pt x="5826" y="91408"/>
                  </a:lnTo>
                  <a:lnTo>
                    <a:pt x="85" y="139700"/>
                  </a:lnTo>
                  <a:lnTo>
                    <a:pt x="0" y="141223"/>
                  </a:lnTo>
                  <a:lnTo>
                    <a:pt x="1452" y="167106"/>
                  </a:lnTo>
                  <a:lnTo>
                    <a:pt x="13073" y="212965"/>
                  </a:lnTo>
                  <a:lnTo>
                    <a:pt x="36125" y="250209"/>
                  </a:lnTo>
                  <a:lnTo>
                    <a:pt x="69514" y="274887"/>
                  </a:lnTo>
                  <a:lnTo>
                    <a:pt x="90042" y="282320"/>
                  </a:lnTo>
                  <a:lnTo>
                    <a:pt x="93598" y="270763"/>
                  </a:lnTo>
                  <a:lnTo>
                    <a:pt x="77549" y="263646"/>
                  </a:lnTo>
                  <a:lnTo>
                    <a:pt x="63690" y="253730"/>
                  </a:lnTo>
                  <a:lnTo>
                    <a:pt x="35210" y="207529"/>
                  </a:lnTo>
                  <a:lnTo>
                    <a:pt x="26828" y="164580"/>
                  </a:lnTo>
                  <a:lnTo>
                    <a:pt x="25845" y="141223"/>
                  </a:lnTo>
                  <a:lnTo>
                    <a:pt x="25780" y="139700"/>
                  </a:lnTo>
                  <a:lnTo>
                    <a:pt x="29971" y="93678"/>
                  </a:lnTo>
                  <a:lnTo>
                    <a:pt x="42544" y="56133"/>
                  </a:lnTo>
                  <a:lnTo>
                    <a:pt x="77817" y="18504"/>
                  </a:lnTo>
                  <a:lnTo>
                    <a:pt x="94106" y="11429"/>
                  </a:lnTo>
                  <a:lnTo>
                    <a:pt x="900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607684" y="4852238"/>
            <a:ext cx="14465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01625" algn="l"/>
                <a:tab pos="974725" algn="l"/>
              </a:tabLst>
            </a:pPr>
            <a:r>
              <a:rPr sz="2400" spc="-50" dirty="0">
                <a:latin typeface="Cambria Math"/>
                <a:cs typeface="Cambria Math"/>
              </a:rPr>
              <a:t>𝛿</a:t>
            </a:r>
            <a:r>
              <a:rPr sz="2400" dirty="0">
                <a:latin typeface="Cambria Math"/>
                <a:cs typeface="Cambria Math"/>
              </a:rPr>
              <a:t>	𝑞,</a:t>
            </a:r>
            <a:r>
              <a:rPr sz="2400" spc="-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𝑎</a:t>
            </a:r>
            <a:r>
              <a:rPr sz="2400" dirty="0">
                <a:latin typeface="Cambria Math"/>
                <a:cs typeface="Cambria Math"/>
              </a:rPr>
              <a:t>	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𝑟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33746" y="5452617"/>
            <a:ext cx="1986280" cy="808355"/>
            <a:chOff x="5333746" y="5452617"/>
            <a:chExt cx="1986280" cy="808355"/>
          </a:xfrm>
        </p:grpSpPr>
        <p:sp>
          <p:nvSpPr>
            <p:cNvPr id="17" name="object 17"/>
            <p:cNvSpPr/>
            <p:nvPr/>
          </p:nvSpPr>
          <p:spPr>
            <a:xfrm>
              <a:off x="5340096" y="5458967"/>
              <a:ext cx="789940" cy="795655"/>
            </a:xfrm>
            <a:custGeom>
              <a:avLst/>
              <a:gdLst/>
              <a:ahLst/>
              <a:cxnLst/>
              <a:rect l="l" t="t" r="r" b="b"/>
              <a:pathLst>
                <a:path w="789939" h="795654">
                  <a:moveTo>
                    <a:pt x="394715" y="0"/>
                  </a:moveTo>
                  <a:lnTo>
                    <a:pt x="348672" y="2675"/>
                  </a:lnTo>
                  <a:lnTo>
                    <a:pt x="304191" y="10504"/>
                  </a:lnTo>
                  <a:lnTo>
                    <a:pt x="261569" y="23188"/>
                  </a:lnTo>
                  <a:lnTo>
                    <a:pt x="221102" y="40428"/>
                  </a:lnTo>
                  <a:lnTo>
                    <a:pt x="183085" y="61925"/>
                  </a:lnTo>
                  <a:lnTo>
                    <a:pt x="147814" y="87382"/>
                  </a:lnTo>
                  <a:lnTo>
                    <a:pt x="115585" y="116500"/>
                  </a:lnTo>
                  <a:lnTo>
                    <a:pt x="86694" y="148980"/>
                  </a:lnTo>
                  <a:lnTo>
                    <a:pt x="61436" y="184524"/>
                  </a:lnTo>
                  <a:lnTo>
                    <a:pt x="40108" y="222835"/>
                  </a:lnTo>
                  <a:lnTo>
                    <a:pt x="23004" y="263612"/>
                  </a:lnTo>
                  <a:lnTo>
                    <a:pt x="10421" y="306558"/>
                  </a:lnTo>
                  <a:lnTo>
                    <a:pt x="2654" y="351375"/>
                  </a:lnTo>
                  <a:lnTo>
                    <a:pt x="0" y="397763"/>
                  </a:lnTo>
                  <a:lnTo>
                    <a:pt x="2654" y="444152"/>
                  </a:lnTo>
                  <a:lnTo>
                    <a:pt x="10421" y="488969"/>
                  </a:lnTo>
                  <a:lnTo>
                    <a:pt x="23004" y="531915"/>
                  </a:lnTo>
                  <a:lnTo>
                    <a:pt x="40108" y="572692"/>
                  </a:lnTo>
                  <a:lnTo>
                    <a:pt x="61436" y="611003"/>
                  </a:lnTo>
                  <a:lnTo>
                    <a:pt x="86694" y="646547"/>
                  </a:lnTo>
                  <a:lnTo>
                    <a:pt x="115585" y="679027"/>
                  </a:lnTo>
                  <a:lnTo>
                    <a:pt x="147814" y="708145"/>
                  </a:lnTo>
                  <a:lnTo>
                    <a:pt x="183085" y="733602"/>
                  </a:lnTo>
                  <a:lnTo>
                    <a:pt x="221102" y="755099"/>
                  </a:lnTo>
                  <a:lnTo>
                    <a:pt x="261569" y="772339"/>
                  </a:lnTo>
                  <a:lnTo>
                    <a:pt x="304191" y="785023"/>
                  </a:lnTo>
                  <a:lnTo>
                    <a:pt x="348672" y="792852"/>
                  </a:lnTo>
                  <a:lnTo>
                    <a:pt x="394715" y="795527"/>
                  </a:lnTo>
                  <a:lnTo>
                    <a:pt x="440736" y="792852"/>
                  </a:lnTo>
                  <a:lnTo>
                    <a:pt x="485200" y="785023"/>
                  </a:lnTo>
                  <a:lnTo>
                    <a:pt x="527812" y="772339"/>
                  </a:lnTo>
                  <a:lnTo>
                    <a:pt x="568274" y="755099"/>
                  </a:lnTo>
                  <a:lnTo>
                    <a:pt x="606290" y="733602"/>
                  </a:lnTo>
                  <a:lnTo>
                    <a:pt x="641564" y="708145"/>
                  </a:lnTo>
                  <a:lnTo>
                    <a:pt x="673798" y="679027"/>
                  </a:lnTo>
                  <a:lnTo>
                    <a:pt x="702697" y="646547"/>
                  </a:lnTo>
                  <a:lnTo>
                    <a:pt x="727963" y="611003"/>
                  </a:lnTo>
                  <a:lnTo>
                    <a:pt x="749301" y="572692"/>
                  </a:lnTo>
                  <a:lnTo>
                    <a:pt x="766413" y="531915"/>
                  </a:lnTo>
                  <a:lnTo>
                    <a:pt x="779003" y="488969"/>
                  </a:lnTo>
                  <a:lnTo>
                    <a:pt x="786775" y="444152"/>
                  </a:lnTo>
                  <a:lnTo>
                    <a:pt x="789431" y="397763"/>
                  </a:lnTo>
                  <a:lnTo>
                    <a:pt x="786775" y="351375"/>
                  </a:lnTo>
                  <a:lnTo>
                    <a:pt x="779003" y="306558"/>
                  </a:lnTo>
                  <a:lnTo>
                    <a:pt x="766413" y="263612"/>
                  </a:lnTo>
                  <a:lnTo>
                    <a:pt x="749301" y="222835"/>
                  </a:lnTo>
                  <a:lnTo>
                    <a:pt x="727963" y="184524"/>
                  </a:lnTo>
                  <a:lnTo>
                    <a:pt x="702697" y="148980"/>
                  </a:lnTo>
                  <a:lnTo>
                    <a:pt x="673798" y="116500"/>
                  </a:lnTo>
                  <a:lnTo>
                    <a:pt x="641564" y="87382"/>
                  </a:lnTo>
                  <a:lnTo>
                    <a:pt x="606290" y="61925"/>
                  </a:lnTo>
                  <a:lnTo>
                    <a:pt x="568274" y="40428"/>
                  </a:lnTo>
                  <a:lnTo>
                    <a:pt x="527812" y="23188"/>
                  </a:lnTo>
                  <a:lnTo>
                    <a:pt x="485200" y="10504"/>
                  </a:lnTo>
                  <a:lnTo>
                    <a:pt x="440736" y="2675"/>
                  </a:lnTo>
                  <a:lnTo>
                    <a:pt x="394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40096" y="5458967"/>
              <a:ext cx="789940" cy="795655"/>
            </a:xfrm>
            <a:custGeom>
              <a:avLst/>
              <a:gdLst/>
              <a:ahLst/>
              <a:cxnLst/>
              <a:rect l="l" t="t" r="r" b="b"/>
              <a:pathLst>
                <a:path w="789939" h="795654">
                  <a:moveTo>
                    <a:pt x="0" y="397763"/>
                  </a:moveTo>
                  <a:lnTo>
                    <a:pt x="2654" y="351375"/>
                  </a:lnTo>
                  <a:lnTo>
                    <a:pt x="10421" y="306558"/>
                  </a:lnTo>
                  <a:lnTo>
                    <a:pt x="23004" y="263612"/>
                  </a:lnTo>
                  <a:lnTo>
                    <a:pt x="40108" y="222835"/>
                  </a:lnTo>
                  <a:lnTo>
                    <a:pt x="61436" y="184524"/>
                  </a:lnTo>
                  <a:lnTo>
                    <a:pt x="86694" y="148980"/>
                  </a:lnTo>
                  <a:lnTo>
                    <a:pt x="115585" y="116500"/>
                  </a:lnTo>
                  <a:lnTo>
                    <a:pt x="147814" y="87382"/>
                  </a:lnTo>
                  <a:lnTo>
                    <a:pt x="183085" y="61925"/>
                  </a:lnTo>
                  <a:lnTo>
                    <a:pt x="221102" y="40428"/>
                  </a:lnTo>
                  <a:lnTo>
                    <a:pt x="261569" y="23188"/>
                  </a:lnTo>
                  <a:lnTo>
                    <a:pt x="304191" y="10504"/>
                  </a:lnTo>
                  <a:lnTo>
                    <a:pt x="348672" y="2675"/>
                  </a:lnTo>
                  <a:lnTo>
                    <a:pt x="394715" y="0"/>
                  </a:lnTo>
                  <a:lnTo>
                    <a:pt x="440736" y="2675"/>
                  </a:lnTo>
                  <a:lnTo>
                    <a:pt x="485200" y="10504"/>
                  </a:lnTo>
                  <a:lnTo>
                    <a:pt x="527812" y="23188"/>
                  </a:lnTo>
                  <a:lnTo>
                    <a:pt x="568274" y="40428"/>
                  </a:lnTo>
                  <a:lnTo>
                    <a:pt x="606290" y="61925"/>
                  </a:lnTo>
                  <a:lnTo>
                    <a:pt x="641564" y="87382"/>
                  </a:lnTo>
                  <a:lnTo>
                    <a:pt x="673798" y="116500"/>
                  </a:lnTo>
                  <a:lnTo>
                    <a:pt x="702697" y="148980"/>
                  </a:lnTo>
                  <a:lnTo>
                    <a:pt x="727963" y="184524"/>
                  </a:lnTo>
                  <a:lnTo>
                    <a:pt x="749301" y="222835"/>
                  </a:lnTo>
                  <a:lnTo>
                    <a:pt x="766413" y="263612"/>
                  </a:lnTo>
                  <a:lnTo>
                    <a:pt x="779003" y="306558"/>
                  </a:lnTo>
                  <a:lnTo>
                    <a:pt x="786775" y="351375"/>
                  </a:lnTo>
                  <a:lnTo>
                    <a:pt x="789431" y="397763"/>
                  </a:lnTo>
                  <a:lnTo>
                    <a:pt x="786775" y="444152"/>
                  </a:lnTo>
                  <a:lnTo>
                    <a:pt x="779003" y="488969"/>
                  </a:lnTo>
                  <a:lnTo>
                    <a:pt x="766413" y="531915"/>
                  </a:lnTo>
                  <a:lnTo>
                    <a:pt x="749301" y="572692"/>
                  </a:lnTo>
                  <a:lnTo>
                    <a:pt x="727963" y="611003"/>
                  </a:lnTo>
                  <a:lnTo>
                    <a:pt x="702697" y="646547"/>
                  </a:lnTo>
                  <a:lnTo>
                    <a:pt x="673798" y="679027"/>
                  </a:lnTo>
                  <a:lnTo>
                    <a:pt x="641564" y="708145"/>
                  </a:lnTo>
                  <a:lnTo>
                    <a:pt x="606290" y="733602"/>
                  </a:lnTo>
                  <a:lnTo>
                    <a:pt x="568274" y="755099"/>
                  </a:lnTo>
                  <a:lnTo>
                    <a:pt x="527812" y="772339"/>
                  </a:lnTo>
                  <a:lnTo>
                    <a:pt x="485200" y="785023"/>
                  </a:lnTo>
                  <a:lnTo>
                    <a:pt x="440736" y="792852"/>
                  </a:lnTo>
                  <a:lnTo>
                    <a:pt x="394715" y="795527"/>
                  </a:lnTo>
                  <a:lnTo>
                    <a:pt x="348672" y="792852"/>
                  </a:lnTo>
                  <a:lnTo>
                    <a:pt x="304191" y="785023"/>
                  </a:lnTo>
                  <a:lnTo>
                    <a:pt x="261569" y="772339"/>
                  </a:lnTo>
                  <a:lnTo>
                    <a:pt x="221102" y="755099"/>
                  </a:lnTo>
                  <a:lnTo>
                    <a:pt x="183085" y="733602"/>
                  </a:lnTo>
                  <a:lnTo>
                    <a:pt x="147814" y="708145"/>
                  </a:lnTo>
                  <a:lnTo>
                    <a:pt x="115585" y="679027"/>
                  </a:lnTo>
                  <a:lnTo>
                    <a:pt x="86694" y="646547"/>
                  </a:lnTo>
                  <a:lnTo>
                    <a:pt x="61436" y="611003"/>
                  </a:lnTo>
                  <a:lnTo>
                    <a:pt x="40108" y="572692"/>
                  </a:lnTo>
                  <a:lnTo>
                    <a:pt x="23004" y="531915"/>
                  </a:lnTo>
                  <a:lnTo>
                    <a:pt x="10421" y="488969"/>
                  </a:lnTo>
                  <a:lnTo>
                    <a:pt x="2654" y="444152"/>
                  </a:lnTo>
                  <a:lnTo>
                    <a:pt x="0" y="3977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30290" y="5800343"/>
              <a:ext cx="394970" cy="114300"/>
            </a:xfrm>
            <a:custGeom>
              <a:avLst/>
              <a:gdLst/>
              <a:ahLst/>
              <a:cxnLst/>
              <a:rect l="l" t="t" r="r" b="b"/>
              <a:pathLst>
                <a:path w="394970" h="114300">
                  <a:moveTo>
                    <a:pt x="280670" y="0"/>
                  </a:moveTo>
                  <a:lnTo>
                    <a:pt x="280670" y="114299"/>
                  </a:lnTo>
                  <a:lnTo>
                    <a:pt x="356869" y="76199"/>
                  </a:lnTo>
                  <a:lnTo>
                    <a:pt x="299720" y="76199"/>
                  </a:lnTo>
                  <a:lnTo>
                    <a:pt x="299720" y="38099"/>
                  </a:lnTo>
                  <a:lnTo>
                    <a:pt x="356869" y="38099"/>
                  </a:lnTo>
                  <a:lnTo>
                    <a:pt x="280670" y="0"/>
                  </a:lnTo>
                  <a:close/>
                </a:path>
                <a:path w="394970" h="114300">
                  <a:moveTo>
                    <a:pt x="280670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280670" y="76199"/>
                  </a:lnTo>
                  <a:lnTo>
                    <a:pt x="280670" y="38099"/>
                  </a:lnTo>
                  <a:close/>
                </a:path>
                <a:path w="394970" h="114300">
                  <a:moveTo>
                    <a:pt x="356869" y="38099"/>
                  </a:moveTo>
                  <a:lnTo>
                    <a:pt x="299720" y="38099"/>
                  </a:lnTo>
                  <a:lnTo>
                    <a:pt x="299720" y="76199"/>
                  </a:lnTo>
                  <a:lnTo>
                    <a:pt x="356869" y="76199"/>
                  </a:lnTo>
                  <a:lnTo>
                    <a:pt x="394969" y="57149"/>
                  </a:lnTo>
                  <a:lnTo>
                    <a:pt x="356869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24244" y="5458967"/>
              <a:ext cx="789940" cy="795655"/>
            </a:xfrm>
            <a:custGeom>
              <a:avLst/>
              <a:gdLst/>
              <a:ahLst/>
              <a:cxnLst/>
              <a:rect l="l" t="t" r="r" b="b"/>
              <a:pathLst>
                <a:path w="789940" h="795654">
                  <a:moveTo>
                    <a:pt x="394715" y="0"/>
                  </a:moveTo>
                  <a:lnTo>
                    <a:pt x="348672" y="2675"/>
                  </a:lnTo>
                  <a:lnTo>
                    <a:pt x="304191" y="10504"/>
                  </a:lnTo>
                  <a:lnTo>
                    <a:pt x="261569" y="23188"/>
                  </a:lnTo>
                  <a:lnTo>
                    <a:pt x="221102" y="40428"/>
                  </a:lnTo>
                  <a:lnTo>
                    <a:pt x="183085" y="61925"/>
                  </a:lnTo>
                  <a:lnTo>
                    <a:pt x="147814" y="87382"/>
                  </a:lnTo>
                  <a:lnTo>
                    <a:pt x="115585" y="116500"/>
                  </a:lnTo>
                  <a:lnTo>
                    <a:pt x="86694" y="148980"/>
                  </a:lnTo>
                  <a:lnTo>
                    <a:pt x="61436" y="184524"/>
                  </a:lnTo>
                  <a:lnTo>
                    <a:pt x="40108" y="222835"/>
                  </a:lnTo>
                  <a:lnTo>
                    <a:pt x="23004" y="263612"/>
                  </a:lnTo>
                  <a:lnTo>
                    <a:pt x="10421" y="306558"/>
                  </a:lnTo>
                  <a:lnTo>
                    <a:pt x="2654" y="351375"/>
                  </a:lnTo>
                  <a:lnTo>
                    <a:pt x="0" y="397763"/>
                  </a:lnTo>
                  <a:lnTo>
                    <a:pt x="2654" y="444152"/>
                  </a:lnTo>
                  <a:lnTo>
                    <a:pt x="10421" y="488969"/>
                  </a:lnTo>
                  <a:lnTo>
                    <a:pt x="23004" y="531915"/>
                  </a:lnTo>
                  <a:lnTo>
                    <a:pt x="40108" y="572692"/>
                  </a:lnTo>
                  <a:lnTo>
                    <a:pt x="61436" y="611003"/>
                  </a:lnTo>
                  <a:lnTo>
                    <a:pt x="86694" y="646547"/>
                  </a:lnTo>
                  <a:lnTo>
                    <a:pt x="115585" y="679027"/>
                  </a:lnTo>
                  <a:lnTo>
                    <a:pt x="147814" y="708145"/>
                  </a:lnTo>
                  <a:lnTo>
                    <a:pt x="183085" y="733602"/>
                  </a:lnTo>
                  <a:lnTo>
                    <a:pt x="221102" y="755099"/>
                  </a:lnTo>
                  <a:lnTo>
                    <a:pt x="261569" y="772339"/>
                  </a:lnTo>
                  <a:lnTo>
                    <a:pt x="304191" y="785023"/>
                  </a:lnTo>
                  <a:lnTo>
                    <a:pt x="348672" y="792852"/>
                  </a:lnTo>
                  <a:lnTo>
                    <a:pt x="394715" y="795527"/>
                  </a:lnTo>
                  <a:lnTo>
                    <a:pt x="440736" y="792852"/>
                  </a:lnTo>
                  <a:lnTo>
                    <a:pt x="485200" y="785023"/>
                  </a:lnTo>
                  <a:lnTo>
                    <a:pt x="527812" y="772339"/>
                  </a:lnTo>
                  <a:lnTo>
                    <a:pt x="568274" y="755099"/>
                  </a:lnTo>
                  <a:lnTo>
                    <a:pt x="606290" y="733602"/>
                  </a:lnTo>
                  <a:lnTo>
                    <a:pt x="641564" y="708145"/>
                  </a:lnTo>
                  <a:lnTo>
                    <a:pt x="673798" y="679027"/>
                  </a:lnTo>
                  <a:lnTo>
                    <a:pt x="702697" y="646547"/>
                  </a:lnTo>
                  <a:lnTo>
                    <a:pt x="727963" y="611003"/>
                  </a:lnTo>
                  <a:lnTo>
                    <a:pt x="749301" y="572692"/>
                  </a:lnTo>
                  <a:lnTo>
                    <a:pt x="766413" y="531915"/>
                  </a:lnTo>
                  <a:lnTo>
                    <a:pt x="779003" y="488969"/>
                  </a:lnTo>
                  <a:lnTo>
                    <a:pt x="786775" y="444152"/>
                  </a:lnTo>
                  <a:lnTo>
                    <a:pt x="789431" y="397763"/>
                  </a:lnTo>
                  <a:lnTo>
                    <a:pt x="786775" y="351375"/>
                  </a:lnTo>
                  <a:lnTo>
                    <a:pt x="779003" y="306558"/>
                  </a:lnTo>
                  <a:lnTo>
                    <a:pt x="766413" y="263612"/>
                  </a:lnTo>
                  <a:lnTo>
                    <a:pt x="749301" y="222835"/>
                  </a:lnTo>
                  <a:lnTo>
                    <a:pt x="727963" y="184524"/>
                  </a:lnTo>
                  <a:lnTo>
                    <a:pt x="702697" y="148980"/>
                  </a:lnTo>
                  <a:lnTo>
                    <a:pt x="673798" y="116500"/>
                  </a:lnTo>
                  <a:lnTo>
                    <a:pt x="641564" y="87382"/>
                  </a:lnTo>
                  <a:lnTo>
                    <a:pt x="606290" y="61925"/>
                  </a:lnTo>
                  <a:lnTo>
                    <a:pt x="568274" y="40428"/>
                  </a:lnTo>
                  <a:lnTo>
                    <a:pt x="527812" y="23188"/>
                  </a:lnTo>
                  <a:lnTo>
                    <a:pt x="485200" y="10504"/>
                  </a:lnTo>
                  <a:lnTo>
                    <a:pt x="440736" y="2675"/>
                  </a:lnTo>
                  <a:lnTo>
                    <a:pt x="394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24244" y="5458967"/>
              <a:ext cx="789940" cy="795655"/>
            </a:xfrm>
            <a:custGeom>
              <a:avLst/>
              <a:gdLst/>
              <a:ahLst/>
              <a:cxnLst/>
              <a:rect l="l" t="t" r="r" b="b"/>
              <a:pathLst>
                <a:path w="789940" h="795654">
                  <a:moveTo>
                    <a:pt x="0" y="397763"/>
                  </a:moveTo>
                  <a:lnTo>
                    <a:pt x="2654" y="351375"/>
                  </a:lnTo>
                  <a:lnTo>
                    <a:pt x="10421" y="306558"/>
                  </a:lnTo>
                  <a:lnTo>
                    <a:pt x="23004" y="263612"/>
                  </a:lnTo>
                  <a:lnTo>
                    <a:pt x="40108" y="222835"/>
                  </a:lnTo>
                  <a:lnTo>
                    <a:pt x="61436" y="184524"/>
                  </a:lnTo>
                  <a:lnTo>
                    <a:pt x="86694" y="148980"/>
                  </a:lnTo>
                  <a:lnTo>
                    <a:pt x="115585" y="116500"/>
                  </a:lnTo>
                  <a:lnTo>
                    <a:pt x="147814" y="87382"/>
                  </a:lnTo>
                  <a:lnTo>
                    <a:pt x="183085" y="61925"/>
                  </a:lnTo>
                  <a:lnTo>
                    <a:pt x="221102" y="40428"/>
                  </a:lnTo>
                  <a:lnTo>
                    <a:pt x="261569" y="23188"/>
                  </a:lnTo>
                  <a:lnTo>
                    <a:pt x="304191" y="10504"/>
                  </a:lnTo>
                  <a:lnTo>
                    <a:pt x="348672" y="2675"/>
                  </a:lnTo>
                  <a:lnTo>
                    <a:pt x="394715" y="0"/>
                  </a:lnTo>
                  <a:lnTo>
                    <a:pt x="440736" y="2675"/>
                  </a:lnTo>
                  <a:lnTo>
                    <a:pt x="485200" y="10504"/>
                  </a:lnTo>
                  <a:lnTo>
                    <a:pt x="527812" y="23188"/>
                  </a:lnTo>
                  <a:lnTo>
                    <a:pt x="568274" y="40428"/>
                  </a:lnTo>
                  <a:lnTo>
                    <a:pt x="606290" y="61925"/>
                  </a:lnTo>
                  <a:lnTo>
                    <a:pt x="641564" y="87382"/>
                  </a:lnTo>
                  <a:lnTo>
                    <a:pt x="673798" y="116500"/>
                  </a:lnTo>
                  <a:lnTo>
                    <a:pt x="702697" y="148980"/>
                  </a:lnTo>
                  <a:lnTo>
                    <a:pt x="727963" y="184524"/>
                  </a:lnTo>
                  <a:lnTo>
                    <a:pt x="749301" y="222835"/>
                  </a:lnTo>
                  <a:lnTo>
                    <a:pt x="766413" y="263612"/>
                  </a:lnTo>
                  <a:lnTo>
                    <a:pt x="779003" y="306558"/>
                  </a:lnTo>
                  <a:lnTo>
                    <a:pt x="786775" y="351375"/>
                  </a:lnTo>
                  <a:lnTo>
                    <a:pt x="789431" y="397763"/>
                  </a:lnTo>
                  <a:lnTo>
                    <a:pt x="786775" y="444152"/>
                  </a:lnTo>
                  <a:lnTo>
                    <a:pt x="779003" y="488969"/>
                  </a:lnTo>
                  <a:lnTo>
                    <a:pt x="766413" y="531915"/>
                  </a:lnTo>
                  <a:lnTo>
                    <a:pt x="749301" y="572692"/>
                  </a:lnTo>
                  <a:lnTo>
                    <a:pt x="727963" y="611003"/>
                  </a:lnTo>
                  <a:lnTo>
                    <a:pt x="702697" y="646547"/>
                  </a:lnTo>
                  <a:lnTo>
                    <a:pt x="673798" y="679027"/>
                  </a:lnTo>
                  <a:lnTo>
                    <a:pt x="641564" y="708145"/>
                  </a:lnTo>
                  <a:lnTo>
                    <a:pt x="606290" y="733602"/>
                  </a:lnTo>
                  <a:lnTo>
                    <a:pt x="568274" y="755099"/>
                  </a:lnTo>
                  <a:lnTo>
                    <a:pt x="527812" y="772339"/>
                  </a:lnTo>
                  <a:lnTo>
                    <a:pt x="485200" y="785023"/>
                  </a:lnTo>
                  <a:lnTo>
                    <a:pt x="440736" y="792852"/>
                  </a:lnTo>
                  <a:lnTo>
                    <a:pt x="394715" y="795527"/>
                  </a:lnTo>
                  <a:lnTo>
                    <a:pt x="348672" y="792852"/>
                  </a:lnTo>
                  <a:lnTo>
                    <a:pt x="304191" y="785023"/>
                  </a:lnTo>
                  <a:lnTo>
                    <a:pt x="261569" y="772339"/>
                  </a:lnTo>
                  <a:lnTo>
                    <a:pt x="221102" y="755099"/>
                  </a:lnTo>
                  <a:lnTo>
                    <a:pt x="183085" y="733602"/>
                  </a:lnTo>
                  <a:lnTo>
                    <a:pt x="147814" y="708145"/>
                  </a:lnTo>
                  <a:lnTo>
                    <a:pt x="115585" y="679027"/>
                  </a:lnTo>
                  <a:lnTo>
                    <a:pt x="86694" y="646547"/>
                  </a:lnTo>
                  <a:lnTo>
                    <a:pt x="61436" y="611003"/>
                  </a:lnTo>
                  <a:lnTo>
                    <a:pt x="40108" y="572692"/>
                  </a:lnTo>
                  <a:lnTo>
                    <a:pt x="23004" y="531915"/>
                  </a:lnTo>
                  <a:lnTo>
                    <a:pt x="10421" y="488969"/>
                  </a:lnTo>
                  <a:lnTo>
                    <a:pt x="2654" y="444152"/>
                  </a:lnTo>
                  <a:lnTo>
                    <a:pt x="0" y="3977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10478" y="5653227"/>
            <a:ext cx="1353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95070" algn="l"/>
              </a:tabLst>
            </a:pPr>
            <a:r>
              <a:rPr sz="2400" spc="-50" dirty="0">
                <a:latin typeface="Cambria Math"/>
                <a:cs typeface="Cambria Math"/>
              </a:rPr>
              <a:t>𝑞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𝑟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46240" y="5465470"/>
            <a:ext cx="1339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41475" y="2932176"/>
            <a:ext cx="4363720" cy="895350"/>
            <a:chOff x="1141475" y="2932176"/>
            <a:chExt cx="4363720" cy="895350"/>
          </a:xfrm>
        </p:grpSpPr>
        <p:sp>
          <p:nvSpPr>
            <p:cNvPr id="25" name="object 25"/>
            <p:cNvSpPr/>
            <p:nvPr/>
          </p:nvSpPr>
          <p:spPr>
            <a:xfrm>
              <a:off x="1141475" y="3140710"/>
              <a:ext cx="3927475" cy="687070"/>
            </a:xfrm>
            <a:custGeom>
              <a:avLst/>
              <a:gdLst/>
              <a:ahLst/>
              <a:cxnLst/>
              <a:rect l="l" t="t" r="r" b="b"/>
              <a:pathLst>
                <a:path w="3927475" h="687070">
                  <a:moveTo>
                    <a:pt x="31750" y="610615"/>
                  </a:moveTo>
                  <a:lnTo>
                    <a:pt x="0" y="610615"/>
                  </a:lnTo>
                  <a:lnTo>
                    <a:pt x="38100" y="686815"/>
                  </a:lnTo>
                  <a:lnTo>
                    <a:pt x="69850" y="623315"/>
                  </a:lnTo>
                  <a:lnTo>
                    <a:pt x="31750" y="623315"/>
                  </a:lnTo>
                  <a:lnTo>
                    <a:pt x="31750" y="610615"/>
                  </a:lnTo>
                  <a:close/>
                </a:path>
                <a:path w="3927475" h="687070">
                  <a:moveTo>
                    <a:pt x="3927348" y="0"/>
                  </a:moveTo>
                  <a:lnTo>
                    <a:pt x="31750" y="0"/>
                  </a:lnTo>
                  <a:lnTo>
                    <a:pt x="31750" y="623315"/>
                  </a:lnTo>
                  <a:lnTo>
                    <a:pt x="44450" y="623315"/>
                  </a:lnTo>
                  <a:lnTo>
                    <a:pt x="44450" y="12700"/>
                  </a:lnTo>
                  <a:lnTo>
                    <a:pt x="38100" y="12700"/>
                  </a:lnTo>
                  <a:lnTo>
                    <a:pt x="44450" y="6350"/>
                  </a:lnTo>
                  <a:lnTo>
                    <a:pt x="3927348" y="6350"/>
                  </a:lnTo>
                  <a:lnTo>
                    <a:pt x="3927348" y="0"/>
                  </a:lnTo>
                  <a:close/>
                </a:path>
                <a:path w="3927475" h="687070">
                  <a:moveTo>
                    <a:pt x="76200" y="610615"/>
                  </a:moveTo>
                  <a:lnTo>
                    <a:pt x="44450" y="610615"/>
                  </a:lnTo>
                  <a:lnTo>
                    <a:pt x="44450" y="623315"/>
                  </a:lnTo>
                  <a:lnTo>
                    <a:pt x="69850" y="623315"/>
                  </a:lnTo>
                  <a:lnTo>
                    <a:pt x="76200" y="610615"/>
                  </a:lnTo>
                  <a:close/>
                </a:path>
                <a:path w="3927475" h="687070">
                  <a:moveTo>
                    <a:pt x="44450" y="6350"/>
                  </a:moveTo>
                  <a:lnTo>
                    <a:pt x="38100" y="12700"/>
                  </a:lnTo>
                  <a:lnTo>
                    <a:pt x="44450" y="12700"/>
                  </a:lnTo>
                  <a:lnTo>
                    <a:pt x="44450" y="6350"/>
                  </a:lnTo>
                  <a:close/>
                </a:path>
                <a:path w="3927475" h="687070">
                  <a:moveTo>
                    <a:pt x="3927348" y="6350"/>
                  </a:moveTo>
                  <a:lnTo>
                    <a:pt x="44450" y="6350"/>
                  </a:lnTo>
                  <a:lnTo>
                    <a:pt x="44450" y="12700"/>
                  </a:lnTo>
                  <a:lnTo>
                    <a:pt x="3927348" y="12700"/>
                  </a:lnTo>
                  <a:lnTo>
                    <a:pt x="3927348" y="6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68823" y="2932176"/>
              <a:ext cx="0" cy="215265"/>
            </a:xfrm>
            <a:custGeom>
              <a:avLst/>
              <a:gdLst/>
              <a:ahLst/>
              <a:cxnLst/>
              <a:rect l="l" t="t" r="r" b="b"/>
              <a:pathLst>
                <a:path h="215264">
                  <a:moveTo>
                    <a:pt x="0" y="21526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95827" y="3213862"/>
              <a:ext cx="2301875" cy="607060"/>
            </a:xfrm>
            <a:custGeom>
              <a:avLst/>
              <a:gdLst/>
              <a:ahLst/>
              <a:cxnLst/>
              <a:rect l="l" t="t" r="r" b="b"/>
              <a:pathLst>
                <a:path w="2301875" h="607060">
                  <a:moveTo>
                    <a:pt x="31750" y="530860"/>
                  </a:moveTo>
                  <a:lnTo>
                    <a:pt x="0" y="530860"/>
                  </a:lnTo>
                  <a:lnTo>
                    <a:pt x="38100" y="607060"/>
                  </a:lnTo>
                  <a:lnTo>
                    <a:pt x="69850" y="543560"/>
                  </a:lnTo>
                  <a:lnTo>
                    <a:pt x="31750" y="543560"/>
                  </a:lnTo>
                  <a:lnTo>
                    <a:pt x="31750" y="530860"/>
                  </a:lnTo>
                  <a:close/>
                </a:path>
                <a:path w="2301875" h="607060">
                  <a:moveTo>
                    <a:pt x="2301748" y="0"/>
                  </a:moveTo>
                  <a:lnTo>
                    <a:pt x="31750" y="0"/>
                  </a:lnTo>
                  <a:lnTo>
                    <a:pt x="31750" y="543560"/>
                  </a:lnTo>
                  <a:lnTo>
                    <a:pt x="44450" y="543560"/>
                  </a:lnTo>
                  <a:lnTo>
                    <a:pt x="44450" y="12700"/>
                  </a:lnTo>
                  <a:lnTo>
                    <a:pt x="38100" y="12700"/>
                  </a:lnTo>
                  <a:lnTo>
                    <a:pt x="44450" y="6350"/>
                  </a:lnTo>
                  <a:lnTo>
                    <a:pt x="2301748" y="6350"/>
                  </a:lnTo>
                  <a:lnTo>
                    <a:pt x="2301748" y="0"/>
                  </a:lnTo>
                  <a:close/>
                </a:path>
                <a:path w="2301875" h="607060">
                  <a:moveTo>
                    <a:pt x="76200" y="530860"/>
                  </a:moveTo>
                  <a:lnTo>
                    <a:pt x="44450" y="530860"/>
                  </a:lnTo>
                  <a:lnTo>
                    <a:pt x="44450" y="543560"/>
                  </a:lnTo>
                  <a:lnTo>
                    <a:pt x="69850" y="543560"/>
                  </a:lnTo>
                  <a:lnTo>
                    <a:pt x="76200" y="530860"/>
                  </a:lnTo>
                  <a:close/>
                </a:path>
                <a:path w="2301875" h="607060">
                  <a:moveTo>
                    <a:pt x="44450" y="6350"/>
                  </a:moveTo>
                  <a:lnTo>
                    <a:pt x="38100" y="12700"/>
                  </a:lnTo>
                  <a:lnTo>
                    <a:pt x="44450" y="12700"/>
                  </a:lnTo>
                  <a:lnTo>
                    <a:pt x="44450" y="6350"/>
                  </a:lnTo>
                  <a:close/>
                </a:path>
                <a:path w="2301875" h="607060">
                  <a:moveTo>
                    <a:pt x="2301748" y="6350"/>
                  </a:moveTo>
                  <a:lnTo>
                    <a:pt x="44450" y="6350"/>
                  </a:lnTo>
                  <a:lnTo>
                    <a:pt x="44450" y="12700"/>
                  </a:lnTo>
                  <a:lnTo>
                    <a:pt x="2301748" y="12700"/>
                  </a:lnTo>
                  <a:lnTo>
                    <a:pt x="2301748" y="6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98591" y="3031236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h="190500">
                  <a:moveTo>
                    <a:pt x="0" y="19011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508750" y="2904744"/>
            <a:ext cx="4404995" cy="895985"/>
            <a:chOff x="6508750" y="2904744"/>
            <a:chExt cx="4404995" cy="895985"/>
          </a:xfrm>
        </p:grpSpPr>
        <p:sp>
          <p:nvSpPr>
            <p:cNvPr id="30" name="object 30"/>
            <p:cNvSpPr/>
            <p:nvPr/>
          </p:nvSpPr>
          <p:spPr>
            <a:xfrm>
              <a:off x="6986016" y="3113278"/>
              <a:ext cx="3927475" cy="687070"/>
            </a:xfrm>
            <a:custGeom>
              <a:avLst/>
              <a:gdLst/>
              <a:ahLst/>
              <a:cxnLst/>
              <a:rect l="l" t="t" r="r" b="b"/>
              <a:pathLst>
                <a:path w="3927475" h="687070">
                  <a:moveTo>
                    <a:pt x="3882898" y="610616"/>
                  </a:moveTo>
                  <a:lnTo>
                    <a:pt x="3851148" y="610616"/>
                  </a:lnTo>
                  <a:lnTo>
                    <a:pt x="3889248" y="686816"/>
                  </a:lnTo>
                  <a:lnTo>
                    <a:pt x="3920998" y="623316"/>
                  </a:lnTo>
                  <a:lnTo>
                    <a:pt x="3882898" y="623316"/>
                  </a:lnTo>
                  <a:lnTo>
                    <a:pt x="3882898" y="610616"/>
                  </a:lnTo>
                  <a:close/>
                </a:path>
                <a:path w="3927475" h="687070">
                  <a:moveTo>
                    <a:pt x="3882898" y="6350"/>
                  </a:moveTo>
                  <a:lnTo>
                    <a:pt x="3882898" y="623316"/>
                  </a:lnTo>
                  <a:lnTo>
                    <a:pt x="3895598" y="623316"/>
                  </a:lnTo>
                  <a:lnTo>
                    <a:pt x="3895598" y="12700"/>
                  </a:lnTo>
                  <a:lnTo>
                    <a:pt x="3889248" y="12700"/>
                  </a:lnTo>
                  <a:lnTo>
                    <a:pt x="3882898" y="6350"/>
                  </a:lnTo>
                  <a:close/>
                </a:path>
                <a:path w="3927475" h="687070">
                  <a:moveTo>
                    <a:pt x="3927348" y="610616"/>
                  </a:moveTo>
                  <a:lnTo>
                    <a:pt x="3895598" y="610616"/>
                  </a:lnTo>
                  <a:lnTo>
                    <a:pt x="3895598" y="623316"/>
                  </a:lnTo>
                  <a:lnTo>
                    <a:pt x="3920998" y="623316"/>
                  </a:lnTo>
                  <a:lnTo>
                    <a:pt x="3927348" y="610616"/>
                  </a:lnTo>
                  <a:close/>
                </a:path>
                <a:path w="3927475" h="687070">
                  <a:moveTo>
                    <a:pt x="3895598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882898" y="12700"/>
                  </a:lnTo>
                  <a:lnTo>
                    <a:pt x="3882898" y="6350"/>
                  </a:lnTo>
                  <a:lnTo>
                    <a:pt x="3895598" y="6350"/>
                  </a:lnTo>
                  <a:lnTo>
                    <a:pt x="3895598" y="0"/>
                  </a:lnTo>
                  <a:close/>
                </a:path>
                <a:path w="3927475" h="687070">
                  <a:moveTo>
                    <a:pt x="3895598" y="6350"/>
                  </a:moveTo>
                  <a:lnTo>
                    <a:pt x="3882898" y="6350"/>
                  </a:lnTo>
                  <a:lnTo>
                    <a:pt x="3889248" y="12700"/>
                  </a:lnTo>
                  <a:lnTo>
                    <a:pt x="3895598" y="12700"/>
                  </a:lnTo>
                  <a:lnTo>
                    <a:pt x="3895598" y="6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86016" y="2904744"/>
              <a:ext cx="0" cy="215265"/>
            </a:xfrm>
            <a:custGeom>
              <a:avLst/>
              <a:gdLst/>
              <a:ahLst/>
              <a:cxnLst/>
              <a:rect l="l" t="t" r="r" b="b"/>
              <a:pathLst>
                <a:path h="215264">
                  <a:moveTo>
                    <a:pt x="0" y="21526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15100" y="3195574"/>
              <a:ext cx="2301875" cy="605155"/>
            </a:xfrm>
            <a:custGeom>
              <a:avLst/>
              <a:gdLst/>
              <a:ahLst/>
              <a:cxnLst/>
              <a:rect l="l" t="t" r="r" b="b"/>
              <a:pathLst>
                <a:path w="2301875" h="605154">
                  <a:moveTo>
                    <a:pt x="2257298" y="528827"/>
                  </a:moveTo>
                  <a:lnTo>
                    <a:pt x="2225548" y="528827"/>
                  </a:lnTo>
                  <a:lnTo>
                    <a:pt x="2263648" y="605027"/>
                  </a:lnTo>
                  <a:lnTo>
                    <a:pt x="2295398" y="541527"/>
                  </a:lnTo>
                  <a:lnTo>
                    <a:pt x="2257298" y="541527"/>
                  </a:lnTo>
                  <a:lnTo>
                    <a:pt x="2257298" y="528827"/>
                  </a:lnTo>
                  <a:close/>
                </a:path>
                <a:path w="2301875" h="605154">
                  <a:moveTo>
                    <a:pt x="2257298" y="6350"/>
                  </a:moveTo>
                  <a:lnTo>
                    <a:pt x="2257298" y="541527"/>
                  </a:lnTo>
                  <a:lnTo>
                    <a:pt x="2269998" y="541527"/>
                  </a:lnTo>
                  <a:lnTo>
                    <a:pt x="2269998" y="12700"/>
                  </a:lnTo>
                  <a:lnTo>
                    <a:pt x="2263648" y="12700"/>
                  </a:lnTo>
                  <a:lnTo>
                    <a:pt x="2257298" y="6350"/>
                  </a:lnTo>
                  <a:close/>
                </a:path>
                <a:path w="2301875" h="605154">
                  <a:moveTo>
                    <a:pt x="2301748" y="528827"/>
                  </a:moveTo>
                  <a:lnTo>
                    <a:pt x="2269998" y="528827"/>
                  </a:lnTo>
                  <a:lnTo>
                    <a:pt x="2269998" y="541527"/>
                  </a:lnTo>
                  <a:lnTo>
                    <a:pt x="2295398" y="541527"/>
                  </a:lnTo>
                  <a:lnTo>
                    <a:pt x="2301748" y="528827"/>
                  </a:lnTo>
                  <a:close/>
                </a:path>
                <a:path w="2301875" h="605154">
                  <a:moveTo>
                    <a:pt x="2269998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257298" y="12700"/>
                  </a:lnTo>
                  <a:lnTo>
                    <a:pt x="2257298" y="6350"/>
                  </a:lnTo>
                  <a:lnTo>
                    <a:pt x="2269998" y="6350"/>
                  </a:lnTo>
                  <a:lnTo>
                    <a:pt x="2269998" y="0"/>
                  </a:lnTo>
                  <a:close/>
                </a:path>
                <a:path w="2301875" h="605154">
                  <a:moveTo>
                    <a:pt x="2269998" y="6350"/>
                  </a:moveTo>
                  <a:lnTo>
                    <a:pt x="2257298" y="6350"/>
                  </a:lnTo>
                  <a:lnTo>
                    <a:pt x="2263648" y="12700"/>
                  </a:lnTo>
                  <a:lnTo>
                    <a:pt x="2269998" y="12700"/>
                  </a:lnTo>
                  <a:lnTo>
                    <a:pt x="2269998" y="6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15100" y="3012948"/>
              <a:ext cx="0" cy="189865"/>
            </a:xfrm>
            <a:custGeom>
              <a:avLst/>
              <a:gdLst/>
              <a:ahLst/>
              <a:cxnLst/>
              <a:rect l="l" t="t" r="r" b="b"/>
              <a:pathLst>
                <a:path h="189864">
                  <a:moveTo>
                    <a:pt x="0" y="18948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5946647" y="2950464"/>
            <a:ext cx="76200" cy="831215"/>
          </a:xfrm>
          <a:custGeom>
            <a:avLst/>
            <a:gdLst/>
            <a:ahLst/>
            <a:cxnLst/>
            <a:rect l="l" t="t" r="r" b="b"/>
            <a:pathLst>
              <a:path w="76200" h="831214">
                <a:moveTo>
                  <a:pt x="31750" y="754761"/>
                </a:moveTo>
                <a:lnTo>
                  <a:pt x="0" y="754761"/>
                </a:lnTo>
                <a:lnTo>
                  <a:pt x="38100" y="830961"/>
                </a:lnTo>
                <a:lnTo>
                  <a:pt x="69850" y="767461"/>
                </a:lnTo>
                <a:lnTo>
                  <a:pt x="31750" y="767461"/>
                </a:lnTo>
                <a:lnTo>
                  <a:pt x="31750" y="754761"/>
                </a:lnTo>
                <a:close/>
              </a:path>
              <a:path w="76200" h="831214">
                <a:moveTo>
                  <a:pt x="44450" y="0"/>
                </a:moveTo>
                <a:lnTo>
                  <a:pt x="31750" y="0"/>
                </a:lnTo>
                <a:lnTo>
                  <a:pt x="31750" y="767461"/>
                </a:lnTo>
                <a:lnTo>
                  <a:pt x="44450" y="767461"/>
                </a:lnTo>
                <a:lnTo>
                  <a:pt x="44450" y="0"/>
                </a:lnTo>
                <a:close/>
              </a:path>
              <a:path w="76200" h="831214">
                <a:moveTo>
                  <a:pt x="76200" y="754761"/>
                </a:moveTo>
                <a:lnTo>
                  <a:pt x="44450" y="754761"/>
                </a:lnTo>
                <a:lnTo>
                  <a:pt x="44450" y="767461"/>
                </a:lnTo>
                <a:lnTo>
                  <a:pt x="69850" y="767461"/>
                </a:lnTo>
                <a:lnTo>
                  <a:pt x="76200" y="7547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0404347" y="4828032"/>
            <a:ext cx="1228725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492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275"/>
              </a:spcBef>
            </a:pPr>
            <a:r>
              <a:rPr sz="2800" dirty="0">
                <a:latin typeface="Cambria Math"/>
                <a:cs typeface="Cambria Math"/>
              </a:rPr>
              <a:t>𝐹</a:t>
            </a:r>
            <a:r>
              <a:rPr sz="2800" spc="26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⊆</a:t>
            </a:r>
            <a:r>
              <a:rPr sz="2800" spc="14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𝑄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95104" y="5503164"/>
            <a:ext cx="2346960" cy="70739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92075" marR="8636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Franklin Gothic Medium"/>
                <a:cs typeface="Franklin Gothic Medium"/>
              </a:rPr>
              <a:t>Can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have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more</a:t>
            </a:r>
            <a:r>
              <a:rPr sz="2000" spc="-9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than </a:t>
            </a:r>
            <a:r>
              <a:rPr sz="2000" dirty="0">
                <a:latin typeface="Franklin Gothic Medium"/>
                <a:cs typeface="Franklin Gothic Medium"/>
              </a:rPr>
              <a:t>1</a:t>
            </a:r>
            <a:r>
              <a:rPr sz="2000" spc="-3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accept</a:t>
            </a:r>
            <a:r>
              <a:rPr sz="2000" spc="-4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state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95" dirty="0"/>
              <a:t> </a:t>
            </a:r>
            <a:r>
              <a:rPr sz="3800" dirty="0"/>
              <a:t>–</a:t>
            </a:r>
            <a:r>
              <a:rPr sz="3800" spc="-95" dirty="0"/>
              <a:t> </a:t>
            </a:r>
            <a:r>
              <a:rPr sz="3800" spc="-50" dirty="0"/>
              <a:t>Formal</a:t>
            </a:r>
            <a:r>
              <a:rPr sz="3800" spc="-114" dirty="0"/>
              <a:t> </a:t>
            </a:r>
            <a:r>
              <a:rPr sz="3800" spc="-25" dirty="0"/>
              <a:t>Definition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439521" y="1132713"/>
            <a:ext cx="4529455" cy="3750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600" spc="37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170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(</a:t>
            </a:r>
            <a:r>
              <a:rPr sz="36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3600" dirty="0">
                <a:latin typeface="Cambria Math"/>
                <a:cs typeface="Cambria Math"/>
              </a:rPr>
              <a:t>,</a:t>
            </a:r>
            <a:r>
              <a:rPr sz="3600" spc="-155" dirty="0">
                <a:latin typeface="Cambria Math"/>
                <a:cs typeface="Cambria Math"/>
              </a:rPr>
              <a:t> </a:t>
            </a:r>
            <a:r>
              <a:rPr sz="36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3600" dirty="0">
                <a:latin typeface="Cambria Math"/>
                <a:cs typeface="Cambria Math"/>
              </a:rPr>
              <a:t>,</a:t>
            </a:r>
            <a:r>
              <a:rPr sz="3600" spc="-160" dirty="0">
                <a:latin typeface="Cambria Math"/>
                <a:cs typeface="Cambria Math"/>
              </a:rPr>
              <a:t> </a:t>
            </a:r>
            <a:r>
              <a:rPr sz="3600" spc="6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3600" spc="60" dirty="0">
                <a:latin typeface="Cambria Math"/>
                <a:cs typeface="Cambria Math"/>
              </a:rPr>
              <a:t>,</a:t>
            </a:r>
            <a:r>
              <a:rPr sz="3600" spc="-145" dirty="0">
                <a:latin typeface="Cambria Math"/>
                <a:cs typeface="Cambria Math"/>
              </a:rPr>
              <a:t> </a:t>
            </a:r>
            <a:r>
              <a:rPr sz="36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3900" baseline="-16025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3600" dirty="0">
                <a:latin typeface="Cambria Math"/>
                <a:cs typeface="Cambria Math"/>
              </a:rPr>
              <a:t>,</a:t>
            </a:r>
            <a:r>
              <a:rPr sz="3600" spc="-155" dirty="0">
                <a:latin typeface="Cambria Math"/>
                <a:cs typeface="Cambria Math"/>
              </a:rPr>
              <a:t> </a:t>
            </a:r>
            <a:r>
              <a:rPr sz="3600" spc="25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3600" spc="25" dirty="0">
                <a:latin typeface="Cambria Math"/>
                <a:cs typeface="Cambria Math"/>
              </a:rPr>
              <a:t>)</a:t>
            </a:r>
            <a:endParaRPr sz="36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600"/>
              </a:spcBef>
            </a:pPr>
            <a:r>
              <a:rPr sz="24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400" dirty="0">
                <a:latin typeface="Franklin Gothic Medium"/>
                <a:cs typeface="Franklin Gothic Medium"/>
              </a:rPr>
              <a:t>:</a:t>
            </a:r>
            <a:r>
              <a:rPr sz="2400" spc="-4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finite</a:t>
            </a:r>
            <a:r>
              <a:rPr sz="2400" spc="-4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set</a:t>
            </a:r>
            <a:r>
              <a:rPr sz="2400" spc="-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4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  <a:p>
            <a:pPr marL="38100">
              <a:lnSpc>
                <a:spcPct val="100000"/>
              </a:lnSpc>
              <a:spcBef>
                <a:spcPts val="2005"/>
              </a:spcBef>
            </a:pP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400" dirty="0">
                <a:latin typeface="Franklin Gothic Medium"/>
                <a:cs typeface="Franklin Gothic Medium"/>
              </a:rPr>
              <a:t>:</a:t>
            </a:r>
            <a:r>
              <a:rPr sz="2400" spc="-4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alphabet,</a:t>
            </a:r>
            <a:r>
              <a:rPr sz="2400" spc="-30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finite</a:t>
            </a:r>
            <a:r>
              <a:rPr sz="2400" spc="-4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set</a:t>
            </a:r>
            <a:r>
              <a:rPr sz="2400" spc="-4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sz="2400" spc="5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400" spc="50" dirty="0">
                <a:latin typeface="Franklin Gothic Medium"/>
                <a:cs typeface="Franklin Gothic Medium"/>
              </a:rPr>
              <a:t>:</a:t>
            </a:r>
            <a:r>
              <a:rPr sz="2400" spc="-4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transition</a:t>
            </a:r>
            <a:r>
              <a:rPr sz="2400" spc="-3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function </a:t>
            </a:r>
            <a:r>
              <a:rPr sz="2400" dirty="0">
                <a:latin typeface="Cambria Math"/>
                <a:cs typeface="Cambria Math"/>
              </a:rPr>
              <a:t>𝛿: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𝑄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𝛴</a:t>
            </a:r>
            <a:r>
              <a:rPr sz="2400" spc="1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→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𝑄</a:t>
            </a:r>
            <a:endParaRPr sz="2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005"/>
              </a:spcBef>
            </a:pP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2400" dirty="0">
                <a:latin typeface="Franklin Gothic Medium"/>
                <a:cs typeface="Franklin Gothic Medium"/>
              </a:rPr>
              <a:t>:</a:t>
            </a:r>
            <a:r>
              <a:rPr sz="2400" spc="4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start</a:t>
            </a:r>
            <a:r>
              <a:rPr sz="2400" spc="2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sz="2400" spc="55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2400" spc="55" dirty="0">
                <a:latin typeface="Franklin Gothic Medium"/>
                <a:cs typeface="Franklin Gothic Medium"/>
              </a:rPr>
              <a:t>: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set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50" dirty="0">
                <a:latin typeface="Franklin Gothic Medium"/>
                <a:cs typeface="Franklin Gothic Medium"/>
              </a:rPr>
              <a:t> </a:t>
            </a:r>
            <a:r>
              <a:rPr sz="2400" spc="-40" dirty="0">
                <a:latin typeface="Franklin Gothic Medium"/>
                <a:cs typeface="Franklin Gothic Medium"/>
              </a:rPr>
              <a:t>ACCEPT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3521" y="2100326"/>
            <a:ext cx="4573016" cy="11689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82585" y="2560141"/>
            <a:ext cx="356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9785" y="2560141"/>
            <a:ext cx="363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91748" y="2560141"/>
            <a:ext cx="363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34731" y="1569846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26526" y="2044395"/>
            <a:ext cx="152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66146" y="2321433"/>
            <a:ext cx="16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65028" y="1557273"/>
            <a:ext cx="327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89320" y="1959864"/>
            <a:ext cx="565785" cy="401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310"/>
              </a:spcBef>
            </a:pP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08878" y="3093975"/>
            <a:ext cx="3093720" cy="246380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R="428625" algn="r">
              <a:lnSpc>
                <a:spcPct val="100000"/>
              </a:lnSpc>
              <a:spcBef>
                <a:spcPts val="650"/>
              </a:spcBef>
            </a:pP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855"/>
              </a:spcBef>
            </a:pP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sz="3075" spc="727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7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(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3075" baseline="-16260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spc="-25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2800" spc="-25" dirty="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  <a:p>
            <a:pPr marL="170815">
              <a:lnSpc>
                <a:spcPct val="100000"/>
              </a:lnSpc>
              <a:spcBef>
                <a:spcPts val="1165"/>
              </a:spcBef>
              <a:tabLst>
                <a:tab pos="871219" algn="l"/>
              </a:tabLst>
            </a:pPr>
            <a:r>
              <a:rPr sz="24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400" spc="19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{𝑞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𝑞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9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r>
              <a:rPr sz="2400" spc="-25" dirty="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  <a:p>
            <a:pPr marL="181610">
              <a:lnSpc>
                <a:spcPct val="100000"/>
              </a:lnSpc>
              <a:spcBef>
                <a:spcPts val="1150"/>
              </a:spcBef>
              <a:tabLst>
                <a:tab pos="893444" algn="l"/>
              </a:tabLst>
            </a:pP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400" spc="195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0" dirty="0">
                <a:latin typeface="Cambria Math"/>
                <a:cs typeface="Cambria Math"/>
              </a:rPr>
              <a:t>{0,1}</a:t>
            </a:r>
            <a:endParaRPr sz="2400">
              <a:latin typeface="Cambria Math"/>
              <a:cs typeface="Cambria Math"/>
            </a:endParaRPr>
          </a:p>
          <a:p>
            <a:pPr marL="185420">
              <a:lnSpc>
                <a:spcPct val="100000"/>
              </a:lnSpc>
              <a:spcBef>
                <a:spcPts val="1315"/>
              </a:spcBef>
            </a:pPr>
            <a:r>
              <a:rPr sz="240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400" spc="229" dirty="0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771385" y="5153152"/>
          <a:ext cx="2277745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9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ts val="2025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ts val="2025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3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𝟑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3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3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9587610" y="3978528"/>
            <a:ext cx="1429385" cy="10445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30"/>
              </a:spcBef>
              <a:tabLst>
                <a:tab pos="838200" algn="l"/>
              </a:tabLst>
            </a:pP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2625" spc="509" baseline="-15873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  <a:p>
            <a:pPr marL="100965">
              <a:lnSpc>
                <a:spcPct val="100000"/>
              </a:lnSpc>
              <a:spcBef>
                <a:spcPts val="1130"/>
              </a:spcBef>
              <a:tabLst>
                <a:tab pos="831215" algn="l"/>
              </a:tabLst>
            </a:pPr>
            <a:r>
              <a:rPr sz="2400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2400" spc="225" dirty="0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0" dirty="0">
                <a:latin typeface="Cambria Math"/>
                <a:cs typeface="Cambria Math"/>
              </a:rPr>
              <a:t>{𝑞</a:t>
            </a:r>
            <a:r>
              <a:rPr sz="2625" spc="-30" baseline="-15873" dirty="0">
                <a:latin typeface="Cambria Math"/>
                <a:cs typeface="Cambria Math"/>
              </a:rPr>
              <a:t>3</a:t>
            </a:r>
            <a:r>
              <a:rPr sz="2400" spc="-20" dirty="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87340" y="1030224"/>
            <a:ext cx="1565275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95" dirty="0"/>
              <a:t> </a:t>
            </a:r>
            <a:r>
              <a:rPr sz="3800" dirty="0"/>
              <a:t>–</a:t>
            </a:r>
            <a:r>
              <a:rPr sz="3800" spc="-95" dirty="0"/>
              <a:t> </a:t>
            </a:r>
            <a:r>
              <a:rPr sz="3800" spc="-50" dirty="0"/>
              <a:t>Formal</a:t>
            </a:r>
            <a:r>
              <a:rPr sz="3800" spc="-114" dirty="0"/>
              <a:t> </a:t>
            </a:r>
            <a:r>
              <a:rPr sz="3800" spc="-25" dirty="0"/>
              <a:t>Definition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6850126" y="1665554"/>
            <a:ext cx="30740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r>
              <a:rPr sz="3075" spc="727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9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(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35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30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45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3075" baseline="-16260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spc="-25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2800" spc="-25" dirty="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99529" y="3531234"/>
            <a:ext cx="51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400" spc="235" dirty="0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4317" y="2219128"/>
            <a:ext cx="1691639" cy="102425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0"/>
              </a:spcBef>
              <a:tabLst>
                <a:tab pos="713105" algn="l"/>
              </a:tabLst>
            </a:pPr>
            <a:r>
              <a:rPr sz="24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400" spc="195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3600" baseline="1157" dirty="0">
                <a:latin typeface="Cambria Math"/>
                <a:cs typeface="Cambria Math"/>
              </a:rPr>
              <a:t>{𝑞</a:t>
            </a:r>
            <a:r>
              <a:rPr sz="2625" baseline="-14285" dirty="0">
                <a:latin typeface="Cambria Math"/>
                <a:cs typeface="Cambria Math"/>
              </a:rPr>
              <a:t>1</a:t>
            </a:r>
            <a:r>
              <a:rPr sz="3600" baseline="1157" dirty="0">
                <a:latin typeface="Cambria Math"/>
                <a:cs typeface="Cambria Math"/>
              </a:rPr>
              <a:t>,</a:t>
            </a:r>
            <a:r>
              <a:rPr sz="3600" spc="-179" baseline="1157" dirty="0">
                <a:latin typeface="Cambria Math"/>
                <a:cs typeface="Cambria Math"/>
              </a:rPr>
              <a:t> </a:t>
            </a:r>
            <a:r>
              <a:rPr sz="3600" spc="-37" baseline="1157" dirty="0">
                <a:latin typeface="Cambria Math"/>
                <a:cs typeface="Cambria Math"/>
              </a:rPr>
              <a:t>𝑞</a:t>
            </a:r>
            <a:r>
              <a:rPr sz="2625" spc="-37" baseline="-14285" dirty="0">
                <a:latin typeface="Cambria Math"/>
                <a:cs typeface="Cambria Math"/>
              </a:rPr>
              <a:t>2</a:t>
            </a:r>
            <a:r>
              <a:rPr sz="3600" spc="-37" baseline="1157" dirty="0">
                <a:latin typeface="Cambria Math"/>
                <a:cs typeface="Cambria Math"/>
              </a:rPr>
              <a:t>}</a:t>
            </a:r>
            <a:endParaRPr sz="3600" baseline="1157">
              <a:latin typeface="Cambria Math"/>
              <a:cs typeface="Cambria Math"/>
            </a:endParaRPr>
          </a:p>
          <a:p>
            <a:pPr marL="48260">
              <a:lnSpc>
                <a:spcPct val="100000"/>
              </a:lnSpc>
              <a:spcBef>
                <a:spcPts val="1055"/>
              </a:spcBef>
              <a:tabLst>
                <a:tab pos="711200" algn="l"/>
              </a:tabLst>
            </a:pPr>
            <a:r>
              <a:rPr sz="3600" baseline="1157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3600" spc="292" baseline="1157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3600" spc="-75" baseline="1157" dirty="0">
                <a:latin typeface="Cambria Math"/>
                <a:cs typeface="Cambria Math"/>
              </a:rPr>
              <a:t>=</a:t>
            </a:r>
            <a:r>
              <a:rPr sz="3600" baseline="1157" dirty="0">
                <a:latin typeface="Cambria Math"/>
                <a:cs typeface="Cambria Math"/>
              </a:rPr>
              <a:t>	</a:t>
            </a:r>
            <a:r>
              <a:rPr sz="2400" spc="-20" dirty="0">
                <a:latin typeface="Cambria Math"/>
                <a:cs typeface="Cambria Math"/>
              </a:rPr>
              <a:t>{0,1}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488935" y="3518153"/>
          <a:ext cx="2277745" cy="1096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9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1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02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2020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95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011539" y="2186425"/>
            <a:ext cx="1426845" cy="10445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30"/>
              </a:spcBef>
              <a:tabLst>
                <a:tab pos="838200" algn="l"/>
              </a:tabLst>
            </a:pP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2625" spc="517" baseline="-15873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  <a:p>
            <a:pPr marL="100965">
              <a:lnSpc>
                <a:spcPct val="100000"/>
              </a:lnSpc>
              <a:spcBef>
                <a:spcPts val="1130"/>
              </a:spcBef>
              <a:tabLst>
                <a:tab pos="834390" algn="l"/>
              </a:tabLst>
            </a:pPr>
            <a:r>
              <a:rPr sz="2400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2400" spc="225" dirty="0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0" dirty="0">
                <a:latin typeface="Cambria Math"/>
                <a:cs typeface="Cambria Math"/>
              </a:rPr>
              <a:t>{𝑞</a:t>
            </a:r>
            <a:r>
              <a:rPr sz="2625" spc="-30" baseline="-15873" dirty="0">
                <a:latin typeface="Cambria Math"/>
                <a:cs typeface="Cambria Math"/>
              </a:rPr>
              <a:t>1</a:t>
            </a:r>
            <a:r>
              <a:rPr sz="2400" spc="-20" dirty="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6823" y="1030224"/>
            <a:ext cx="1865630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2800" spc="-35" dirty="0">
                <a:latin typeface="Franklin Gothic Medium"/>
                <a:cs typeface="Franklin Gothic Medium"/>
              </a:rPr>
              <a:t>Example</a:t>
            </a:r>
            <a:r>
              <a:rPr sz="2800" spc="-110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2: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6132" y="1905000"/>
            <a:ext cx="571500" cy="3994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305"/>
              </a:spcBef>
            </a:pP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9584" y="2140712"/>
            <a:ext cx="166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3045" y="2183257"/>
            <a:ext cx="3771392" cy="146545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162300" y="2894837"/>
            <a:ext cx="262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40404" y="1849374"/>
            <a:ext cx="166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98770" y="1763395"/>
            <a:ext cx="166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87773" y="3570859"/>
            <a:ext cx="166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73675" y="2891789"/>
            <a:ext cx="267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22882" y="5116829"/>
            <a:ext cx="4826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𝐵</a:t>
            </a:r>
            <a:r>
              <a:rPr sz="2400" spc="17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dirty="0">
                <a:latin typeface="Cambria Math"/>
                <a:cs typeface="Cambria Math"/>
              </a:rPr>
              <a:t>|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5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has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an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even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number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of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sz="2400" spc="-25" dirty="0">
                <a:latin typeface="Cambria Math"/>
                <a:cs typeface="Cambria Math"/>
              </a:rPr>
              <a:t>𝑠}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18019" y="5091684"/>
            <a:ext cx="3308985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r>
              <a:rPr sz="2625" spc="29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recognizes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EC207B"/>
                </a:solidFill>
                <a:latin typeface="Cambria Math"/>
                <a:cs typeface="Cambria Math"/>
              </a:rPr>
              <a:t>𝐵(</a:t>
            </a:r>
            <a:r>
              <a:rPr sz="2400" spc="-2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625" spc="-30" baseline="-15873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r>
              <a:rPr sz="2400" spc="-20" dirty="0">
                <a:solidFill>
                  <a:srgbClr val="EC207B"/>
                </a:solidFill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18019" y="5743955"/>
            <a:ext cx="1671955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𝐵</a:t>
            </a:r>
            <a:r>
              <a:rPr sz="2400" spc="130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10" dirty="0">
                <a:latin typeface="Franklin Gothic Medium"/>
                <a:cs typeface="Franklin Gothic Medium"/>
              </a:rPr>
              <a:t> regular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95" dirty="0"/>
              <a:t> </a:t>
            </a:r>
            <a:r>
              <a:rPr sz="3800" dirty="0"/>
              <a:t>–</a:t>
            </a:r>
            <a:r>
              <a:rPr sz="3800" spc="-95" dirty="0"/>
              <a:t> </a:t>
            </a:r>
            <a:r>
              <a:rPr sz="3800" spc="-50" dirty="0"/>
              <a:t>Formal</a:t>
            </a:r>
            <a:r>
              <a:rPr sz="3800" spc="-114" dirty="0"/>
              <a:t> </a:t>
            </a:r>
            <a:r>
              <a:rPr sz="3800" spc="-25" dirty="0"/>
              <a:t>Definition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6263385" y="1154379"/>
            <a:ext cx="30740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r>
              <a:rPr sz="3075" spc="727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9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(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35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30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45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3075" baseline="-16260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spc="-25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2800" spc="-25" dirty="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4534" y="1856994"/>
            <a:ext cx="266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05485" algn="l"/>
              </a:tabLst>
            </a:pPr>
            <a:r>
              <a:rPr sz="24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400" spc="19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3600" baseline="1157" dirty="0">
                <a:latin typeface="Cambria Math"/>
                <a:cs typeface="Cambria Math"/>
              </a:rPr>
              <a:t>{𝑠,</a:t>
            </a:r>
            <a:r>
              <a:rPr sz="3600" spc="-150" baseline="1157" dirty="0">
                <a:latin typeface="Cambria Math"/>
                <a:cs typeface="Cambria Math"/>
              </a:rPr>
              <a:t> </a:t>
            </a:r>
            <a:r>
              <a:rPr sz="3600" baseline="1157" dirty="0">
                <a:latin typeface="Cambria Math"/>
                <a:cs typeface="Cambria Math"/>
              </a:rPr>
              <a:t>𝑞</a:t>
            </a:r>
            <a:r>
              <a:rPr sz="2625" baseline="-14285" dirty="0">
                <a:latin typeface="Cambria Math"/>
                <a:cs typeface="Cambria Math"/>
              </a:rPr>
              <a:t>1</a:t>
            </a:r>
            <a:r>
              <a:rPr sz="3600" baseline="1157" dirty="0">
                <a:latin typeface="Cambria Math"/>
                <a:cs typeface="Cambria Math"/>
              </a:rPr>
              <a:t>,</a:t>
            </a:r>
            <a:r>
              <a:rPr sz="3600" spc="-150" baseline="1157" dirty="0">
                <a:latin typeface="Cambria Math"/>
                <a:cs typeface="Cambria Math"/>
              </a:rPr>
              <a:t> </a:t>
            </a:r>
            <a:r>
              <a:rPr sz="3600" baseline="1157" dirty="0">
                <a:latin typeface="Cambria Math"/>
                <a:cs typeface="Cambria Math"/>
              </a:rPr>
              <a:t>𝑞</a:t>
            </a:r>
            <a:r>
              <a:rPr sz="2625" baseline="-14285" dirty="0">
                <a:latin typeface="Cambria Math"/>
                <a:cs typeface="Cambria Math"/>
              </a:rPr>
              <a:t>2</a:t>
            </a:r>
            <a:r>
              <a:rPr sz="3600" baseline="1157" dirty="0">
                <a:latin typeface="Cambria Math"/>
                <a:cs typeface="Cambria Math"/>
              </a:rPr>
              <a:t>,</a:t>
            </a:r>
            <a:r>
              <a:rPr sz="3600" spc="-142" baseline="1157" dirty="0">
                <a:latin typeface="Cambria Math"/>
                <a:cs typeface="Cambria Math"/>
              </a:rPr>
              <a:t> </a:t>
            </a:r>
            <a:r>
              <a:rPr sz="3600" spc="-112" baseline="1157" dirty="0">
                <a:latin typeface="Cambria Math"/>
                <a:cs typeface="Cambria Math"/>
              </a:rPr>
              <a:t>𝑟</a:t>
            </a:r>
            <a:r>
              <a:rPr sz="2625" spc="-112" baseline="-14285" dirty="0">
                <a:latin typeface="Cambria Math"/>
                <a:cs typeface="Cambria Math"/>
              </a:rPr>
              <a:t>1</a:t>
            </a:r>
            <a:r>
              <a:rPr sz="3600" spc="-112" baseline="1157" dirty="0">
                <a:latin typeface="Cambria Math"/>
                <a:cs typeface="Cambria Math"/>
              </a:rPr>
              <a:t>,</a:t>
            </a:r>
            <a:r>
              <a:rPr sz="3600" spc="-150" baseline="1157" dirty="0">
                <a:latin typeface="Cambria Math"/>
                <a:cs typeface="Cambria Math"/>
              </a:rPr>
              <a:t> </a:t>
            </a:r>
            <a:r>
              <a:rPr sz="3600" spc="-37" baseline="1157" dirty="0">
                <a:latin typeface="Cambria Math"/>
                <a:cs typeface="Cambria Math"/>
              </a:rPr>
              <a:t>𝑟</a:t>
            </a:r>
            <a:r>
              <a:rPr sz="2625" spc="-37" baseline="-14285" dirty="0">
                <a:latin typeface="Cambria Math"/>
                <a:cs typeface="Cambria Math"/>
              </a:rPr>
              <a:t>2</a:t>
            </a:r>
            <a:r>
              <a:rPr sz="3600" spc="-37" baseline="1157" dirty="0">
                <a:latin typeface="Cambria Math"/>
                <a:cs typeface="Cambria Math"/>
              </a:rPr>
              <a:t>}</a:t>
            </a:r>
            <a:endParaRPr sz="3600" baseline="1157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400" y="1900554"/>
            <a:ext cx="513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400" spc="229" dirty="0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5285" y="2410014"/>
            <a:ext cx="1694814" cy="162687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1195"/>
              </a:spcBef>
              <a:tabLst>
                <a:tab pos="789940" algn="l"/>
              </a:tabLst>
            </a:pPr>
            <a:r>
              <a:rPr sz="3600" baseline="1157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3600" spc="292" baseline="1157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3600" spc="-75" baseline="1157" dirty="0">
                <a:latin typeface="Cambria Math"/>
                <a:cs typeface="Cambria Math"/>
              </a:rPr>
              <a:t>=</a:t>
            </a:r>
            <a:r>
              <a:rPr sz="3600" baseline="1157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{𝑎,</a:t>
            </a:r>
            <a:r>
              <a:rPr sz="2400" spc="-10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𝑏}</a:t>
            </a:r>
            <a:endParaRPr sz="2400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1100"/>
              </a:spcBef>
              <a:tabLst>
                <a:tab pos="884555" algn="l"/>
              </a:tabLst>
            </a:pP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2625" spc="502" baseline="-15873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  <a:p>
            <a:pPr marL="126364">
              <a:lnSpc>
                <a:spcPct val="100000"/>
              </a:lnSpc>
              <a:spcBef>
                <a:spcPts val="1770"/>
              </a:spcBef>
            </a:pPr>
            <a:r>
              <a:rPr sz="2400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2400" spc="229" dirty="0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4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{𝑞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𝑟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r>
              <a:rPr sz="2400" spc="-25" dirty="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823" y="1030224"/>
            <a:ext cx="1865630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2800" spc="-35" dirty="0">
                <a:latin typeface="Franklin Gothic Medium"/>
                <a:cs typeface="Franklin Gothic Medium"/>
              </a:rPr>
              <a:t>Example</a:t>
            </a:r>
            <a:r>
              <a:rPr sz="2800" spc="-110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3: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56132" y="1905000"/>
            <a:ext cx="571500" cy="399415"/>
          </a:xfrm>
          <a:custGeom>
            <a:avLst/>
            <a:gdLst/>
            <a:ahLst/>
            <a:cxnLst/>
            <a:rect l="l" t="t" r="r" b="b"/>
            <a:pathLst>
              <a:path w="571500" h="399414">
                <a:moveTo>
                  <a:pt x="571500" y="0"/>
                </a:moveTo>
                <a:lnTo>
                  <a:pt x="0" y="0"/>
                </a:lnTo>
                <a:lnTo>
                  <a:pt x="0" y="399288"/>
                </a:lnTo>
                <a:lnTo>
                  <a:pt x="571500" y="399288"/>
                </a:lnTo>
                <a:lnTo>
                  <a:pt x="5715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2695" y="1930654"/>
            <a:ext cx="3854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2060" y="4870196"/>
            <a:ext cx="163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826" y="2010410"/>
            <a:ext cx="5278374" cy="423799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58416" y="3032251"/>
            <a:ext cx="167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22621" y="2758567"/>
            <a:ext cx="267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76651" y="2753994"/>
            <a:ext cx="262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49705" y="4009771"/>
            <a:ext cx="119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mbria Math"/>
                <a:cs typeface="Cambria Math"/>
              </a:rPr>
              <a:t>𝑠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10684" y="5240527"/>
            <a:ext cx="2349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𝑟</a:t>
            </a:r>
            <a:r>
              <a:rPr sz="1725" spc="-37" baseline="-14492" dirty="0"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64713" y="5235702"/>
            <a:ext cx="2305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𝑟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9933" y="1900808"/>
            <a:ext cx="167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53078" y="3661664"/>
            <a:ext cx="1676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53078" y="4171315"/>
            <a:ext cx="1676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39745" y="4335271"/>
            <a:ext cx="163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3520" y="1680794"/>
            <a:ext cx="1631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38571" y="2719832"/>
            <a:ext cx="1631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96153" y="5206746"/>
            <a:ext cx="1676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𝑎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9758426" y="1887854"/>
          <a:ext cx="2277745" cy="2193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9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𝑎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2730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𝑏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4508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2014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ts val="2014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𝑟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𝒓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𝑟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730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𝑟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𝒓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𝑟</a:t>
                      </a:r>
                      <a:r>
                        <a:rPr sz="1950" spc="-37" baseline="-17094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7094">
                        <a:latin typeface="Cambria Math"/>
                        <a:cs typeface="Cambria Math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59079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𝑟</a:t>
                      </a:r>
                      <a:r>
                        <a:rPr sz="1950" spc="-37" baseline="-17094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7094">
                        <a:latin typeface="Cambria Math"/>
                        <a:cs typeface="Cambria Math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6333744" y="4430267"/>
            <a:ext cx="5621020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2400" spc="-45" dirty="0">
                <a:latin typeface="Franklin Gothic Medium"/>
                <a:cs typeface="Franklin Gothic Medium"/>
              </a:rPr>
              <a:t>What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are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strings</a:t>
            </a:r>
            <a:r>
              <a:rPr sz="2400" spc="-12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r>
              <a:rPr sz="2625" spc="307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accepts?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09282" y="4976876"/>
            <a:ext cx="1001394" cy="9493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5"/>
              </a:spcBef>
            </a:pPr>
            <a:r>
              <a:rPr sz="2400" dirty="0">
                <a:latin typeface="Cambria Math"/>
                <a:cs typeface="Cambria Math"/>
              </a:rPr>
              <a:t>𝑤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46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65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  <a:p>
            <a:pPr marL="45720">
              <a:lnSpc>
                <a:spcPct val="100000"/>
              </a:lnSpc>
              <a:spcBef>
                <a:spcPts val="755"/>
              </a:spcBef>
            </a:pPr>
            <a:r>
              <a:rPr sz="2400" dirty="0">
                <a:latin typeface="Cambria Math"/>
                <a:cs typeface="Cambria Math"/>
              </a:rPr>
              <a:t>𝑤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625" spc="50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14459" y="4953572"/>
            <a:ext cx="1492885" cy="988694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05"/>
              </a:spcBef>
            </a:pPr>
            <a:r>
              <a:rPr sz="2400" dirty="0">
                <a:latin typeface="Cambria Math"/>
                <a:cs typeface="Cambria Math"/>
              </a:rPr>
              <a:t>𝑤</a:t>
            </a:r>
            <a:r>
              <a:rPr sz="2625" baseline="-15873" dirty="0">
                <a:latin typeface="Cambria Math"/>
                <a:cs typeface="Cambria Math"/>
              </a:rPr>
              <a:t>4</a:t>
            </a:r>
            <a:r>
              <a:rPr sz="2625" spc="45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𝑎𝑏𝑏𝑎</a:t>
            </a:r>
            <a:endParaRPr sz="2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915"/>
              </a:spcBef>
            </a:pPr>
            <a:r>
              <a:rPr sz="2400" dirty="0">
                <a:latin typeface="Cambria Math"/>
                <a:cs typeface="Cambria Math"/>
              </a:rPr>
              <a:t>𝑤</a:t>
            </a:r>
            <a:r>
              <a:rPr sz="2625" baseline="-15873" dirty="0">
                <a:latin typeface="Cambria Math"/>
                <a:cs typeface="Cambria Math"/>
              </a:rPr>
              <a:t>5</a:t>
            </a:r>
            <a:r>
              <a:rPr sz="2625" spc="50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𝑏𝑏𝑏𝑎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886537" y="5137036"/>
            <a:ext cx="330835" cy="232410"/>
          </a:xfrm>
          <a:custGeom>
            <a:avLst/>
            <a:gdLst/>
            <a:ahLst/>
            <a:cxnLst/>
            <a:rect l="l" t="t" r="r" b="b"/>
            <a:pathLst>
              <a:path w="330834" h="232410">
                <a:moveTo>
                  <a:pt x="301641" y="0"/>
                </a:moveTo>
                <a:lnTo>
                  <a:pt x="118440" y="173165"/>
                </a:lnTo>
                <a:lnTo>
                  <a:pt x="30414" y="83005"/>
                </a:lnTo>
                <a:lnTo>
                  <a:pt x="0" y="111985"/>
                </a:lnTo>
                <a:lnTo>
                  <a:pt x="117008" y="232199"/>
                </a:lnTo>
                <a:lnTo>
                  <a:pt x="147781" y="203577"/>
                </a:lnTo>
                <a:lnTo>
                  <a:pt x="330625" y="30053"/>
                </a:lnTo>
                <a:lnTo>
                  <a:pt x="301641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86537" y="5641480"/>
            <a:ext cx="330835" cy="232410"/>
          </a:xfrm>
          <a:custGeom>
            <a:avLst/>
            <a:gdLst/>
            <a:ahLst/>
            <a:cxnLst/>
            <a:rect l="l" t="t" r="r" b="b"/>
            <a:pathLst>
              <a:path w="330834" h="232410">
                <a:moveTo>
                  <a:pt x="301641" y="0"/>
                </a:moveTo>
                <a:lnTo>
                  <a:pt x="118440" y="173165"/>
                </a:lnTo>
                <a:lnTo>
                  <a:pt x="30414" y="83004"/>
                </a:lnTo>
                <a:lnTo>
                  <a:pt x="0" y="111985"/>
                </a:lnTo>
                <a:lnTo>
                  <a:pt x="117008" y="232199"/>
                </a:lnTo>
                <a:lnTo>
                  <a:pt x="147781" y="203576"/>
                </a:lnTo>
                <a:lnTo>
                  <a:pt x="330625" y="30053"/>
                </a:lnTo>
                <a:lnTo>
                  <a:pt x="301641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695230" y="5130683"/>
            <a:ext cx="329565" cy="231775"/>
          </a:xfrm>
          <a:custGeom>
            <a:avLst/>
            <a:gdLst/>
            <a:ahLst/>
            <a:cxnLst/>
            <a:rect l="l" t="t" r="r" b="b"/>
            <a:pathLst>
              <a:path w="329565" h="231775">
                <a:moveTo>
                  <a:pt x="300315" y="0"/>
                </a:moveTo>
                <a:lnTo>
                  <a:pt x="117919" y="172404"/>
                </a:lnTo>
                <a:lnTo>
                  <a:pt x="30280" y="82640"/>
                </a:lnTo>
                <a:lnTo>
                  <a:pt x="0" y="111493"/>
                </a:lnTo>
                <a:lnTo>
                  <a:pt x="116494" y="231178"/>
                </a:lnTo>
                <a:lnTo>
                  <a:pt x="147132" y="202682"/>
                </a:lnTo>
                <a:lnTo>
                  <a:pt x="329172" y="29921"/>
                </a:lnTo>
                <a:lnTo>
                  <a:pt x="300315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699841" y="6182243"/>
            <a:ext cx="330835" cy="231775"/>
          </a:xfrm>
          <a:custGeom>
            <a:avLst/>
            <a:gdLst/>
            <a:ahLst/>
            <a:cxnLst/>
            <a:rect l="l" t="t" r="r" b="b"/>
            <a:pathLst>
              <a:path w="330834" h="231775">
                <a:moveTo>
                  <a:pt x="301641" y="0"/>
                </a:moveTo>
                <a:lnTo>
                  <a:pt x="118440" y="172404"/>
                </a:lnTo>
                <a:lnTo>
                  <a:pt x="30414" y="82640"/>
                </a:lnTo>
                <a:lnTo>
                  <a:pt x="0" y="111493"/>
                </a:lnTo>
                <a:lnTo>
                  <a:pt x="117008" y="231178"/>
                </a:lnTo>
                <a:lnTo>
                  <a:pt x="147781" y="202682"/>
                </a:lnTo>
                <a:lnTo>
                  <a:pt x="330625" y="29921"/>
                </a:lnTo>
                <a:lnTo>
                  <a:pt x="301641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46959" y="6137967"/>
            <a:ext cx="280035" cy="280035"/>
          </a:xfrm>
          <a:custGeom>
            <a:avLst/>
            <a:gdLst/>
            <a:ahLst/>
            <a:cxnLst/>
            <a:rect l="l" t="t" r="r" b="b"/>
            <a:pathLst>
              <a:path w="280034" h="280035">
                <a:moveTo>
                  <a:pt x="246391" y="0"/>
                </a:moveTo>
                <a:lnTo>
                  <a:pt x="140004" y="106370"/>
                </a:lnTo>
                <a:lnTo>
                  <a:pt x="33616" y="0"/>
                </a:lnTo>
                <a:lnTo>
                  <a:pt x="0" y="33609"/>
                </a:lnTo>
                <a:lnTo>
                  <a:pt x="106387" y="139982"/>
                </a:lnTo>
                <a:lnTo>
                  <a:pt x="0" y="246356"/>
                </a:lnTo>
                <a:lnTo>
                  <a:pt x="33617" y="279969"/>
                </a:lnTo>
                <a:lnTo>
                  <a:pt x="140004" y="173595"/>
                </a:lnTo>
                <a:lnTo>
                  <a:pt x="246392" y="279969"/>
                </a:lnTo>
                <a:lnTo>
                  <a:pt x="280002" y="246356"/>
                </a:lnTo>
                <a:lnTo>
                  <a:pt x="173621" y="139982"/>
                </a:lnTo>
                <a:lnTo>
                  <a:pt x="280002" y="33609"/>
                </a:lnTo>
                <a:lnTo>
                  <a:pt x="24639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743499" y="5651811"/>
            <a:ext cx="280035" cy="280035"/>
          </a:xfrm>
          <a:custGeom>
            <a:avLst/>
            <a:gdLst/>
            <a:ahLst/>
            <a:cxnLst/>
            <a:rect l="l" t="t" r="r" b="b"/>
            <a:pathLst>
              <a:path w="280034" h="280035">
                <a:moveTo>
                  <a:pt x="246391" y="0"/>
                </a:moveTo>
                <a:lnTo>
                  <a:pt x="140004" y="106370"/>
                </a:lnTo>
                <a:lnTo>
                  <a:pt x="33616" y="0"/>
                </a:lnTo>
                <a:lnTo>
                  <a:pt x="0" y="33609"/>
                </a:lnTo>
                <a:lnTo>
                  <a:pt x="106387" y="139982"/>
                </a:lnTo>
                <a:lnTo>
                  <a:pt x="0" y="246356"/>
                </a:lnTo>
                <a:lnTo>
                  <a:pt x="33617" y="279969"/>
                </a:lnTo>
                <a:lnTo>
                  <a:pt x="140004" y="173595"/>
                </a:lnTo>
                <a:lnTo>
                  <a:pt x="246392" y="279969"/>
                </a:lnTo>
                <a:lnTo>
                  <a:pt x="280002" y="246356"/>
                </a:lnTo>
                <a:lnTo>
                  <a:pt x="173621" y="139982"/>
                </a:lnTo>
                <a:lnTo>
                  <a:pt x="280002" y="33609"/>
                </a:lnTo>
                <a:lnTo>
                  <a:pt x="24639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772782" y="6127005"/>
            <a:ext cx="1111885" cy="375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dirty="0">
                <a:latin typeface="Cambria Math"/>
                <a:cs typeface="Cambria Math"/>
              </a:rPr>
              <a:t>𝑤</a:t>
            </a:r>
            <a:r>
              <a:rPr sz="2625" baseline="-15873" dirty="0">
                <a:latin typeface="Cambria Math"/>
                <a:cs typeface="Cambria Math"/>
              </a:rPr>
              <a:t>3</a:t>
            </a:r>
            <a:r>
              <a:rPr sz="2625" spc="52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39859" y="6127005"/>
            <a:ext cx="1442085" cy="375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50"/>
              </a:lnSpc>
            </a:pPr>
            <a:r>
              <a:rPr sz="2400" dirty="0">
                <a:latin typeface="Cambria Math"/>
                <a:cs typeface="Cambria Math"/>
              </a:rPr>
              <a:t>𝑤</a:t>
            </a:r>
            <a:r>
              <a:rPr sz="2625" baseline="-15873" dirty="0">
                <a:latin typeface="Cambria Math"/>
                <a:cs typeface="Cambria Math"/>
              </a:rPr>
              <a:t>6</a:t>
            </a:r>
            <a:r>
              <a:rPr sz="2625" spc="52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𝑏𝑏𝑎𝑏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06088" y="6282557"/>
            <a:ext cx="16319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0"/>
              </a:lnSpc>
            </a:pPr>
            <a:r>
              <a:rPr sz="2000" spc="-50" dirty="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95" dirty="0"/>
              <a:t> </a:t>
            </a:r>
            <a:r>
              <a:rPr sz="3800" dirty="0"/>
              <a:t>–</a:t>
            </a:r>
            <a:r>
              <a:rPr sz="3800" spc="-95" dirty="0"/>
              <a:t> </a:t>
            </a:r>
            <a:r>
              <a:rPr sz="3800" spc="-50" dirty="0"/>
              <a:t>Formal</a:t>
            </a:r>
            <a:r>
              <a:rPr sz="3800" spc="-114" dirty="0"/>
              <a:t> </a:t>
            </a:r>
            <a:r>
              <a:rPr sz="3800" spc="-25" dirty="0"/>
              <a:t>Definition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6263385" y="1154379"/>
            <a:ext cx="30740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r>
              <a:rPr sz="3075" spc="727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9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(</a:t>
            </a:r>
            <a:r>
              <a:rPr sz="28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35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30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45" dirty="0"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3075" baseline="-16260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spc="-25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2800" spc="-25" dirty="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4534" y="1856994"/>
            <a:ext cx="266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05485" algn="l"/>
              </a:tabLst>
            </a:pPr>
            <a:r>
              <a:rPr sz="2400" dirty="0">
                <a:solidFill>
                  <a:srgbClr val="C55A11"/>
                </a:solidFill>
                <a:latin typeface="Cambria Math"/>
                <a:cs typeface="Cambria Math"/>
              </a:rPr>
              <a:t>𝑄</a:t>
            </a:r>
            <a:r>
              <a:rPr sz="2400" spc="190" dirty="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3600" baseline="1157" dirty="0">
                <a:latin typeface="Cambria Math"/>
                <a:cs typeface="Cambria Math"/>
              </a:rPr>
              <a:t>{𝑠,</a:t>
            </a:r>
            <a:r>
              <a:rPr sz="3600" spc="-150" baseline="1157" dirty="0">
                <a:latin typeface="Cambria Math"/>
                <a:cs typeface="Cambria Math"/>
              </a:rPr>
              <a:t> </a:t>
            </a:r>
            <a:r>
              <a:rPr sz="3600" baseline="1157" dirty="0">
                <a:latin typeface="Cambria Math"/>
                <a:cs typeface="Cambria Math"/>
              </a:rPr>
              <a:t>𝑞</a:t>
            </a:r>
            <a:r>
              <a:rPr sz="2625" baseline="-14285" dirty="0">
                <a:latin typeface="Cambria Math"/>
                <a:cs typeface="Cambria Math"/>
              </a:rPr>
              <a:t>1</a:t>
            </a:r>
            <a:r>
              <a:rPr sz="3600" baseline="1157" dirty="0">
                <a:latin typeface="Cambria Math"/>
                <a:cs typeface="Cambria Math"/>
              </a:rPr>
              <a:t>,</a:t>
            </a:r>
            <a:r>
              <a:rPr sz="3600" spc="-150" baseline="1157" dirty="0">
                <a:latin typeface="Cambria Math"/>
                <a:cs typeface="Cambria Math"/>
              </a:rPr>
              <a:t> </a:t>
            </a:r>
            <a:r>
              <a:rPr sz="3600" baseline="1157" dirty="0">
                <a:latin typeface="Cambria Math"/>
                <a:cs typeface="Cambria Math"/>
              </a:rPr>
              <a:t>𝑞</a:t>
            </a:r>
            <a:r>
              <a:rPr sz="2625" baseline="-14285" dirty="0">
                <a:latin typeface="Cambria Math"/>
                <a:cs typeface="Cambria Math"/>
              </a:rPr>
              <a:t>2</a:t>
            </a:r>
            <a:r>
              <a:rPr sz="3600" baseline="1157" dirty="0">
                <a:latin typeface="Cambria Math"/>
                <a:cs typeface="Cambria Math"/>
              </a:rPr>
              <a:t>,</a:t>
            </a:r>
            <a:r>
              <a:rPr sz="3600" spc="-142" baseline="1157" dirty="0">
                <a:latin typeface="Cambria Math"/>
                <a:cs typeface="Cambria Math"/>
              </a:rPr>
              <a:t> </a:t>
            </a:r>
            <a:r>
              <a:rPr sz="3600" spc="-112" baseline="1157" dirty="0">
                <a:latin typeface="Cambria Math"/>
                <a:cs typeface="Cambria Math"/>
              </a:rPr>
              <a:t>𝑟</a:t>
            </a:r>
            <a:r>
              <a:rPr sz="2625" spc="-112" baseline="-14285" dirty="0">
                <a:latin typeface="Cambria Math"/>
                <a:cs typeface="Cambria Math"/>
              </a:rPr>
              <a:t>1</a:t>
            </a:r>
            <a:r>
              <a:rPr sz="3600" spc="-112" baseline="1157" dirty="0">
                <a:latin typeface="Cambria Math"/>
                <a:cs typeface="Cambria Math"/>
              </a:rPr>
              <a:t>,</a:t>
            </a:r>
            <a:r>
              <a:rPr sz="3600" spc="-150" baseline="1157" dirty="0">
                <a:latin typeface="Cambria Math"/>
                <a:cs typeface="Cambria Math"/>
              </a:rPr>
              <a:t> </a:t>
            </a:r>
            <a:r>
              <a:rPr sz="3600" spc="-37" baseline="1157" dirty="0">
                <a:latin typeface="Cambria Math"/>
                <a:cs typeface="Cambria Math"/>
              </a:rPr>
              <a:t>𝑟</a:t>
            </a:r>
            <a:r>
              <a:rPr sz="2625" spc="-37" baseline="-14285" dirty="0">
                <a:latin typeface="Cambria Math"/>
                <a:cs typeface="Cambria Math"/>
              </a:rPr>
              <a:t>2</a:t>
            </a:r>
            <a:r>
              <a:rPr sz="3600" spc="-37" baseline="1157" dirty="0">
                <a:latin typeface="Cambria Math"/>
                <a:cs typeface="Cambria Math"/>
              </a:rPr>
              <a:t>}</a:t>
            </a:r>
            <a:endParaRPr sz="3600" baseline="1157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400" y="1900554"/>
            <a:ext cx="513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538235"/>
                </a:solidFill>
                <a:latin typeface="Cambria Math"/>
                <a:cs typeface="Cambria Math"/>
              </a:rPr>
              <a:t>𝛿</a:t>
            </a:r>
            <a:r>
              <a:rPr sz="2400" spc="229" dirty="0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5285" y="2410014"/>
            <a:ext cx="1694814" cy="162687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1195"/>
              </a:spcBef>
              <a:tabLst>
                <a:tab pos="789940" algn="l"/>
              </a:tabLst>
            </a:pPr>
            <a:r>
              <a:rPr sz="3600" baseline="1157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3600" spc="292" baseline="1157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3600" spc="-75" baseline="1157" dirty="0">
                <a:latin typeface="Cambria Math"/>
                <a:cs typeface="Cambria Math"/>
              </a:rPr>
              <a:t>=</a:t>
            </a:r>
            <a:r>
              <a:rPr sz="3600" baseline="1157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{𝑎,</a:t>
            </a:r>
            <a:r>
              <a:rPr sz="2400" spc="-10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𝑏}</a:t>
            </a:r>
            <a:endParaRPr sz="2400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1100"/>
              </a:spcBef>
              <a:tabLst>
                <a:tab pos="884555" algn="l"/>
              </a:tabLst>
            </a:pPr>
            <a:r>
              <a:rPr sz="2400" dirty="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sz="2625" baseline="-15873" dirty="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sz="2625" spc="502" baseline="-15873" dirty="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  <a:p>
            <a:pPr marL="126364">
              <a:lnSpc>
                <a:spcPct val="100000"/>
              </a:lnSpc>
              <a:spcBef>
                <a:spcPts val="1770"/>
              </a:spcBef>
            </a:pPr>
            <a:r>
              <a:rPr sz="2400" dirty="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sz="2400" spc="229" dirty="0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4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{𝑞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𝑟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r>
              <a:rPr sz="2400" spc="-25" dirty="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823" y="1030224"/>
            <a:ext cx="1865630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2800" spc="-35" dirty="0">
                <a:latin typeface="Franklin Gothic Medium"/>
                <a:cs typeface="Franklin Gothic Medium"/>
              </a:rPr>
              <a:t>Example</a:t>
            </a:r>
            <a:r>
              <a:rPr sz="2800" spc="-110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3: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56132" y="1905000"/>
            <a:ext cx="571500" cy="399415"/>
          </a:xfrm>
          <a:custGeom>
            <a:avLst/>
            <a:gdLst/>
            <a:ahLst/>
            <a:cxnLst/>
            <a:rect l="l" t="t" r="r" b="b"/>
            <a:pathLst>
              <a:path w="571500" h="399414">
                <a:moveTo>
                  <a:pt x="571500" y="0"/>
                </a:moveTo>
                <a:lnTo>
                  <a:pt x="0" y="0"/>
                </a:lnTo>
                <a:lnTo>
                  <a:pt x="0" y="399288"/>
                </a:lnTo>
                <a:lnTo>
                  <a:pt x="571500" y="399288"/>
                </a:lnTo>
                <a:lnTo>
                  <a:pt x="5715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2695" y="1930654"/>
            <a:ext cx="3854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2060" y="4870196"/>
            <a:ext cx="163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2826" y="2010409"/>
            <a:ext cx="4100829" cy="2197735"/>
          </a:xfrm>
          <a:custGeom>
            <a:avLst/>
            <a:gdLst/>
            <a:ahLst/>
            <a:cxnLst/>
            <a:rect l="l" t="t" r="r" b="b"/>
            <a:pathLst>
              <a:path w="4100829" h="2197735">
                <a:moveTo>
                  <a:pt x="421538" y="2140204"/>
                </a:moveTo>
                <a:lnTo>
                  <a:pt x="383438" y="2121154"/>
                </a:lnTo>
                <a:lnTo>
                  <a:pt x="307238" y="2083054"/>
                </a:lnTo>
                <a:lnTo>
                  <a:pt x="307238" y="2121154"/>
                </a:lnTo>
                <a:lnTo>
                  <a:pt x="0" y="2121154"/>
                </a:lnTo>
                <a:lnTo>
                  <a:pt x="0" y="2159254"/>
                </a:lnTo>
                <a:lnTo>
                  <a:pt x="307238" y="2159254"/>
                </a:lnTo>
                <a:lnTo>
                  <a:pt x="307238" y="2197354"/>
                </a:lnTo>
                <a:lnTo>
                  <a:pt x="383438" y="2159254"/>
                </a:lnTo>
                <a:lnTo>
                  <a:pt x="421538" y="2140204"/>
                </a:lnTo>
                <a:close/>
              </a:path>
              <a:path w="4100829" h="2197735">
                <a:moveTo>
                  <a:pt x="4057370" y="232613"/>
                </a:moveTo>
                <a:lnTo>
                  <a:pt x="4055592" y="228346"/>
                </a:lnTo>
                <a:lnTo>
                  <a:pt x="4055491" y="228092"/>
                </a:lnTo>
                <a:lnTo>
                  <a:pt x="4045839" y="212217"/>
                </a:lnTo>
                <a:lnTo>
                  <a:pt x="4013454" y="169799"/>
                </a:lnTo>
                <a:lnTo>
                  <a:pt x="3975100" y="131318"/>
                </a:lnTo>
                <a:lnTo>
                  <a:pt x="3947896" y="109093"/>
                </a:lnTo>
                <a:lnTo>
                  <a:pt x="3946271" y="107823"/>
                </a:lnTo>
                <a:lnTo>
                  <a:pt x="3930777" y="96774"/>
                </a:lnTo>
                <a:lnTo>
                  <a:pt x="3923576" y="92202"/>
                </a:lnTo>
                <a:lnTo>
                  <a:pt x="3898773" y="76454"/>
                </a:lnTo>
                <a:lnTo>
                  <a:pt x="3864356" y="58166"/>
                </a:lnTo>
                <a:lnTo>
                  <a:pt x="3830574" y="43408"/>
                </a:lnTo>
                <a:lnTo>
                  <a:pt x="3828034" y="42291"/>
                </a:lnTo>
                <a:lnTo>
                  <a:pt x="3816667" y="37973"/>
                </a:lnTo>
                <a:lnTo>
                  <a:pt x="3808984" y="35052"/>
                </a:lnTo>
                <a:lnTo>
                  <a:pt x="3789680" y="28575"/>
                </a:lnTo>
                <a:lnTo>
                  <a:pt x="3769868" y="22606"/>
                </a:lnTo>
                <a:lnTo>
                  <a:pt x="3749802" y="17399"/>
                </a:lnTo>
                <a:lnTo>
                  <a:pt x="3729228" y="12827"/>
                </a:lnTo>
                <a:lnTo>
                  <a:pt x="3709060" y="9017"/>
                </a:lnTo>
                <a:lnTo>
                  <a:pt x="3709212" y="9017"/>
                </a:lnTo>
                <a:lnTo>
                  <a:pt x="3687191" y="5588"/>
                </a:lnTo>
                <a:lnTo>
                  <a:pt x="3665728" y="3048"/>
                </a:lnTo>
                <a:lnTo>
                  <a:pt x="3640455" y="1016"/>
                </a:lnTo>
                <a:lnTo>
                  <a:pt x="3615182" y="0"/>
                </a:lnTo>
                <a:lnTo>
                  <a:pt x="3586746" y="0"/>
                </a:lnTo>
                <a:lnTo>
                  <a:pt x="3541014" y="2540"/>
                </a:lnTo>
                <a:lnTo>
                  <a:pt x="3493135" y="9017"/>
                </a:lnTo>
                <a:lnTo>
                  <a:pt x="3446653" y="18923"/>
                </a:lnTo>
                <a:lnTo>
                  <a:pt x="3401822" y="32258"/>
                </a:lnTo>
                <a:lnTo>
                  <a:pt x="3359023" y="48768"/>
                </a:lnTo>
                <a:lnTo>
                  <a:pt x="3318383" y="68326"/>
                </a:lnTo>
                <a:lnTo>
                  <a:pt x="3280537" y="90805"/>
                </a:lnTo>
                <a:lnTo>
                  <a:pt x="3245485" y="116205"/>
                </a:lnTo>
                <a:lnTo>
                  <a:pt x="3213354" y="144145"/>
                </a:lnTo>
                <a:lnTo>
                  <a:pt x="3184779" y="174625"/>
                </a:lnTo>
                <a:lnTo>
                  <a:pt x="3159887" y="207391"/>
                </a:lnTo>
                <a:lnTo>
                  <a:pt x="3139059" y="242443"/>
                </a:lnTo>
                <a:lnTo>
                  <a:pt x="3122422" y="279527"/>
                </a:lnTo>
                <a:lnTo>
                  <a:pt x="3110484" y="318389"/>
                </a:lnTo>
                <a:lnTo>
                  <a:pt x="3106547" y="337820"/>
                </a:lnTo>
                <a:lnTo>
                  <a:pt x="3143885" y="345313"/>
                </a:lnTo>
                <a:lnTo>
                  <a:pt x="3147415" y="327837"/>
                </a:lnTo>
                <a:lnTo>
                  <a:pt x="3152457" y="309435"/>
                </a:lnTo>
                <a:lnTo>
                  <a:pt x="3158363" y="292354"/>
                </a:lnTo>
                <a:lnTo>
                  <a:pt x="3165221" y="275590"/>
                </a:lnTo>
                <a:lnTo>
                  <a:pt x="3169297" y="267335"/>
                </a:lnTo>
                <a:lnTo>
                  <a:pt x="3173095" y="259588"/>
                </a:lnTo>
                <a:lnTo>
                  <a:pt x="3173171" y="259397"/>
                </a:lnTo>
                <a:lnTo>
                  <a:pt x="3180969" y="245198"/>
                </a:lnTo>
                <a:lnTo>
                  <a:pt x="3181731" y="243967"/>
                </a:lnTo>
                <a:lnTo>
                  <a:pt x="3181947" y="243649"/>
                </a:lnTo>
                <a:lnTo>
                  <a:pt x="3191637" y="228346"/>
                </a:lnTo>
                <a:lnTo>
                  <a:pt x="3191853" y="228092"/>
                </a:lnTo>
                <a:lnTo>
                  <a:pt x="3201759" y="214287"/>
                </a:lnTo>
                <a:lnTo>
                  <a:pt x="3213595" y="199529"/>
                </a:lnTo>
                <a:lnTo>
                  <a:pt x="3254375" y="158242"/>
                </a:lnTo>
                <a:lnTo>
                  <a:pt x="3285413" y="133718"/>
                </a:lnTo>
                <a:lnTo>
                  <a:pt x="3318548" y="112128"/>
                </a:lnTo>
                <a:lnTo>
                  <a:pt x="3334880" y="102768"/>
                </a:lnTo>
                <a:lnTo>
                  <a:pt x="3336963" y="101701"/>
                </a:lnTo>
                <a:lnTo>
                  <a:pt x="3374529" y="83566"/>
                </a:lnTo>
                <a:lnTo>
                  <a:pt x="3414255" y="68173"/>
                </a:lnTo>
                <a:lnTo>
                  <a:pt x="3456851" y="55600"/>
                </a:lnTo>
                <a:lnTo>
                  <a:pt x="3499320" y="46609"/>
                </a:lnTo>
                <a:lnTo>
                  <a:pt x="3519932" y="43408"/>
                </a:lnTo>
                <a:lnTo>
                  <a:pt x="3519640" y="43408"/>
                </a:lnTo>
                <a:lnTo>
                  <a:pt x="3543922" y="40589"/>
                </a:lnTo>
                <a:lnTo>
                  <a:pt x="3543325" y="40589"/>
                </a:lnTo>
                <a:lnTo>
                  <a:pt x="3567176" y="38798"/>
                </a:lnTo>
                <a:lnTo>
                  <a:pt x="3565372" y="38798"/>
                </a:lnTo>
                <a:lnTo>
                  <a:pt x="3591179" y="37973"/>
                </a:lnTo>
                <a:lnTo>
                  <a:pt x="3613912" y="37973"/>
                </a:lnTo>
                <a:lnTo>
                  <a:pt x="3641877" y="39204"/>
                </a:lnTo>
                <a:lnTo>
                  <a:pt x="3640302" y="39204"/>
                </a:lnTo>
                <a:lnTo>
                  <a:pt x="3663213" y="41097"/>
                </a:lnTo>
                <a:lnTo>
                  <a:pt x="3703015" y="46609"/>
                </a:lnTo>
                <a:lnTo>
                  <a:pt x="3740467" y="54343"/>
                </a:lnTo>
                <a:lnTo>
                  <a:pt x="3759924" y="59385"/>
                </a:lnTo>
                <a:lnTo>
                  <a:pt x="3759733" y="59385"/>
                </a:lnTo>
                <a:lnTo>
                  <a:pt x="3761308" y="59804"/>
                </a:lnTo>
                <a:lnTo>
                  <a:pt x="3814038" y="77724"/>
                </a:lnTo>
                <a:lnTo>
                  <a:pt x="3879812" y="109639"/>
                </a:lnTo>
                <a:lnTo>
                  <a:pt x="3921988" y="137287"/>
                </a:lnTo>
                <a:lnTo>
                  <a:pt x="3962527" y="171450"/>
                </a:lnTo>
                <a:lnTo>
                  <a:pt x="3995331" y="207391"/>
                </a:lnTo>
                <a:lnTo>
                  <a:pt x="3995483" y="207645"/>
                </a:lnTo>
                <a:lnTo>
                  <a:pt x="4005351" y="220560"/>
                </a:lnTo>
                <a:lnTo>
                  <a:pt x="4013454" y="232333"/>
                </a:lnTo>
                <a:lnTo>
                  <a:pt x="4013530" y="232613"/>
                </a:lnTo>
                <a:lnTo>
                  <a:pt x="4014190" y="233413"/>
                </a:lnTo>
                <a:lnTo>
                  <a:pt x="4013644" y="232613"/>
                </a:lnTo>
                <a:lnTo>
                  <a:pt x="4057370" y="232613"/>
                </a:lnTo>
                <a:close/>
              </a:path>
              <a:path w="4100829" h="2197735">
                <a:moveTo>
                  <a:pt x="4097528" y="1418971"/>
                </a:moveTo>
                <a:lnTo>
                  <a:pt x="4060063" y="1411351"/>
                </a:lnTo>
                <a:lnTo>
                  <a:pt x="4058539" y="1418971"/>
                </a:lnTo>
                <a:lnTo>
                  <a:pt x="4056621" y="1429016"/>
                </a:lnTo>
                <a:lnTo>
                  <a:pt x="4054030" y="1438402"/>
                </a:lnTo>
                <a:lnTo>
                  <a:pt x="4051935" y="1446276"/>
                </a:lnTo>
                <a:lnTo>
                  <a:pt x="4047883" y="1458087"/>
                </a:lnTo>
                <a:lnTo>
                  <a:pt x="4046093" y="1463421"/>
                </a:lnTo>
                <a:lnTo>
                  <a:pt x="4040416" y="1477264"/>
                </a:lnTo>
                <a:lnTo>
                  <a:pt x="4039362" y="1479931"/>
                </a:lnTo>
                <a:lnTo>
                  <a:pt x="4030967" y="1497215"/>
                </a:lnTo>
                <a:lnTo>
                  <a:pt x="4022928" y="1511681"/>
                </a:lnTo>
                <a:lnTo>
                  <a:pt x="4022725" y="1512189"/>
                </a:lnTo>
                <a:lnTo>
                  <a:pt x="4012285" y="1528483"/>
                </a:lnTo>
                <a:lnTo>
                  <a:pt x="4001909" y="1543050"/>
                </a:lnTo>
                <a:lnTo>
                  <a:pt x="4001554" y="1543431"/>
                </a:lnTo>
                <a:lnTo>
                  <a:pt x="3990454" y="1557223"/>
                </a:lnTo>
                <a:lnTo>
                  <a:pt x="3990136" y="1557566"/>
                </a:lnTo>
                <a:lnTo>
                  <a:pt x="3989870" y="1557947"/>
                </a:lnTo>
                <a:lnTo>
                  <a:pt x="3978287" y="1570977"/>
                </a:lnTo>
                <a:lnTo>
                  <a:pt x="3964495" y="1584896"/>
                </a:lnTo>
                <a:lnTo>
                  <a:pt x="3950335" y="1597914"/>
                </a:lnTo>
                <a:lnTo>
                  <a:pt x="3949839" y="1598295"/>
                </a:lnTo>
                <a:lnTo>
                  <a:pt x="3949458" y="1598650"/>
                </a:lnTo>
                <a:lnTo>
                  <a:pt x="3904043" y="1633054"/>
                </a:lnTo>
                <a:lnTo>
                  <a:pt x="3867010" y="1655140"/>
                </a:lnTo>
                <a:lnTo>
                  <a:pt x="3829418" y="1673288"/>
                </a:lnTo>
                <a:lnTo>
                  <a:pt x="3811981" y="1680438"/>
                </a:lnTo>
                <a:lnTo>
                  <a:pt x="3809708" y="1681264"/>
                </a:lnTo>
                <a:lnTo>
                  <a:pt x="3789502" y="1688592"/>
                </a:lnTo>
                <a:lnTo>
                  <a:pt x="3769588" y="1694878"/>
                </a:lnTo>
                <a:lnTo>
                  <a:pt x="3767874" y="1695424"/>
                </a:lnTo>
                <a:lnTo>
                  <a:pt x="3767683" y="1695488"/>
                </a:lnTo>
                <a:lnTo>
                  <a:pt x="3749497" y="1700530"/>
                </a:lnTo>
                <a:lnTo>
                  <a:pt x="3747617" y="1700974"/>
                </a:lnTo>
                <a:lnTo>
                  <a:pt x="3728478" y="1705546"/>
                </a:lnTo>
                <a:lnTo>
                  <a:pt x="3728313" y="1705584"/>
                </a:lnTo>
                <a:lnTo>
                  <a:pt x="3727107" y="1705775"/>
                </a:lnTo>
                <a:lnTo>
                  <a:pt x="3726802" y="1705876"/>
                </a:lnTo>
                <a:lnTo>
                  <a:pt x="3726599" y="1705940"/>
                </a:lnTo>
                <a:lnTo>
                  <a:pt x="3726459" y="1705940"/>
                </a:lnTo>
                <a:lnTo>
                  <a:pt x="3704005" y="1710309"/>
                </a:lnTo>
                <a:lnTo>
                  <a:pt x="3682073" y="1713687"/>
                </a:lnTo>
                <a:lnTo>
                  <a:pt x="3681730" y="1713687"/>
                </a:lnTo>
                <a:lnTo>
                  <a:pt x="3659594" y="1716214"/>
                </a:lnTo>
                <a:lnTo>
                  <a:pt x="3658971" y="1716214"/>
                </a:lnTo>
                <a:lnTo>
                  <a:pt x="3635438" y="1717979"/>
                </a:lnTo>
                <a:lnTo>
                  <a:pt x="3612769" y="1718691"/>
                </a:lnTo>
                <a:lnTo>
                  <a:pt x="3590036" y="1718691"/>
                </a:lnTo>
                <a:lnTo>
                  <a:pt x="3567303" y="1717751"/>
                </a:lnTo>
                <a:lnTo>
                  <a:pt x="3547376" y="1716214"/>
                </a:lnTo>
                <a:lnTo>
                  <a:pt x="3546297" y="1716214"/>
                </a:lnTo>
                <a:lnTo>
                  <a:pt x="3544138" y="1715973"/>
                </a:lnTo>
                <a:lnTo>
                  <a:pt x="3541852" y="1715795"/>
                </a:lnTo>
                <a:lnTo>
                  <a:pt x="3544100" y="1715960"/>
                </a:lnTo>
                <a:lnTo>
                  <a:pt x="3541814" y="1715693"/>
                </a:lnTo>
                <a:lnTo>
                  <a:pt x="3524808" y="1713687"/>
                </a:lnTo>
                <a:lnTo>
                  <a:pt x="3521672" y="1713318"/>
                </a:lnTo>
                <a:lnTo>
                  <a:pt x="3524085" y="1713687"/>
                </a:lnTo>
                <a:lnTo>
                  <a:pt x="3504946" y="1710778"/>
                </a:lnTo>
                <a:lnTo>
                  <a:pt x="3503295" y="1710524"/>
                </a:lnTo>
                <a:lnTo>
                  <a:pt x="3504679" y="1710778"/>
                </a:lnTo>
                <a:lnTo>
                  <a:pt x="3486835" y="1707515"/>
                </a:lnTo>
                <a:lnTo>
                  <a:pt x="3468662" y="1703628"/>
                </a:lnTo>
                <a:lnTo>
                  <a:pt x="3468890" y="1703628"/>
                </a:lnTo>
                <a:lnTo>
                  <a:pt x="3467074" y="1703235"/>
                </a:lnTo>
                <a:lnTo>
                  <a:pt x="3434105" y="1694434"/>
                </a:lnTo>
                <a:lnTo>
                  <a:pt x="3432949" y="1694141"/>
                </a:lnTo>
                <a:lnTo>
                  <a:pt x="3432772" y="1694091"/>
                </a:lnTo>
                <a:lnTo>
                  <a:pt x="3400285" y="1683054"/>
                </a:lnTo>
                <a:lnTo>
                  <a:pt x="3399244" y="1682623"/>
                </a:lnTo>
                <a:lnTo>
                  <a:pt x="3368421" y="1669796"/>
                </a:lnTo>
                <a:lnTo>
                  <a:pt x="3368040" y="1669643"/>
                </a:lnTo>
                <a:lnTo>
                  <a:pt x="3368040" y="1669796"/>
                </a:lnTo>
                <a:lnTo>
                  <a:pt x="3366846" y="1669211"/>
                </a:lnTo>
                <a:lnTo>
                  <a:pt x="3367328" y="1669402"/>
                </a:lnTo>
                <a:lnTo>
                  <a:pt x="3368040" y="1669796"/>
                </a:lnTo>
                <a:lnTo>
                  <a:pt x="3368040" y="1669643"/>
                </a:lnTo>
                <a:lnTo>
                  <a:pt x="3366262" y="1668919"/>
                </a:lnTo>
                <a:lnTo>
                  <a:pt x="3366135" y="1668856"/>
                </a:lnTo>
                <a:lnTo>
                  <a:pt x="3337725" y="1654644"/>
                </a:lnTo>
                <a:lnTo>
                  <a:pt x="3336683" y="1654124"/>
                </a:lnTo>
                <a:lnTo>
                  <a:pt x="3336290" y="1653921"/>
                </a:lnTo>
                <a:lnTo>
                  <a:pt x="3335693" y="1653540"/>
                </a:lnTo>
                <a:lnTo>
                  <a:pt x="3308756" y="1637792"/>
                </a:lnTo>
                <a:lnTo>
                  <a:pt x="3255645" y="1598295"/>
                </a:lnTo>
                <a:lnTo>
                  <a:pt x="3255264" y="1597914"/>
                </a:lnTo>
                <a:lnTo>
                  <a:pt x="3244329" y="1588008"/>
                </a:lnTo>
                <a:lnTo>
                  <a:pt x="3233801" y="1577594"/>
                </a:lnTo>
                <a:lnTo>
                  <a:pt x="3222853" y="1566037"/>
                </a:lnTo>
                <a:lnTo>
                  <a:pt x="3222599" y="1565808"/>
                </a:lnTo>
                <a:lnTo>
                  <a:pt x="3212808" y="1554480"/>
                </a:lnTo>
                <a:lnTo>
                  <a:pt x="3203460" y="1542567"/>
                </a:lnTo>
                <a:lnTo>
                  <a:pt x="3196590" y="1533144"/>
                </a:lnTo>
                <a:lnTo>
                  <a:pt x="3195396" y="1531518"/>
                </a:lnTo>
                <a:lnTo>
                  <a:pt x="3194824" y="1530350"/>
                </a:lnTo>
                <a:lnTo>
                  <a:pt x="3192805" y="1526235"/>
                </a:lnTo>
                <a:lnTo>
                  <a:pt x="3226943" y="1511681"/>
                </a:lnTo>
                <a:lnTo>
                  <a:pt x="3222752" y="1508125"/>
                </a:lnTo>
                <a:lnTo>
                  <a:pt x="3129534" y="1429016"/>
                </a:lnTo>
                <a:lnTo>
                  <a:pt x="3121901" y="1554480"/>
                </a:lnTo>
                <a:lnTo>
                  <a:pt x="3121787" y="1556512"/>
                </a:lnTo>
                <a:lnTo>
                  <a:pt x="3157728" y="1541195"/>
                </a:lnTo>
                <a:lnTo>
                  <a:pt x="3162808" y="1551432"/>
                </a:lnTo>
                <a:lnTo>
                  <a:pt x="3194685" y="1591691"/>
                </a:lnTo>
                <a:lnTo>
                  <a:pt x="3231388" y="1627632"/>
                </a:lnTo>
                <a:lnTo>
                  <a:pt x="3287649" y="1669542"/>
                </a:lnTo>
                <a:lnTo>
                  <a:pt x="3351657" y="1704213"/>
                </a:lnTo>
                <a:lnTo>
                  <a:pt x="3422269" y="1730629"/>
                </a:lnTo>
                <a:lnTo>
                  <a:pt x="3459607" y="1740535"/>
                </a:lnTo>
                <a:lnTo>
                  <a:pt x="3498469" y="1748409"/>
                </a:lnTo>
                <a:lnTo>
                  <a:pt x="3538347" y="1753743"/>
                </a:lnTo>
                <a:lnTo>
                  <a:pt x="3565194" y="1755902"/>
                </a:lnTo>
                <a:lnTo>
                  <a:pt x="3566757" y="1755902"/>
                </a:lnTo>
                <a:lnTo>
                  <a:pt x="3588766" y="1756791"/>
                </a:lnTo>
                <a:lnTo>
                  <a:pt x="3613785" y="1756791"/>
                </a:lnTo>
                <a:lnTo>
                  <a:pt x="3638423" y="1755902"/>
                </a:lnTo>
                <a:lnTo>
                  <a:pt x="3687064" y="1751457"/>
                </a:lnTo>
                <a:lnTo>
                  <a:pt x="3734435" y="1743202"/>
                </a:lnTo>
                <a:lnTo>
                  <a:pt x="3780028" y="1731518"/>
                </a:lnTo>
                <a:lnTo>
                  <a:pt x="3818356" y="1718691"/>
                </a:lnTo>
                <a:lnTo>
                  <a:pt x="3823970" y="1716659"/>
                </a:lnTo>
                <a:lnTo>
                  <a:pt x="3865626" y="1698625"/>
                </a:lnTo>
                <a:lnTo>
                  <a:pt x="3904869" y="1677416"/>
                </a:lnTo>
                <a:lnTo>
                  <a:pt x="3941445" y="1653540"/>
                </a:lnTo>
                <a:lnTo>
                  <a:pt x="3974973" y="1626997"/>
                </a:lnTo>
                <a:lnTo>
                  <a:pt x="4005326" y="1597914"/>
                </a:lnTo>
                <a:lnTo>
                  <a:pt x="4032250" y="1566037"/>
                </a:lnTo>
                <a:lnTo>
                  <a:pt x="4055110" y="1532128"/>
                </a:lnTo>
                <a:lnTo>
                  <a:pt x="4073791" y="1496288"/>
                </a:lnTo>
                <a:lnTo>
                  <a:pt x="4073906" y="1496060"/>
                </a:lnTo>
                <a:lnTo>
                  <a:pt x="4081653" y="1477264"/>
                </a:lnTo>
                <a:lnTo>
                  <a:pt x="4088130" y="1458087"/>
                </a:lnTo>
                <a:lnTo>
                  <a:pt x="4093591" y="1438402"/>
                </a:lnTo>
                <a:lnTo>
                  <a:pt x="4097528" y="1418971"/>
                </a:lnTo>
                <a:close/>
              </a:path>
              <a:path w="4100829" h="2197735">
                <a:moveTo>
                  <a:pt x="4100830" y="233807"/>
                </a:moveTo>
                <a:lnTo>
                  <a:pt x="4062768" y="245503"/>
                </a:lnTo>
                <a:lnTo>
                  <a:pt x="4062120" y="243967"/>
                </a:lnTo>
                <a:lnTo>
                  <a:pt x="4057713" y="233413"/>
                </a:lnTo>
                <a:lnTo>
                  <a:pt x="4014190" y="233413"/>
                </a:lnTo>
                <a:lnTo>
                  <a:pt x="4014025" y="233413"/>
                </a:lnTo>
                <a:lnTo>
                  <a:pt x="4021836" y="246164"/>
                </a:lnTo>
                <a:lnTo>
                  <a:pt x="4020947" y="243967"/>
                </a:lnTo>
                <a:lnTo>
                  <a:pt x="4021632" y="245503"/>
                </a:lnTo>
                <a:lnTo>
                  <a:pt x="4021836" y="246164"/>
                </a:lnTo>
                <a:lnTo>
                  <a:pt x="4026179" y="256730"/>
                </a:lnTo>
                <a:lnTo>
                  <a:pt x="3991610" y="267335"/>
                </a:lnTo>
                <a:lnTo>
                  <a:pt x="4079748" y="359918"/>
                </a:lnTo>
                <a:lnTo>
                  <a:pt x="4093641" y="276733"/>
                </a:lnTo>
                <a:lnTo>
                  <a:pt x="4093730" y="276212"/>
                </a:lnTo>
                <a:lnTo>
                  <a:pt x="4100830" y="2338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58416" y="3032251"/>
            <a:ext cx="167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63868" y="6083808"/>
            <a:ext cx="3308985" cy="462280"/>
          </a:xfrm>
          <a:custGeom>
            <a:avLst/>
            <a:gdLst/>
            <a:ahLst/>
            <a:cxnLst/>
            <a:rect l="l" t="t" r="r" b="b"/>
            <a:pathLst>
              <a:path w="3308984" h="462279">
                <a:moveTo>
                  <a:pt x="3308604" y="0"/>
                </a:moveTo>
                <a:lnTo>
                  <a:pt x="0" y="0"/>
                </a:lnTo>
                <a:lnTo>
                  <a:pt x="0" y="461771"/>
                </a:lnTo>
                <a:lnTo>
                  <a:pt x="3308604" y="461771"/>
                </a:lnTo>
                <a:lnTo>
                  <a:pt x="330860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059923" y="6083808"/>
            <a:ext cx="1671955" cy="462280"/>
          </a:xfrm>
          <a:custGeom>
            <a:avLst/>
            <a:gdLst/>
            <a:ahLst/>
            <a:cxnLst/>
            <a:rect l="l" t="t" r="r" b="b"/>
            <a:pathLst>
              <a:path w="1671954" h="462279">
                <a:moveTo>
                  <a:pt x="1671827" y="0"/>
                </a:moveTo>
                <a:lnTo>
                  <a:pt x="0" y="0"/>
                </a:lnTo>
                <a:lnTo>
                  <a:pt x="0" y="461771"/>
                </a:lnTo>
                <a:lnTo>
                  <a:pt x="1671827" y="461771"/>
                </a:lnTo>
                <a:lnTo>
                  <a:pt x="167182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4276090" y="2284222"/>
            <a:ext cx="1218565" cy="1229360"/>
            <a:chOff x="4276090" y="2284222"/>
            <a:chExt cx="1218565" cy="1229360"/>
          </a:xfrm>
        </p:grpSpPr>
        <p:sp>
          <p:nvSpPr>
            <p:cNvPr id="16" name="object 16"/>
            <p:cNvSpPr/>
            <p:nvPr/>
          </p:nvSpPr>
          <p:spPr>
            <a:xfrm>
              <a:off x="4282440" y="2290572"/>
              <a:ext cx="1205865" cy="1216660"/>
            </a:xfrm>
            <a:custGeom>
              <a:avLst/>
              <a:gdLst/>
              <a:ahLst/>
              <a:cxnLst/>
              <a:rect l="l" t="t" r="r" b="b"/>
              <a:pathLst>
                <a:path w="1205864" h="1216660">
                  <a:moveTo>
                    <a:pt x="602742" y="0"/>
                  </a:moveTo>
                  <a:lnTo>
                    <a:pt x="555640" y="1829"/>
                  </a:lnTo>
                  <a:lnTo>
                    <a:pt x="509529" y="7228"/>
                  </a:lnTo>
                  <a:lnTo>
                    <a:pt x="464544" y="16061"/>
                  </a:lnTo>
                  <a:lnTo>
                    <a:pt x="420818" y="28193"/>
                  </a:lnTo>
                  <a:lnTo>
                    <a:pt x="378485" y="43489"/>
                  </a:lnTo>
                  <a:lnTo>
                    <a:pt x="337679" y="61813"/>
                  </a:lnTo>
                  <a:lnTo>
                    <a:pt x="298534" y="83029"/>
                  </a:lnTo>
                  <a:lnTo>
                    <a:pt x="261185" y="107004"/>
                  </a:lnTo>
                  <a:lnTo>
                    <a:pt x="225765" y="133601"/>
                  </a:lnTo>
                  <a:lnTo>
                    <a:pt x="192408" y="162685"/>
                  </a:lnTo>
                  <a:lnTo>
                    <a:pt x="161249" y="194121"/>
                  </a:lnTo>
                  <a:lnTo>
                    <a:pt x="132421" y="227773"/>
                  </a:lnTo>
                  <a:lnTo>
                    <a:pt x="106058" y="263507"/>
                  </a:lnTo>
                  <a:lnTo>
                    <a:pt x="82296" y="301187"/>
                  </a:lnTo>
                  <a:lnTo>
                    <a:pt x="61266" y="340678"/>
                  </a:lnTo>
                  <a:lnTo>
                    <a:pt x="43104" y="381844"/>
                  </a:lnTo>
                  <a:lnTo>
                    <a:pt x="27944" y="424551"/>
                  </a:lnTo>
                  <a:lnTo>
                    <a:pt x="15919" y="468663"/>
                  </a:lnTo>
                  <a:lnTo>
                    <a:pt x="7164" y="514044"/>
                  </a:lnTo>
                  <a:lnTo>
                    <a:pt x="1813" y="560560"/>
                  </a:lnTo>
                  <a:lnTo>
                    <a:pt x="0" y="608076"/>
                  </a:lnTo>
                  <a:lnTo>
                    <a:pt x="1813" y="655591"/>
                  </a:lnTo>
                  <a:lnTo>
                    <a:pt x="7164" y="702107"/>
                  </a:lnTo>
                  <a:lnTo>
                    <a:pt x="15919" y="747488"/>
                  </a:lnTo>
                  <a:lnTo>
                    <a:pt x="27944" y="791600"/>
                  </a:lnTo>
                  <a:lnTo>
                    <a:pt x="43104" y="834307"/>
                  </a:lnTo>
                  <a:lnTo>
                    <a:pt x="61266" y="875473"/>
                  </a:lnTo>
                  <a:lnTo>
                    <a:pt x="82296" y="914964"/>
                  </a:lnTo>
                  <a:lnTo>
                    <a:pt x="106058" y="952644"/>
                  </a:lnTo>
                  <a:lnTo>
                    <a:pt x="132421" y="988378"/>
                  </a:lnTo>
                  <a:lnTo>
                    <a:pt x="161249" y="1022030"/>
                  </a:lnTo>
                  <a:lnTo>
                    <a:pt x="192408" y="1053466"/>
                  </a:lnTo>
                  <a:lnTo>
                    <a:pt x="225765" y="1082550"/>
                  </a:lnTo>
                  <a:lnTo>
                    <a:pt x="261185" y="1109147"/>
                  </a:lnTo>
                  <a:lnTo>
                    <a:pt x="298534" y="1133122"/>
                  </a:lnTo>
                  <a:lnTo>
                    <a:pt x="337679" y="1154338"/>
                  </a:lnTo>
                  <a:lnTo>
                    <a:pt x="378485" y="1172662"/>
                  </a:lnTo>
                  <a:lnTo>
                    <a:pt x="420818" y="1187958"/>
                  </a:lnTo>
                  <a:lnTo>
                    <a:pt x="464544" y="1200090"/>
                  </a:lnTo>
                  <a:lnTo>
                    <a:pt x="509529" y="1208923"/>
                  </a:lnTo>
                  <a:lnTo>
                    <a:pt x="555640" y="1214322"/>
                  </a:lnTo>
                  <a:lnTo>
                    <a:pt x="602742" y="1216152"/>
                  </a:lnTo>
                  <a:lnTo>
                    <a:pt x="649843" y="1214322"/>
                  </a:lnTo>
                  <a:lnTo>
                    <a:pt x="695954" y="1208923"/>
                  </a:lnTo>
                  <a:lnTo>
                    <a:pt x="740939" y="1200090"/>
                  </a:lnTo>
                  <a:lnTo>
                    <a:pt x="784665" y="1187958"/>
                  </a:lnTo>
                  <a:lnTo>
                    <a:pt x="826998" y="1172662"/>
                  </a:lnTo>
                  <a:lnTo>
                    <a:pt x="867804" y="1154338"/>
                  </a:lnTo>
                  <a:lnTo>
                    <a:pt x="906949" y="1133122"/>
                  </a:lnTo>
                  <a:lnTo>
                    <a:pt x="944298" y="1109147"/>
                  </a:lnTo>
                  <a:lnTo>
                    <a:pt x="979718" y="1082550"/>
                  </a:lnTo>
                  <a:lnTo>
                    <a:pt x="1013075" y="1053466"/>
                  </a:lnTo>
                  <a:lnTo>
                    <a:pt x="1044234" y="1022030"/>
                  </a:lnTo>
                  <a:lnTo>
                    <a:pt x="1073062" y="988378"/>
                  </a:lnTo>
                  <a:lnTo>
                    <a:pt x="1099425" y="952644"/>
                  </a:lnTo>
                  <a:lnTo>
                    <a:pt x="1123188" y="914964"/>
                  </a:lnTo>
                  <a:lnTo>
                    <a:pt x="1144217" y="875473"/>
                  </a:lnTo>
                  <a:lnTo>
                    <a:pt x="1162379" y="834307"/>
                  </a:lnTo>
                  <a:lnTo>
                    <a:pt x="1177539" y="791600"/>
                  </a:lnTo>
                  <a:lnTo>
                    <a:pt x="1189564" y="747488"/>
                  </a:lnTo>
                  <a:lnTo>
                    <a:pt x="1198319" y="702107"/>
                  </a:lnTo>
                  <a:lnTo>
                    <a:pt x="1203670" y="655591"/>
                  </a:lnTo>
                  <a:lnTo>
                    <a:pt x="1205484" y="608076"/>
                  </a:lnTo>
                  <a:lnTo>
                    <a:pt x="1203670" y="560560"/>
                  </a:lnTo>
                  <a:lnTo>
                    <a:pt x="1198319" y="514044"/>
                  </a:lnTo>
                  <a:lnTo>
                    <a:pt x="1189564" y="468663"/>
                  </a:lnTo>
                  <a:lnTo>
                    <a:pt x="1177539" y="424551"/>
                  </a:lnTo>
                  <a:lnTo>
                    <a:pt x="1162379" y="381844"/>
                  </a:lnTo>
                  <a:lnTo>
                    <a:pt x="1144217" y="340678"/>
                  </a:lnTo>
                  <a:lnTo>
                    <a:pt x="1123188" y="301187"/>
                  </a:lnTo>
                  <a:lnTo>
                    <a:pt x="1099425" y="263507"/>
                  </a:lnTo>
                  <a:lnTo>
                    <a:pt x="1073062" y="227773"/>
                  </a:lnTo>
                  <a:lnTo>
                    <a:pt x="1044234" y="194121"/>
                  </a:lnTo>
                  <a:lnTo>
                    <a:pt x="1013075" y="162685"/>
                  </a:lnTo>
                  <a:lnTo>
                    <a:pt x="979718" y="133601"/>
                  </a:lnTo>
                  <a:lnTo>
                    <a:pt x="944298" y="107004"/>
                  </a:lnTo>
                  <a:lnTo>
                    <a:pt x="906949" y="83029"/>
                  </a:lnTo>
                  <a:lnTo>
                    <a:pt x="867804" y="61813"/>
                  </a:lnTo>
                  <a:lnTo>
                    <a:pt x="826998" y="43489"/>
                  </a:lnTo>
                  <a:lnTo>
                    <a:pt x="784665" y="28193"/>
                  </a:lnTo>
                  <a:lnTo>
                    <a:pt x="740939" y="16061"/>
                  </a:lnTo>
                  <a:lnTo>
                    <a:pt x="695954" y="7228"/>
                  </a:lnTo>
                  <a:lnTo>
                    <a:pt x="649843" y="1829"/>
                  </a:lnTo>
                  <a:lnTo>
                    <a:pt x="6027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82440" y="2290572"/>
              <a:ext cx="1205865" cy="1216660"/>
            </a:xfrm>
            <a:custGeom>
              <a:avLst/>
              <a:gdLst/>
              <a:ahLst/>
              <a:cxnLst/>
              <a:rect l="l" t="t" r="r" b="b"/>
              <a:pathLst>
                <a:path w="1205864" h="1216660">
                  <a:moveTo>
                    <a:pt x="0" y="608076"/>
                  </a:moveTo>
                  <a:lnTo>
                    <a:pt x="1813" y="560560"/>
                  </a:lnTo>
                  <a:lnTo>
                    <a:pt x="7164" y="514044"/>
                  </a:lnTo>
                  <a:lnTo>
                    <a:pt x="15919" y="468663"/>
                  </a:lnTo>
                  <a:lnTo>
                    <a:pt x="27944" y="424551"/>
                  </a:lnTo>
                  <a:lnTo>
                    <a:pt x="43104" y="381844"/>
                  </a:lnTo>
                  <a:lnTo>
                    <a:pt x="61266" y="340678"/>
                  </a:lnTo>
                  <a:lnTo>
                    <a:pt x="82296" y="301187"/>
                  </a:lnTo>
                  <a:lnTo>
                    <a:pt x="106058" y="263507"/>
                  </a:lnTo>
                  <a:lnTo>
                    <a:pt x="132421" y="227773"/>
                  </a:lnTo>
                  <a:lnTo>
                    <a:pt x="161249" y="194121"/>
                  </a:lnTo>
                  <a:lnTo>
                    <a:pt x="192408" y="162685"/>
                  </a:lnTo>
                  <a:lnTo>
                    <a:pt x="225765" y="133601"/>
                  </a:lnTo>
                  <a:lnTo>
                    <a:pt x="261185" y="107004"/>
                  </a:lnTo>
                  <a:lnTo>
                    <a:pt x="298534" y="83029"/>
                  </a:lnTo>
                  <a:lnTo>
                    <a:pt x="337679" y="61813"/>
                  </a:lnTo>
                  <a:lnTo>
                    <a:pt x="378485" y="43489"/>
                  </a:lnTo>
                  <a:lnTo>
                    <a:pt x="420818" y="28193"/>
                  </a:lnTo>
                  <a:lnTo>
                    <a:pt x="464544" y="16061"/>
                  </a:lnTo>
                  <a:lnTo>
                    <a:pt x="509529" y="7228"/>
                  </a:lnTo>
                  <a:lnTo>
                    <a:pt x="555640" y="1829"/>
                  </a:lnTo>
                  <a:lnTo>
                    <a:pt x="602742" y="0"/>
                  </a:lnTo>
                  <a:lnTo>
                    <a:pt x="649843" y="1829"/>
                  </a:lnTo>
                  <a:lnTo>
                    <a:pt x="695954" y="7228"/>
                  </a:lnTo>
                  <a:lnTo>
                    <a:pt x="740939" y="16061"/>
                  </a:lnTo>
                  <a:lnTo>
                    <a:pt x="784665" y="28193"/>
                  </a:lnTo>
                  <a:lnTo>
                    <a:pt x="826998" y="43489"/>
                  </a:lnTo>
                  <a:lnTo>
                    <a:pt x="867804" y="61813"/>
                  </a:lnTo>
                  <a:lnTo>
                    <a:pt x="906949" y="83029"/>
                  </a:lnTo>
                  <a:lnTo>
                    <a:pt x="944298" y="107004"/>
                  </a:lnTo>
                  <a:lnTo>
                    <a:pt x="979718" y="133601"/>
                  </a:lnTo>
                  <a:lnTo>
                    <a:pt x="1013075" y="162685"/>
                  </a:lnTo>
                  <a:lnTo>
                    <a:pt x="1044234" y="194121"/>
                  </a:lnTo>
                  <a:lnTo>
                    <a:pt x="1073062" y="227773"/>
                  </a:lnTo>
                  <a:lnTo>
                    <a:pt x="1099425" y="263507"/>
                  </a:lnTo>
                  <a:lnTo>
                    <a:pt x="1123188" y="301187"/>
                  </a:lnTo>
                  <a:lnTo>
                    <a:pt x="1144217" y="340678"/>
                  </a:lnTo>
                  <a:lnTo>
                    <a:pt x="1162379" y="381844"/>
                  </a:lnTo>
                  <a:lnTo>
                    <a:pt x="1177539" y="424551"/>
                  </a:lnTo>
                  <a:lnTo>
                    <a:pt x="1189564" y="468663"/>
                  </a:lnTo>
                  <a:lnTo>
                    <a:pt x="1198319" y="514044"/>
                  </a:lnTo>
                  <a:lnTo>
                    <a:pt x="1203670" y="560560"/>
                  </a:lnTo>
                  <a:lnTo>
                    <a:pt x="1205484" y="608076"/>
                  </a:lnTo>
                  <a:lnTo>
                    <a:pt x="1203670" y="655591"/>
                  </a:lnTo>
                  <a:lnTo>
                    <a:pt x="1198319" y="702107"/>
                  </a:lnTo>
                  <a:lnTo>
                    <a:pt x="1189564" y="747488"/>
                  </a:lnTo>
                  <a:lnTo>
                    <a:pt x="1177539" y="791600"/>
                  </a:lnTo>
                  <a:lnTo>
                    <a:pt x="1162379" y="834307"/>
                  </a:lnTo>
                  <a:lnTo>
                    <a:pt x="1144217" y="875473"/>
                  </a:lnTo>
                  <a:lnTo>
                    <a:pt x="1123188" y="914964"/>
                  </a:lnTo>
                  <a:lnTo>
                    <a:pt x="1099425" y="952644"/>
                  </a:lnTo>
                  <a:lnTo>
                    <a:pt x="1073062" y="988378"/>
                  </a:lnTo>
                  <a:lnTo>
                    <a:pt x="1044234" y="1022030"/>
                  </a:lnTo>
                  <a:lnTo>
                    <a:pt x="1013075" y="1053466"/>
                  </a:lnTo>
                  <a:lnTo>
                    <a:pt x="979718" y="1082550"/>
                  </a:lnTo>
                  <a:lnTo>
                    <a:pt x="944298" y="1109147"/>
                  </a:lnTo>
                  <a:lnTo>
                    <a:pt x="906949" y="1133122"/>
                  </a:lnTo>
                  <a:lnTo>
                    <a:pt x="867804" y="1154338"/>
                  </a:lnTo>
                  <a:lnTo>
                    <a:pt x="826998" y="1172662"/>
                  </a:lnTo>
                  <a:lnTo>
                    <a:pt x="784665" y="1187958"/>
                  </a:lnTo>
                  <a:lnTo>
                    <a:pt x="740939" y="1200090"/>
                  </a:lnTo>
                  <a:lnTo>
                    <a:pt x="695954" y="1208923"/>
                  </a:lnTo>
                  <a:lnTo>
                    <a:pt x="649843" y="1214322"/>
                  </a:lnTo>
                  <a:lnTo>
                    <a:pt x="602742" y="1216152"/>
                  </a:lnTo>
                  <a:lnTo>
                    <a:pt x="555640" y="1214322"/>
                  </a:lnTo>
                  <a:lnTo>
                    <a:pt x="509529" y="1208923"/>
                  </a:lnTo>
                  <a:lnTo>
                    <a:pt x="464544" y="1200090"/>
                  </a:lnTo>
                  <a:lnTo>
                    <a:pt x="420818" y="1187958"/>
                  </a:lnTo>
                  <a:lnTo>
                    <a:pt x="378485" y="1172662"/>
                  </a:lnTo>
                  <a:lnTo>
                    <a:pt x="337679" y="1154338"/>
                  </a:lnTo>
                  <a:lnTo>
                    <a:pt x="298534" y="1133122"/>
                  </a:lnTo>
                  <a:lnTo>
                    <a:pt x="261185" y="1109147"/>
                  </a:lnTo>
                  <a:lnTo>
                    <a:pt x="225765" y="1082550"/>
                  </a:lnTo>
                  <a:lnTo>
                    <a:pt x="192408" y="1053466"/>
                  </a:lnTo>
                  <a:lnTo>
                    <a:pt x="161249" y="1022030"/>
                  </a:lnTo>
                  <a:lnTo>
                    <a:pt x="132421" y="988378"/>
                  </a:lnTo>
                  <a:lnTo>
                    <a:pt x="106058" y="952644"/>
                  </a:lnTo>
                  <a:lnTo>
                    <a:pt x="82296" y="914964"/>
                  </a:lnTo>
                  <a:lnTo>
                    <a:pt x="61266" y="875473"/>
                  </a:lnTo>
                  <a:lnTo>
                    <a:pt x="43104" y="834307"/>
                  </a:lnTo>
                  <a:lnTo>
                    <a:pt x="27944" y="791600"/>
                  </a:lnTo>
                  <a:lnTo>
                    <a:pt x="15919" y="747488"/>
                  </a:lnTo>
                  <a:lnTo>
                    <a:pt x="7164" y="702107"/>
                  </a:lnTo>
                  <a:lnTo>
                    <a:pt x="1813" y="655591"/>
                  </a:lnTo>
                  <a:lnTo>
                    <a:pt x="0" y="60807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722621" y="2758567"/>
            <a:ext cx="267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61" y="2062860"/>
            <a:ext cx="4835906" cy="418553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176651" y="2753994"/>
            <a:ext cx="262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𝑞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49705" y="4009771"/>
            <a:ext cx="119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mbria Math"/>
                <a:cs typeface="Cambria Math"/>
              </a:rPr>
              <a:t>𝑠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380609" y="2624454"/>
            <a:ext cx="410845" cy="722630"/>
          </a:xfrm>
          <a:custGeom>
            <a:avLst/>
            <a:gdLst/>
            <a:ahLst/>
            <a:cxnLst/>
            <a:rect l="l" t="t" r="r" b="b"/>
            <a:pathLst>
              <a:path w="410845" h="722629">
                <a:moveTo>
                  <a:pt x="123825" y="610616"/>
                </a:moveTo>
                <a:lnTo>
                  <a:pt x="0" y="642112"/>
                </a:lnTo>
                <a:lnTo>
                  <a:pt x="99440" y="722249"/>
                </a:lnTo>
                <a:lnTo>
                  <a:pt x="108033" y="682910"/>
                </a:lnTo>
                <a:lnTo>
                  <a:pt x="91312" y="681355"/>
                </a:lnTo>
                <a:lnTo>
                  <a:pt x="94535" y="646938"/>
                </a:lnTo>
                <a:lnTo>
                  <a:pt x="94607" y="646176"/>
                </a:lnTo>
                <a:lnTo>
                  <a:pt x="94678" y="645412"/>
                </a:lnTo>
                <a:lnTo>
                  <a:pt x="94785" y="644271"/>
                </a:lnTo>
                <a:lnTo>
                  <a:pt x="94868" y="643382"/>
                </a:lnTo>
                <a:lnTo>
                  <a:pt x="116667" y="643382"/>
                </a:lnTo>
                <a:lnTo>
                  <a:pt x="123825" y="610616"/>
                </a:lnTo>
                <a:close/>
              </a:path>
              <a:path w="410845" h="722629">
                <a:moveTo>
                  <a:pt x="116224" y="645412"/>
                </a:moveTo>
                <a:lnTo>
                  <a:pt x="108033" y="682910"/>
                </a:lnTo>
                <a:lnTo>
                  <a:pt x="129539" y="684911"/>
                </a:lnTo>
                <a:lnTo>
                  <a:pt x="154304" y="681736"/>
                </a:lnTo>
                <a:lnTo>
                  <a:pt x="192786" y="671957"/>
                </a:lnTo>
                <a:lnTo>
                  <a:pt x="235838" y="653669"/>
                </a:lnTo>
                <a:lnTo>
                  <a:pt x="248160" y="646938"/>
                </a:lnTo>
                <a:lnTo>
                  <a:pt x="126618" y="646938"/>
                </a:lnTo>
                <a:lnTo>
                  <a:pt x="128976" y="646624"/>
                </a:lnTo>
                <a:lnTo>
                  <a:pt x="116224" y="645412"/>
                </a:lnTo>
                <a:close/>
              </a:path>
              <a:path w="410845" h="722629">
                <a:moveTo>
                  <a:pt x="94868" y="643382"/>
                </a:moveTo>
                <a:lnTo>
                  <a:pt x="91312" y="681355"/>
                </a:lnTo>
                <a:lnTo>
                  <a:pt x="108033" y="682910"/>
                </a:lnTo>
                <a:lnTo>
                  <a:pt x="116224" y="645412"/>
                </a:lnTo>
                <a:lnTo>
                  <a:pt x="94868" y="643382"/>
                </a:lnTo>
                <a:close/>
              </a:path>
              <a:path w="410845" h="722629">
                <a:moveTo>
                  <a:pt x="128976" y="646624"/>
                </a:moveTo>
                <a:lnTo>
                  <a:pt x="126618" y="646938"/>
                </a:lnTo>
                <a:lnTo>
                  <a:pt x="132272" y="646938"/>
                </a:lnTo>
                <a:lnTo>
                  <a:pt x="128976" y="646624"/>
                </a:lnTo>
                <a:close/>
              </a:path>
              <a:path w="410845" h="722629">
                <a:moveTo>
                  <a:pt x="148589" y="644017"/>
                </a:moveTo>
                <a:lnTo>
                  <a:pt x="128976" y="646624"/>
                </a:lnTo>
                <a:lnTo>
                  <a:pt x="132272" y="646938"/>
                </a:lnTo>
                <a:lnTo>
                  <a:pt x="248160" y="646938"/>
                </a:lnTo>
                <a:lnTo>
                  <a:pt x="249554" y="646176"/>
                </a:lnTo>
                <a:lnTo>
                  <a:pt x="252499" y="644271"/>
                </a:lnTo>
                <a:lnTo>
                  <a:pt x="146938" y="644271"/>
                </a:lnTo>
                <a:lnTo>
                  <a:pt x="148589" y="644017"/>
                </a:lnTo>
                <a:close/>
              </a:path>
              <a:path w="410845" h="722629">
                <a:moveTo>
                  <a:pt x="116667" y="643382"/>
                </a:moveTo>
                <a:lnTo>
                  <a:pt x="94868" y="643382"/>
                </a:lnTo>
                <a:lnTo>
                  <a:pt x="116224" y="645412"/>
                </a:lnTo>
                <a:lnTo>
                  <a:pt x="116667" y="643382"/>
                </a:lnTo>
                <a:close/>
              </a:path>
              <a:path w="410845" h="722629">
                <a:moveTo>
                  <a:pt x="286385" y="117729"/>
                </a:moveTo>
                <a:lnTo>
                  <a:pt x="304418" y="138557"/>
                </a:lnTo>
                <a:lnTo>
                  <a:pt x="304697" y="138951"/>
                </a:lnTo>
                <a:lnTo>
                  <a:pt x="305562" y="139954"/>
                </a:lnTo>
                <a:lnTo>
                  <a:pt x="305403" y="139954"/>
                </a:lnTo>
                <a:lnTo>
                  <a:pt x="320675" y="161544"/>
                </a:lnTo>
                <a:lnTo>
                  <a:pt x="320941" y="162004"/>
                </a:lnTo>
                <a:lnTo>
                  <a:pt x="321690" y="163068"/>
                </a:lnTo>
                <a:lnTo>
                  <a:pt x="321557" y="163068"/>
                </a:lnTo>
                <a:lnTo>
                  <a:pt x="333983" y="184531"/>
                </a:lnTo>
                <a:lnTo>
                  <a:pt x="335406" y="186944"/>
                </a:lnTo>
                <a:lnTo>
                  <a:pt x="342145" y="200802"/>
                </a:lnTo>
                <a:lnTo>
                  <a:pt x="346843" y="211730"/>
                </a:lnTo>
                <a:lnTo>
                  <a:pt x="347575" y="213701"/>
                </a:lnTo>
                <a:lnTo>
                  <a:pt x="347967" y="214355"/>
                </a:lnTo>
                <a:lnTo>
                  <a:pt x="347825" y="214355"/>
                </a:lnTo>
                <a:lnTo>
                  <a:pt x="352862" y="227737"/>
                </a:lnTo>
                <a:lnTo>
                  <a:pt x="353218" y="228589"/>
                </a:lnTo>
                <a:lnTo>
                  <a:pt x="357296" y="241138"/>
                </a:lnTo>
                <a:lnTo>
                  <a:pt x="368294" y="288671"/>
                </a:lnTo>
                <a:lnTo>
                  <a:pt x="371569" y="316484"/>
                </a:lnTo>
                <a:lnTo>
                  <a:pt x="371672" y="317575"/>
                </a:lnTo>
                <a:lnTo>
                  <a:pt x="372424" y="333502"/>
                </a:lnTo>
                <a:lnTo>
                  <a:pt x="372458" y="350393"/>
                </a:lnTo>
                <a:lnTo>
                  <a:pt x="372033" y="363781"/>
                </a:lnTo>
                <a:lnTo>
                  <a:pt x="366354" y="408792"/>
                </a:lnTo>
                <a:lnTo>
                  <a:pt x="366256" y="409081"/>
                </a:lnTo>
                <a:lnTo>
                  <a:pt x="366137" y="409592"/>
                </a:lnTo>
                <a:lnTo>
                  <a:pt x="355218" y="451358"/>
                </a:lnTo>
                <a:lnTo>
                  <a:pt x="338963" y="491490"/>
                </a:lnTo>
                <a:lnTo>
                  <a:pt x="321195" y="522859"/>
                </a:lnTo>
                <a:lnTo>
                  <a:pt x="318262" y="527812"/>
                </a:lnTo>
                <a:lnTo>
                  <a:pt x="317995" y="528175"/>
                </a:lnTo>
                <a:lnTo>
                  <a:pt x="317373" y="529209"/>
                </a:lnTo>
                <a:lnTo>
                  <a:pt x="317236" y="529209"/>
                </a:lnTo>
                <a:lnTo>
                  <a:pt x="302227" y="549656"/>
                </a:lnTo>
                <a:lnTo>
                  <a:pt x="301878" y="550291"/>
                </a:lnTo>
                <a:lnTo>
                  <a:pt x="283337" y="571119"/>
                </a:lnTo>
                <a:lnTo>
                  <a:pt x="251835" y="598678"/>
                </a:lnTo>
                <a:lnTo>
                  <a:pt x="217782" y="620141"/>
                </a:lnTo>
                <a:lnTo>
                  <a:pt x="180132" y="636009"/>
                </a:lnTo>
                <a:lnTo>
                  <a:pt x="167258" y="639953"/>
                </a:lnTo>
                <a:lnTo>
                  <a:pt x="166895" y="639953"/>
                </a:lnTo>
                <a:lnTo>
                  <a:pt x="146939" y="644271"/>
                </a:lnTo>
                <a:lnTo>
                  <a:pt x="146679" y="644271"/>
                </a:lnTo>
                <a:lnTo>
                  <a:pt x="148589" y="644017"/>
                </a:lnTo>
                <a:lnTo>
                  <a:pt x="252891" y="644017"/>
                </a:lnTo>
                <a:lnTo>
                  <a:pt x="259172" y="639953"/>
                </a:lnTo>
                <a:lnTo>
                  <a:pt x="167258" y="639953"/>
                </a:lnTo>
                <a:lnTo>
                  <a:pt x="168242" y="639684"/>
                </a:lnTo>
                <a:lnTo>
                  <a:pt x="259586" y="639684"/>
                </a:lnTo>
                <a:lnTo>
                  <a:pt x="262508" y="637794"/>
                </a:lnTo>
                <a:lnTo>
                  <a:pt x="298957" y="608965"/>
                </a:lnTo>
                <a:lnTo>
                  <a:pt x="330962" y="575056"/>
                </a:lnTo>
                <a:lnTo>
                  <a:pt x="361907" y="529209"/>
                </a:lnTo>
                <a:lnTo>
                  <a:pt x="317373" y="529209"/>
                </a:lnTo>
                <a:lnTo>
                  <a:pt x="318030" y="528175"/>
                </a:lnTo>
                <a:lnTo>
                  <a:pt x="362534" y="528175"/>
                </a:lnTo>
                <a:lnTo>
                  <a:pt x="365760" y="522859"/>
                </a:lnTo>
                <a:lnTo>
                  <a:pt x="385825" y="479044"/>
                </a:lnTo>
                <a:lnTo>
                  <a:pt x="400176" y="432562"/>
                </a:lnTo>
                <a:lnTo>
                  <a:pt x="408558" y="383794"/>
                </a:lnTo>
                <a:lnTo>
                  <a:pt x="410590" y="350393"/>
                </a:lnTo>
                <a:lnTo>
                  <a:pt x="410590" y="333502"/>
                </a:lnTo>
                <a:lnTo>
                  <a:pt x="409965" y="319536"/>
                </a:lnTo>
                <a:lnTo>
                  <a:pt x="409877" y="317575"/>
                </a:lnTo>
                <a:lnTo>
                  <a:pt x="409828" y="316484"/>
                </a:lnTo>
                <a:lnTo>
                  <a:pt x="402716" y="265049"/>
                </a:lnTo>
                <a:lnTo>
                  <a:pt x="389000" y="215519"/>
                </a:lnTo>
                <a:lnTo>
                  <a:pt x="388569" y="214355"/>
                </a:lnTo>
                <a:lnTo>
                  <a:pt x="347967" y="214355"/>
                </a:lnTo>
                <a:lnTo>
                  <a:pt x="347690" y="213701"/>
                </a:lnTo>
                <a:lnTo>
                  <a:pt x="388326" y="213701"/>
                </a:lnTo>
                <a:lnTo>
                  <a:pt x="383206" y="199898"/>
                </a:lnTo>
                <a:lnTo>
                  <a:pt x="376554" y="184531"/>
                </a:lnTo>
                <a:lnTo>
                  <a:pt x="369315" y="169672"/>
                </a:lnTo>
                <a:lnTo>
                  <a:pt x="365516" y="163068"/>
                </a:lnTo>
                <a:lnTo>
                  <a:pt x="321690" y="163068"/>
                </a:lnTo>
                <a:lnTo>
                  <a:pt x="320982" y="162004"/>
                </a:lnTo>
                <a:lnTo>
                  <a:pt x="364904" y="162004"/>
                </a:lnTo>
                <a:lnTo>
                  <a:pt x="353313" y="141859"/>
                </a:lnTo>
                <a:lnTo>
                  <a:pt x="351975" y="139954"/>
                </a:lnTo>
                <a:lnTo>
                  <a:pt x="305562" y="139954"/>
                </a:lnTo>
                <a:lnTo>
                  <a:pt x="304741" y="138951"/>
                </a:lnTo>
                <a:lnTo>
                  <a:pt x="351271" y="138951"/>
                </a:lnTo>
                <a:lnTo>
                  <a:pt x="337077" y="118745"/>
                </a:lnTo>
                <a:lnTo>
                  <a:pt x="287400" y="118745"/>
                </a:lnTo>
                <a:lnTo>
                  <a:pt x="286385" y="117729"/>
                </a:lnTo>
                <a:close/>
              </a:path>
              <a:path w="410845" h="722629">
                <a:moveTo>
                  <a:pt x="252891" y="644017"/>
                </a:moveTo>
                <a:lnTo>
                  <a:pt x="148589" y="644017"/>
                </a:lnTo>
                <a:lnTo>
                  <a:pt x="146938" y="644271"/>
                </a:lnTo>
                <a:lnTo>
                  <a:pt x="252499" y="644271"/>
                </a:lnTo>
                <a:lnTo>
                  <a:pt x="252891" y="644017"/>
                </a:lnTo>
                <a:close/>
              </a:path>
              <a:path w="410845" h="722629">
                <a:moveTo>
                  <a:pt x="253298" y="42037"/>
                </a:moveTo>
                <a:lnTo>
                  <a:pt x="151764" y="42037"/>
                </a:lnTo>
                <a:lnTo>
                  <a:pt x="165353" y="45085"/>
                </a:lnTo>
                <a:lnTo>
                  <a:pt x="165218" y="45085"/>
                </a:lnTo>
                <a:lnTo>
                  <a:pt x="175943" y="48146"/>
                </a:lnTo>
                <a:lnTo>
                  <a:pt x="187978" y="52197"/>
                </a:lnTo>
                <a:lnTo>
                  <a:pt x="188849" y="52450"/>
                </a:lnTo>
                <a:lnTo>
                  <a:pt x="224027" y="68834"/>
                </a:lnTo>
                <a:lnTo>
                  <a:pt x="257608" y="91479"/>
                </a:lnTo>
                <a:lnTo>
                  <a:pt x="287400" y="118745"/>
                </a:lnTo>
                <a:lnTo>
                  <a:pt x="337077" y="118745"/>
                </a:lnTo>
                <a:lnTo>
                  <a:pt x="303783" y="81280"/>
                </a:lnTo>
                <a:lnTo>
                  <a:pt x="268477" y="52197"/>
                </a:lnTo>
                <a:lnTo>
                  <a:pt x="258075" y="45085"/>
                </a:lnTo>
                <a:lnTo>
                  <a:pt x="165353" y="45085"/>
                </a:lnTo>
                <a:lnTo>
                  <a:pt x="164823" y="44952"/>
                </a:lnTo>
                <a:lnTo>
                  <a:pt x="257881" y="44952"/>
                </a:lnTo>
                <a:lnTo>
                  <a:pt x="256031" y="43687"/>
                </a:lnTo>
                <a:lnTo>
                  <a:pt x="253298" y="42037"/>
                </a:lnTo>
                <a:close/>
              </a:path>
              <a:path w="410845" h="722629">
                <a:moveTo>
                  <a:pt x="114935" y="0"/>
                </a:moveTo>
                <a:lnTo>
                  <a:pt x="99821" y="0"/>
                </a:lnTo>
                <a:lnTo>
                  <a:pt x="84581" y="889"/>
                </a:lnTo>
                <a:lnTo>
                  <a:pt x="69341" y="2794"/>
                </a:lnTo>
                <a:lnTo>
                  <a:pt x="53975" y="5461"/>
                </a:lnTo>
                <a:lnTo>
                  <a:pt x="39115" y="9017"/>
                </a:lnTo>
                <a:lnTo>
                  <a:pt x="48005" y="45974"/>
                </a:lnTo>
                <a:lnTo>
                  <a:pt x="62229" y="42545"/>
                </a:lnTo>
                <a:lnTo>
                  <a:pt x="62584" y="42545"/>
                </a:lnTo>
                <a:lnTo>
                  <a:pt x="74562" y="40512"/>
                </a:lnTo>
                <a:lnTo>
                  <a:pt x="74294" y="40512"/>
                </a:lnTo>
                <a:lnTo>
                  <a:pt x="87502" y="38862"/>
                </a:lnTo>
                <a:lnTo>
                  <a:pt x="99568" y="38100"/>
                </a:lnTo>
                <a:lnTo>
                  <a:pt x="246779" y="38100"/>
                </a:lnTo>
                <a:lnTo>
                  <a:pt x="243204" y="35941"/>
                </a:lnTo>
                <a:lnTo>
                  <a:pt x="202691" y="17018"/>
                </a:lnTo>
                <a:lnTo>
                  <a:pt x="159638" y="4825"/>
                </a:lnTo>
                <a:lnTo>
                  <a:pt x="129920" y="635"/>
                </a:lnTo>
                <a:lnTo>
                  <a:pt x="114935" y="0"/>
                </a:lnTo>
                <a:close/>
              </a:path>
              <a:path w="410845" h="722629">
                <a:moveTo>
                  <a:pt x="62584" y="42545"/>
                </a:moveTo>
                <a:lnTo>
                  <a:pt x="62229" y="42545"/>
                </a:lnTo>
                <a:lnTo>
                  <a:pt x="61176" y="42799"/>
                </a:lnTo>
                <a:lnTo>
                  <a:pt x="62584" y="42545"/>
                </a:lnTo>
                <a:close/>
              </a:path>
              <a:path w="410845" h="722629">
                <a:moveTo>
                  <a:pt x="246779" y="38100"/>
                </a:moveTo>
                <a:lnTo>
                  <a:pt x="113537" y="38100"/>
                </a:lnTo>
                <a:lnTo>
                  <a:pt x="130301" y="38862"/>
                </a:lnTo>
                <a:lnTo>
                  <a:pt x="128672" y="38862"/>
                </a:lnTo>
                <a:lnTo>
                  <a:pt x="140207" y="40132"/>
                </a:lnTo>
                <a:lnTo>
                  <a:pt x="139953" y="40132"/>
                </a:lnTo>
                <a:lnTo>
                  <a:pt x="152907" y="42291"/>
                </a:lnTo>
                <a:lnTo>
                  <a:pt x="151764" y="42037"/>
                </a:lnTo>
                <a:lnTo>
                  <a:pt x="253298" y="42037"/>
                </a:lnTo>
                <a:lnTo>
                  <a:pt x="246779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710684" y="5240527"/>
            <a:ext cx="2349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𝑟</a:t>
            </a:r>
            <a:r>
              <a:rPr sz="1725" spc="-37" baseline="-14492" dirty="0">
                <a:latin typeface="Cambria Math"/>
                <a:cs typeface="Cambria Math"/>
              </a:rPr>
              <a:t>2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42607" y="6134048"/>
            <a:ext cx="2762885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r>
              <a:rPr sz="2625" spc="29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recognizes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EC207B"/>
                </a:solidFill>
                <a:latin typeface="Cambria Math"/>
                <a:cs typeface="Cambria Math"/>
              </a:rPr>
              <a:t>𝐶(</a:t>
            </a:r>
            <a:r>
              <a:rPr sz="2400" spc="-2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625" spc="-30" baseline="-15873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r>
              <a:rPr sz="2400" spc="-20" dirty="0">
                <a:solidFill>
                  <a:srgbClr val="EC207B"/>
                </a:solidFill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139933" y="6134048"/>
            <a:ext cx="1492885" cy="372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0"/>
              </a:lnSpc>
            </a:pP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𝐶</a:t>
            </a:r>
            <a:r>
              <a:rPr sz="2400" spc="16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1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regular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06088" y="6282557"/>
            <a:ext cx="16319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0"/>
              </a:lnSpc>
            </a:pPr>
            <a:r>
              <a:rPr sz="2000" spc="-50" dirty="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64713" y="5235702"/>
            <a:ext cx="2305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𝑟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19933" y="1900808"/>
            <a:ext cx="167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53078" y="3661664"/>
            <a:ext cx="1676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53078" y="4171315"/>
            <a:ext cx="1676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39745" y="4335271"/>
            <a:ext cx="163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33520" y="1680794"/>
            <a:ext cx="1631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38571" y="2719832"/>
            <a:ext cx="1631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96153" y="5206746"/>
            <a:ext cx="1676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𝑎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9758426" y="1887854"/>
          <a:ext cx="2277745" cy="2193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9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𝑎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2730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𝑏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4508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𝒔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2014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ts val="2014"/>
                        </a:lnSpc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𝑟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𝒓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𝑟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730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𝑟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𝒓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𝑟</a:t>
                      </a:r>
                      <a:r>
                        <a:rPr sz="1950" spc="-37" baseline="-17094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7094">
                        <a:latin typeface="Cambria Math"/>
                        <a:cs typeface="Cambria Math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59079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𝑟</a:t>
                      </a:r>
                      <a:r>
                        <a:rPr sz="1950" spc="-37" baseline="-17094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7094">
                        <a:latin typeface="Cambria Math"/>
                        <a:cs typeface="Cambria Math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6803897" y="5098541"/>
            <a:ext cx="4203700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𝐶</a:t>
            </a:r>
            <a:r>
              <a:rPr sz="2400" spc="22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dirty="0">
                <a:latin typeface="Cambria Math"/>
                <a:cs typeface="Cambria Math"/>
              </a:rPr>
              <a:t>|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6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𝑠𝑡𝑎𝑟𝑡𝑠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𝑎𝑛𝑑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𝑒𝑛𝑑𝑠</a:t>
            </a:r>
            <a:r>
              <a:rPr sz="2400" spc="3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𝑤𝑖𝑡ℎ</a:t>
            </a:r>
            <a:endParaRPr sz="2400">
              <a:latin typeface="Cambria Math"/>
              <a:cs typeface="Cambria Math"/>
            </a:endParaRPr>
          </a:p>
          <a:p>
            <a:pPr marL="74930" algn="ctr">
              <a:lnSpc>
                <a:spcPts val="2875"/>
              </a:lnSpc>
            </a:pPr>
            <a:r>
              <a:rPr sz="2400" dirty="0">
                <a:latin typeface="Cambria Math"/>
                <a:cs typeface="Cambria Math"/>
              </a:rPr>
              <a:t>𝑡ℎ𝑒</a:t>
            </a:r>
            <a:r>
              <a:rPr sz="2400" spc="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𝑠𝑎𝑚𝑒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𝑠𝑦𝑚𝑏𝑜𝑙}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33744" y="4430267"/>
            <a:ext cx="5621020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2400" spc="-45" dirty="0">
                <a:latin typeface="Franklin Gothic Medium"/>
                <a:cs typeface="Franklin Gothic Medium"/>
              </a:rPr>
              <a:t>What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language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that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r>
              <a:rPr sz="2625" spc="32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recognizes?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5315"/>
            <a:ext cx="274256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60" dirty="0"/>
              <a:t> </a:t>
            </a:r>
            <a:r>
              <a:rPr sz="3800" dirty="0"/>
              <a:t>–</a:t>
            </a:r>
            <a:r>
              <a:rPr sz="3800" spc="-60" dirty="0"/>
              <a:t> </a:t>
            </a:r>
            <a:r>
              <a:rPr sz="3800" spc="-10" dirty="0"/>
              <a:t>Design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555142" y="1213485"/>
            <a:ext cx="105079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Franklin Gothic Medium"/>
                <a:cs typeface="Franklin Gothic Medium"/>
              </a:rPr>
              <a:t>Suppose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that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you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are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given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some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30" dirty="0">
                <a:latin typeface="Franklin Gothic Medium"/>
                <a:cs typeface="Franklin Gothic Medium"/>
              </a:rPr>
              <a:t>language</a:t>
            </a:r>
            <a:r>
              <a:rPr sz="2800" spc="-114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and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want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to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design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finite </a:t>
            </a:r>
            <a:r>
              <a:rPr sz="2800" spc="-45" dirty="0">
                <a:latin typeface="Franklin Gothic Medium"/>
                <a:cs typeface="Franklin Gothic Medium"/>
              </a:rPr>
              <a:t>automaton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that</a:t>
            </a:r>
            <a:r>
              <a:rPr sz="2800" spc="-15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recognizes</a:t>
            </a:r>
            <a:r>
              <a:rPr sz="2800" spc="-114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it.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775" y="2852115"/>
            <a:ext cx="8614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Franklin Gothic Medium"/>
                <a:cs typeface="Franklin Gothic Medium"/>
              </a:rPr>
              <a:t>Put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yourself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place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30" dirty="0">
                <a:latin typeface="Franklin Gothic Medium"/>
                <a:cs typeface="Franklin Gothic Medium"/>
              </a:rPr>
              <a:t>machine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you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are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trying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design.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012" y="2257044"/>
            <a:ext cx="8686800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429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70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How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would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you</a:t>
            </a:r>
            <a:r>
              <a:rPr sz="2800" spc="-13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go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about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40" dirty="0">
                <a:latin typeface="Franklin Gothic Medium"/>
                <a:cs typeface="Franklin Gothic Medium"/>
              </a:rPr>
              <a:t>performing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the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machine’s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task?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0367" y="3369564"/>
            <a:ext cx="10547985" cy="7086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2000" spc="-50" dirty="0">
                <a:latin typeface="Franklin Gothic Medium"/>
                <a:cs typeface="Franklin Gothic Medium"/>
              </a:rPr>
              <a:t>You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receive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input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string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and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must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30" dirty="0">
                <a:latin typeface="Franklin Gothic Medium"/>
                <a:cs typeface="Franklin Gothic Medium"/>
              </a:rPr>
              <a:t>determine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whether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it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is</a:t>
            </a:r>
            <a:r>
              <a:rPr sz="2000" spc="-5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a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40" dirty="0">
                <a:latin typeface="Franklin Gothic Medium"/>
                <a:cs typeface="Franklin Gothic Medium"/>
              </a:rPr>
              <a:t>member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of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the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language</a:t>
            </a:r>
            <a:r>
              <a:rPr sz="2000" spc="-50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the</a:t>
            </a:r>
            <a:endParaRPr sz="2000">
              <a:latin typeface="Franklin Gothic Medium"/>
              <a:cs typeface="Franklin Gothic Medium"/>
            </a:endParaRPr>
          </a:p>
          <a:p>
            <a:pPr marL="91440">
              <a:lnSpc>
                <a:spcPct val="100000"/>
              </a:lnSpc>
            </a:pPr>
            <a:r>
              <a:rPr sz="2000" spc="-35" dirty="0">
                <a:latin typeface="Franklin Gothic Medium"/>
                <a:cs typeface="Franklin Gothic Medium"/>
              </a:rPr>
              <a:t>automaton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is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supposed</a:t>
            </a:r>
            <a:r>
              <a:rPr sz="2000" spc="-9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to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recognize.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775" y="4206620"/>
            <a:ext cx="10713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65" dirty="0">
                <a:latin typeface="Franklin Gothic Medium"/>
                <a:cs typeface="Franklin Gothic Medium"/>
              </a:rPr>
              <a:t>You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get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symbols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string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one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by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one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and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must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decide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whether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the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675" y="4572076"/>
            <a:ext cx="46793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Franklin Gothic Medium"/>
                <a:cs typeface="Franklin Gothic Medium"/>
              </a:rPr>
              <a:t>string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seen</a:t>
            </a:r>
            <a:r>
              <a:rPr sz="2400" spc="-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so</a:t>
            </a:r>
            <a:r>
              <a:rPr sz="2400" spc="-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far</a:t>
            </a:r>
            <a:r>
              <a:rPr sz="2400" spc="-3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4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5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language.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4332" y="4712208"/>
            <a:ext cx="6263640" cy="7086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2000" dirty="0">
                <a:latin typeface="Franklin Gothic Medium"/>
                <a:cs typeface="Franklin Gothic Medium"/>
              </a:rPr>
              <a:t>The</a:t>
            </a:r>
            <a:r>
              <a:rPr sz="2000" spc="-9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machine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doesn’t</a:t>
            </a:r>
            <a:r>
              <a:rPr sz="2000" spc="-90" dirty="0">
                <a:latin typeface="Franklin Gothic Medium"/>
                <a:cs typeface="Franklin Gothic Medium"/>
              </a:rPr>
              <a:t> </a:t>
            </a:r>
            <a:r>
              <a:rPr sz="2000" spc="-40" dirty="0">
                <a:latin typeface="Franklin Gothic Medium"/>
                <a:cs typeface="Franklin Gothic Medium"/>
              </a:rPr>
              <a:t>know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when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the</a:t>
            </a:r>
            <a:r>
              <a:rPr sz="2000" spc="-9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end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of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the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string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25" dirty="0">
                <a:latin typeface="Franklin Gothic Medium"/>
                <a:cs typeface="Franklin Gothic Medium"/>
              </a:rPr>
              <a:t>is</a:t>
            </a:r>
            <a:endParaRPr sz="2000">
              <a:latin typeface="Franklin Gothic Medium"/>
              <a:cs typeface="Franklin Gothic Medium"/>
            </a:endParaRPr>
          </a:p>
          <a:p>
            <a:pPr marL="92075">
              <a:lnSpc>
                <a:spcPct val="100000"/>
              </a:lnSpc>
            </a:pPr>
            <a:r>
              <a:rPr sz="2000" spc="-25" dirty="0">
                <a:latin typeface="Franklin Gothic Medium"/>
                <a:cs typeface="Franklin Gothic Medium"/>
              </a:rPr>
              <a:t>coming,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so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you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must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35" dirty="0">
                <a:latin typeface="Franklin Gothic Medium"/>
                <a:cs typeface="Franklin Gothic Medium"/>
              </a:rPr>
              <a:t>always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be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ready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with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the</a:t>
            </a:r>
            <a:r>
              <a:rPr sz="2000" spc="-8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answer.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775" y="5588914"/>
            <a:ext cx="101485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Franklin Gothic Medium"/>
                <a:cs typeface="Franklin Gothic Medium"/>
              </a:rPr>
              <a:t>Figure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out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what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you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need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30" dirty="0">
                <a:latin typeface="Franklin Gothic Medium"/>
                <a:cs typeface="Franklin Gothic Medium"/>
              </a:rPr>
              <a:t>remember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about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string</a:t>
            </a:r>
            <a:r>
              <a:rPr sz="2400" spc="-12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as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you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are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reading</a:t>
            </a:r>
            <a:r>
              <a:rPr sz="2400" spc="-11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it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76088" y="6025896"/>
            <a:ext cx="6692265" cy="3994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2000" spc="-80" dirty="0">
                <a:latin typeface="Franklin Gothic Medium"/>
                <a:cs typeface="Franklin Gothic Medium"/>
              </a:rPr>
              <a:t>DFA</a:t>
            </a:r>
            <a:r>
              <a:rPr sz="2000" spc="-4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has</a:t>
            </a:r>
            <a:r>
              <a:rPr sz="2000" spc="-9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finite</a:t>
            </a:r>
            <a:r>
              <a:rPr sz="2000" spc="-6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number</a:t>
            </a:r>
            <a:r>
              <a:rPr sz="2000" spc="-75" dirty="0">
                <a:latin typeface="Franklin Gothic Medium"/>
                <a:cs typeface="Franklin Gothic Medium"/>
              </a:rPr>
              <a:t> </a:t>
            </a:r>
            <a:r>
              <a:rPr sz="2000" dirty="0">
                <a:latin typeface="Franklin Gothic Medium"/>
                <a:cs typeface="Franklin Gothic Medium"/>
              </a:rPr>
              <a:t>of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states,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which</a:t>
            </a:r>
            <a:r>
              <a:rPr sz="2000" spc="-70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means</a:t>
            </a:r>
            <a:r>
              <a:rPr sz="2000" spc="-85" dirty="0">
                <a:latin typeface="Franklin Gothic Medium"/>
                <a:cs typeface="Franklin Gothic Medium"/>
              </a:rPr>
              <a:t> </a:t>
            </a:r>
            <a:r>
              <a:rPr sz="2000" spc="-20" dirty="0">
                <a:latin typeface="Franklin Gothic Medium"/>
                <a:cs typeface="Franklin Gothic Medium"/>
              </a:rPr>
              <a:t>finite</a:t>
            </a:r>
            <a:r>
              <a:rPr sz="2000" spc="-65" dirty="0">
                <a:latin typeface="Franklin Gothic Medium"/>
                <a:cs typeface="Franklin Gothic Medium"/>
              </a:rPr>
              <a:t> </a:t>
            </a:r>
            <a:r>
              <a:rPr sz="2000" spc="-10" dirty="0">
                <a:latin typeface="Franklin Gothic Medium"/>
                <a:cs typeface="Franklin Gothic Medium"/>
              </a:rPr>
              <a:t>memory.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5315"/>
            <a:ext cx="274256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60" dirty="0"/>
              <a:t> </a:t>
            </a:r>
            <a:r>
              <a:rPr sz="3800" dirty="0"/>
              <a:t>–</a:t>
            </a:r>
            <a:r>
              <a:rPr sz="3800" spc="-60" dirty="0"/>
              <a:t> </a:t>
            </a:r>
            <a:r>
              <a:rPr sz="3800" spc="-10" dirty="0"/>
              <a:t>Design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555142" y="1213485"/>
            <a:ext cx="105079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Franklin Gothic Medium"/>
                <a:cs typeface="Franklin Gothic Medium"/>
              </a:rPr>
              <a:t>Suppose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that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you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are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given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some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30" dirty="0">
                <a:latin typeface="Franklin Gothic Medium"/>
                <a:cs typeface="Franklin Gothic Medium"/>
              </a:rPr>
              <a:t>language</a:t>
            </a:r>
            <a:r>
              <a:rPr sz="2800" spc="-114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and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want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to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design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finite </a:t>
            </a:r>
            <a:r>
              <a:rPr sz="2800" spc="-45" dirty="0">
                <a:latin typeface="Franklin Gothic Medium"/>
                <a:cs typeface="Franklin Gothic Medium"/>
              </a:rPr>
              <a:t>automaton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that</a:t>
            </a:r>
            <a:r>
              <a:rPr sz="2800" spc="-15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recognizes</a:t>
            </a:r>
            <a:r>
              <a:rPr sz="2800" spc="-114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it.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9427" y="2235707"/>
            <a:ext cx="8686800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How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would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you</a:t>
            </a:r>
            <a:r>
              <a:rPr sz="2800" spc="-13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go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about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40" dirty="0">
                <a:latin typeface="Franklin Gothic Medium"/>
                <a:cs typeface="Franklin Gothic Medium"/>
              </a:rPr>
              <a:t>performing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the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machine’s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task?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173" y="2928873"/>
            <a:ext cx="139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9070" y="2991992"/>
            <a:ext cx="6107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400" spc="210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{0,1}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sz="2400" spc="17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dirty="0">
                <a:latin typeface="Cambria Math"/>
                <a:cs typeface="Cambria Math"/>
              </a:rPr>
              <a:t>|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5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has odd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number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of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1𝑠}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6173" y="3662933"/>
            <a:ext cx="10869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Franklin Gothic Medium"/>
                <a:cs typeface="Franklin Gothic Medium"/>
              </a:rPr>
              <a:t>Do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you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need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45" dirty="0">
                <a:latin typeface="Franklin Gothic Medium"/>
                <a:cs typeface="Franklin Gothic Medium"/>
              </a:rPr>
              <a:t>remember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entire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string</a:t>
            </a:r>
            <a:r>
              <a:rPr sz="2400" spc="-10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seen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so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far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in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order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to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30" dirty="0">
                <a:latin typeface="Franklin Gothic Medium"/>
                <a:cs typeface="Franklin Gothic Medium"/>
              </a:rPr>
              <a:t>determine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whether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number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1s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odd?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3439" y="4677155"/>
            <a:ext cx="11215370" cy="12014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 marR="15049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Franklin Gothic Medium"/>
                <a:cs typeface="Franklin Gothic Medium"/>
              </a:rPr>
              <a:t>No,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35" dirty="0">
                <a:latin typeface="Franklin Gothic Medium"/>
                <a:cs typeface="Franklin Gothic Medium"/>
              </a:rPr>
              <a:t>simply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spc="-45" dirty="0">
                <a:latin typeface="Franklin Gothic Medium"/>
                <a:cs typeface="Franklin Gothic Medium"/>
              </a:rPr>
              <a:t>remember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whether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number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dirty="0">
                <a:latin typeface="Franklin Gothic Medium"/>
                <a:cs typeface="Franklin Gothic Medium"/>
              </a:rPr>
              <a:t>s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seen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so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far</a:t>
            </a:r>
            <a:r>
              <a:rPr sz="2400" spc="-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even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or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odd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and</a:t>
            </a:r>
            <a:r>
              <a:rPr sz="2400" spc="-5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keep </a:t>
            </a:r>
            <a:r>
              <a:rPr sz="2400" spc="-10" dirty="0">
                <a:latin typeface="Franklin Gothic Medium"/>
                <a:cs typeface="Franklin Gothic Medium"/>
              </a:rPr>
              <a:t>track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this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40" dirty="0">
                <a:latin typeface="Franklin Gothic Medium"/>
                <a:cs typeface="Franklin Gothic Medium"/>
              </a:rPr>
              <a:t>information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as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you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read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new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symbols.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you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read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</a:t>
            </a:r>
            <a:r>
              <a:rPr sz="2400" spc="-6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dirty="0">
                <a:latin typeface="Franklin Gothic Medium"/>
                <a:cs typeface="Franklin Gothic Medium"/>
              </a:rPr>
              <a:t>,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flip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answer;</a:t>
            </a:r>
            <a:r>
              <a:rPr sz="2400" spc="-8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but </a:t>
            </a:r>
            <a:r>
              <a:rPr sz="2400" dirty="0">
                <a:latin typeface="Franklin Gothic Medium"/>
                <a:cs typeface="Franklin Gothic Medium"/>
              </a:rPr>
              <a:t>if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you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read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</a:t>
            </a:r>
            <a:r>
              <a:rPr sz="2400" spc="-7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  <a:r>
              <a:rPr sz="2400" dirty="0">
                <a:latin typeface="Franklin Gothic Medium"/>
                <a:cs typeface="Franklin Gothic Medium"/>
              </a:rPr>
              <a:t>,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leave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answer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as</a:t>
            </a:r>
            <a:r>
              <a:rPr sz="2400" spc="-7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is.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5315"/>
            <a:ext cx="274256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60" dirty="0"/>
              <a:t> </a:t>
            </a:r>
            <a:r>
              <a:rPr sz="3800" dirty="0"/>
              <a:t>–</a:t>
            </a:r>
            <a:r>
              <a:rPr sz="3800" spc="-60" dirty="0"/>
              <a:t> </a:t>
            </a:r>
            <a:r>
              <a:rPr sz="3800" spc="-10" dirty="0"/>
              <a:t>Design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555142" y="1213485"/>
            <a:ext cx="105079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Franklin Gothic Medium"/>
                <a:cs typeface="Franklin Gothic Medium"/>
              </a:rPr>
              <a:t>Suppose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that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you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are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given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some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30" dirty="0">
                <a:latin typeface="Franklin Gothic Medium"/>
                <a:cs typeface="Franklin Gothic Medium"/>
              </a:rPr>
              <a:t>language</a:t>
            </a:r>
            <a:r>
              <a:rPr sz="2800" spc="-114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and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want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to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design</a:t>
            </a:r>
            <a:r>
              <a:rPr sz="2800" spc="-10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finite </a:t>
            </a:r>
            <a:r>
              <a:rPr sz="2800" spc="-45" dirty="0">
                <a:latin typeface="Franklin Gothic Medium"/>
                <a:cs typeface="Franklin Gothic Medium"/>
              </a:rPr>
              <a:t>automaton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that</a:t>
            </a:r>
            <a:r>
              <a:rPr sz="2800" spc="-15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recognizes</a:t>
            </a:r>
            <a:r>
              <a:rPr sz="2800" spc="-114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it.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9427" y="2235707"/>
            <a:ext cx="8686800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2800" spc="-10" dirty="0">
                <a:latin typeface="Franklin Gothic Medium"/>
                <a:cs typeface="Franklin Gothic Medium"/>
              </a:rPr>
              <a:t>How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would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you</a:t>
            </a:r>
            <a:r>
              <a:rPr sz="2800" spc="-13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go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about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40" dirty="0">
                <a:latin typeface="Franklin Gothic Medium"/>
                <a:cs typeface="Franklin Gothic Medium"/>
              </a:rPr>
              <a:t>performing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the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machine’s</a:t>
            </a:r>
            <a:r>
              <a:rPr sz="2800" spc="-12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task?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173" y="2928873"/>
            <a:ext cx="139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9070" y="2991992"/>
            <a:ext cx="6107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400" spc="210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{0,1}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sz="2400" spc="175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dirty="0">
                <a:latin typeface="Cambria Math"/>
                <a:cs typeface="Cambria Math"/>
              </a:rPr>
              <a:t>|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5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has odd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number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of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1𝑠}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06365" y="4347464"/>
            <a:ext cx="166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9826" y="4393057"/>
            <a:ext cx="3771392" cy="146240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11523" y="5100066"/>
            <a:ext cx="746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60" baseline="11574" dirty="0">
                <a:latin typeface="Cambria Math"/>
                <a:cs typeface="Cambria Math"/>
              </a:rPr>
              <a:t>𝑞</a:t>
            </a:r>
            <a:r>
              <a:rPr sz="1750" spc="40" dirty="0">
                <a:latin typeface="Cambria Math"/>
                <a:cs typeface="Cambria Math"/>
              </a:rPr>
              <a:t>𝑒𝑣𝑒𝑛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46930" y="4056126"/>
            <a:ext cx="166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5169" y="3970146"/>
            <a:ext cx="166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94172" y="5777585"/>
            <a:ext cx="166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9508" y="5100066"/>
            <a:ext cx="650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52" baseline="11574" dirty="0">
                <a:latin typeface="Cambria Math"/>
                <a:cs typeface="Cambria Math"/>
              </a:rPr>
              <a:t>𝑞</a:t>
            </a:r>
            <a:r>
              <a:rPr sz="1750" spc="35" dirty="0">
                <a:latin typeface="Cambria Math"/>
                <a:cs typeface="Cambria Math"/>
              </a:rPr>
              <a:t>𝑜𝑑𝑑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90800" y="4168140"/>
            <a:ext cx="509270" cy="3994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9370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310"/>
              </a:spcBef>
            </a:pP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95" dirty="0"/>
              <a:t> </a:t>
            </a:r>
            <a:r>
              <a:rPr sz="3800" dirty="0"/>
              <a:t>–</a:t>
            </a:r>
            <a:r>
              <a:rPr sz="3800" spc="-95" dirty="0"/>
              <a:t> </a:t>
            </a:r>
            <a:r>
              <a:rPr sz="3800" spc="-10" dirty="0"/>
              <a:t>Design</a:t>
            </a:r>
            <a:r>
              <a:rPr sz="3800" spc="-110" dirty="0"/>
              <a:t> </a:t>
            </a:r>
            <a:r>
              <a:rPr sz="3800" spc="-35" dirty="0"/>
              <a:t>Example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424383" y="1179398"/>
            <a:ext cx="10784205" cy="1151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Franklin Gothic Medium"/>
                <a:cs typeface="Franklin Gothic Medium"/>
              </a:rPr>
              <a:t>Construct</a:t>
            </a:r>
            <a:r>
              <a:rPr sz="2800" spc="-12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</a:t>
            </a:r>
            <a:r>
              <a:rPr sz="2800" spc="-95" dirty="0">
                <a:latin typeface="Franklin Gothic Medium"/>
                <a:cs typeface="Franklin Gothic Medium"/>
              </a:rPr>
              <a:t> </a:t>
            </a:r>
            <a:r>
              <a:rPr sz="2800" spc="-100" dirty="0">
                <a:latin typeface="Franklin Gothic Medium"/>
                <a:cs typeface="Franklin Gothic Medium"/>
              </a:rPr>
              <a:t>DFA</a:t>
            </a:r>
            <a:r>
              <a:rPr sz="2800" spc="-7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that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accepts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spc="-40" dirty="0">
                <a:latin typeface="Franklin Gothic Medium"/>
                <a:cs typeface="Franklin Gothic Medium"/>
              </a:rPr>
              <a:t>any</a:t>
            </a:r>
            <a:r>
              <a:rPr sz="2800" spc="-13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string</a:t>
            </a:r>
            <a:r>
              <a:rPr sz="2800" spc="-80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that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does</a:t>
            </a:r>
            <a:r>
              <a:rPr sz="2800" u="sng" spc="-95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not</a:t>
            </a:r>
            <a:r>
              <a:rPr sz="2800" u="sng" spc="-100" dirty="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contain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0011</a:t>
            </a:r>
            <a:r>
              <a:rPr sz="2800" spc="-1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in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it.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625"/>
              </a:spcBef>
              <a:tabLst>
                <a:tab pos="4413250" algn="l"/>
              </a:tabLst>
            </a:pPr>
            <a:r>
              <a:rPr sz="2400" spc="-25" dirty="0">
                <a:latin typeface="Franklin Gothic Medium"/>
                <a:cs typeface="Franklin Gothic Medium"/>
              </a:rPr>
              <a:t>Approach: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latin typeface="Franklin Gothic Medium"/>
                <a:cs typeface="Franklin Gothic Medium"/>
              </a:rPr>
              <a:t>Try</a:t>
            </a:r>
            <a:r>
              <a:rPr sz="2400" spc="-9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a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simpler</a:t>
            </a:r>
            <a:r>
              <a:rPr sz="2400" spc="-90" dirty="0">
                <a:latin typeface="Franklin Gothic Medium"/>
                <a:cs typeface="Franklin Gothic Medium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problem.</a:t>
            </a:r>
            <a:r>
              <a:rPr sz="2400" dirty="0">
                <a:latin typeface="Franklin Gothic Medium"/>
                <a:cs typeface="Franklin Gothic Medium"/>
              </a:rPr>
              <a:t>	</a:t>
            </a:r>
            <a:r>
              <a:rPr sz="3600" spc="-142" baseline="1157" dirty="0">
                <a:latin typeface="Franklin Gothic Medium"/>
                <a:cs typeface="Franklin Gothic Medium"/>
              </a:rPr>
              <a:t>DFA</a:t>
            </a:r>
            <a:r>
              <a:rPr sz="3600" spc="-82" baseline="1157" dirty="0">
                <a:latin typeface="Franklin Gothic Medium"/>
                <a:cs typeface="Franklin Gothic Medium"/>
              </a:rPr>
              <a:t> </a:t>
            </a:r>
            <a:r>
              <a:rPr sz="3600" baseline="1157" dirty="0">
                <a:latin typeface="Franklin Gothic Medium"/>
                <a:cs typeface="Franklin Gothic Medium"/>
              </a:rPr>
              <a:t>that</a:t>
            </a:r>
            <a:r>
              <a:rPr sz="3600" spc="-202" baseline="1157" dirty="0">
                <a:latin typeface="Franklin Gothic Medium"/>
                <a:cs typeface="Franklin Gothic Medium"/>
              </a:rPr>
              <a:t> </a:t>
            </a:r>
            <a:r>
              <a:rPr sz="3600" baseline="1157" dirty="0">
                <a:latin typeface="Franklin Gothic Medium"/>
                <a:cs typeface="Franklin Gothic Medium"/>
              </a:rPr>
              <a:t>accepts</a:t>
            </a:r>
            <a:r>
              <a:rPr sz="3600" spc="-150" baseline="1157" dirty="0">
                <a:latin typeface="Franklin Gothic Medium"/>
                <a:cs typeface="Franklin Gothic Medium"/>
              </a:rPr>
              <a:t> </a:t>
            </a:r>
            <a:r>
              <a:rPr sz="3600" baseline="1157" dirty="0">
                <a:solidFill>
                  <a:srgbClr val="C00000"/>
                </a:solidFill>
                <a:latin typeface="Franklin Gothic Medium"/>
                <a:cs typeface="Franklin Gothic Medium"/>
              </a:rPr>
              <a:t>strings</a:t>
            </a:r>
            <a:r>
              <a:rPr sz="3600" spc="-157" baseline="1157" dirty="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sz="3600" baseline="1157" dirty="0">
                <a:latin typeface="Franklin Gothic Medium"/>
                <a:cs typeface="Franklin Gothic Medium"/>
              </a:rPr>
              <a:t>that</a:t>
            </a:r>
            <a:r>
              <a:rPr sz="3600" spc="-150" baseline="1157" dirty="0">
                <a:latin typeface="Franklin Gothic Medium"/>
                <a:cs typeface="Franklin Gothic Medium"/>
              </a:rPr>
              <a:t> </a:t>
            </a:r>
            <a:r>
              <a:rPr sz="3600" spc="-15" baseline="1157" dirty="0">
                <a:latin typeface="Franklin Gothic Medium"/>
                <a:cs typeface="Franklin Gothic Medium"/>
              </a:rPr>
              <a:t>contain</a:t>
            </a:r>
            <a:r>
              <a:rPr sz="3600" spc="-142" baseline="1157" dirty="0">
                <a:latin typeface="Franklin Gothic Medium"/>
                <a:cs typeface="Franklin Gothic Medium"/>
              </a:rPr>
              <a:t> </a:t>
            </a:r>
            <a:r>
              <a:rPr sz="3600" spc="-15" baseline="1157" dirty="0">
                <a:solidFill>
                  <a:srgbClr val="C00000"/>
                </a:solidFill>
                <a:latin typeface="Cambria Math"/>
                <a:cs typeface="Cambria Math"/>
              </a:rPr>
              <a:t>0011</a:t>
            </a:r>
            <a:r>
              <a:rPr sz="3600" spc="-15" baseline="1157" dirty="0">
                <a:latin typeface="Franklin Gothic Medium"/>
                <a:cs typeface="Franklin Gothic Medium"/>
              </a:rPr>
              <a:t>.</a:t>
            </a:r>
            <a:endParaRPr sz="3600" baseline="1157">
              <a:latin typeface="Franklin Gothic Medium"/>
              <a:cs typeface="Franklin Gothic Mediu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166" y="3872484"/>
            <a:ext cx="10778743" cy="20114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9273" y="4628769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80182" y="5918454"/>
            <a:ext cx="1943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5"/>
              </a:lnSpc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42126" y="5957163"/>
            <a:ext cx="1943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5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6915" y="4628769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4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44556" y="4628769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5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60929" y="4282567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1505" y="4628769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16913" y="4628769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4102" y="4274566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96404" y="4266692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69577" y="4258817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76170" y="3494608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81165" y="3522091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49255" y="3453765"/>
            <a:ext cx="4260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0,1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9516" y="3558540"/>
            <a:ext cx="515620" cy="3994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305"/>
              </a:spcBef>
            </a:pP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7963" y="2633853"/>
            <a:ext cx="4981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40785" algn="l"/>
              </a:tabLst>
            </a:pPr>
            <a:r>
              <a:rPr sz="2400" dirty="0">
                <a:solidFill>
                  <a:srgbClr val="EC207B"/>
                </a:solidFill>
                <a:latin typeface="Cambria Math"/>
                <a:cs typeface="Cambria Math"/>
              </a:rPr>
              <a:t>𝐶</a:t>
            </a:r>
            <a:r>
              <a:rPr sz="2400" spc="220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{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dirty="0">
                <a:latin typeface="Cambria Math"/>
                <a:cs typeface="Cambria Math"/>
              </a:rPr>
              <a:t>|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400" spc="5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contains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0011</a:t>
            </a:r>
            <a:r>
              <a:rPr sz="2400" spc="-10" dirty="0">
                <a:latin typeface="Cambria Math"/>
                <a:cs typeface="Cambria Math"/>
              </a:rPr>
              <a:t>}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2400" spc="200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2D75B6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2D75B6"/>
                </a:solidFill>
                <a:latin typeface="Cambria Math"/>
                <a:cs typeface="Cambria Math"/>
              </a:rPr>
              <a:t>{0,1}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33588" y="2622804"/>
            <a:ext cx="3308985" cy="4622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r>
              <a:rPr sz="2625" spc="29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latin typeface="Franklin Gothic Medium"/>
                <a:cs typeface="Franklin Gothic Medium"/>
              </a:rPr>
              <a:t>recognizes</a:t>
            </a:r>
            <a:r>
              <a:rPr sz="2400" spc="-105" dirty="0">
                <a:latin typeface="Franklin Gothic Medium"/>
                <a:cs typeface="Franklin Gothic Medium"/>
              </a:rPr>
              <a:t> </a:t>
            </a:r>
            <a:r>
              <a:rPr sz="2400" spc="-20" dirty="0">
                <a:solidFill>
                  <a:srgbClr val="EC207B"/>
                </a:solidFill>
                <a:latin typeface="Cambria Math"/>
                <a:cs typeface="Cambria Math"/>
              </a:rPr>
              <a:t>𝐶(</a:t>
            </a:r>
            <a:r>
              <a:rPr sz="2400" spc="-20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2625" spc="-30" baseline="-15873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r>
              <a:rPr sz="2400" spc="-20" dirty="0">
                <a:solidFill>
                  <a:srgbClr val="EC207B"/>
                </a:solidFill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95" dirty="0"/>
              <a:t> </a:t>
            </a:r>
            <a:r>
              <a:rPr sz="3800" dirty="0"/>
              <a:t>–</a:t>
            </a:r>
            <a:r>
              <a:rPr sz="3800" spc="-95" dirty="0"/>
              <a:t> </a:t>
            </a:r>
            <a:r>
              <a:rPr sz="3800" spc="-10" dirty="0"/>
              <a:t>Design</a:t>
            </a:r>
            <a:r>
              <a:rPr sz="3800" spc="-110" dirty="0"/>
              <a:t> </a:t>
            </a:r>
            <a:r>
              <a:rPr sz="3800" spc="-35" dirty="0"/>
              <a:t>Example</a:t>
            </a:r>
            <a:endParaRPr sz="3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166" y="4264025"/>
            <a:ext cx="10778743" cy="20116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9273" y="5020767"/>
            <a:ext cx="363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6915" y="5020767"/>
            <a:ext cx="363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4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44556" y="5020767"/>
            <a:ext cx="363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5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0929" y="4674870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1505" y="5020767"/>
            <a:ext cx="363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6913" y="5020767"/>
            <a:ext cx="356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34102" y="4666869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6404" y="4658995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69577" y="465099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6170" y="3887470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49255" y="3670503"/>
            <a:ext cx="4260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0,1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516" y="3558540"/>
            <a:ext cx="515620" cy="3994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305"/>
              </a:spcBef>
            </a:pP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endParaRPr sz="2175" baseline="-15325">
              <a:latin typeface="Cambria Math"/>
              <a:cs typeface="Cambria Math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166" y="1421764"/>
            <a:ext cx="10778743" cy="201168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129273" y="217855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80182" y="6310731"/>
            <a:ext cx="1943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5"/>
              </a:lnSpc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42126" y="6349441"/>
            <a:ext cx="1943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5"/>
              </a:lnSpc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36915" y="217855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4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44556" y="217855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5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60929" y="1831670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21505" y="2178558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16913" y="217855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34102" y="1823669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96404" y="1815795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69577" y="1807921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76170" y="1044702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81165" y="1071194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81165" y="3329177"/>
            <a:ext cx="255270" cy="97663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65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80182" y="3399866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549255" y="1003553"/>
            <a:ext cx="4260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0,1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9516" y="1107947"/>
            <a:ext cx="515620" cy="401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305"/>
              </a:spcBef>
            </a:pP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95" dirty="0"/>
              <a:t> </a:t>
            </a:r>
            <a:r>
              <a:rPr sz="3800" dirty="0"/>
              <a:t>–</a:t>
            </a:r>
            <a:r>
              <a:rPr sz="3800" spc="-95" dirty="0"/>
              <a:t> </a:t>
            </a:r>
            <a:r>
              <a:rPr sz="3800" spc="-10" dirty="0"/>
              <a:t>Design</a:t>
            </a:r>
            <a:r>
              <a:rPr sz="3800" spc="-110" dirty="0"/>
              <a:t> </a:t>
            </a:r>
            <a:r>
              <a:rPr sz="3800" spc="-35" dirty="0"/>
              <a:t>Example</a:t>
            </a:r>
            <a:endParaRPr sz="3800"/>
          </a:p>
        </p:txBody>
      </p:sp>
      <p:sp>
        <p:nvSpPr>
          <p:cNvPr id="3" name="object 3"/>
          <p:cNvSpPr/>
          <p:nvPr/>
        </p:nvSpPr>
        <p:spPr>
          <a:xfrm>
            <a:off x="8253094" y="2333117"/>
            <a:ext cx="600075" cy="328930"/>
          </a:xfrm>
          <a:custGeom>
            <a:avLst/>
            <a:gdLst/>
            <a:ahLst/>
            <a:cxnLst/>
            <a:rect l="l" t="t" r="r" b="b"/>
            <a:pathLst>
              <a:path w="600075" h="328930">
                <a:moveTo>
                  <a:pt x="495173" y="0"/>
                </a:moveTo>
                <a:lnTo>
                  <a:pt x="490474" y="13335"/>
                </a:lnTo>
                <a:lnTo>
                  <a:pt x="509524" y="21597"/>
                </a:lnTo>
                <a:lnTo>
                  <a:pt x="525906" y="33051"/>
                </a:lnTo>
                <a:lnTo>
                  <a:pt x="550672" y="65532"/>
                </a:lnTo>
                <a:lnTo>
                  <a:pt x="565245" y="109219"/>
                </a:lnTo>
                <a:lnTo>
                  <a:pt x="568835" y="134417"/>
                </a:lnTo>
                <a:lnTo>
                  <a:pt x="568888" y="134790"/>
                </a:lnTo>
                <a:lnTo>
                  <a:pt x="568868" y="191845"/>
                </a:lnTo>
                <a:lnTo>
                  <a:pt x="559065" y="241859"/>
                </a:lnTo>
                <a:lnTo>
                  <a:pt x="539523" y="280965"/>
                </a:lnTo>
                <a:lnTo>
                  <a:pt x="509718" y="307306"/>
                </a:lnTo>
                <a:lnTo>
                  <a:pt x="490981" y="315595"/>
                </a:lnTo>
                <a:lnTo>
                  <a:pt x="495173" y="328930"/>
                </a:lnTo>
                <a:lnTo>
                  <a:pt x="540051" y="307895"/>
                </a:lnTo>
                <a:lnTo>
                  <a:pt x="573024" y="271525"/>
                </a:lnTo>
                <a:lnTo>
                  <a:pt x="593312" y="222678"/>
                </a:lnTo>
                <a:lnTo>
                  <a:pt x="600075" y="164592"/>
                </a:lnTo>
                <a:lnTo>
                  <a:pt x="598403" y="134790"/>
                </a:lnTo>
                <a:lnTo>
                  <a:pt x="598382" y="134417"/>
                </a:lnTo>
                <a:lnTo>
                  <a:pt x="584805" y="80974"/>
                </a:lnTo>
                <a:lnTo>
                  <a:pt x="557895" y="37468"/>
                </a:lnTo>
                <a:lnTo>
                  <a:pt x="519033" y="8616"/>
                </a:lnTo>
                <a:lnTo>
                  <a:pt x="495173" y="0"/>
                </a:lnTo>
                <a:close/>
              </a:path>
              <a:path w="600075" h="328930">
                <a:moveTo>
                  <a:pt x="104901" y="0"/>
                </a:moveTo>
                <a:lnTo>
                  <a:pt x="60134" y="21113"/>
                </a:lnTo>
                <a:lnTo>
                  <a:pt x="27177" y="57658"/>
                </a:lnTo>
                <a:lnTo>
                  <a:pt x="6778" y="106552"/>
                </a:lnTo>
                <a:lnTo>
                  <a:pt x="99" y="162813"/>
                </a:lnTo>
                <a:lnTo>
                  <a:pt x="0" y="164592"/>
                </a:lnTo>
                <a:lnTo>
                  <a:pt x="6762" y="222678"/>
                </a:lnTo>
                <a:lnTo>
                  <a:pt x="27050" y="271525"/>
                </a:lnTo>
                <a:lnTo>
                  <a:pt x="60023" y="307895"/>
                </a:lnTo>
                <a:lnTo>
                  <a:pt x="104901" y="328930"/>
                </a:lnTo>
                <a:lnTo>
                  <a:pt x="109093" y="315595"/>
                </a:lnTo>
                <a:lnTo>
                  <a:pt x="90302" y="307306"/>
                </a:lnTo>
                <a:lnTo>
                  <a:pt x="74120" y="295767"/>
                </a:lnTo>
                <a:lnTo>
                  <a:pt x="49529" y="262890"/>
                </a:lnTo>
                <a:lnTo>
                  <a:pt x="34845" y="218186"/>
                </a:lnTo>
                <a:lnTo>
                  <a:pt x="30046" y="164592"/>
                </a:lnTo>
                <a:lnTo>
                  <a:pt x="29972" y="162813"/>
                </a:lnTo>
                <a:lnTo>
                  <a:pt x="34845" y="109220"/>
                </a:lnTo>
                <a:lnTo>
                  <a:pt x="49529" y="65532"/>
                </a:lnTo>
                <a:lnTo>
                  <a:pt x="74279" y="33051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48089" y="2292223"/>
            <a:ext cx="860425" cy="18415"/>
          </a:xfrm>
          <a:custGeom>
            <a:avLst/>
            <a:gdLst/>
            <a:ahLst/>
            <a:cxnLst/>
            <a:rect l="l" t="t" r="r" b="b"/>
            <a:pathLst>
              <a:path w="860425" h="18414">
                <a:moveTo>
                  <a:pt x="859916" y="0"/>
                </a:moveTo>
                <a:lnTo>
                  <a:pt x="0" y="0"/>
                </a:lnTo>
                <a:lnTo>
                  <a:pt x="0" y="18414"/>
                </a:lnTo>
                <a:lnTo>
                  <a:pt x="859916" y="18414"/>
                </a:lnTo>
                <a:lnTo>
                  <a:pt x="8599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75472" y="2231898"/>
            <a:ext cx="2284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94970" algn="l"/>
                <a:tab pos="1009015" algn="l"/>
              </a:tabLst>
            </a:pPr>
            <a:r>
              <a:rPr sz="2800" spc="-50" dirty="0">
                <a:latin typeface="Cambria Math"/>
                <a:cs typeface="Cambria Math"/>
              </a:rPr>
              <a:t>𝐿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25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3075" spc="-37" baseline="-16260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𝐿(</a:t>
            </a:r>
            <a:r>
              <a:rPr sz="2800" spc="-20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3075" spc="-30" baseline="-16260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r>
              <a:rPr sz="2800" spc="-20" dirty="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11211" y="3206495"/>
            <a:ext cx="4406265" cy="8915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3020" rIns="0" bIns="0" rtlCol="0">
            <a:spAutoFit/>
          </a:bodyPr>
          <a:lstStyle/>
          <a:p>
            <a:pPr marL="92710" marR="880110">
              <a:lnSpc>
                <a:spcPct val="100499"/>
              </a:lnSpc>
              <a:spcBef>
                <a:spcPts val="260"/>
              </a:spcBef>
            </a:pPr>
            <a:r>
              <a:rPr sz="2400" dirty="0">
                <a:latin typeface="Franklin Gothic Medium"/>
                <a:cs typeface="Franklin Gothic Medium"/>
              </a:rPr>
              <a:t>The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800" spc="-40" dirty="0">
                <a:latin typeface="Franklin Gothic Medium"/>
                <a:cs typeface="Franklin Gothic Medium"/>
              </a:rPr>
              <a:t>language</a:t>
            </a:r>
            <a:r>
              <a:rPr sz="2800" spc="-13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50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Cambria Math"/>
                <a:cs typeface="Cambria Math"/>
              </a:rPr>
              <a:t>𝐸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625" spc="37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is</a:t>
            </a:r>
            <a:r>
              <a:rPr sz="2400" spc="-50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Franklin Gothic Medium"/>
                <a:cs typeface="Franklin Gothic Medium"/>
              </a:rPr>
              <a:t>the </a:t>
            </a:r>
            <a:r>
              <a:rPr sz="2400" spc="-40" dirty="0">
                <a:latin typeface="Franklin Gothic Medium"/>
                <a:cs typeface="Franklin Gothic Medium"/>
              </a:rPr>
              <a:t>complement</a:t>
            </a:r>
            <a:r>
              <a:rPr sz="2400" spc="-85" dirty="0">
                <a:latin typeface="Franklin Gothic Medium"/>
                <a:cs typeface="Franklin Gothic Medium"/>
              </a:rPr>
              <a:t> </a:t>
            </a:r>
            <a:r>
              <a:rPr sz="2400" dirty="0">
                <a:latin typeface="Franklin Gothic Medium"/>
                <a:cs typeface="Franklin Gothic Medium"/>
              </a:rPr>
              <a:t>of</a:t>
            </a:r>
            <a:r>
              <a:rPr sz="2400" spc="-65" dirty="0">
                <a:latin typeface="Franklin Gothic Medium"/>
                <a:cs typeface="Franklin Gothic Medium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𝐸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05450" y="6070396"/>
            <a:ext cx="813435" cy="379095"/>
          </a:xfrm>
          <a:custGeom>
            <a:avLst/>
            <a:gdLst/>
            <a:ahLst/>
            <a:cxnLst/>
            <a:rect l="l" t="t" r="r" b="b"/>
            <a:pathLst>
              <a:path w="813435" h="379095">
                <a:moveTo>
                  <a:pt x="691641" y="0"/>
                </a:moveTo>
                <a:lnTo>
                  <a:pt x="686435" y="0"/>
                </a:lnTo>
                <a:lnTo>
                  <a:pt x="686435" y="15100"/>
                </a:lnTo>
                <a:lnTo>
                  <a:pt x="689483" y="15100"/>
                </a:lnTo>
                <a:lnTo>
                  <a:pt x="703081" y="16038"/>
                </a:lnTo>
                <a:lnTo>
                  <a:pt x="741662" y="38831"/>
                </a:lnTo>
                <a:lnTo>
                  <a:pt x="750824" y="79679"/>
                </a:lnTo>
                <a:lnTo>
                  <a:pt x="750707" y="83261"/>
                </a:lnTo>
                <a:lnTo>
                  <a:pt x="745126" y="123549"/>
                </a:lnTo>
                <a:lnTo>
                  <a:pt x="743854" y="131584"/>
                </a:lnTo>
                <a:lnTo>
                  <a:pt x="743082" y="138152"/>
                </a:lnTo>
                <a:lnTo>
                  <a:pt x="742823" y="143256"/>
                </a:lnTo>
                <a:lnTo>
                  <a:pt x="743461" y="151324"/>
                </a:lnTo>
                <a:lnTo>
                  <a:pt x="745241" y="158165"/>
                </a:lnTo>
                <a:lnTo>
                  <a:pt x="745363" y="158632"/>
                </a:lnTo>
                <a:lnTo>
                  <a:pt x="776477" y="186969"/>
                </a:lnTo>
                <a:lnTo>
                  <a:pt x="776477" y="190550"/>
                </a:lnTo>
                <a:lnTo>
                  <a:pt x="745363" y="218881"/>
                </a:lnTo>
                <a:lnTo>
                  <a:pt x="742926" y="232941"/>
                </a:lnTo>
                <a:lnTo>
                  <a:pt x="742823" y="234251"/>
                </a:lnTo>
                <a:lnTo>
                  <a:pt x="746887" y="263461"/>
                </a:lnTo>
                <a:lnTo>
                  <a:pt x="748627" y="273283"/>
                </a:lnTo>
                <a:lnTo>
                  <a:pt x="749855" y="282289"/>
                </a:lnTo>
                <a:lnTo>
                  <a:pt x="750583" y="290475"/>
                </a:lnTo>
                <a:lnTo>
                  <a:pt x="750707" y="294259"/>
                </a:lnTo>
                <a:lnTo>
                  <a:pt x="750824" y="297840"/>
                </a:lnTo>
                <a:lnTo>
                  <a:pt x="749818" y="314230"/>
                </a:lnTo>
                <a:lnTo>
                  <a:pt x="749802" y="314506"/>
                </a:lnTo>
                <a:lnTo>
                  <a:pt x="746744" y="328555"/>
                </a:lnTo>
                <a:lnTo>
                  <a:pt x="715121" y="360051"/>
                </a:lnTo>
                <a:lnTo>
                  <a:pt x="689483" y="363804"/>
                </a:lnTo>
                <a:lnTo>
                  <a:pt x="686435" y="363804"/>
                </a:lnTo>
                <a:lnTo>
                  <a:pt x="686435" y="378904"/>
                </a:lnTo>
                <a:lnTo>
                  <a:pt x="691641" y="378904"/>
                </a:lnTo>
                <a:lnTo>
                  <a:pt x="713503" y="377268"/>
                </a:lnTo>
                <a:lnTo>
                  <a:pt x="761491" y="357543"/>
                </a:lnTo>
                <a:lnTo>
                  <a:pt x="783085" y="314506"/>
                </a:lnTo>
                <a:lnTo>
                  <a:pt x="784605" y="294259"/>
                </a:lnTo>
                <a:lnTo>
                  <a:pt x="784318" y="285726"/>
                </a:lnTo>
                <a:lnTo>
                  <a:pt x="783447" y="276625"/>
                </a:lnTo>
                <a:lnTo>
                  <a:pt x="781980" y="266952"/>
                </a:lnTo>
                <a:lnTo>
                  <a:pt x="779907" y="256705"/>
                </a:lnTo>
                <a:lnTo>
                  <a:pt x="777886" y="247047"/>
                </a:lnTo>
                <a:lnTo>
                  <a:pt x="776457" y="239356"/>
                </a:lnTo>
                <a:lnTo>
                  <a:pt x="775513" y="232941"/>
                </a:lnTo>
                <a:lnTo>
                  <a:pt x="775208" y="228498"/>
                </a:lnTo>
                <a:lnTo>
                  <a:pt x="775208" y="219354"/>
                </a:lnTo>
                <a:lnTo>
                  <a:pt x="813180" y="196900"/>
                </a:lnTo>
                <a:lnTo>
                  <a:pt x="813180" y="180606"/>
                </a:lnTo>
                <a:lnTo>
                  <a:pt x="775208" y="158165"/>
                </a:lnTo>
                <a:lnTo>
                  <a:pt x="775208" y="149021"/>
                </a:lnTo>
                <a:lnTo>
                  <a:pt x="775513" y="144573"/>
                </a:lnTo>
                <a:lnTo>
                  <a:pt x="776414" y="138388"/>
                </a:lnTo>
                <a:lnTo>
                  <a:pt x="777886" y="130465"/>
                </a:lnTo>
                <a:lnTo>
                  <a:pt x="779907" y="120802"/>
                </a:lnTo>
                <a:lnTo>
                  <a:pt x="781980" y="110561"/>
                </a:lnTo>
                <a:lnTo>
                  <a:pt x="783447" y="100888"/>
                </a:lnTo>
                <a:lnTo>
                  <a:pt x="784318" y="91788"/>
                </a:lnTo>
                <a:lnTo>
                  <a:pt x="784605" y="83261"/>
                </a:lnTo>
                <a:lnTo>
                  <a:pt x="783155" y="63891"/>
                </a:lnTo>
                <a:lnTo>
                  <a:pt x="761491" y="21361"/>
                </a:lnTo>
                <a:lnTo>
                  <a:pt x="713503" y="1635"/>
                </a:lnTo>
                <a:lnTo>
                  <a:pt x="691641" y="0"/>
                </a:lnTo>
                <a:close/>
              </a:path>
              <a:path w="813435" h="379095">
                <a:moveTo>
                  <a:pt x="126746" y="0"/>
                </a:moveTo>
                <a:lnTo>
                  <a:pt x="121538" y="0"/>
                </a:lnTo>
                <a:lnTo>
                  <a:pt x="99677" y="1635"/>
                </a:lnTo>
                <a:lnTo>
                  <a:pt x="51688" y="21361"/>
                </a:lnTo>
                <a:lnTo>
                  <a:pt x="30097" y="63503"/>
                </a:lnTo>
                <a:lnTo>
                  <a:pt x="30025" y="63779"/>
                </a:lnTo>
                <a:lnTo>
                  <a:pt x="28575" y="83058"/>
                </a:lnTo>
                <a:lnTo>
                  <a:pt x="28862" y="91590"/>
                </a:lnTo>
                <a:lnTo>
                  <a:pt x="29733" y="100691"/>
                </a:lnTo>
                <a:lnTo>
                  <a:pt x="31200" y="110364"/>
                </a:lnTo>
                <a:lnTo>
                  <a:pt x="33274" y="120611"/>
                </a:lnTo>
                <a:lnTo>
                  <a:pt x="35294" y="130269"/>
                </a:lnTo>
                <a:lnTo>
                  <a:pt x="36723" y="137960"/>
                </a:lnTo>
                <a:lnTo>
                  <a:pt x="37667" y="144375"/>
                </a:lnTo>
                <a:lnTo>
                  <a:pt x="37973" y="148818"/>
                </a:lnTo>
                <a:lnTo>
                  <a:pt x="37973" y="157962"/>
                </a:lnTo>
                <a:lnTo>
                  <a:pt x="0" y="180416"/>
                </a:lnTo>
                <a:lnTo>
                  <a:pt x="0" y="196710"/>
                </a:lnTo>
                <a:lnTo>
                  <a:pt x="37973" y="219151"/>
                </a:lnTo>
                <a:lnTo>
                  <a:pt x="37973" y="228295"/>
                </a:lnTo>
                <a:lnTo>
                  <a:pt x="37667" y="232738"/>
                </a:lnTo>
                <a:lnTo>
                  <a:pt x="36766" y="238923"/>
                </a:lnTo>
                <a:lnTo>
                  <a:pt x="35294" y="246849"/>
                </a:lnTo>
                <a:lnTo>
                  <a:pt x="33274" y="256514"/>
                </a:lnTo>
                <a:lnTo>
                  <a:pt x="31200" y="266755"/>
                </a:lnTo>
                <a:lnTo>
                  <a:pt x="29733" y="276428"/>
                </a:lnTo>
                <a:lnTo>
                  <a:pt x="28862" y="285528"/>
                </a:lnTo>
                <a:lnTo>
                  <a:pt x="28575" y="294055"/>
                </a:lnTo>
                <a:lnTo>
                  <a:pt x="30025" y="314118"/>
                </a:lnTo>
                <a:lnTo>
                  <a:pt x="51688" y="357543"/>
                </a:lnTo>
                <a:lnTo>
                  <a:pt x="99677" y="377268"/>
                </a:lnTo>
                <a:lnTo>
                  <a:pt x="121538" y="378904"/>
                </a:lnTo>
                <a:lnTo>
                  <a:pt x="126746" y="378904"/>
                </a:lnTo>
                <a:lnTo>
                  <a:pt x="126746" y="363804"/>
                </a:lnTo>
                <a:lnTo>
                  <a:pt x="123825" y="363804"/>
                </a:lnTo>
                <a:lnTo>
                  <a:pt x="110152" y="362865"/>
                </a:lnTo>
                <a:lnTo>
                  <a:pt x="71518" y="339972"/>
                </a:lnTo>
                <a:lnTo>
                  <a:pt x="62357" y="297637"/>
                </a:lnTo>
                <a:lnTo>
                  <a:pt x="62614" y="290274"/>
                </a:lnTo>
                <a:lnTo>
                  <a:pt x="63373" y="282090"/>
                </a:lnTo>
                <a:lnTo>
                  <a:pt x="64607" y="273085"/>
                </a:lnTo>
                <a:lnTo>
                  <a:pt x="66294" y="263258"/>
                </a:lnTo>
                <a:lnTo>
                  <a:pt x="68054" y="253761"/>
                </a:lnTo>
                <a:lnTo>
                  <a:pt x="69326" y="245730"/>
                </a:lnTo>
                <a:lnTo>
                  <a:pt x="70098" y="239164"/>
                </a:lnTo>
                <a:lnTo>
                  <a:pt x="70358" y="234061"/>
                </a:lnTo>
                <a:lnTo>
                  <a:pt x="69736" y="225992"/>
                </a:lnTo>
                <a:lnTo>
                  <a:pt x="67985" y="219151"/>
                </a:lnTo>
                <a:lnTo>
                  <a:pt x="67865" y="218684"/>
                </a:lnTo>
                <a:lnTo>
                  <a:pt x="36702" y="190347"/>
                </a:lnTo>
                <a:lnTo>
                  <a:pt x="36702" y="186766"/>
                </a:lnTo>
                <a:lnTo>
                  <a:pt x="67865" y="158430"/>
                </a:lnTo>
                <a:lnTo>
                  <a:pt x="70257" y="144375"/>
                </a:lnTo>
                <a:lnTo>
                  <a:pt x="70358" y="143065"/>
                </a:lnTo>
                <a:lnTo>
                  <a:pt x="66294" y="113855"/>
                </a:lnTo>
                <a:lnTo>
                  <a:pt x="64607" y="104033"/>
                </a:lnTo>
                <a:lnTo>
                  <a:pt x="63373" y="95027"/>
                </a:lnTo>
                <a:lnTo>
                  <a:pt x="62614" y="86841"/>
                </a:lnTo>
                <a:lnTo>
                  <a:pt x="62482" y="83058"/>
                </a:lnTo>
                <a:lnTo>
                  <a:pt x="62357" y="79476"/>
                </a:lnTo>
                <a:lnTo>
                  <a:pt x="71518" y="38819"/>
                </a:lnTo>
                <a:lnTo>
                  <a:pt x="110152" y="16038"/>
                </a:lnTo>
                <a:lnTo>
                  <a:pt x="123825" y="15100"/>
                </a:lnTo>
                <a:lnTo>
                  <a:pt x="126746" y="15100"/>
                </a:lnTo>
                <a:lnTo>
                  <a:pt x="1267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4931" y="4719990"/>
            <a:ext cx="10993755" cy="175133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15"/>
              </a:spcBef>
            </a:pPr>
            <a:r>
              <a:rPr sz="2800" dirty="0">
                <a:latin typeface="Franklin Gothic Medium"/>
                <a:cs typeface="Franklin Gothic Medium"/>
              </a:rPr>
              <a:t>Set</a:t>
            </a:r>
            <a:r>
              <a:rPr sz="2800" spc="-95" dirty="0">
                <a:latin typeface="Franklin Gothic Medium"/>
                <a:cs typeface="Franklin Gothic Medium"/>
              </a:rPr>
              <a:t> </a:t>
            </a:r>
            <a:r>
              <a:rPr sz="2800" spc="-45" dirty="0">
                <a:latin typeface="Franklin Gothic Medium"/>
                <a:cs typeface="Franklin Gothic Medium"/>
              </a:rPr>
              <a:t>complements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is</a:t>
            </a:r>
            <a:r>
              <a:rPr sz="2800" spc="-95" dirty="0">
                <a:latin typeface="Franklin Gothic Medium"/>
                <a:cs typeface="Franklin Gothic Medium"/>
              </a:rPr>
              <a:t> </a:t>
            </a:r>
            <a:r>
              <a:rPr sz="2800" spc="-60" dirty="0">
                <a:latin typeface="Franklin Gothic Medium"/>
                <a:cs typeface="Franklin Gothic Medium"/>
              </a:rPr>
              <a:t>always</a:t>
            </a:r>
            <a:r>
              <a:rPr sz="2800" spc="-95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relative</a:t>
            </a:r>
            <a:r>
              <a:rPr sz="2800" spc="-7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to</a:t>
            </a:r>
            <a:r>
              <a:rPr sz="2800" spc="-95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some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“Universe”</a:t>
            </a:r>
            <a:endParaRPr sz="2800">
              <a:latin typeface="Franklin Gothic Medium"/>
              <a:cs typeface="Franklin Gothic Medium"/>
            </a:endParaRPr>
          </a:p>
          <a:p>
            <a:pPr marL="38100">
              <a:lnSpc>
                <a:spcPct val="100000"/>
              </a:lnSpc>
              <a:spcBef>
                <a:spcPts val="615"/>
              </a:spcBef>
            </a:pPr>
            <a:r>
              <a:rPr sz="2800" dirty="0">
                <a:latin typeface="Franklin Gothic Medium"/>
                <a:cs typeface="Franklin Gothic Medium"/>
              </a:rPr>
              <a:t>The</a:t>
            </a:r>
            <a:r>
              <a:rPr sz="2800" spc="-7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“Universe”:</a:t>
            </a:r>
            <a:r>
              <a:rPr sz="2800" spc="-114" dirty="0">
                <a:latin typeface="Franklin Gothic Medium"/>
                <a:cs typeface="Franklin Gothic Medium"/>
              </a:rPr>
              <a:t> </a:t>
            </a:r>
            <a:r>
              <a:rPr sz="2800" spc="-70" dirty="0">
                <a:latin typeface="Franklin Gothic Medium"/>
                <a:cs typeface="Franklin Gothic Medium"/>
              </a:rPr>
              <a:t>All</a:t>
            </a:r>
            <a:r>
              <a:rPr sz="2800" spc="-7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possible</a:t>
            </a:r>
            <a:r>
              <a:rPr sz="2800" spc="-6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strings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made</a:t>
            </a:r>
            <a:r>
              <a:rPr sz="2800" spc="-75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with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spc="-25" dirty="0">
                <a:latin typeface="Franklin Gothic Medium"/>
                <a:cs typeface="Franklin Gothic Medium"/>
              </a:rPr>
              <a:t>symbols</a:t>
            </a:r>
            <a:r>
              <a:rPr sz="2800" spc="-85" dirty="0">
                <a:latin typeface="Franklin Gothic Medium"/>
                <a:cs typeface="Franklin Gothic Medium"/>
              </a:rPr>
              <a:t> </a:t>
            </a:r>
            <a:r>
              <a:rPr sz="2800" spc="-50" dirty="0">
                <a:latin typeface="Franklin Gothic Medium"/>
                <a:cs typeface="Franklin Gothic Medium"/>
              </a:rPr>
              <a:t>from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the</a:t>
            </a:r>
            <a:r>
              <a:rPr sz="2800" spc="-8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alphabet</a:t>
            </a:r>
            <a:endParaRPr sz="2800">
              <a:latin typeface="Franklin Gothic Medium"/>
              <a:cs typeface="Franklin Gothic Medium"/>
            </a:endParaRPr>
          </a:p>
          <a:p>
            <a:pPr marL="745490">
              <a:lnSpc>
                <a:spcPct val="100000"/>
              </a:lnSpc>
              <a:spcBef>
                <a:spcPts val="1795"/>
              </a:spcBef>
              <a:tabLst>
                <a:tab pos="2557780" algn="l"/>
                <a:tab pos="4899025" algn="l"/>
                <a:tab pos="5592445" algn="l"/>
              </a:tabLst>
            </a:pPr>
            <a:r>
              <a:rPr sz="3200" dirty="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sz="3200" spc="265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3200" dirty="0">
                <a:solidFill>
                  <a:srgbClr val="2D75B6"/>
                </a:solidFill>
                <a:latin typeface="Cambria Math"/>
                <a:cs typeface="Cambria Math"/>
              </a:rPr>
              <a:t>=</a:t>
            </a:r>
            <a:r>
              <a:rPr sz="3200" spc="175" dirty="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sz="3200" spc="-20" dirty="0">
                <a:solidFill>
                  <a:srgbClr val="2D75B6"/>
                </a:solidFill>
                <a:latin typeface="Cambria Math"/>
                <a:cs typeface="Cambria Math"/>
              </a:rPr>
              <a:t>{0,1}</a:t>
            </a:r>
            <a:r>
              <a:rPr sz="3200" dirty="0">
                <a:solidFill>
                  <a:srgbClr val="2D75B6"/>
                </a:solidFill>
                <a:latin typeface="Cambria Math"/>
                <a:cs typeface="Cambria Math"/>
              </a:rPr>
              <a:t>	</a:t>
            </a:r>
            <a:r>
              <a:rPr sz="3200" dirty="0">
                <a:latin typeface="Cambria Math"/>
                <a:cs typeface="Cambria Math"/>
              </a:rPr>
              <a:t>𝑈𝑛𝑖𝑣𝑒𝑟𝑠𝑒</a:t>
            </a:r>
            <a:r>
              <a:rPr sz="3200" spc="220" dirty="0">
                <a:latin typeface="Cambria Math"/>
                <a:cs typeface="Cambria Math"/>
              </a:rPr>
              <a:t> </a:t>
            </a:r>
            <a:r>
              <a:rPr sz="3200" spc="-50" dirty="0">
                <a:latin typeface="Cambria Math"/>
                <a:cs typeface="Cambria Math"/>
              </a:rPr>
              <a:t>=</a:t>
            </a:r>
            <a:r>
              <a:rPr sz="3200" dirty="0">
                <a:latin typeface="Cambria Math"/>
                <a:cs typeface="Cambria Math"/>
              </a:rPr>
              <a:t>	</a:t>
            </a:r>
            <a:r>
              <a:rPr sz="3200" spc="-25" dirty="0">
                <a:latin typeface="Cambria Math"/>
                <a:cs typeface="Cambria Math"/>
              </a:rPr>
              <a:t>0,1</a:t>
            </a:r>
            <a:r>
              <a:rPr sz="3200" dirty="0">
                <a:latin typeface="Cambria Math"/>
                <a:cs typeface="Cambria Math"/>
              </a:rPr>
              <a:t>	</a:t>
            </a:r>
            <a:r>
              <a:rPr sz="3525" spc="-75" baseline="28368" dirty="0">
                <a:latin typeface="Cambria Math"/>
                <a:cs typeface="Cambria Math"/>
              </a:rPr>
              <a:t>∗</a:t>
            </a:r>
            <a:endParaRPr sz="3525" baseline="28368">
              <a:latin typeface="Cambria Math"/>
              <a:cs typeface="Cambria Math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166" y="3115055"/>
            <a:ext cx="6078728" cy="115049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697478" y="3556507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𝑞</a:t>
            </a:r>
            <a:r>
              <a:rPr sz="1275" spc="-37" baseline="-16339" dirty="0">
                <a:latin typeface="Cambria Math"/>
                <a:cs typeface="Cambria Math"/>
              </a:rPr>
              <a:t>3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42078" y="3556507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𝑞</a:t>
            </a:r>
            <a:r>
              <a:rPr sz="1275" spc="-37" baseline="-16339" dirty="0">
                <a:latin typeface="Cambria Math"/>
                <a:cs typeface="Cambria Math"/>
              </a:rPr>
              <a:t>4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6551" y="3556507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𝑞</a:t>
            </a:r>
            <a:r>
              <a:rPr sz="1275" spc="-37" baseline="-16339" dirty="0">
                <a:latin typeface="Cambria Math"/>
                <a:cs typeface="Cambria Math"/>
              </a:rPr>
              <a:t>5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82901" y="3369690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53004" y="3556507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𝑞</a:t>
            </a:r>
            <a:r>
              <a:rPr sz="1275" spc="-37" baseline="-16339" dirty="0">
                <a:latin typeface="Cambria Math"/>
                <a:cs typeface="Cambria Math"/>
              </a:rPr>
              <a:t>2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0055" y="3556507"/>
            <a:ext cx="217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𝑞</a:t>
            </a:r>
            <a:r>
              <a:rPr sz="1275" spc="-37" baseline="-16339" dirty="0">
                <a:latin typeface="Cambria Math"/>
                <a:cs typeface="Cambria Math"/>
              </a:rPr>
              <a:t>1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64204" y="3365119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83151" y="3360242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64453" y="3356228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27785" y="2925266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10761" y="2940811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45178" y="4275582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49957" y="4253610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15253" y="2803652"/>
            <a:ext cx="2260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0,1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1604" y="2724911"/>
            <a:ext cx="353695" cy="2622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91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330"/>
              </a:spcBef>
            </a:pPr>
            <a:r>
              <a:rPr sz="1100" spc="-25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1200" spc="-37" baseline="-17361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endParaRPr sz="1200" baseline="-17361">
              <a:latin typeface="Cambria Math"/>
              <a:cs typeface="Cambria Math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166" y="1220850"/>
            <a:ext cx="6078728" cy="115036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697478" y="1661921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𝑞</a:t>
            </a:r>
            <a:r>
              <a:rPr sz="1275" spc="-37" baseline="-16339" dirty="0">
                <a:latin typeface="Cambria Math"/>
                <a:cs typeface="Cambria Math"/>
              </a:rPr>
              <a:t>3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078" y="1661921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𝑞</a:t>
            </a:r>
            <a:r>
              <a:rPr sz="1275" spc="-37" baseline="-16339" dirty="0">
                <a:latin typeface="Cambria Math"/>
                <a:cs typeface="Cambria Math"/>
              </a:rPr>
              <a:t>4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86551" y="1661921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𝑞</a:t>
            </a:r>
            <a:r>
              <a:rPr sz="1275" spc="-37" baseline="-16339" dirty="0">
                <a:latin typeface="Cambria Math"/>
                <a:cs typeface="Cambria Math"/>
              </a:rPr>
              <a:t>5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82901" y="1474978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53004" y="1661921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𝑞</a:t>
            </a:r>
            <a:r>
              <a:rPr sz="1275" spc="-37" baseline="-16339" dirty="0">
                <a:latin typeface="Cambria Math"/>
                <a:cs typeface="Cambria Math"/>
              </a:rPr>
              <a:t>2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10055" y="1661921"/>
            <a:ext cx="217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𝑞</a:t>
            </a:r>
            <a:r>
              <a:rPr sz="1275" spc="-37" baseline="-16339" dirty="0">
                <a:latin typeface="Cambria Math"/>
                <a:cs typeface="Cambria Math"/>
              </a:rPr>
              <a:t>1</a:t>
            </a:r>
            <a:endParaRPr sz="1275" baseline="-16339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64204" y="1470101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83151" y="1466215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64453" y="1461642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27785" y="1031240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10761" y="1046479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45178" y="2380869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0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49957" y="2358593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mbria Math"/>
                <a:cs typeface="Cambria Math"/>
              </a:rPr>
              <a:t>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15253" y="1007440"/>
            <a:ext cx="2260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0,1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1604" y="1051560"/>
            <a:ext cx="353695" cy="2622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91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330"/>
              </a:spcBef>
            </a:pPr>
            <a:r>
              <a:rPr sz="1100" spc="-25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1200" spc="-37" baseline="-17361" dirty="0">
                <a:solidFill>
                  <a:srgbClr val="6F2F9F"/>
                </a:solidFill>
                <a:latin typeface="Cambria Math"/>
                <a:cs typeface="Cambria Math"/>
              </a:rPr>
              <a:t>2</a:t>
            </a:r>
            <a:endParaRPr sz="1200" baseline="-17361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DFA</a:t>
            </a:r>
            <a:r>
              <a:rPr sz="3800" spc="-95" dirty="0"/>
              <a:t> </a:t>
            </a:r>
            <a:r>
              <a:rPr sz="3800" dirty="0"/>
              <a:t>–</a:t>
            </a:r>
            <a:r>
              <a:rPr sz="3800" spc="-95" dirty="0"/>
              <a:t> </a:t>
            </a:r>
            <a:r>
              <a:rPr sz="3800" spc="-10" dirty="0"/>
              <a:t>Design</a:t>
            </a:r>
            <a:r>
              <a:rPr sz="3800" spc="-110" dirty="0"/>
              <a:t> </a:t>
            </a:r>
            <a:r>
              <a:rPr sz="3800" spc="-35" dirty="0"/>
              <a:t>Example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1403985" y="5066741"/>
            <a:ext cx="5132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EC207B"/>
                </a:solidFill>
                <a:latin typeface="Cambria Math"/>
                <a:cs typeface="Cambria Math"/>
              </a:rPr>
              <a:t>𝐷</a:t>
            </a:r>
            <a:r>
              <a:rPr sz="2800" spc="220" dirty="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{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800" dirty="0">
                <a:latin typeface="Cambria Math"/>
                <a:cs typeface="Cambria Math"/>
              </a:rPr>
              <a:t>|</a:t>
            </a:r>
            <a:r>
              <a:rPr sz="2800" dirty="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sz="2800" spc="6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does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not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contain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mbria Math"/>
                <a:cs typeface="Cambria Math"/>
              </a:rPr>
              <a:t>0011</a:t>
            </a:r>
            <a:r>
              <a:rPr sz="2800" spc="-10" dirty="0">
                <a:latin typeface="Cambria Math"/>
                <a:cs typeface="Cambria Math"/>
              </a:rPr>
              <a:t>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3531" y="5042915"/>
            <a:ext cx="3523615" cy="5245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19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85"/>
              </a:spcBef>
            </a:pP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3075" baseline="-16260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r>
              <a:rPr sz="3075" spc="345" baseline="-162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recognizes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solidFill>
                  <a:srgbClr val="EC207B"/>
                </a:solidFill>
                <a:latin typeface="Cambria Math"/>
                <a:cs typeface="Cambria Math"/>
              </a:rPr>
              <a:t>𝐷(</a:t>
            </a:r>
            <a:r>
              <a:rPr sz="2800" spc="-20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3075" spc="-30" baseline="-16260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r>
              <a:rPr sz="2800" spc="-20" dirty="0">
                <a:solidFill>
                  <a:srgbClr val="EC207B"/>
                </a:solidFill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166" y="2058797"/>
            <a:ext cx="10778743" cy="201167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29273" y="2815590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6915" y="2815590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4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44556" y="2815590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5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60929" y="2468702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1505" y="2815590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6913" y="2815590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𝑞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34102" y="2460701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96404" y="2452827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69577" y="2444953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76170" y="168173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81165" y="1708226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42126" y="4075938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80182" y="4036898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49255" y="1465326"/>
            <a:ext cx="4260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0,1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9516" y="1353311"/>
            <a:ext cx="515620" cy="3994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735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305"/>
              </a:spcBef>
            </a:pP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𝐸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endParaRPr sz="2175" baseline="-153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3534" y="1215034"/>
            <a:ext cx="10148570" cy="30943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latin typeface="Franklin Gothic Medium"/>
                <a:cs typeface="Franklin Gothic Medium"/>
              </a:rPr>
              <a:t>Introduction</a:t>
            </a:r>
            <a:r>
              <a:rPr sz="2800" spc="-8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and</a:t>
            </a:r>
            <a:r>
              <a:rPr sz="2800" spc="-75" dirty="0">
                <a:latin typeface="Franklin Gothic Medium"/>
                <a:cs typeface="Franklin Gothic Medium"/>
              </a:rPr>
              <a:t> </a:t>
            </a:r>
            <a:r>
              <a:rPr sz="2800" spc="-45" dirty="0">
                <a:latin typeface="Franklin Gothic Medium"/>
                <a:cs typeface="Franklin Gothic Medium"/>
              </a:rPr>
              <a:t>motivation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of</a:t>
            </a:r>
            <a:r>
              <a:rPr sz="2800" spc="-75" dirty="0">
                <a:latin typeface="Franklin Gothic Medium"/>
                <a:cs typeface="Franklin Gothic Medium"/>
              </a:rPr>
              <a:t> </a:t>
            </a:r>
            <a:r>
              <a:rPr sz="2800" spc="-40" dirty="0">
                <a:latin typeface="Franklin Gothic Medium"/>
                <a:cs typeface="Franklin Gothic Medium"/>
              </a:rPr>
              <a:t>Deterministic</a:t>
            </a:r>
            <a:r>
              <a:rPr sz="2800" spc="-7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Finite</a:t>
            </a:r>
            <a:r>
              <a:rPr sz="2800" spc="-60" dirty="0">
                <a:latin typeface="Franklin Gothic Medium"/>
                <a:cs typeface="Franklin Gothic Medium"/>
              </a:rPr>
              <a:t> </a:t>
            </a:r>
            <a:r>
              <a:rPr sz="2800" spc="-80" dirty="0">
                <a:latin typeface="Franklin Gothic Medium"/>
                <a:cs typeface="Franklin Gothic Medium"/>
              </a:rPr>
              <a:t>Automata </a:t>
            </a:r>
            <a:r>
              <a:rPr sz="2800" spc="-10" dirty="0">
                <a:latin typeface="Franklin Gothic Medium"/>
                <a:cs typeface="Franklin Gothic Medium"/>
              </a:rPr>
              <a:t>(DFA)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10" dirty="0">
                <a:latin typeface="Franklin Gothic Medium"/>
                <a:cs typeface="Franklin Gothic Medium"/>
              </a:rPr>
              <a:t>DFA</a:t>
            </a:r>
            <a:r>
              <a:rPr sz="2800" spc="-65" dirty="0">
                <a:latin typeface="Franklin Gothic Medium"/>
                <a:cs typeface="Franklin Gothic Medium"/>
              </a:rPr>
              <a:t> </a:t>
            </a:r>
            <a:r>
              <a:rPr sz="2800" spc="-35" dirty="0">
                <a:latin typeface="Franklin Gothic Medium"/>
                <a:cs typeface="Franklin Gothic Medium"/>
              </a:rPr>
              <a:t>computation</a:t>
            </a:r>
            <a:r>
              <a:rPr sz="2800" spc="-10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process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50" dirty="0">
                <a:latin typeface="Franklin Gothic Medium"/>
                <a:cs typeface="Franklin Gothic Medium"/>
              </a:rPr>
              <a:t>Accepting/Rejecting</a:t>
            </a:r>
            <a:r>
              <a:rPr sz="2800" spc="-35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strings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35" dirty="0">
                <a:latin typeface="Franklin Gothic Medium"/>
                <a:cs typeface="Franklin Gothic Medium"/>
              </a:rPr>
              <a:t>Recognizing</a:t>
            </a:r>
            <a:r>
              <a:rPr sz="2800" spc="-9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languages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latin typeface="Franklin Gothic Medium"/>
                <a:cs typeface="Franklin Gothic Medium"/>
              </a:rPr>
              <a:t>Definition</a:t>
            </a:r>
            <a:r>
              <a:rPr sz="2800" spc="-75" dirty="0">
                <a:latin typeface="Franklin Gothic Medium"/>
                <a:cs typeface="Franklin Gothic Medium"/>
              </a:rPr>
              <a:t> </a:t>
            </a:r>
            <a:r>
              <a:rPr sz="2800" dirty="0">
                <a:latin typeface="Franklin Gothic Medium"/>
                <a:cs typeface="Franklin Gothic Medium"/>
              </a:rPr>
              <a:t>of</a:t>
            </a:r>
            <a:r>
              <a:rPr sz="2800" spc="-80" dirty="0">
                <a:latin typeface="Franklin Gothic Medium"/>
                <a:cs typeface="Franklin Gothic Medium"/>
              </a:rPr>
              <a:t> </a:t>
            </a:r>
            <a:r>
              <a:rPr sz="2800" spc="-20" dirty="0">
                <a:latin typeface="Franklin Gothic Medium"/>
                <a:cs typeface="Franklin Gothic Medium"/>
              </a:rPr>
              <a:t>DFAs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0" dirty="0">
                <a:latin typeface="Franklin Gothic Medium"/>
                <a:cs typeface="Franklin Gothic Medium"/>
              </a:rPr>
              <a:t>Languages</a:t>
            </a:r>
            <a:r>
              <a:rPr sz="2800" spc="-130" dirty="0">
                <a:latin typeface="Franklin Gothic Medium"/>
                <a:cs typeface="Franklin Gothic Medium"/>
              </a:rPr>
              <a:t> </a:t>
            </a:r>
            <a:r>
              <a:rPr sz="2800" spc="-10" dirty="0">
                <a:latin typeface="Franklin Gothic Medium"/>
                <a:cs typeface="Franklin Gothic Medium"/>
              </a:rPr>
              <a:t>basics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Wrap-</a:t>
            </a:r>
            <a:r>
              <a:rPr spc="-25" dirty="0"/>
              <a:t>up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spc="-30" dirty="0"/>
              <a:t>Regular</a:t>
            </a:r>
            <a:r>
              <a:rPr spc="-110" dirty="0"/>
              <a:t> </a:t>
            </a:r>
            <a:r>
              <a:rPr spc="-10" dirty="0"/>
              <a:t>expressions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pc="-30" dirty="0"/>
              <a:t>Regular</a:t>
            </a:r>
            <a:r>
              <a:rPr spc="-110" dirty="0"/>
              <a:t> </a:t>
            </a:r>
            <a:r>
              <a:rPr spc="-10" dirty="0"/>
              <a:t>operations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pc="-35" dirty="0"/>
              <a:t>Prove</a:t>
            </a:r>
            <a:r>
              <a:rPr spc="-90" dirty="0"/>
              <a:t> </a:t>
            </a:r>
            <a:r>
              <a:rPr dirty="0"/>
              <a:t>class</a:t>
            </a:r>
            <a:r>
              <a:rPr spc="-10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spc="-10" dirty="0"/>
              <a:t>regular</a:t>
            </a:r>
            <a:r>
              <a:rPr spc="-85" dirty="0"/>
              <a:t> </a:t>
            </a:r>
            <a:r>
              <a:rPr spc="-25" dirty="0"/>
              <a:t>languages</a:t>
            </a:r>
            <a:r>
              <a:rPr spc="-70" dirty="0"/>
              <a:t> </a:t>
            </a:r>
            <a:r>
              <a:rPr dirty="0"/>
              <a:t>is</a:t>
            </a:r>
            <a:r>
              <a:rPr spc="-100" dirty="0"/>
              <a:t> </a:t>
            </a:r>
            <a:r>
              <a:rPr dirty="0"/>
              <a:t>closed</a:t>
            </a:r>
            <a:r>
              <a:rPr spc="-90" dirty="0"/>
              <a:t> </a:t>
            </a:r>
            <a:r>
              <a:rPr dirty="0"/>
              <a:t>under</a:t>
            </a:r>
            <a:r>
              <a:rPr spc="-85" dirty="0"/>
              <a:t> </a:t>
            </a:r>
            <a:r>
              <a:rPr spc="-10" dirty="0"/>
              <a:t>union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Start</a:t>
            </a:r>
            <a:r>
              <a:rPr spc="-75" dirty="0"/>
              <a:t> </a:t>
            </a:r>
            <a:r>
              <a:rPr dirty="0"/>
              <a:t>Closure</a:t>
            </a:r>
            <a:r>
              <a:rPr spc="-60" dirty="0"/>
              <a:t> </a:t>
            </a:r>
            <a:r>
              <a:rPr dirty="0"/>
              <a:t>under</a:t>
            </a:r>
            <a:r>
              <a:rPr spc="-50" dirty="0"/>
              <a:t> </a:t>
            </a:r>
            <a:r>
              <a:rPr spc="-10" dirty="0"/>
              <a:t>concatenation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240" dirty="0"/>
              <a:t> </a:t>
            </a:r>
            <a:r>
              <a:rPr spc="-10" dirty="0"/>
              <a:t>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3267</Words>
  <Application>Microsoft Office PowerPoint</Application>
  <PresentationFormat>Widescreen</PresentationFormat>
  <Paragraphs>838</Paragraphs>
  <Slides>52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Arial MT</vt:lpstr>
      <vt:lpstr>Calibri</vt:lpstr>
      <vt:lpstr>Cambria Math</vt:lpstr>
      <vt:lpstr>Franklin Gothic Medium</vt:lpstr>
      <vt:lpstr>Times New Roman</vt:lpstr>
      <vt:lpstr>Office Theme</vt:lpstr>
      <vt:lpstr>Class Topics</vt:lpstr>
      <vt:lpstr>Context-Free Languages</vt:lpstr>
      <vt:lpstr>Context-Free Languages</vt:lpstr>
      <vt:lpstr>Introduction</vt:lpstr>
      <vt:lpstr>Motivation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the possible states of the door?</vt:lpstr>
      <vt:lpstr>What are the possible transitions for the door?</vt:lpstr>
      <vt:lpstr>What are the possible transitions for the door?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Deterministic Finite Automata (DFA)</vt:lpstr>
      <vt:lpstr>DFA – Strings and Languages</vt:lpstr>
      <vt:lpstr>DFA– Accepting strings</vt:lpstr>
      <vt:lpstr>DFA– Recognizing Languages</vt:lpstr>
      <vt:lpstr>DFA– Recognizing Languages</vt:lpstr>
      <vt:lpstr>DFA– Recognizing Languages</vt:lpstr>
      <vt:lpstr>DFA– Recognizing Languages</vt:lpstr>
      <vt:lpstr>DFA – Formal Definition</vt:lpstr>
      <vt:lpstr>DFA – Formal Definition</vt:lpstr>
      <vt:lpstr>DFA – Formal Definition</vt:lpstr>
      <vt:lpstr>DFA – Formal Definition</vt:lpstr>
      <vt:lpstr>DFA – Formal Definition</vt:lpstr>
      <vt:lpstr>DFA – Design</vt:lpstr>
      <vt:lpstr>DFA – Design</vt:lpstr>
      <vt:lpstr>DFA – Design</vt:lpstr>
      <vt:lpstr>DFA – Design Example</vt:lpstr>
      <vt:lpstr>DFA – Design Example</vt:lpstr>
      <vt:lpstr>DFA – Design Example</vt:lpstr>
      <vt:lpstr>DFA – Design Example</vt:lpstr>
      <vt:lpstr>Wrap-up</vt:lpstr>
      <vt:lpstr>Next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Jeronimo Grandi</dc:creator>
  <cp:lastModifiedBy>Richard Bradford Johnson</cp:lastModifiedBy>
  <cp:revision>2</cp:revision>
  <dcterms:created xsi:type="dcterms:W3CDTF">2025-02-25T14:55:14Z</dcterms:created>
  <dcterms:modified xsi:type="dcterms:W3CDTF">2025-02-25T15:08:28Z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2023-01-24T00:00:00Z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2025-02-25T00:00:00Z</vt:filetime>
  </property>
  <property fmtid="{D5CDD505-2E9C-101B-9397-08002B2CF9AE}" pid="5" name="Producer">
    <vt:lpwstr>Microsoft® PowerPoint® for Microsoft 365</vt:lpwstr>
  </property>
</Properties>
</file>