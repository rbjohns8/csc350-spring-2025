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jpg" ContentType="image/jp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12192000" cy="99822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2192000" cy="923925"/>
          </a:xfrm>
          <a:custGeom>
            <a:avLst/>
            <a:gdLst/>
            <a:ahLst/>
            <a:cxnLst/>
            <a:rect l="l" t="t" r="r" b="b"/>
            <a:pathLst>
              <a:path w="12192000" h="923925">
                <a:moveTo>
                  <a:pt x="12192000" y="0"/>
                </a:moveTo>
                <a:lnTo>
                  <a:pt x="0" y="0"/>
                </a:lnTo>
                <a:lnTo>
                  <a:pt x="0" y="923544"/>
                </a:lnTo>
                <a:lnTo>
                  <a:pt x="12192000" y="923544"/>
                </a:lnTo>
                <a:lnTo>
                  <a:pt x="12192000" y="0"/>
                </a:lnTo>
                <a:close/>
              </a:path>
            </a:pathLst>
          </a:custGeom>
          <a:solidFill>
            <a:srgbClr val="E76E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38" y="63201"/>
            <a:ext cx="9579610" cy="696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672" y="1218816"/>
            <a:ext cx="8326755" cy="1521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38" y="63201"/>
            <a:ext cx="505904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Previous</a:t>
            </a:r>
            <a:r>
              <a:rPr dirty="0" spc="-160"/>
              <a:t> </a:t>
            </a:r>
            <a:r>
              <a:rPr dirty="0"/>
              <a:t>Class</a:t>
            </a:r>
            <a:r>
              <a:rPr dirty="0" spc="-155"/>
              <a:t> </a:t>
            </a:r>
            <a:r>
              <a:rPr dirty="0" spc="-30"/>
              <a:t>Recap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29590" y="1212977"/>
            <a:ext cx="785558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Def:</a:t>
            </a:r>
            <a:r>
              <a:rPr dirty="0" sz="2800" spc="-175">
                <a:latin typeface="Franklin Gothic Medium"/>
                <a:cs typeface="Franklin Gothic Medium"/>
              </a:rPr>
              <a:t> </a:t>
            </a:r>
            <a:r>
              <a:rPr dirty="0" sz="2800" spc="-210">
                <a:latin typeface="Franklin Gothic Medium"/>
                <a:cs typeface="Franklin Gothic Medium"/>
              </a:rPr>
              <a:t>A</a:t>
            </a:r>
            <a:r>
              <a:rPr dirty="0" sz="2800" spc="5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finite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 spc="-45">
                <a:latin typeface="Franklin Gothic Medium"/>
                <a:cs typeface="Franklin Gothic Medium"/>
              </a:rPr>
              <a:t>automaton</a:t>
            </a:r>
            <a:r>
              <a:rPr dirty="0" sz="2800" spc="-5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Cambria Math"/>
                <a:cs typeface="Cambria Math"/>
              </a:rPr>
              <a:t>𝑀</a:t>
            </a:r>
            <a:r>
              <a:rPr dirty="0" sz="2800" spc="125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4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5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5-tuple</a:t>
            </a:r>
            <a:r>
              <a:rPr dirty="0" sz="2800" spc="-30">
                <a:latin typeface="Franklin Gothic Medium"/>
                <a:cs typeface="Franklin Gothic Medium"/>
              </a:rPr>
              <a:t> </a:t>
            </a:r>
            <a:r>
              <a:rPr dirty="0" sz="2800" spc="-459">
                <a:latin typeface="Cambria Math"/>
                <a:cs typeface="Cambria Math"/>
              </a:rPr>
              <a:t>(𝑄𝑄,</a:t>
            </a:r>
            <a:r>
              <a:rPr dirty="0" sz="2800" spc="-160">
                <a:latin typeface="Cambria Math"/>
                <a:cs typeface="Cambria Math"/>
              </a:rPr>
              <a:t> </a:t>
            </a:r>
            <a:r>
              <a:rPr dirty="0" sz="2800" spc="135">
                <a:latin typeface="Cambria Math"/>
                <a:cs typeface="Cambria Math"/>
              </a:rPr>
              <a:t>Z,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 spc="-470">
                <a:latin typeface="Cambria Math"/>
                <a:cs typeface="Cambria Math"/>
              </a:rPr>
              <a:t>𝛿𝛿,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𝑞</a:t>
            </a:r>
            <a:r>
              <a:rPr dirty="0" baseline="-16260" sz="3075">
                <a:latin typeface="Cambria Math"/>
                <a:cs typeface="Cambria Math"/>
              </a:rPr>
              <a:t>0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55">
                <a:latin typeface="Cambria Math"/>
                <a:cs typeface="Cambria Math"/>
              </a:rPr>
              <a:t> </a:t>
            </a:r>
            <a:r>
              <a:rPr dirty="0" sz="2800" spc="-25">
                <a:latin typeface="Cambria Math"/>
                <a:cs typeface="Cambria Math"/>
              </a:rPr>
              <a:t>𝐹)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001000" y="1714500"/>
            <a:ext cx="2593975" cy="39941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746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95"/>
              </a:spcBef>
            </a:pPr>
            <a:r>
              <a:rPr dirty="0" sz="2000" spc="-140">
                <a:latin typeface="Franklin Gothic Medium"/>
                <a:cs typeface="Franklin Gothic Medium"/>
              </a:rPr>
              <a:t>A</a:t>
            </a:r>
            <a:r>
              <a:rPr dirty="0" sz="2000" spc="-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list</a:t>
            </a:r>
            <a:r>
              <a:rPr dirty="0" sz="2000" spc="-7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of</a:t>
            </a:r>
            <a:r>
              <a:rPr dirty="0" sz="2000" spc="-5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5</a:t>
            </a:r>
            <a:r>
              <a:rPr dirty="0" sz="2000" spc="-35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components</a:t>
            </a:r>
            <a:endParaRPr sz="2000">
              <a:latin typeface="Franklin Gothic Medium"/>
              <a:cs typeface="Franklin Gothic Medium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73804" y="3851342"/>
            <a:ext cx="150812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52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sz="2400" spc="-525">
                <a:latin typeface="Franklin Gothic Medium"/>
                <a:cs typeface="Franklin Gothic Medium"/>
              </a:rPr>
              <a:t>:</a:t>
            </a:r>
            <a:r>
              <a:rPr dirty="0" sz="240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finite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set </a:t>
            </a:r>
            <a:r>
              <a:rPr dirty="0" sz="2400">
                <a:latin typeface="Franklin Gothic Medium"/>
                <a:cs typeface="Franklin Gothic Medium"/>
              </a:rPr>
              <a:t>of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states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299315" y="3851342"/>
            <a:ext cx="230886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130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sz="2400" spc="130">
                <a:latin typeface="Franklin Gothic Medium"/>
                <a:cs typeface="Franklin Gothic Medium"/>
              </a:rPr>
              <a:t>: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alphabet,</a:t>
            </a:r>
            <a:r>
              <a:rPr dirty="0" sz="2400" spc="-50">
                <a:latin typeface="Franklin Gothic Medium"/>
                <a:cs typeface="Franklin Gothic Medium"/>
              </a:rPr>
              <a:t> </a:t>
            </a:r>
            <a:r>
              <a:rPr dirty="0" sz="2400" spc="-30">
                <a:latin typeface="Franklin Gothic Medium"/>
                <a:cs typeface="Franklin Gothic Medium"/>
              </a:rPr>
              <a:t>finite </a:t>
            </a:r>
            <a:r>
              <a:rPr dirty="0" sz="2400">
                <a:latin typeface="Franklin Gothic Medium"/>
                <a:cs typeface="Franklin Gothic Medium"/>
              </a:rPr>
              <a:t>set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symbols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950707" y="3851342"/>
            <a:ext cx="270002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400" spc="-395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sz="2400" spc="-395">
                <a:latin typeface="Franklin Gothic Medium"/>
                <a:cs typeface="Franklin Gothic Medium"/>
              </a:rPr>
              <a:t>:</a:t>
            </a:r>
            <a:r>
              <a:rPr dirty="0" sz="240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transition</a:t>
            </a:r>
            <a:r>
              <a:rPr dirty="0" sz="2400" spc="-4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function</a:t>
            </a:r>
            <a:endParaRPr sz="2400">
              <a:latin typeface="Franklin Gothic Medium"/>
              <a:cs typeface="Franklin Gothic Medium"/>
            </a:endParaRPr>
          </a:p>
          <a:p>
            <a:pPr algn="ctr" marL="17145">
              <a:lnSpc>
                <a:spcPct val="100000"/>
              </a:lnSpc>
            </a:pPr>
            <a:r>
              <a:rPr dirty="0" sz="2400" spc="-405">
                <a:latin typeface="Cambria Math"/>
                <a:cs typeface="Cambria Math"/>
              </a:rPr>
              <a:t>𝛿𝛿:</a:t>
            </a:r>
            <a:r>
              <a:rPr dirty="0" sz="2400" spc="-120">
                <a:latin typeface="Cambria Math"/>
                <a:cs typeface="Cambria Math"/>
              </a:rPr>
              <a:t> </a:t>
            </a:r>
            <a:r>
              <a:rPr dirty="0" sz="2400" spc="-830">
                <a:latin typeface="Cambria Math"/>
                <a:cs typeface="Cambria Math"/>
              </a:rPr>
              <a:t>𝑄𝑄</a:t>
            </a:r>
            <a:r>
              <a:rPr dirty="0" sz="2400" spc="8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</a:t>
            </a:r>
            <a:r>
              <a:rPr dirty="0" sz="2400" spc="-5">
                <a:latin typeface="Cambria Math"/>
                <a:cs typeface="Cambria Math"/>
              </a:rPr>
              <a:t> </a:t>
            </a:r>
            <a:r>
              <a:rPr dirty="0" sz="2400" spc="165">
                <a:latin typeface="Cambria Math"/>
                <a:cs typeface="Cambria Math"/>
              </a:rPr>
              <a:t>Z</a:t>
            </a:r>
            <a:r>
              <a:rPr dirty="0" sz="2400" spc="204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→</a:t>
            </a:r>
            <a:r>
              <a:rPr dirty="0" sz="2400" spc="135">
                <a:latin typeface="Cambria Math"/>
                <a:cs typeface="Cambria Math"/>
              </a:rPr>
              <a:t> </a:t>
            </a:r>
            <a:r>
              <a:rPr dirty="0" sz="2400" spc="-855">
                <a:latin typeface="Cambria Math"/>
                <a:cs typeface="Cambria Math"/>
              </a:rPr>
              <a:t>𝑄𝑄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717264" y="2323198"/>
            <a:ext cx="374396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3600" spc="33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3600">
                <a:latin typeface="Cambria Math"/>
                <a:cs typeface="Cambria Math"/>
              </a:rPr>
              <a:t>=</a:t>
            </a:r>
            <a:r>
              <a:rPr dirty="0" sz="3600" spc="145">
                <a:latin typeface="Cambria Math"/>
                <a:cs typeface="Cambria Math"/>
              </a:rPr>
              <a:t> </a:t>
            </a:r>
            <a:r>
              <a:rPr dirty="0" sz="3600" spc="-600">
                <a:latin typeface="Cambria Math"/>
                <a:cs typeface="Cambria Math"/>
              </a:rPr>
              <a:t>(</a:t>
            </a:r>
            <a:r>
              <a:rPr dirty="0" sz="3600" spc="-600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sz="3600" spc="-600">
                <a:latin typeface="Cambria Math"/>
                <a:cs typeface="Cambria Math"/>
              </a:rPr>
              <a:t>,</a:t>
            </a:r>
            <a:r>
              <a:rPr dirty="0" sz="3600" spc="-180">
                <a:latin typeface="Cambria Math"/>
                <a:cs typeface="Cambria Math"/>
              </a:rPr>
              <a:t> </a:t>
            </a:r>
            <a:r>
              <a:rPr dirty="0" sz="3600" spc="170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sz="3600" spc="170">
                <a:latin typeface="Cambria Math"/>
                <a:cs typeface="Cambria Math"/>
              </a:rPr>
              <a:t>,</a:t>
            </a:r>
            <a:r>
              <a:rPr dirty="0" sz="3600" spc="-175">
                <a:latin typeface="Cambria Math"/>
                <a:cs typeface="Cambria Math"/>
              </a:rPr>
              <a:t> </a:t>
            </a:r>
            <a:r>
              <a:rPr dirty="0" sz="3600" spc="-615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sz="3600" spc="-615">
                <a:latin typeface="Cambria Math"/>
                <a:cs typeface="Cambria Math"/>
              </a:rPr>
              <a:t>,</a:t>
            </a:r>
            <a:r>
              <a:rPr dirty="0" sz="3600" spc="-165">
                <a:latin typeface="Cambria Math"/>
                <a:cs typeface="Cambria Math"/>
              </a:rPr>
              <a:t> </a:t>
            </a:r>
            <a:r>
              <a:rPr dirty="0" sz="360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16025" sz="3900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sz="3600">
                <a:latin typeface="Cambria Math"/>
                <a:cs typeface="Cambria Math"/>
              </a:rPr>
              <a:t>,</a:t>
            </a:r>
            <a:r>
              <a:rPr dirty="0" sz="3600" spc="-175">
                <a:latin typeface="Cambria Math"/>
                <a:cs typeface="Cambria Math"/>
              </a:rPr>
              <a:t> </a:t>
            </a:r>
            <a:r>
              <a:rPr dirty="0" sz="3600" spc="25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sz="3600" spc="25">
                <a:latin typeface="Cambria Math"/>
                <a:cs typeface="Cambria Math"/>
              </a:rPr>
              <a:t>)</a:t>
            </a:r>
            <a:endParaRPr sz="3600">
              <a:latin typeface="Cambria Math"/>
              <a:cs typeface="Cambria Math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867275" y="3851342"/>
            <a:ext cx="18510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15873" sz="2625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sz="2400">
                <a:latin typeface="Franklin Gothic Medium"/>
                <a:cs typeface="Franklin Gothic Medium"/>
              </a:rPr>
              <a:t>:</a:t>
            </a:r>
            <a:r>
              <a:rPr dirty="0" sz="2400" spc="4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start</a:t>
            </a:r>
            <a:r>
              <a:rPr dirty="0" sz="2400" spc="2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state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923754" y="3851342"/>
            <a:ext cx="216725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55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sz="2400" spc="55">
                <a:latin typeface="Franklin Gothic Medium"/>
                <a:cs typeface="Franklin Gothic Medium"/>
              </a:rPr>
              <a:t>: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set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of</a:t>
            </a:r>
            <a:r>
              <a:rPr dirty="0" sz="2400" spc="-35">
                <a:latin typeface="Franklin Gothic Medium"/>
                <a:cs typeface="Franklin Gothic Medium"/>
              </a:rPr>
              <a:t> </a:t>
            </a:r>
            <a:r>
              <a:rPr dirty="0" sz="2400" spc="-50">
                <a:latin typeface="Franklin Gothic Medium"/>
                <a:cs typeface="Franklin Gothic Medium"/>
              </a:rPr>
              <a:t>ACCEPT </a:t>
            </a:r>
            <a:r>
              <a:rPr dirty="0" sz="2400" spc="-10">
                <a:latin typeface="Franklin Gothic Medium"/>
                <a:cs typeface="Franklin Gothic Medium"/>
              </a:rPr>
              <a:t>states</a:t>
            </a:r>
            <a:endParaRPr sz="2400">
              <a:latin typeface="Franklin Gothic Medium"/>
              <a:cs typeface="Franklin Gothic Medium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5077714" y="4821682"/>
            <a:ext cx="2481580" cy="1557020"/>
            <a:chOff x="5077714" y="4821682"/>
            <a:chExt cx="2481580" cy="1557020"/>
          </a:xfrm>
        </p:grpSpPr>
        <p:sp>
          <p:nvSpPr>
            <p:cNvPr id="12" name="object 12" descr=""/>
            <p:cNvSpPr/>
            <p:nvPr/>
          </p:nvSpPr>
          <p:spPr>
            <a:xfrm>
              <a:off x="5084064" y="4828032"/>
              <a:ext cx="2468880" cy="1544320"/>
            </a:xfrm>
            <a:custGeom>
              <a:avLst/>
              <a:gdLst/>
              <a:ahLst/>
              <a:cxnLst/>
              <a:rect l="l" t="t" r="r" b="b"/>
              <a:pathLst>
                <a:path w="2468879" h="1544320">
                  <a:moveTo>
                    <a:pt x="2468880" y="0"/>
                  </a:moveTo>
                  <a:lnTo>
                    <a:pt x="0" y="0"/>
                  </a:lnTo>
                  <a:lnTo>
                    <a:pt x="0" y="1543812"/>
                  </a:lnTo>
                  <a:lnTo>
                    <a:pt x="2468880" y="1543812"/>
                  </a:lnTo>
                  <a:lnTo>
                    <a:pt x="246888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084064" y="4828032"/>
              <a:ext cx="2468880" cy="1544320"/>
            </a:xfrm>
            <a:custGeom>
              <a:avLst/>
              <a:gdLst/>
              <a:ahLst/>
              <a:cxnLst/>
              <a:rect l="l" t="t" r="r" b="b"/>
              <a:pathLst>
                <a:path w="2468879" h="1544320">
                  <a:moveTo>
                    <a:pt x="0" y="0"/>
                  </a:moveTo>
                  <a:lnTo>
                    <a:pt x="2468880" y="0"/>
                  </a:lnTo>
                  <a:lnTo>
                    <a:pt x="2468880" y="1543812"/>
                  </a:lnTo>
                  <a:lnTo>
                    <a:pt x="0" y="154381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809132" y="4941638"/>
              <a:ext cx="662940" cy="282575"/>
            </a:xfrm>
            <a:custGeom>
              <a:avLst/>
              <a:gdLst/>
              <a:ahLst/>
              <a:cxnLst/>
              <a:rect l="l" t="t" r="r" b="b"/>
              <a:pathLst>
                <a:path w="662939" h="282575">
                  <a:moveTo>
                    <a:pt x="572668" y="0"/>
                  </a:moveTo>
                  <a:lnTo>
                    <a:pt x="568655" y="11455"/>
                  </a:lnTo>
                  <a:lnTo>
                    <a:pt x="584997" y="18551"/>
                  </a:lnTo>
                  <a:lnTo>
                    <a:pt x="599051" y="28371"/>
                  </a:lnTo>
                  <a:lnTo>
                    <a:pt x="627584" y="73880"/>
                  </a:lnTo>
                  <a:lnTo>
                    <a:pt x="635871" y="115357"/>
                  </a:lnTo>
                  <a:lnTo>
                    <a:pt x="635914" y="115661"/>
                  </a:lnTo>
                  <a:lnTo>
                    <a:pt x="635910" y="164649"/>
                  </a:lnTo>
                  <a:lnTo>
                    <a:pt x="627542" y="207587"/>
                  </a:lnTo>
                  <a:lnTo>
                    <a:pt x="599063" y="253828"/>
                  </a:lnTo>
                  <a:lnTo>
                    <a:pt x="569099" y="270865"/>
                  </a:lnTo>
                  <a:lnTo>
                    <a:pt x="572668" y="282320"/>
                  </a:lnTo>
                  <a:lnTo>
                    <a:pt x="611177" y="264263"/>
                  </a:lnTo>
                  <a:lnTo>
                    <a:pt x="639495" y="232994"/>
                  </a:lnTo>
                  <a:lnTo>
                    <a:pt x="656904" y="191111"/>
                  </a:lnTo>
                  <a:lnTo>
                    <a:pt x="662711" y="141236"/>
                  </a:lnTo>
                  <a:lnTo>
                    <a:pt x="661273" y="115661"/>
                  </a:lnTo>
                  <a:lnTo>
                    <a:pt x="661256" y="115357"/>
                  </a:lnTo>
                  <a:lnTo>
                    <a:pt x="649611" y="69479"/>
                  </a:lnTo>
                  <a:lnTo>
                    <a:pt x="626510" y="32129"/>
                  </a:lnTo>
                  <a:lnTo>
                    <a:pt x="593135" y="7391"/>
                  </a:lnTo>
                  <a:lnTo>
                    <a:pt x="572668" y="0"/>
                  </a:lnTo>
                  <a:close/>
                </a:path>
                <a:path w="662939" h="282575">
                  <a:moveTo>
                    <a:pt x="90030" y="0"/>
                  </a:moveTo>
                  <a:lnTo>
                    <a:pt x="51617" y="18100"/>
                  </a:lnTo>
                  <a:lnTo>
                    <a:pt x="23291" y="49479"/>
                  </a:lnTo>
                  <a:lnTo>
                    <a:pt x="5821" y="91438"/>
                  </a:lnTo>
                  <a:lnTo>
                    <a:pt x="83" y="139750"/>
                  </a:lnTo>
                  <a:lnTo>
                    <a:pt x="0" y="141236"/>
                  </a:lnTo>
                  <a:lnTo>
                    <a:pt x="1450" y="167173"/>
                  </a:lnTo>
                  <a:lnTo>
                    <a:pt x="13056" y="213051"/>
                  </a:lnTo>
                  <a:lnTo>
                    <a:pt x="36098" y="250279"/>
                  </a:lnTo>
                  <a:lnTo>
                    <a:pt x="69503" y="274944"/>
                  </a:lnTo>
                  <a:lnTo>
                    <a:pt x="90030" y="282320"/>
                  </a:lnTo>
                  <a:lnTo>
                    <a:pt x="93611" y="270865"/>
                  </a:lnTo>
                  <a:lnTo>
                    <a:pt x="77521" y="263743"/>
                  </a:lnTo>
                  <a:lnTo>
                    <a:pt x="63636" y="253828"/>
                  </a:lnTo>
                  <a:lnTo>
                    <a:pt x="35156" y="207587"/>
                  </a:lnTo>
                  <a:lnTo>
                    <a:pt x="26788" y="164649"/>
                  </a:lnTo>
                  <a:lnTo>
                    <a:pt x="25805" y="141236"/>
                  </a:lnTo>
                  <a:lnTo>
                    <a:pt x="25742" y="139750"/>
                  </a:lnTo>
                  <a:lnTo>
                    <a:pt x="29925" y="93705"/>
                  </a:lnTo>
                  <a:lnTo>
                    <a:pt x="42481" y="56184"/>
                  </a:lnTo>
                  <a:lnTo>
                    <a:pt x="77773" y="18551"/>
                  </a:lnTo>
                  <a:lnTo>
                    <a:pt x="94056" y="11455"/>
                  </a:lnTo>
                  <a:lnTo>
                    <a:pt x="900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5607079" y="4851387"/>
            <a:ext cx="14458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301625" algn="l"/>
                <a:tab pos="974725" algn="l"/>
              </a:tabLst>
            </a:pPr>
            <a:r>
              <a:rPr dirty="0" sz="2400" spc="-670">
                <a:latin typeface="Cambria Math"/>
                <a:cs typeface="Cambria Math"/>
              </a:rPr>
              <a:t>𝛿𝛿</a:t>
            </a:r>
            <a:r>
              <a:rPr dirty="0" sz="2400">
                <a:latin typeface="Cambria Math"/>
                <a:cs typeface="Cambria Math"/>
              </a:rPr>
              <a:t>	𝑞,</a:t>
            </a:r>
            <a:r>
              <a:rPr dirty="0" sz="2400" spc="-60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r>
              <a:rPr dirty="0" sz="2400">
                <a:latin typeface="Cambria Math"/>
                <a:cs typeface="Cambria Math"/>
              </a:rPr>
              <a:t>	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𝑟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5333746" y="5452617"/>
            <a:ext cx="1986280" cy="808355"/>
            <a:chOff x="5333746" y="5452617"/>
            <a:chExt cx="1986280" cy="808355"/>
          </a:xfrm>
        </p:grpSpPr>
        <p:sp>
          <p:nvSpPr>
            <p:cNvPr id="17" name="object 17" descr=""/>
            <p:cNvSpPr/>
            <p:nvPr/>
          </p:nvSpPr>
          <p:spPr>
            <a:xfrm>
              <a:off x="5340096" y="5458967"/>
              <a:ext cx="789940" cy="795655"/>
            </a:xfrm>
            <a:custGeom>
              <a:avLst/>
              <a:gdLst/>
              <a:ahLst/>
              <a:cxnLst/>
              <a:rect l="l" t="t" r="r" b="b"/>
              <a:pathLst>
                <a:path w="789939" h="795654">
                  <a:moveTo>
                    <a:pt x="394716" y="0"/>
                  </a:moveTo>
                  <a:lnTo>
                    <a:pt x="348683" y="2675"/>
                  </a:lnTo>
                  <a:lnTo>
                    <a:pt x="304211" y="10504"/>
                  </a:lnTo>
                  <a:lnTo>
                    <a:pt x="261594" y="23188"/>
                  </a:lnTo>
                  <a:lnTo>
                    <a:pt x="221129" y="40428"/>
                  </a:lnTo>
                  <a:lnTo>
                    <a:pt x="183113" y="61925"/>
                  </a:lnTo>
                  <a:lnTo>
                    <a:pt x="147841" y="87382"/>
                  </a:lnTo>
                  <a:lnTo>
                    <a:pt x="115609" y="116500"/>
                  </a:lnTo>
                  <a:lnTo>
                    <a:pt x="86714" y="148980"/>
                  </a:lnTo>
                  <a:lnTo>
                    <a:pt x="61452" y="184524"/>
                  </a:lnTo>
                  <a:lnTo>
                    <a:pt x="40119" y="222835"/>
                  </a:lnTo>
                  <a:lnTo>
                    <a:pt x="23011" y="263612"/>
                  </a:lnTo>
                  <a:lnTo>
                    <a:pt x="10424" y="306558"/>
                  </a:lnTo>
                  <a:lnTo>
                    <a:pt x="2655" y="351375"/>
                  </a:lnTo>
                  <a:lnTo>
                    <a:pt x="0" y="397763"/>
                  </a:lnTo>
                  <a:lnTo>
                    <a:pt x="2655" y="444152"/>
                  </a:lnTo>
                  <a:lnTo>
                    <a:pt x="10424" y="488969"/>
                  </a:lnTo>
                  <a:lnTo>
                    <a:pt x="23011" y="531915"/>
                  </a:lnTo>
                  <a:lnTo>
                    <a:pt x="40119" y="572692"/>
                  </a:lnTo>
                  <a:lnTo>
                    <a:pt x="61452" y="611003"/>
                  </a:lnTo>
                  <a:lnTo>
                    <a:pt x="86714" y="646547"/>
                  </a:lnTo>
                  <a:lnTo>
                    <a:pt x="115609" y="679027"/>
                  </a:lnTo>
                  <a:lnTo>
                    <a:pt x="147841" y="708145"/>
                  </a:lnTo>
                  <a:lnTo>
                    <a:pt x="183113" y="733602"/>
                  </a:lnTo>
                  <a:lnTo>
                    <a:pt x="221129" y="755099"/>
                  </a:lnTo>
                  <a:lnTo>
                    <a:pt x="261594" y="772339"/>
                  </a:lnTo>
                  <a:lnTo>
                    <a:pt x="304211" y="785023"/>
                  </a:lnTo>
                  <a:lnTo>
                    <a:pt x="348683" y="792852"/>
                  </a:lnTo>
                  <a:lnTo>
                    <a:pt x="394716" y="795527"/>
                  </a:lnTo>
                  <a:lnTo>
                    <a:pt x="440748" y="792852"/>
                  </a:lnTo>
                  <a:lnTo>
                    <a:pt x="485220" y="785023"/>
                  </a:lnTo>
                  <a:lnTo>
                    <a:pt x="527837" y="772339"/>
                  </a:lnTo>
                  <a:lnTo>
                    <a:pt x="568302" y="755099"/>
                  </a:lnTo>
                  <a:lnTo>
                    <a:pt x="606318" y="733602"/>
                  </a:lnTo>
                  <a:lnTo>
                    <a:pt x="641590" y="708145"/>
                  </a:lnTo>
                  <a:lnTo>
                    <a:pt x="673822" y="679027"/>
                  </a:lnTo>
                  <a:lnTo>
                    <a:pt x="702717" y="646547"/>
                  </a:lnTo>
                  <a:lnTo>
                    <a:pt x="727979" y="611003"/>
                  </a:lnTo>
                  <a:lnTo>
                    <a:pt x="749312" y="572692"/>
                  </a:lnTo>
                  <a:lnTo>
                    <a:pt x="766420" y="531915"/>
                  </a:lnTo>
                  <a:lnTo>
                    <a:pt x="779007" y="488969"/>
                  </a:lnTo>
                  <a:lnTo>
                    <a:pt x="786776" y="444152"/>
                  </a:lnTo>
                  <a:lnTo>
                    <a:pt x="789432" y="397763"/>
                  </a:lnTo>
                  <a:lnTo>
                    <a:pt x="786776" y="351375"/>
                  </a:lnTo>
                  <a:lnTo>
                    <a:pt x="779007" y="306558"/>
                  </a:lnTo>
                  <a:lnTo>
                    <a:pt x="766420" y="263612"/>
                  </a:lnTo>
                  <a:lnTo>
                    <a:pt x="749312" y="222835"/>
                  </a:lnTo>
                  <a:lnTo>
                    <a:pt x="727979" y="184524"/>
                  </a:lnTo>
                  <a:lnTo>
                    <a:pt x="702717" y="148980"/>
                  </a:lnTo>
                  <a:lnTo>
                    <a:pt x="673822" y="116500"/>
                  </a:lnTo>
                  <a:lnTo>
                    <a:pt x="641590" y="87382"/>
                  </a:lnTo>
                  <a:lnTo>
                    <a:pt x="606318" y="61925"/>
                  </a:lnTo>
                  <a:lnTo>
                    <a:pt x="568302" y="40428"/>
                  </a:lnTo>
                  <a:lnTo>
                    <a:pt x="527837" y="23188"/>
                  </a:lnTo>
                  <a:lnTo>
                    <a:pt x="485220" y="10504"/>
                  </a:lnTo>
                  <a:lnTo>
                    <a:pt x="440748" y="2675"/>
                  </a:lnTo>
                  <a:lnTo>
                    <a:pt x="3947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340096" y="5458967"/>
              <a:ext cx="789940" cy="795655"/>
            </a:xfrm>
            <a:custGeom>
              <a:avLst/>
              <a:gdLst/>
              <a:ahLst/>
              <a:cxnLst/>
              <a:rect l="l" t="t" r="r" b="b"/>
              <a:pathLst>
                <a:path w="789939" h="795654">
                  <a:moveTo>
                    <a:pt x="0" y="397763"/>
                  </a:moveTo>
                  <a:lnTo>
                    <a:pt x="2655" y="351375"/>
                  </a:lnTo>
                  <a:lnTo>
                    <a:pt x="10424" y="306558"/>
                  </a:lnTo>
                  <a:lnTo>
                    <a:pt x="23011" y="263612"/>
                  </a:lnTo>
                  <a:lnTo>
                    <a:pt x="40119" y="222835"/>
                  </a:lnTo>
                  <a:lnTo>
                    <a:pt x="61452" y="184524"/>
                  </a:lnTo>
                  <a:lnTo>
                    <a:pt x="86714" y="148980"/>
                  </a:lnTo>
                  <a:lnTo>
                    <a:pt x="115609" y="116500"/>
                  </a:lnTo>
                  <a:lnTo>
                    <a:pt x="147841" y="87382"/>
                  </a:lnTo>
                  <a:lnTo>
                    <a:pt x="183113" y="61925"/>
                  </a:lnTo>
                  <a:lnTo>
                    <a:pt x="221129" y="40428"/>
                  </a:lnTo>
                  <a:lnTo>
                    <a:pt x="261594" y="23188"/>
                  </a:lnTo>
                  <a:lnTo>
                    <a:pt x="304211" y="10504"/>
                  </a:lnTo>
                  <a:lnTo>
                    <a:pt x="348683" y="2675"/>
                  </a:lnTo>
                  <a:lnTo>
                    <a:pt x="394716" y="0"/>
                  </a:lnTo>
                  <a:lnTo>
                    <a:pt x="440748" y="2675"/>
                  </a:lnTo>
                  <a:lnTo>
                    <a:pt x="485220" y="10504"/>
                  </a:lnTo>
                  <a:lnTo>
                    <a:pt x="527837" y="23188"/>
                  </a:lnTo>
                  <a:lnTo>
                    <a:pt x="568302" y="40428"/>
                  </a:lnTo>
                  <a:lnTo>
                    <a:pt x="606318" y="61925"/>
                  </a:lnTo>
                  <a:lnTo>
                    <a:pt x="641590" y="87382"/>
                  </a:lnTo>
                  <a:lnTo>
                    <a:pt x="673822" y="116500"/>
                  </a:lnTo>
                  <a:lnTo>
                    <a:pt x="702717" y="148980"/>
                  </a:lnTo>
                  <a:lnTo>
                    <a:pt x="727979" y="184524"/>
                  </a:lnTo>
                  <a:lnTo>
                    <a:pt x="749312" y="222835"/>
                  </a:lnTo>
                  <a:lnTo>
                    <a:pt x="766420" y="263612"/>
                  </a:lnTo>
                  <a:lnTo>
                    <a:pt x="779007" y="306558"/>
                  </a:lnTo>
                  <a:lnTo>
                    <a:pt x="786776" y="351375"/>
                  </a:lnTo>
                  <a:lnTo>
                    <a:pt x="789432" y="397763"/>
                  </a:lnTo>
                  <a:lnTo>
                    <a:pt x="786776" y="444152"/>
                  </a:lnTo>
                  <a:lnTo>
                    <a:pt x="779007" y="488969"/>
                  </a:lnTo>
                  <a:lnTo>
                    <a:pt x="766420" y="531915"/>
                  </a:lnTo>
                  <a:lnTo>
                    <a:pt x="749312" y="572692"/>
                  </a:lnTo>
                  <a:lnTo>
                    <a:pt x="727979" y="611003"/>
                  </a:lnTo>
                  <a:lnTo>
                    <a:pt x="702717" y="646547"/>
                  </a:lnTo>
                  <a:lnTo>
                    <a:pt x="673822" y="679027"/>
                  </a:lnTo>
                  <a:lnTo>
                    <a:pt x="641590" y="708145"/>
                  </a:lnTo>
                  <a:lnTo>
                    <a:pt x="606318" y="733602"/>
                  </a:lnTo>
                  <a:lnTo>
                    <a:pt x="568302" y="755099"/>
                  </a:lnTo>
                  <a:lnTo>
                    <a:pt x="527837" y="772339"/>
                  </a:lnTo>
                  <a:lnTo>
                    <a:pt x="485220" y="785023"/>
                  </a:lnTo>
                  <a:lnTo>
                    <a:pt x="440748" y="792852"/>
                  </a:lnTo>
                  <a:lnTo>
                    <a:pt x="394716" y="795527"/>
                  </a:lnTo>
                  <a:lnTo>
                    <a:pt x="348683" y="792852"/>
                  </a:lnTo>
                  <a:lnTo>
                    <a:pt x="304211" y="785023"/>
                  </a:lnTo>
                  <a:lnTo>
                    <a:pt x="261594" y="772339"/>
                  </a:lnTo>
                  <a:lnTo>
                    <a:pt x="221129" y="755099"/>
                  </a:lnTo>
                  <a:lnTo>
                    <a:pt x="183113" y="733602"/>
                  </a:lnTo>
                  <a:lnTo>
                    <a:pt x="147841" y="708145"/>
                  </a:lnTo>
                  <a:lnTo>
                    <a:pt x="115609" y="679027"/>
                  </a:lnTo>
                  <a:lnTo>
                    <a:pt x="86714" y="646547"/>
                  </a:lnTo>
                  <a:lnTo>
                    <a:pt x="61452" y="611003"/>
                  </a:lnTo>
                  <a:lnTo>
                    <a:pt x="40119" y="572692"/>
                  </a:lnTo>
                  <a:lnTo>
                    <a:pt x="23011" y="531915"/>
                  </a:lnTo>
                  <a:lnTo>
                    <a:pt x="10424" y="488969"/>
                  </a:lnTo>
                  <a:lnTo>
                    <a:pt x="2655" y="444152"/>
                  </a:lnTo>
                  <a:lnTo>
                    <a:pt x="0" y="39776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130290" y="5857493"/>
              <a:ext cx="300355" cy="0"/>
            </a:xfrm>
            <a:custGeom>
              <a:avLst/>
              <a:gdLst/>
              <a:ahLst/>
              <a:cxnLst/>
              <a:rect l="l" t="t" r="r" b="b"/>
              <a:pathLst>
                <a:path w="300354" h="0">
                  <a:moveTo>
                    <a:pt x="0" y="0"/>
                  </a:moveTo>
                  <a:lnTo>
                    <a:pt x="299745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410988" y="5800338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299"/>
                  </a:lnTo>
                  <a:lnTo>
                    <a:pt x="114300" y="571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524244" y="5458967"/>
              <a:ext cx="789940" cy="795655"/>
            </a:xfrm>
            <a:custGeom>
              <a:avLst/>
              <a:gdLst/>
              <a:ahLst/>
              <a:cxnLst/>
              <a:rect l="l" t="t" r="r" b="b"/>
              <a:pathLst>
                <a:path w="789940" h="795654">
                  <a:moveTo>
                    <a:pt x="394716" y="0"/>
                  </a:moveTo>
                  <a:lnTo>
                    <a:pt x="348683" y="2675"/>
                  </a:lnTo>
                  <a:lnTo>
                    <a:pt x="304211" y="10504"/>
                  </a:lnTo>
                  <a:lnTo>
                    <a:pt x="261594" y="23188"/>
                  </a:lnTo>
                  <a:lnTo>
                    <a:pt x="221129" y="40428"/>
                  </a:lnTo>
                  <a:lnTo>
                    <a:pt x="183113" y="61925"/>
                  </a:lnTo>
                  <a:lnTo>
                    <a:pt x="147841" y="87382"/>
                  </a:lnTo>
                  <a:lnTo>
                    <a:pt x="115609" y="116500"/>
                  </a:lnTo>
                  <a:lnTo>
                    <a:pt x="86714" y="148980"/>
                  </a:lnTo>
                  <a:lnTo>
                    <a:pt x="61452" y="184524"/>
                  </a:lnTo>
                  <a:lnTo>
                    <a:pt x="40119" y="222835"/>
                  </a:lnTo>
                  <a:lnTo>
                    <a:pt x="23011" y="263612"/>
                  </a:lnTo>
                  <a:lnTo>
                    <a:pt x="10424" y="306558"/>
                  </a:lnTo>
                  <a:lnTo>
                    <a:pt x="2655" y="351375"/>
                  </a:lnTo>
                  <a:lnTo>
                    <a:pt x="0" y="397763"/>
                  </a:lnTo>
                  <a:lnTo>
                    <a:pt x="2655" y="444152"/>
                  </a:lnTo>
                  <a:lnTo>
                    <a:pt x="10424" y="488969"/>
                  </a:lnTo>
                  <a:lnTo>
                    <a:pt x="23011" y="531915"/>
                  </a:lnTo>
                  <a:lnTo>
                    <a:pt x="40119" y="572692"/>
                  </a:lnTo>
                  <a:lnTo>
                    <a:pt x="61452" y="611003"/>
                  </a:lnTo>
                  <a:lnTo>
                    <a:pt x="86714" y="646547"/>
                  </a:lnTo>
                  <a:lnTo>
                    <a:pt x="115609" y="679027"/>
                  </a:lnTo>
                  <a:lnTo>
                    <a:pt x="147841" y="708145"/>
                  </a:lnTo>
                  <a:lnTo>
                    <a:pt x="183113" y="733602"/>
                  </a:lnTo>
                  <a:lnTo>
                    <a:pt x="221129" y="755099"/>
                  </a:lnTo>
                  <a:lnTo>
                    <a:pt x="261594" y="772339"/>
                  </a:lnTo>
                  <a:lnTo>
                    <a:pt x="304211" y="785023"/>
                  </a:lnTo>
                  <a:lnTo>
                    <a:pt x="348683" y="792852"/>
                  </a:lnTo>
                  <a:lnTo>
                    <a:pt x="394716" y="795527"/>
                  </a:lnTo>
                  <a:lnTo>
                    <a:pt x="440748" y="792852"/>
                  </a:lnTo>
                  <a:lnTo>
                    <a:pt x="485220" y="785023"/>
                  </a:lnTo>
                  <a:lnTo>
                    <a:pt x="527837" y="772339"/>
                  </a:lnTo>
                  <a:lnTo>
                    <a:pt x="568302" y="755099"/>
                  </a:lnTo>
                  <a:lnTo>
                    <a:pt x="606318" y="733602"/>
                  </a:lnTo>
                  <a:lnTo>
                    <a:pt x="641590" y="708145"/>
                  </a:lnTo>
                  <a:lnTo>
                    <a:pt x="673822" y="679027"/>
                  </a:lnTo>
                  <a:lnTo>
                    <a:pt x="702717" y="646547"/>
                  </a:lnTo>
                  <a:lnTo>
                    <a:pt x="727979" y="611003"/>
                  </a:lnTo>
                  <a:lnTo>
                    <a:pt x="749312" y="572692"/>
                  </a:lnTo>
                  <a:lnTo>
                    <a:pt x="766420" y="531915"/>
                  </a:lnTo>
                  <a:lnTo>
                    <a:pt x="779007" y="488969"/>
                  </a:lnTo>
                  <a:lnTo>
                    <a:pt x="786776" y="444152"/>
                  </a:lnTo>
                  <a:lnTo>
                    <a:pt x="789432" y="397763"/>
                  </a:lnTo>
                  <a:lnTo>
                    <a:pt x="786776" y="351375"/>
                  </a:lnTo>
                  <a:lnTo>
                    <a:pt x="779007" y="306558"/>
                  </a:lnTo>
                  <a:lnTo>
                    <a:pt x="766420" y="263612"/>
                  </a:lnTo>
                  <a:lnTo>
                    <a:pt x="749312" y="222835"/>
                  </a:lnTo>
                  <a:lnTo>
                    <a:pt x="727979" y="184524"/>
                  </a:lnTo>
                  <a:lnTo>
                    <a:pt x="702717" y="148980"/>
                  </a:lnTo>
                  <a:lnTo>
                    <a:pt x="673822" y="116500"/>
                  </a:lnTo>
                  <a:lnTo>
                    <a:pt x="641590" y="87382"/>
                  </a:lnTo>
                  <a:lnTo>
                    <a:pt x="606318" y="61925"/>
                  </a:lnTo>
                  <a:lnTo>
                    <a:pt x="568302" y="40428"/>
                  </a:lnTo>
                  <a:lnTo>
                    <a:pt x="527837" y="23188"/>
                  </a:lnTo>
                  <a:lnTo>
                    <a:pt x="485220" y="10504"/>
                  </a:lnTo>
                  <a:lnTo>
                    <a:pt x="440748" y="2675"/>
                  </a:lnTo>
                  <a:lnTo>
                    <a:pt x="3947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524244" y="5458967"/>
              <a:ext cx="789940" cy="795655"/>
            </a:xfrm>
            <a:custGeom>
              <a:avLst/>
              <a:gdLst/>
              <a:ahLst/>
              <a:cxnLst/>
              <a:rect l="l" t="t" r="r" b="b"/>
              <a:pathLst>
                <a:path w="789940" h="795654">
                  <a:moveTo>
                    <a:pt x="0" y="397763"/>
                  </a:moveTo>
                  <a:lnTo>
                    <a:pt x="2655" y="351375"/>
                  </a:lnTo>
                  <a:lnTo>
                    <a:pt x="10424" y="306558"/>
                  </a:lnTo>
                  <a:lnTo>
                    <a:pt x="23011" y="263612"/>
                  </a:lnTo>
                  <a:lnTo>
                    <a:pt x="40119" y="222835"/>
                  </a:lnTo>
                  <a:lnTo>
                    <a:pt x="61452" y="184524"/>
                  </a:lnTo>
                  <a:lnTo>
                    <a:pt x="86714" y="148980"/>
                  </a:lnTo>
                  <a:lnTo>
                    <a:pt x="115609" y="116500"/>
                  </a:lnTo>
                  <a:lnTo>
                    <a:pt x="147841" y="87382"/>
                  </a:lnTo>
                  <a:lnTo>
                    <a:pt x="183113" y="61925"/>
                  </a:lnTo>
                  <a:lnTo>
                    <a:pt x="221129" y="40428"/>
                  </a:lnTo>
                  <a:lnTo>
                    <a:pt x="261594" y="23188"/>
                  </a:lnTo>
                  <a:lnTo>
                    <a:pt x="304211" y="10504"/>
                  </a:lnTo>
                  <a:lnTo>
                    <a:pt x="348683" y="2675"/>
                  </a:lnTo>
                  <a:lnTo>
                    <a:pt x="394716" y="0"/>
                  </a:lnTo>
                  <a:lnTo>
                    <a:pt x="440748" y="2675"/>
                  </a:lnTo>
                  <a:lnTo>
                    <a:pt x="485220" y="10504"/>
                  </a:lnTo>
                  <a:lnTo>
                    <a:pt x="527837" y="23188"/>
                  </a:lnTo>
                  <a:lnTo>
                    <a:pt x="568302" y="40428"/>
                  </a:lnTo>
                  <a:lnTo>
                    <a:pt x="606318" y="61925"/>
                  </a:lnTo>
                  <a:lnTo>
                    <a:pt x="641590" y="87382"/>
                  </a:lnTo>
                  <a:lnTo>
                    <a:pt x="673822" y="116500"/>
                  </a:lnTo>
                  <a:lnTo>
                    <a:pt x="702717" y="148980"/>
                  </a:lnTo>
                  <a:lnTo>
                    <a:pt x="727979" y="184524"/>
                  </a:lnTo>
                  <a:lnTo>
                    <a:pt x="749312" y="222835"/>
                  </a:lnTo>
                  <a:lnTo>
                    <a:pt x="766420" y="263612"/>
                  </a:lnTo>
                  <a:lnTo>
                    <a:pt x="779007" y="306558"/>
                  </a:lnTo>
                  <a:lnTo>
                    <a:pt x="786776" y="351375"/>
                  </a:lnTo>
                  <a:lnTo>
                    <a:pt x="789432" y="397763"/>
                  </a:lnTo>
                  <a:lnTo>
                    <a:pt x="786776" y="444152"/>
                  </a:lnTo>
                  <a:lnTo>
                    <a:pt x="779007" y="488969"/>
                  </a:lnTo>
                  <a:lnTo>
                    <a:pt x="766420" y="531915"/>
                  </a:lnTo>
                  <a:lnTo>
                    <a:pt x="749312" y="572692"/>
                  </a:lnTo>
                  <a:lnTo>
                    <a:pt x="727979" y="611003"/>
                  </a:lnTo>
                  <a:lnTo>
                    <a:pt x="702717" y="646547"/>
                  </a:lnTo>
                  <a:lnTo>
                    <a:pt x="673822" y="679027"/>
                  </a:lnTo>
                  <a:lnTo>
                    <a:pt x="641590" y="708145"/>
                  </a:lnTo>
                  <a:lnTo>
                    <a:pt x="606318" y="733602"/>
                  </a:lnTo>
                  <a:lnTo>
                    <a:pt x="568302" y="755099"/>
                  </a:lnTo>
                  <a:lnTo>
                    <a:pt x="527837" y="772339"/>
                  </a:lnTo>
                  <a:lnTo>
                    <a:pt x="485220" y="785023"/>
                  </a:lnTo>
                  <a:lnTo>
                    <a:pt x="440748" y="792852"/>
                  </a:lnTo>
                  <a:lnTo>
                    <a:pt x="394716" y="795527"/>
                  </a:lnTo>
                  <a:lnTo>
                    <a:pt x="348683" y="792852"/>
                  </a:lnTo>
                  <a:lnTo>
                    <a:pt x="304211" y="785023"/>
                  </a:lnTo>
                  <a:lnTo>
                    <a:pt x="261594" y="772339"/>
                  </a:lnTo>
                  <a:lnTo>
                    <a:pt x="221129" y="755099"/>
                  </a:lnTo>
                  <a:lnTo>
                    <a:pt x="183113" y="733602"/>
                  </a:lnTo>
                  <a:lnTo>
                    <a:pt x="147841" y="708145"/>
                  </a:lnTo>
                  <a:lnTo>
                    <a:pt x="115609" y="679027"/>
                  </a:lnTo>
                  <a:lnTo>
                    <a:pt x="86714" y="646547"/>
                  </a:lnTo>
                  <a:lnTo>
                    <a:pt x="61452" y="611003"/>
                  </a:lnTo>
                  <a:lnTo>
                    <a:pt x="40119" y="572692"/>
                  </a:lnTo>
                  <a:lnTo>
                    <a:pt x="23011" y="531915"/>
                  </a:lnTo>
                  <a:lnTo>
                    <a:pt x="10424" y="488969"/>
                  </a:lnTo>
                  <a:lnTo>
                    <a:pt x="2655" y="444152"/>
                  </a:lnTo>
                  <a:lnTo>
                    <a:pt x="0" y="39776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5609937" y="5651643"/>
            <a:ext cx="13531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195070" algn="l"/>
              </a:tabLst>
            </a:pPr>
            <a:r>
              <a:rPr dirty="0" sz="2400" spc="-50">
                <a:latin typeface="Cambria Math"/>
                <a:cs typeface="Cambria Math"/>
              </a:rPr>
              <a:t>𝑞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50">
                <a:latin typeface="Cambria Math"/>
                <a:cs typeface="Cambria Math"/>
              </a:rPr>
              <a:t>𝑟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6245616" y="5464504"/>
            <a:ext cx="1339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Franklin Gothic Medium"/>
                <a:cs typeface="Franklin Gothic Medium"/>
              </a:rPr>
              <a:t>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1141475" y="2932174"/>
            <a:ext cx="4363720" cy="895350"/>
            <a:chOff x="1141475" y="2932174"/>
            <a:chExt cx="4363720" cy="895350"/>
          </a:xfrm>
        </p:grpSpPr>
        <p:sp>
          <p:nvSpPr>
            <p:cNvPr id="26" name="object 26" descr=""/>
            <p:cNvSpPr/>
            <p:nvPr/>
          </p:nvSpPr>
          <p:spPr>
            <a:xfrm>
              <a:off x="1179572" y="3147059"/>
              <a:ext cx="3889375" cy="617220"/>
            </a:xfrm>
            <a:custGeom>
              <a:avLst/>
              <a:gdLst/>
              <a:ahLst/>
              <a:cxnLst/>
              <a:rect l="l" t="t" r="r" b="b"/>
              <a:pathLst>
                <a:path w="3889375" h="617220">
                  <a:moveTo>
                    <a:pt x="3889209" y="0"/>
                  </a:moveTo>
                  <a:lnTo>
                    <a:pt x="0" y="0"/>
                  </a:lnTo>
                  <a:lnTo>
                    <a:pt x="0" y="61690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141475" y="375126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199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5068823" y="2932174"/>
              <a:ext cx="0" cy="215900"/>
            </a:xfrm>
            <a:custGeom>
              <a:avLst/>
              <a:gdLst/>
              <a:ahLst/>
              <a:cxnLst/>
              <a:rect l="l" t="t" r="r" b="b"/>
              <a:pathLst>
                <a:path w="0" h="215900">
                  <a:moveTo>
                    <a:pt x="0" y="21531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233925" y="3220211"/>
              <a:ext cx="2263775" cy="537845"/>
            </a:xfrm>
            <a:custGeom>
              <a:avLst/>
              <a:gdLst/>
              <a:ahLst/>
              <a:cxnLst/>
              <a:rect l="l" t="t" r="r" b="b"/>
              <a:pathLst>
                <a:path w="2263775" h="537845">
                  <a:moveTo>
                    <a:pt x="2263622" y="0"/>
                  </a:moveTo>
                  <a:lnTo>
                    <a:pt x="0" y="0"/>
                  </a:lnTo>
                  <a:lnTo>
                    <a:pt x="0" y="53726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195827" y="374477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199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5498591" y="3031229"/>
              <a:ext cx="0" cy="190500"/>
            </a:xfrm>
            <a:custGeom>
              <a:avLst/>
              <a:gdLst/>
              <a:ahLst/>
              <a:cxnLst/>
              <a:rect l="l" t="t" r="r" b="b"/>
              <a:pathLst>
                <a:path w="0" h="190500">
                  <a:moveTo>
                    <a:pt x="0" y="190119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" name="object 32" descr=""/>
          <p:cNvGrpSpPr/>
          <p:nvPr/>
        </p:nvGrpSpPr>
        <p:grpSpPr>
          <a:xfrm>
            <a:off x="6508750" y="2904744"/>
            <a:ext cx="4404995" cy="895985"/>
            <a:chOff x="6508750" y="2904744"/>
            <a:chExt cx="4404995" cy="895985"/>
          </a:xfrm>
        </p:grpSpPr>
        <p:sp>
          <p:nvSpPr>
            <p:cNvPr id="33" name="object 33" descr=""/>
            <p:cNvSpPr/>
            <p:nvPr/>
          </p:nvSpPr>
          <p:spPr>
            <a:xfrm>
              <a:off x="6986016" y="3119628"/>
              <a:ext cx="3889375" cy="617220"/>
            </a:xfrm>
            <a:custGeom>
              <a:avLst/>
              <a:gdLst/>
              <a:ahLst/>
              <a:cxnLst/>
              <a:rect l="l" t="t" r="r" b="b"/>
              <a:pathLst>
                <a:path w="3889375" h="617220">
                  <a:moveTo>
                    <a:pt x="0" y="0"/>
                  </a:moveTo>
                  <a:lnTo>
                    <a:pt x="3889209" y="0"/>
                  </a:lnTo>
                  <a:lnTo>
                    <a:pt x="3889209" y="61690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0837120" y="372383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6986016" y="2904744"/>
              <a:ext cx="0" cy="215900"/>
            </a:xfrm>
            <a:custGeom>
              <a:avLst/>
              <a:gdLst/>
              <a:ahLst/>
              <a:cxnLst/>
              <a:rect l="l" t="t" r="r" b="b"/>
              <a:pathLst>
                <a:path w="0" h="215900">
                  <a:moveTo>
                    <a:pt x="0" y="215315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6515100" y="3201924"/>
              <a:ext cx="2263775" cy="535305"/>
            </a:xfrm>
            <a:custGeom>
              <a:avLst/>
              <a:gdLst/>
              <a:ahLst/>
              <a:cxnLst/>
              <a:rect l="l" t="t" r="r" b="b"/>
              <a:pathLst>
                <a:path w="2263775" h="535304">
                  <a:moveTo>
                    <a:pt x="0" y="0"/>
                  </a:moveTo>
                  <a:lnTo>
                    <a:pt x="2263622" y="0"/>
                  </a:lnTo>
                  <a:lnTo>
                    <a:pt x="2263622" y="535127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8740618" y="372435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6515100" y="3012950"/>
              <a:ext cx="0" cy="189865"/>
            </a:xfrm>
            <a:custGeom>
              <a:avLst/>
              <a:gdLst/>
              <a:ahLst/>
              <a:cxnLst/>
              <a:rect l="l" t="t" r="r" b="b"/>
              <a:pathLst>
                <a:path w="0" h="189864">
                  <a:moveTo>
                    <a:pt x="0" y="189433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9" name="object 39" descr=""/>
          <p:cNvGrpSpPr/>
          <p:nvPr/>
        </p:nvGrpSpPr>
        <p:grpSpPr>
          <a:xfrm>
            <a:off x="5946651" y="2950464"/>
            <a:ext cx="76200" cy="831215"/>
            <a:chOff x="5946651" y="2950464"/>
            <a:chExt cx="76200" cy="831215"/>
          </a:xfrm>
        </p:grpSpPr>
        <p:sp>
          <p:nvSpPr>
            <p:cNvPr id="40" name="object 40" descr=""/>
            <p:cNvSpPr/>
            <p:nvPr/>
          </p:nvSpPr>
          <p:spPr>
            <a:xfrm>
              <a:off x="5984747" y="2950464"/>
              <a:ext cx="0" cy="767715"/>
            </a:xfrm>
            <a:custGeom>
              <a:avLst/>
              <a:gdLst/>
              <a:ahLst/>
              <a:cxnLst/>
              <a:rect l="l" t="t" r="r" b="b"/>
              <a:pathLst>
                <a:path w="0" h="767714">
                  <a:moveTo>
                    <a:pt x="0" y="0"/>
                  </a:moveTo>
                  <a:lnTo>
                    <a:pt x="0" y="76749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5946651" y="370526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10404347" y="4828032"/>
            <a:ext cx="1228725" cy="5232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3655" rIns="0" bIns="0" rtlCol="0" vert="horz">
            <a:spAutoFit/>
          </a:bodyPr>
          <a:lstStyle/>
          <a:p>
            <a:pPr marL="141605">
              <a:lnSpc>
                <a:spcPct val="100000"/>
              </a:lnSpc>
              <a:spcBef>
                <a:spcPts val="265"/>
              </a:spcBef>
            </a:pPr>
            <a:r>
              <a:rPr dirty="0" sz="2800">
                <a:latin typeface="Cambria Math"/>
                <a:cs typeface="Cambria Math"/>
              </a:rPr>
              <a:t>𝐹</a:t>
            </a:r>
            <a:r>
              <a:rPr dirty="0" sz="2800" spc="26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⊆</a:t>
            </a:r>
            <a:r>
              <a:rPr dirty="0" sz="2800" spc="135">
                <a:latin typeface="Cambria Math"/>
                <a:cs typeface="Cambria Math"/>
              </a:rPr>
              <a:t> </a:t>
            </a:r>
            <a:r>
              <a:rPr dirty="0" sz="2800" spc="-969">
                <a:latin typeface="Cambria Math"/>
                <a:cs typeface="Cambria Math"/>
              </a:rPr>
              <a:t>𝑄𝑄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9595104" y="5503164"/>
            <a:ext cx="2346960" cy="70739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7465" rIns="0" bIns="0" rtlCol="0" vert="horz">
            <a:spAutoFit/>
          </a:bodyPr>
          <a:lstStyle/>
          <a:p>
            <a:pPr marL="90805" marR="87630">
              <a:lnSpc>
                <a:spcPct val="100000"/>
              </a:lnSpc>
              <a:spcBef>
                <a:spcPts val="295"/>
              </a:spcBef>
            </a:pPr>
            <a:r>
              <a:rPr dirty="0" sz="2000">
                <a:latin typeface="Franklin Gothic Medium"/>
                <a:cs typeface="Franklin Gothic Medium"/>
              </a:rPr>
              <a:t>Can</a:t>
            </a:r>
            <a:r>
              <a:rPr dirty="0" sz="2000" spc="-75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have</a:t>
            </a:r>
            <a:r>
              <a:rPr dirty="0" sz="2000" spc="-70">
                <a:latin typeface="Franklin Gothic Medium"/>
                <a:cs typeface="Franklin Gothic Medium"/>
              </a:rPr>
              <a:t> </a:t>
            </a:r>
            <a:r>
              <a:rPr dirty="0" sz="2000" spc="-20">
                <a:latin typeface="Franklin Gothic Medium"/>
                <a:cs typeface="Franklin Gothic Medium"/>
              </a:rPr>
              <a:t>more</a:t>
            </a:r>
            <a:r>
              <a:rPr dirty="0" sz="2000" spc="-95">
                <a:latin typeface="Franklin Gothic Medium"/>
                <a:cs typeface="Franklin Gothic Medium"/>
              </a:rPr>
              <a:t> </a:t>
            </a:r>
            <a:r>
              <a:rPr dirty="0" sz="2000" spc="-20">
                <a:latin typeface="Franklin Gothic Medium"/>
                <a:cs typeface="Franklin Gothic Medium"/>
              </a:rPr>
              <a:t>than </a:t>
            </a:r>
            <a:r>
              <a:rPr dirty="0" sz="2000">
                <a:latin typeface="Franklin Gothic Medium"/>
                <a:cs typeface="Franklin Gothic Medium"/>
              </a:rPr>
              <a:t>1</a:t>
            </a:r>
            <a:r>
              <a:rPr dirty="0" sz="2000" spc="-5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accept</a:t>
            </a:r>
            <a:r>
              <a:rPr dirty="0" sz="2000" spc="-60">
                <a:latin typeface="Franklin Gothic Medium"/>
                <a:cs typeface="Franklin Gothic Medium"/>
              </a:rPr>
              <a:t> </a:t>
            </a:r>
            <a:r>
              <a:rPr dirty="0" sz="2000" spc="-20">
                <a:latin typeface="Franklin Gothic Medium"/>
                <a:cs typeface="Franklin Gothic Medium"/>
              </a:rPr>
              <a:t>state</a:t>
            </a:r>
            <a:endParaRPr sz="20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38" y="63201"/>
            <a:ext cx="505904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Previous</a:t>
            </a:r>
            <a:r>
              <a:rPr dirty="0" spc="-160"/>
              <a:t> </a:t>
            </a:r>
            <a:r>
              <a:rPr dirty="0"/>
              <a:t>Class</a:t>
            </a:r>
            <a:r>
              <a:rPr dirty="0" spc="-155"/>
              <a:t> </a:t>
            </a:r>
            <a:r>
              <a:rPr dirty="0" spc="-30"/>
              <a:t>Recap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39573" y="1322132"/>
            <a:ext cx="96647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Def:</a:t>
            </a:r>
            <a:r>
              <a:rPr dirty="0" sz="2800" spc="-175">
                <a:latin typeface="Franklin Gothic Medium"/>
                <a:cs typeface="Franklin Gothic Medium"/>
              </a:rPr>
              <a:t> </a:t>
            </a:r>
            <a:r>
              <a:rPr dirty="0" sz="2800" spc="-210">
                <a:latin typeface="Franklin Gothic Medium"/>
                <a:cs typeface="Franklin Gothic Medium"/>
              </a:rPr>
              <a:t>A</a:t>
            </a:r>
            <a:r>
              <a:rPr dirty="0" sz="2800" spc="5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latin typeface="Franklin Gothic Medium"/>
                <a:cs typeface="Franklin Gothic Medium"/>
              </a:rPr>
              <a:t>language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if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some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finite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45">
                <a:latin typeface="Franklin Gothic Medium"/>
                <a:cs typeface="Franklin Gothic Medium"/>
              </a:rPr>
              <a:t>automaton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recognizes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it.</a:t>
            </a:r>
            <a:endParaRPr sz="2800">
              <a:latin typeface="Franklin Gothic Medium"/>
              <a:cs typeface="Franklin Gothic Medium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7830057" y="2627122"/>
            <a:ext cx="811530" cy="819150"/>
            <a:chOff x="7830057" y="2627122"/>
            <a:chExt cx="811530" cy="819150"/>
          </a:xfrm>
        </p:grpSpPr>
        <p:sp>
          <p:nvSpPr>
            <p:cNvPr id="5" name="object 5" descr=""/>
            <p:cNvSpPr/>
            <p:nvPr/>
          </p:nvSpPr>
          <p:spPr>
            <a:xfrm>
              <a:off x="7836407" y="2633472"/>
              <a:ext cx="798830" cy="806450"/>
            </a:xfrm>
            <a:custGeom>
              <a:avLst/>
              <a:gdLst/>
              <a:ahLst/>
              <a:cxnLst/>
              <a:rect l="l" t="t" r="r" b="b"/>
              <a:pathLst>
                <a:path w="798829" h="806450">
                  <a:moveTo>
                    <a:pt x="399288" y="0"/>
                  </a:moveTo>
                  <a:lnTo>
                    <a:pt x="352722" y="2711"/>
                  </a:lnTo>
                  <a:lnTo>
                    <a:pt x="307734" y="10645"/>
                  </a:lnTo>
                  <a:lnTo>
                    <a:pt x="264623" y="23499"/>
                  </a:lnTo>
                  <a:lnTo>
                    <a:pt x="223690" y="40970"/>
                  </a:lnTo>
                  <a:lnTo>
                    <a:pt x="185233" y="62756"/>
                  </a:lnTo>
                  <a:lnTo>
                    <a:pt x="149552" y="88554"/>
                  </a:lnTo>
                  <a:lnTo>
                    <a:pt x="116947" y="118062"/>
                  </a:lnTo>
                  <a:lnTo>
                    <a:pt x="87718" y="150978"/>
                  </a:lnTo>
                  <a:lnTo>
                    <a:pt x="62163" y="186999"/>
                  </a:lnTo>
                  <a:lnTo>
                    <a:pt x="40583" y="225823"/>
                  </a:lnTo>
                  <a:lnTo>
                    <a:pt x="23277" y="267147"/>
                  </a:lnTo>
                  <a:lnTo>
                    <a:pt x="10545" y="310669"/>
                  </a:lnTo>
                  <a:lnTo>
                    <a:pt x="2686" y="356087"/>
                  </a:lnTo>
                  <a:lnTo>
                    <a:pt x="0" y="403098"/>
                  </a:lnTo>
                  <a:lnTo>
                    <a:pt x="2686" y="450108"/>
                  </a:lnTo>
                  <a:lnTo>
                    <a:pt x="10545" y="495526"/>
                  </a:lnTo>
                  <a:lnTo>
                    <a:pt x="23277" y="539048"/>
                  </a:lnTo>
                  <a:lnTo>
                    <a:pt x="40583" y="580372"/>
                  </a:lnTo>
                  <a:lnTo>
                    <a:pt x="62163" y="619196"/>
                  </a:lnTo>
                  <a:lnTo>
                    <a:pt x="87718" y="655217"/>
                  </a:lnTo>
                  <a:lnTo>
                    <a:pt x="116947" y="688133"/>
                  </a:lnTo>
                  <a:lnTo>
                    <a:pt x="149552" y="717641"/>
                  </a:lnTo>
                  <a:lnTo>
                    <a:pt x="185233" y="743439"/>
                  </a:lnTo>
                  <a:lnTo>
                    <a:pt x="223690" y="765225"/>
                  </a:lnTo>
                  <a:lnTo>
                    <a:pt x="264623" y="782696"/>
                  </a:lnTo>
                  <a:lnTo>
                    <a:pt x="307734" y="795550"/>
                  </a:lnTo>
                  <a:lnTo>
                    <a:pt x="352722" y="803484"/>
                  </a:lnTo>
                  <a:lnTo>
                    <a:pt x="399288" y="806196"/>
                  </a:lnTo>
                  <a:lnTo>
                    <a:pt x="445853" y="803484"/>
                  </a:lnTo>
                  <a:lnTo>
                    <a:pt x="490841" y="795550"/>
                  </a:lnTo>
                  <a:lnTo>
                    <a:pt x="533952" y="782696"/>
                  </a:lnTo>
                  <a:lnTo>
                    <a:pt x="574885" y="765225"/>
                  </a:lnTo>
                  <a:lnTo>
                    <a:pt x="613342" y="743439"/>
                  </a:lnTo>
                  <a:lnTo>
                    <a:pt x="649023" y="717641"/>
                  </a:lnTo>
                  <a:lnTo>
                    <a:pt x="681628" y="688133"/>
                  </a:lnTo>
                  <a:lnTo>
                    <a:pt x="710857" y="655217"/>
                  </a:lnTo>
                  <a:lnTo>
                    <a:pt x="736412" y="619196"/>
                  </a:lnTo>
                  <a:lnTo>
                    <a:pt x="757992" y="580372"/>
                  </a:lnTo>
                  <a:lnTo>
                    <a:pt x="775298" y="539048"/>
                  </a:lnTo>
                  <a:lnTo>
                    <a:pt x="788030" y="495526"/>
                  </a:lnTo>
                  <a:lnTo>
                    <a:pt x="795889" y="450108"/>
                  </a:lnTo>
                  <a:lnTo>
                    <a:pt x="798576" y="403098"/>
                  </a:lnTo>
                  <a:lnTo>
                    <a:pt x="795889" y="356087"/>
                  </a:lnTo>
                  <a:lnTo>
                    <a:pt x="788030" y="310669"/>
                  </a:lnTo>
                  <a:lnTo>
                    <a:pt x="775298" y="267147"/>
                  </a:lnTo>
                  <a:lnTo>
                    <a:pt x="757992" y="225823"/>
                  </a:lnTo>
                  <a:lnTo>
                    <a:pt x="736412" y="186999"/>
                  </a:lnTo>
                  <a:lnTo>
                    <a:pt x="710857" y="150978"/>
                  </a:lnTo>
                  <a:lnTo>
                    <a:pt x="681628" y="118062"/>
                  </a:lnTo>
                  <a:lnTo>
                    <a:pt x="649023" y="88554"/>
                  </a:lnTo>
                  <a:lnTo>
                    <a:pt x="613342" y="62756"/>
                  </a:lnTo>
                  <a:lnTo>
                    <a:pt x="574885" y="40970"/>
                  </a:lnTo>
                  <a:lnTo>
                    <a:pt x="533952" y="23499"/>
                  </a:lnTo>
                  <a:lnTo>
                    <a:pt x="490841" y="10645"/>
                  </a:lnTo>
                  <a:lnTo>
                    <a:pt x="445853" y="2711"/>
                  </a:lnTo>
                  <a:lnTo>
                    <a:pt x="3992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836407" y="2633472"/>
              <a:ext cx="798830" cy="806450"/>
            </a:xfrm>
            <a:custGeom>
              <a:avLst/>
              <a:gdLst/>
              <a:ahLst/>
              <a:cxnLst/>
              <a:rect l="l" t="t" r="r" b="b"/>
              <a:pathLst>
                <a:path w="798829" h="806450">
                  <a:moveTo>
                    <a:pt x="0" y="403098"/>
                  </a:moveTo>
                  <a:lnTo>
                    <a:pt x="2686" y="356087"/>
                  </a:lnTo>
                  <a:lnTo>
                    <a:pt x="10545" y="310669"/>
                  </a:lnTo>
                  <a:lnTo>
                    <a:pt x="23277" y="267147"/>
                  </a:lnTo>
                  <a:lnTo>
                    <a:pt x="40583" y="225823"/>
                  </a:lnTo>
                  <a:lnTo>
                    <a:pt x="62163" y="186999"/>
                  </a:lnTo>
                  <a:lnTo>
                    <a:pt x="87718" y="150978"/>
                  </a:lnTo>
                  <a:lnTo>
                    <a:pt x="116947" y="118062"/>
                  </a:lnTo>
                  <a:lnTo>
                    <a:pt x="149552" y="88554"/>
                  </a:lnTo>
                  <a:lnTo>
                    <a:pt x="185233" y="62756"/>
                  </a:lnTo>
                  <a:lnTo>
                    <a:pt x="223690" y="40970"/>
                  </a:lnTo>
                  <a:lnTo>
                    <a:pt x="264623" y="23499"/>
                  </a:lnTo>
                  <a:lnTo>
                    <a:pt x="307734" y="10645"/>
                  </a:lnTo>
                  <a:lnTo>
                    <a:pt x="352722" y="2711"/>
                  </a:lnTo>
                  <a:lnTo>
                    <a:pt x="399288" y="0"/>
                  </a:lnTo>
                  <a:lnTo>
                    <a:pt x="445853" y="2711"/>
                  </a:lnTo>
                  <a:lnTo>
                    <a:pt x="490841" y="10645"/>
                  </a:lnTo>
                  <a:lnTo>
                    <a:pt x="533952" y="23499"/>
                  </a:lnTo>
                  <a:lnTo>
                    <a:pt x="574885" y="40970"/>
                  </a:lnTo>
                  <a:lnTo>
                    <a:pt x="613342" y="62756"/>
                  </a:lnTo>
                  <a:lnTo>
                    <a:pt x="649023" y="88554"/>
                  </a:lnTo>
                  <a:lnTo>
                    <a:pt x="681628" y="118062"/>
                  </a:lnTo>
                  <a:lnTo>
                    <a:pt x="710857" y="150978"/>
                  </a:lnTo>
                  <a:lnTo>
                    <a:pt x="736412" y="186999"/>
                  </a:lnTo>
                  <a:lnTo>
                    <a:pt x="757992" y="225823"/>
                  </a:lnTo>
                  <a:lnTo>
                    <a:pt x="775298" y="267147"/>
                  </a:lnTo>
                  <a:lnTo>
                    <a:pt x="788030" y="310669"/>
                  </a:lnTo>
                  <a:lnTo>
                    <a:pt x="795889" y="356087"/>
                  </a:lnTo>
                  <a:lnTo>
                    <a:pt x="798576" y="403098"/>
                  </a:lnTo>
                  <a:lnTo>
                    <a:pt x="795889" y="450108"/>
                  </a:lnTo>
                  <a:lnTo>
                    <a:pt x="788030" y="495526"/>
                  </a:lnTo>
                  <a:lnTo>
                    <a:pt x="775298" y="539048"/>
                  </a:lnTo>
                  <a:lnTo>
                    <a:pt x="757992" y="580372"/>
                  </a:lnTo>
                  <a:lnTo>
                    <a:pt x="736412" y="619196"/>
                  </a:lnTo>
                  <a:lnTo>
                    <a:pt x="710857" y="655217"/>
                  </a:lnTo>
                  <a:lnTo>
                    <a:pt x="681628" y="688133"/>
                  </a:lnTo>
                  <a:lnTo>
                    <a:pt x="649023" y="717641"/>
                  </a:lnTo>
                  <a:lnTo>
                    <a:pt x="613342" y="743439"/>
                  </a:lnTo>
                  <a:lnTo>
                    <a:pt x="574885" y="765225"/>
                  </a:lnTo>
                  <a:lnTo>
                    <a:pt x="533952" y="782696"/>
                  </a:lnTo>
                  <a:lnTo>
                    <a:pt x="490841" y="795550"/>
                  </a:lnTo>
                  <a:lnTo>
                    <a:pt x="445853" y="803484"/>
                  </a:lnTo>
                  <a:lnTo>
                    <a:pt x="399288" y="806196"/>
                  </a:lnTo>
                  <a:lnTo>
                    <a:pt x="352722" y="803484"/>
                  </a:lnTo>
                  <a:lnTo>
                    <a:pt x="307734" y="795550"/>
                  </a:lnTo>
                  <a:lnTo>
                    <a:pt x="264623" y="782696"/>
                  </a:lnTo>
                  <a:lnTo>
                    <a:pt x="223690" y="765225"/>
                  </a:lnTo>
                  <a:lnTo>
                    <a:pt x="185233" y="743439"/>
                  </a:lnTo>
                  <a:lnTo>
                    <a:pt x="149552" y="717641"/>
                  </a:lnTo>
                  <a:lnTo>
                    <a:pt x="116947" y="688133"/>
                  </a:lnTo>
                  <a:lnTo>
                    <a:pt x="87718" y="655217"/>
                  </a:lnTo>
                  <a:lnTo>
                    <a:pt x="62163" y="619196"/>
                  </a:lnTo>
                  <a:lnTo>
                    <a:pt x="40583" y="580372"/>
                  </a:lnTo>
                  <a:lnTo>
                    <a:pt x="23277" y="539048"/>
                  </a:lnTo>
                  <a:lnTo>
                    <a:pt x="10545" y="495526"/>
                  </a:lnTo>
                  <a:lnTo>
                    <a:pt x="2686" y="450108"/>
                  </a:lnTo>
                  <a:lnTo>
                    <a:pt x="0" y="40309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8074944" y="2895719"/>
            <a:ext cx="2628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7938516" y="2495480"/>
            <a:ext cx="3204210" cy="950594"/>
            <a:chOff x="7938516" y="2495480"/>
            <a:chExt cx="3204210" cy="950594"/>
          </a:xfrm>
        </p:grpSpPr>
        <p:sp>
          <p:nvSpPr>
            <p:cNvPr id="9" name="object 9" descr=""/>
            <p:cNvSpPr/>
            <p:nvPr/>
          </p:nvSpPr>
          <p:spPr>
            <a:xfrm>
              <a:off x="7957566" y="2514530"/>
              <a:ext cx="537845" cy="241300"/>
            </a:xfrm>
            <a:custGeom>
              <a:avLst/>
              <a:gdLst/>
              <a:ahLst/>
              <a:cxnLst/>
              <a:rect l="l" t="t" r="r" b="b"/>
              <a:pathLst>
                <a:path w="537845" h="241300">
                  <a:moveTo>
                    <a:pt x="0" y="240830"/>
                  </a:moveTo>
                  <a:lnTo>
                    <a:pt x="5035" y="200858"/>
                  </a:lnTo>
                  <a:lnTo>
                    <a:pt x="19367" y="161877"/>
                  </a:lnTo>
                  <a:lnTo>
                    <a:pt x="41832" y="124877"/>
                  </a:lnTo>
                  <a:lnTo>
                    <a:pt x="71270" y="90850"/>
                  </a:lnTo>
                  <a:lnTo>
                    <a:pt x="106518" y="60787"/>
                  </a:lnTo>
                  <a:lnTo>
                    <a:pt x="146415" y="35679"/>
                  </a:lnTo>
                  <a:lnTo>
                    <a:pt x="189797" y="16518"/>
                  </a:lnTo>
                  <a:lnTo>
                    <a:pt x="235503" y="4294"/>
                  </a:lnTo>
                  <a:lnTo>
                    <a:pt x="282371" y="0"/>
                  </a:lnTo>
                  <a:lnTo>
                    <a:pt x="333860" y="5025"/>
                  </a:lnTo>
                  <a:lnTo>
                    <a:pt x="383804" y="19248"/>
                  </a:lnTo>
                  <a:lnTo>
                    <a:pt x="430658" y="41389"/>
                  </a:lnTo>
                  <a:lnTo>
                    <a:pt x="472878" y="70167"/>
                  </a:lnTo>
                  <a:lnTo>
                    <a:pt x="508918" y="104304"/>
                  </a:lnTo>
                  <a:lnTo>
                    <a:pt x="537235" y="142519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8434663" y="2622617"/>
              <a:ext cx="109855" cy="126364"/>
            </a:xfrm>
            <a:custGeom>
              <a:avLst/>
              <a:gdLst/>
              <a:ahLst/>
              <a:cxnLst/>
              <a:rect l="l" t="t" r="r" b="b"/>
              <a:pathLst>
                <a:path w="109854" h="126364">
                  <a:moveTo>
                    <a:pt x="109461" y="0"/>
                  </a:moveTo>
                  <a:lnTo>
                    <a:pt x="0" y="32918"/>
                  </a:lnTo>
                  <a:lnTo>
                    <a:pt x="87642" y="125920"/>
                  </a:lnTo>
                  <a:lnTo>
                    <a:pt x="1094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0555986" y="2514530"/>
              <a:ext cx="537845" cy="241300"/>
            </a:xfrm>
            <a:custGeom>
              <a:avLst/>
              <a:gdLst/>
              <a:ahLst/>
              <a:cxnLst/>
              <a:rect l="l" t="t" r="r" b="b"/>
              <a:pathLst>
                <a:path w="537845" h="241300">
                  <a:moveTo>
                    <a:pt x="0" y="240830"/>
                  </a:moveTo>
                  <a:lnTo>
                    <a:pt x="5035" y="200858"/>
                  </a:lnTo>
                  <a:lnTo>
                    <a:pt x="19367" y="161877"/>
                  </a:lnTo>
                  <a:lnTo>
                    <a:pt x="41832" y="124877"/>
                  </a:lnTo>
                  <a:lnTo>
                    <a:pt x="71270" y="90850"/>
                  </a:lnTo>
                  <a:lnTo>
                    <a:pt x="106518" y="60787"/>
                  </a:lnTo>
                  <a:lnTo>
                    <a:pt x="146415" y="35679"/>
                  </a:lnTo>
                  <a:lnTo>
                    <a:pt x="189797" y="16518"/>
                  </a:lnTo>
                  <a:lnTo>
                    <a:pt x="235503" y="4294"/>
                  </a:lnTo>
                  <a:lnTo>
                    <a:pt x="282371" y="0"/>
                  </a:lnTo>
                  <a:lnTo>
                    <a:pt x="333860" y="5025"/>
                  </a:lnTo>
                  <a:lnTo>
                    <a:pt x="383804" y="19248"/>
                  </a:lnTo>
                  <a:lnTo>
                    <a:pt x="430658" y="41389"/>
                  </a:lnTo>
                  <a:lnTo>
                    <a:pt x="472878" y="70167"/>
                  </a:lnTo>
                  <a:lnTo>
                    <a:pt x="508918" y="104304"/>
                  </a:lnTo>
                  <a:lnTo>
                    <a:pt x="537235" y="142519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1033084" y="2622617"/>
              <a:ext cx="109855" cy="126364"/>
            </a:xfrm>
            <a:custGeom>
              <a:avLst/>
              <a:gdLst/>
              <a:ahLst/>
              <a:cxnLst/>
              <a:rect l="l" t="t" r="r" b="b"/>
              <a:pathLst>
                <a:path w="109854" h="126364">
                  <a:moveTo>
                    <a:pt x="109461" y="0"/>
                  </a:moveTo>
                  <a:lnTo>
                    <a:pt x="0" y="32918"/>
                  </a:lnTo>
                  <a:lnTo>
                    <a:pt x="87642" y="125920"/>
                  </a:lnTo>
                  <a:lnTo>
                    <a:pt x="1094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8624721" y="2721195"/>
              <a:ext cx="587375" cy="214629"/>
            </a:xfrm>
            <a:custGeom>
              <a:avLst/>
              <a:gdLst/>
              <a:ahLst/>
              <a:cxnLst/>
              <a:rect l="l" t="t" r="r" b="b"/>
              <a:pathLst>
                <a:path w="587375" h="214630">
                  <a:moveTo>
                    <a:pt x="0" y="214058"/>
                  </a:moveTo>
                  <a:lnTo>
                    <a:pt x="10818" y="174891"/>
                  </a:lnTo>
                  <a:lnTo>
                    <a:pt x="29108" y="138550"/>
                  </a:lnTo>
                  <a:lnTo>
                    <a:pt x="54135" y="105473"/>
                  </a:lnTo>
                  <a:lnTo>
                    <a:pt x="85165" y="76097"/>
                  </a:lnTo>
                  <a:lnTo>
                    <a:pt x="121465" y="50857"/>
                  </a:lnTo>
                  <a:lnTo>
                    <a:pt x="162302" y="30191"/>
                  </a:lnTo>
                  <a:lnTo>
                    <a:pt x="206941" y="14535"/>
                  </a:lnTo>
                  <a:lnTo>
                    <a:pt x="254649" y="4325"/>
                  </a:lnTo>
                  <a:lnTo>
                    <a:pt x="304692" y="0"/>
                  </a:lnTo>
                  <a:lnTo>
                    <a:pt x="356336" y="1994"/>
                  </a:lnTo>
                  <a:lnTo>
                    <a:pt x="413256" y="11941"/>
                  </a:lnTo>
                  <a:lnTo>
                    <a:pt x="465801" y="29349"/>
                  </a:lnTo>
                  <a:lnTo>
                    <a:pt x="512965" y="53470"/>
                  </a:lnTo>
                  <a:lnTo>
                    <a:pt x="553744" y="83552"/>
                  </a:lnTo>
                  <a:lnTo>
                    <a:pt x="587133" y="118846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9152149" y="2798316"/>
              <a:ext cx="103505" cy="128270"/>
            </a:xfrm>
            <a:custGeom>
              <a:avLst/>
              <a:gdLst/>
              <a:ahLst/>
              <a:cxnLst/>
              <a:rect l="l" t="t" r="r" b="b"/>
              <a:pathLst>
                <a:path w="103504" h="128269">
                  <a:moveTo>
                    <a:pt x="103085" y="0"/>
                  </a:moveTo>
                  <a:lnTo>
                    <a:pt x="0" y="49377"/>
                  </a:lnTo>
                  <a:lnTo>
                    <a:pt x="100914" y="127774"/>
                  </a:lnTo>
                  <a:lnTo>
                    <a:pt x="1030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8662011" y="3135673"/>
              <a:ext cx="588645" cy="213360"/>
            </a:xfrm>
            <a:custGeom>
              <a:avLst/>
              <a:gdLst/>
              <a:ahLst/>
              <a:cxnLst/>
              <a:rect l="l" t="t" r="r" b="b"/>
              <a:pathLst>
                <a:path w="588645" h="213360">
                  <a:moveTo>
                    <a:pt x="588225" y="0"/>
                  </a:moveTo>
                  <a:lnTo>
                    <a:pt x="577345" y="39039"/>
                  </a:lnTo>
                  <a:lnTo>
                    <a:pt x="558978" y="75257"/>
                  </a:lnTo>
                  <a:lnTo>
                    <a:pt x="533861" y="108217"/>
                  </a:lnTo>
                  <a:lnTo>
                    <a:pt x="502729" y="137486"/>
                  </a:lnTo>
                  <a:lnTo>
                    <a:pt x="466318" y="162628"/>
                  </a:lnTo>
                  <a:lnTo>
                    <a:pt x="425364" y="183208"/>
                  </a:lnTo>
                  <a:lnTo>
                    <a:pt x="380603" y="198791"/>
                  </a:lnTo>
                  <a:lnTo>
                    <a:pt x="332771" y="208943"/>
                  </a:lnTo>
                  <a:lnTo>
                    <a:pt x="282603" y="213229"/>
                  </a:lnTo>
                  <a:lnTo>
                    <a:pt x="230835" y="211213"/>
                  </a:lnTo>
                  <a:lnTo>
                    <a:pt x="173941" y="201307"/>
                  </a:lnTo>
                  <a:lnTo>
                    <a:pt x="121412" y="184001"/>
                  </a:lnTo>
                  <a:lnTo>
                    <a:pt x="74246" y="160037"/>
                  </a:lnTo>
                  <a:lnTo>
                    <a:pt x="33442" y="130155"/>
                  </a:lnTo>
                  <a:lnTo>
                    <a:pt x="0" y="95097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8618767" y="3144861"/>
              <a:ext cx="103505" cy="128270"/>
            </a:xfrm>
            <a:custGeom>
              <a:avLst/>
              <a:gdLst/>
              <a:ahLst/>
              <a:cxnLst/>
              <a:rect l="l" t="t" r="r" b="b"/>
              <a:pathLst>
                <a:path w="103504" h="128270">
                  <a:moveTo>
                    <a:pt x="1689" y="0"/>
                  </a:moveTo>
                  <a:lnTo>
                    <a:pt x="0" y="127774"/>
                  </a:lnTo>
                  <a:lnTo>
                    <a:pt x="102895" y="78016"/>
                  </a:lnTo>
                  <a:lnTo>
                    <a:pt x="16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9235440" y="2633472"/>
              <a:ext cx="798830" cy="806450"/>
            </a:xfrm>
            <a:custGeom>
              <a:avLst/>
              <a:gdLst/>
              <a:ahLst/>
              <a:cxnLst/>
              <a:rect l="l" t="t" r="r" b="b"/>
              <a:pathLst>
                <a:path w="798829" h="806450">
                  <a:moveTo>
                    <a:pt x="399288" y="0"/>
                  </a:moveTo>
                  <a:lnTo>
                    <a:pt x="352722" y="2711"/>
                  </a:lnTo>
                  <a:lnTo>
                    <a:pt x="307734" y="10645"/>
                  </a:lnTo>
                  <a:lnTo>
                    <a:pt x="264623" y="23499"/>
                  </a:lnTo>
                  <a:lnTo>
                    <a:pt x="223690" y="40970"/>
                  </a:lnTo>
                  <a:lnTo>
                    <a:pt x="185233" y="62756"/>
                  </a:lnTo>
                  <a:lnTo>
                    <a:pt x="149552" y="88554"/>
                  </a:lnTo>
                  <a:lnTo>
                    <a:pt x="116947" y="118062"/>
                  </a:lnTo>
                  <a:lnTo>
                    <a:pt x="87718" y="150978"/>
                  </a:lnTo>
                  <a:lnTo>
                    <a:pt x="62163" y="186999"/>
                  </a:lnTo>
                  <a:lnTo>
                    <a:pt x="40583" y="225823"/>
                  </a:lnTo>
                  <a:lnTo>
                    <a:pt x="23277" y="267147"/>
                  </a:lnTo>
                  <a:lnTo>
                    <a:pt x="10545" y="310669"/>
                  </a:lnTo>
                  <a:lnTo>
                    <a:pt x="2686" y="356087"/>
                  </a:lnTo>
                  <a:lnTo>
                    <a:pt x="0" y="403098"/>
                  </a:lnTo>
                  <a:lnTo>
                    <a:pt x="2686" y="450108"/>
                  </a:lnTo>
                  <a:lnTo>
                    <a:pt x="10545" y="495526"/>
                  </a:lnTo>
                  <a:lnTo>
                    <a:pt x="23277" y="539048"/>
                  </a:lnTo>
                  <a:lnTo>
                    <a:pt x="40583" y="580372"/>
                  </a:lnTo>
                  <a:lnTo>
                    <a:pt x="62163" y="619196"/>
                  </a:lnTo>
                  <a:lnTo>
                    <a:pt x="87718" y="655217"/>
                  </a:lnTo>
                  <a:lnTo>
                    <a:pt x="116947" y="688133"/>
                  </a:lnTo>
                  <a:lnTo>
                    <a:pt x="149552" y="717641"/>
                  </a:lnTo>
                  <a:lnTo>
                    <a:pt x="185233" y="743439"/>
                  </a:lnTo>
                  <a:lnTo>
                    <a:pt x="223690" y="765225"/>
                  </a:lnTo>
                  <a:lnTo>
                    <a:pt x="264623" y="782696"/>
                  </a:lnTo>
                  <a:lnTo>
                    <a:pt x="307734" y="795550"/>
                  </a:lnTo>
                  <a:lnTo>
                    <a:pt x="352722" y="803484"/>
                  </a:lnTo>
                  <a:lnTo>
                    <a:pt x="399288" y="806196"/>
                  </a:lnTo>
                  <a:lnTo>
                    <a:pt x="445853" y="803484"/>
                  </a:lnTo>
                  <a:lnTo>
                    <a:pt x="490841" y="795550"/>
                  </a:lnTo>
                  <a:lnTo>
                    <a:pt x="533952" y="782696"/>
                  </a:lnTo>
                  <a:lnTo>
                    <a:pt x="574885" y="765225"/>
                  </a:lnTo>
                  <a:lnTo>
                    <a:pt x="613342" y="743439"/>
                  </a:lnTo>
                  <a:lnTo>
                    <a:pt x="649023" y="717641"/>
                  </a:lnTo>
                  <a:lnTo>
                    <a:pt x="681628" y="688133"/>
                  </a:lnTo>
                  <a:lnTo>
                    <a:pt x="710857" y="655217"/>
                  </a:lnTo>
                  <a:lnTo>
                    <a:pt x="736412" y="619196"/>
                  </a:lnTo>
                  <a:lnTo>
                    <a:pt x="757992" y="580372"/>
                  </a:lnTo>
                  <a:lnTo>
                    <a:pt x="775298" y="539048"/>
                  </a:lnTo>
                  <a:lnTo>
                    <a:pt x="788030" y="495526"/>
                  </a:lnTo>
                  <a:lnTo>
                    <a:pt x="795889" y="450108"/>
                  </a:lnTo>
                  <a:lnTo>
                    <a:pt x="798576" y="403098"/>
                  </a:lnTo>
                  <a:lnTo>
                    <a:pt x="795889" y="356087"/>
                  </a:lnTo>
                  <a:lnTo>
                    <a:pt x="788030" y="310669"/>
                  </a:lnTo>
                  <a:lnTo>
                    <a:pt x="775298" y="267147"/>
                  </a:lnTo>
                  <a:lnTo>
                    <a:pt x="757992" y="225823"/>
                  </a:lnTo>
                  <a:lnTo>
                    <a:pt x="736412" y="186999"/>
                  </a:lnTo>
                  <a:lnTo>
                    <a:pt x="710857" y="150978"/>
                  </a:lnTo>
                  <a:lnTo>
                    <a:pt x="681628" y="118062"/>
                  </a:lnTo>
                  <a:lnTo>
                    <a:pt x="649023" y="88554"/>
                  </a:lnTo>
                  <a:lnTo>
                    <a:pt x="613342" y="62756"/>
                  </a:lnTo>
                  <a:lnTo>
                    <a:pt x="574885" y="40970"/>
                  </a:lnTo>
                  <a:lnTo>
                    <a:pt x="533952" y="23499"/>
                  </a:lnTo>
                  <a:lnTo>
                    <a:pt x="490841" y="10645"/>
                  </a:lnTo>
                  <a:lnTo>
                    <a:pt x="445853" y="2711"/>
                  </a:lnTo>
                  <a:lnTo>
                    <a:pt x="3992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9235440" y="2633472"/>
              <a:ext cx="798830" cy="806450"/>
            </a:xfrm>
            <a:custGeom>
              <a:avLst/>
              <a:gdLst/>
              <a:ahLst/>
              <a:cxnLst/>
              <a:rect l="l" t="t" r="r" b="b"/>
              <a:pathLst>
                <a:path w="798829" h="806450">
                  <a:moveTo>
                    <a:pt x="0" y="403098"/>
                  </a:moveTo>
                  <a:lnTo>
                    <a:pt x="2686" y="356087"/>
                  </a:lnTo>
                  <a:lnTo>
                    <a:pt x="10545" y="310669"/>
                  </a:lnTo>
                  <a:lnTo>
                    <a:pt x="23277" y="267147"/>
                  </a:lnTo>
                  <a:lnTo>
                    <a:pt x="40583" y="225823"/>
                  </a:lnTo>
                  <a:lnTo>
                    <a:pt x="62163" y="186999"/>
                  </a:lnTo>
                  <a:lnTo>
                    <a:pt x="87718" y="150978"/>
                  </a:lnTo>
                  <a:lnTo>
                    <a:pt x="116947" y="118062"/>
                  </a:lnTo>
                  <a:lnTo>
                    <a:pt x="149552" y="88554"/>
                  </a:lnTo>
                  <a:lnTo>
                    <a:pt x="185233" y="62756"/>
                  </a:lnTo>
                  <a:lnTo>
                    <a:pt x="223690" y="40970"/>
                  </a:lnTo>
                  <a:lnTo>
                    <a:pt x="264623" y="23499"/>
                  </a:lnTo>
                  <a:lnTo>
                    <a:pt x="307734" y="10645"/>
                  </a:lnTo>
                  <a:lnTo>
                    <a:pt x="352722" y="2711"/>
                  </a:lnTo>
                  <a:lnTo>
                    <a:pt x="399288" y="0"/>
                  </a:lnTo>
                  <a:lnTo>
                    <a:pt x="445853" y="2711"/>
                  </a:lnTo>
                  <a:lnTo>
                    <a:pt x="490841" y="10645"/>
                  </a:lnTo>
                  <a:lnTo>
                    <a:pt x="533952" y="23499"/>
                  </a:lnTo>
                  <a:lnTo>
                    <a:pt x="574885" y="40970"/>
                  </a:lnTo>
                  <a:lnTo>
                    <a:pt x="613342" y="62756"/>
                  </a:lnTo>
                  <a:lnTo>
                    <a:pt x="649023" y="88554"/>
                  </a:lnTo>
                  <a:lnTo>
                    <a:pt x="681628" y="118062"/>
                  </a:lnTo>
                  <a:lnTo>
                    <a:pt x="710857" y="150978"/>
                  </a:lnTo>
                  <a:lnTo>
                    <a:pt x="736412" y="186999"/>
                  </a:lnTo>
                  <a:lnTo>
                    <a:pt x="757992" y="225823"/>
                  </a:lnTo>
                  <a:lnTo>
                    <a:pt x="775298" y="267147"/>
                  </a:lnTo>
                  <a:lnTo>
                    <a:pt x="788030" y="310669"/>
                  </a:lnTo>
                  <a:lnTo>
                    <a:pt x="795889" y="356087"/>
                  </a:lnTo>
                  <a:lnTo>
                    <a:pt x="798576" y="403098"/>
                  </a:lnTo>
                  <a:lnTo>
                    <a:pt x="795889" y="450108"/>
                  </a:lnTo>
                  <a:lnTo>
                    <a:pt x="788030" y="495526"/>
                  </a:lnTo>
                  <a:lnTo>
                    <a:pt x="775298" y="539048"/>
                  </a:lnTo>
                  <a:lnTo>
                    <a:pt x="757992" y="580372"/>
                  </a:lnTo>
                  <a:lnTo>
                    <a:pt x="736412" y="619196"/>
                  </a:lnTo>
                  <a:lnTo>
                    <a:pt x="710857" y="655217"/>
                  </a:lnTo>
                  <a:lnTo>
                    <a:pt x="681628" y="688133"/>
                  </a:lnTo>
                  <a:lnTo>
                    <a:pt x="649023" y="717641"/>
                  </a:lnTo>
                  <a:lnTo>
                    <a:pt x="613342" y="743439"/>
                  </a:lnTo>
                  <a:lnTo>
                    <a:pt x="574885" y="765225"/>
                  </a:lnTo>
                  <a:lnTo>
                    <a:pt x="533952" y="782696"/>
                  </a:lnTo>
                  <a:lnTo>
                    <a:pt x="490841" y="795550"/>
                  </a:lnTo>
                  <a:lnTo>
                    <a:pt x="445853" y="803484"/>
                  </a:lnTo>
                  <a:lnTo>
                    <a:pt x="399288" y="806196"/>
                  </a:lnTo>
                  <a:lnTo>
                    <a:pt x="352722" y="803484"/>
                  </a:lnTo>
                  <a:lnTo>
                    <a:pt x="307734" y="795550"/>
                  </a:lnTo>
                  <a:lnTo>
                    <a:pt x="264623" y="782696"/>
                  </a:lnTo>
                  <a:lnTo>
                    <a:pt x="223690" y="765225"/>
                  </a:lnTo>
                  <a:lnTo>
                    <a:pt x="185233" y="743439"/>
                  </a:lnTo>
                  <a:lnTo>
                    <a:pt x="149552" y="717641"/>
                  </a:lnTo>
                  <a:lnTo>
                    <a:pt x="116947" y="688133"/>
                  </a:lnTo>
                  <a:lnTo>
                    <a:pt x="87718" y="655217"/>
                  </a:lnTo>
                  <a:lnTo>
                    <a:pt x="62163" y="619196"/>
                  </a:lnTo>
                  <a:lnTo>
                    <a:pt x="40583" y="580372"/>
                  </a:lnTo>
                  <a:lnTo>
                    <a:pt x="23277" y="539048"/>
                  </a:lnTo>
                  <a:lnTo>
                    <a:pt x="10545" y="495526"/>
                  </a:lnTo>
                  <a:lnTo>
                    <a:pt x="2686" y="450108"/>
                  </a:lnTo>
                  <a:lnTo>
                    <a:pt x="0" y="40309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9471170" y="2895719"/>
            <a:ext cx="2673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2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10015728" y="2627122"/>
            <a:ext cx="1224280" cy="819150"/>
            <a:chOff x="10015728" y="2627122"/>
            <a:chExt cx="1224280" cy="819150"/>
          </a:xfrm>
        </p:grpSpPr>
        <p:sp>
          <p:nvSpPr>
            <p:cNvPr id="21" name="object 21" descr=""/>
            <p:cNvSpPr/>
            <p:nvPr/>
          </p:nvSpPr>
          <p:spPr>
            <a:xfrm>
              <a:off x="10034778" y="3036570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 h="0">
                  <a:moveTo>
                    <a:pt x="0" y="0"/>
                  </a:moveTo>
                  <a:lnTo>
                    <a:pt x="304317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0320045" y="2979414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0434828" y="2633472"/>
              <a:ext cx="798830" cy="806450"/>
            </a:xfrm>
            <a:custGeom>
              <a:avLst/>
              <a:gdLst/>
              <a:ahLst/>
              <a:cxnLst/>
              <a:rect l="l" t="t" r="r" b="b"/>
              <a:pathLst>
                <a:path w="798829" h="806450">
                  <a:moveTo>
                    <a:pt x="399288" y="0"/>
                  </a:moveTo>
                  <a:lnTo>
                    <a:pt x="352722" y="2711"/>
                  </a:lnTo>
                  <a:lnTo>
                    <a:pt x="307734" y="10645"/>
                  </a:lnTo>
                  <a:lnTo>
                    <a:pt x="264623" y="23499"/>
                  </a:lnTo>
                  <a:lnTo>
                    <a:pt x="223690" y="40970"/>
                  </a:lnTo>
                  <a:lnTo>
                    <a:pt x="185233" y="62756"/>
                  </a:lnTo>
                  <a:lnTo>
                    <a:pt x="149552" y="88554"/>
                  </a:lnTo>
                  <a:lnTo>
                    <a:pt x="116947" y="118062"/>
                  </a:lnTo>
                  <a:lnTo>
                    <a:pt x="87718" y="150978"/>
                  </a:lnTo>
                  <a:lnTo>
                    <a:pt x="62163" y="186999"/>
                  </a:lnTo>
                  <a:lnTo>
                    <a:pt x="40583" y="225823"/>
                  </a:lnTo>
                  <a:lnTo>
                    <a:pt x="23277" y="267147"/>
                  </a:lnTo>
                  <a:lnTo>
                    <a:pt x="10545" y="310669"/>
                  </a:lnTo>
                  <a:lnTo>
                    <a:pt x="2686" y="356087"/>
                  </a:lnTo>
                  <a:lnTo>
                    <a:pt x="0" y="403098"/>
                  </a:lnTo>
                  <a:lnTo>
                    <a:pt x="2686" y="450108"/>
                  </a:lnTo>
                  <a:lnTo>
                    <a:pt x="10545" y="495526"/>
                  </a:lnTo>
                  <a:lnTo>
                    <a:pt x="23277" y="539048"/>
                  </a:lnTo>
                  <a:lnTo>
                    <a:pt x="40583" y="580372"/>
                  </a:lnTo>
                  <a:lnTo>
                    <a:pt x="62163" y="619196"/>
                  </a:lnTo>
                  <a:lnTo>
                    <a:pt x="87718" y="655217"/>
                  </a:lnTo>
                  <a:lnTo>
                    <a:pt x="116947" y="688133"/>
                  </a:lnTo>
                  <a:lnTo>
                    <a:pt x="149552" y="717641"/>
                  </a:lnTo>
                  <a:lnTo>
                    <a:pt x="185233" y="743439"/>
                  </a:lnTo>
                  <a:lnTo>
                    <a:pt x="223690" y="765225"/>
                  </a:lnTo>
                  <a:lnTo>
                    <a:pt x="264623" y="782696"/>
                  </a:lnTo>
                  <a:lnTo>
                    <a:pt x="307734" y="795550"/>
                  </a:lnTo>
                  <a:lnTo>
                    <a:pt x="352722" y="803484"/>
                  </a:lnTo>
                  <a:lnTo>
                    <a:pt x="399288" y="806196"/>
                  </a:lnTo>
                  <a:lnTo>
                    <a:pt x="445853" y="803484"/>
                  </a:lnTo>
                  <a:lnTo>
                    <a:pt x="490841" y="795550"/>
                  </a:lnTo>
                  <a:lnTo>
                    <a:pt x="533952" y="782696"/>
                  </a:lnTo>
                  <a:lnTo>
                    <a:pt x="574885" y="765225"/>
                  </a:lnTo>
                  <a:lnTo>
                    <a:pt x="613342" y="743439"/>
                  </a:lnTo>
                  <a:lnTo>
                    <a:pt x="649023" y="717641"/>
                  </a:lnTo>
                  <a:lnTo>
                    <a:pt x="681628" y="688133"/>
                  </a:lnTo>
                  <a:lnTo>
                    <a:pt x="710857" y="655217"/>
                  </a:lnTo>
                  <a:lnTo>
                    <a:pt x="736412" y="619196"/>
                  </a:lnTo>
                  <a:lnTo>
                    <a:pt x="757992" y="580372"/>
                  </a:lnTo>
                  <a:lnTo>
                    <a:pt x="775298" y="539048"/>
                  </a:lnTo>
                  <a:lnTo>
                    <a:pt x="788030" y="495526"/>
                  </a:lnTo>
                  <a:lnTo>
                    <a:pt x="795889" y="450108"/>
                  </a:lnTo>
                  <a:lnTo>
                    <a:pt x="798576" y="403098"/>
                  </a:lnTo>
                  <a:lnTo>
                    <a:pt x="795889" y="356087"/>
                  </a:lnTo>
                  <a:lnTo>
                    <a:pt x="788030" y="310669"/>
                  </a:lnTo>
                  <a:lnTo>
                    <a:pt x="775298" y="267147"/>
                  </a:lnTo>
                  <a:lnTo>
                    <a:pt x="757992" y="225823"/>
                  </a:lnTo>
                  <a:lnTo>
                    <a:pt x="736412" y="186999"/>
                  </a:lnTo>
                  <a:lnTo>
                    <a:pt x="710857" y="150978"/>
                  </a:lnTo>
                  <a:lnTo>
                    <a:pt x="681628" y="118062"/>
                  </a:lnTo>
                  <a:lnTo>
                    <a:pt x="649023" y="88554"/>
                  </a:lnTo>
                  <a:lnTo>
                    <a:pt x="613342" y="62756"/>
                  </a:lnTo>
                  <a:lnTo>
                    <a:pt x="574885" y="40970"/>
                  </a:lnTo>
                  <a:lnTo>
                    <a:pt x="533952" y="23499"/>
                  </a:lnTo>
                  <a:lnTo>
                    <a:pt x="490841" y="10645"/>
                  </a:lnTo>
                  <a:lnTo>
                    <a:pt x="445853" y="2711"/>
                  </a:lnTo>
                  <a:lnTo>
                    <a:pt x="3992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0434828" y="2633472"/>
              <a:ext cx="798830" cy="806450"/>
            </a:xfrm>
            <a:custGeom>
              <a:avLst/>
              <a:gdLst/>
              <a:ahLst/>
              <a:cxnLst/>
              <a:rect l="l" t="t" r="r" b="b"/>
              <a:pathLst>
                <a:path w="798829" h="806450">
                  <a:moveTo>
                    <a:pt x="0" y="403098"/>
                  </a:moveTo>
                  <a:lnTo>
                    <a:pt x="2686" y="356087"/>
                  </a:lnTo>
                  <a:lnTo>
                    <a:pt x="10545" y="310669"/>
                  </a:lnTo>
                  <a:lnTo>
                    <a:pt x="23277" y="267147"/>
                  </a:lnTo>
                  <a:lnTo>
                    <a:pt x="40583" y="225823"/>
                  </a:lnTo>
                  <a:lnTo>
                    <a:pt x="62163" y="186999"/>
                  </a:lnTo>
                  <a:lnTo>
                    <a:pt x="87718" y="150978"/>
                  </a:lnTo>
                  <a:lnTo>
                    <a:pt x="116947" y="118062"/>
                  </a:lnTo>
                  <a:lnTo>
                    <a:pt x="149552" y="88554"/>
                  </a:lnTo>
                  <a:lnTo>
                    <a:pt x="185233" y="62756"/>
                  </a:lnTo>
                  <a:lnTo>
                    <a:pt x="223690" y="40970"/>
                  </a:lnTo>
                  <a:lnTo>
                    <a:pt x="264623" y="23499"/>
                  </a:lnTo>
                  <a:lnTo>
                    <a:pt x="307734" y="10645"/>
                  </a:lnTo>
                  <a:lnTo>
                    <a:pt x="352722" y="2711"/>
                  </a:lnTo>
                  <a:lnTo>
                    <a:pt x="399288" y="0"/>
                  </a:lnTo>
                  <a:lnTo>
                    <a:pt x="445853" y="2711"/>
                  </a:lnTo>
                  <a:lnTo>
                    <a:pt x="490841" y="10645"/>
                  </a:lnTo>
                  <a:lnTo>
                    <a:pt x="533952" y="23499"/>
                  </a:lnTo>
                  <a:lnTo>
                    <a:pt x="574885" y="40970"/>
                  </a:lnTo>
                  <a:lnTo>
                    <a:pt x="613342" y="62756"/>
                  </a:lnTo>
                  <a:lnTo>
                    <a:pt x="649023" y="88554"/>
                  </a:lnTo>
                  <a:lnTo>
                    <a:pt x="681628" y="118062"/>
                  </a:lnTo>
                  <a:lnTo>
                    <a:pt x="710857" y="150978"/>
                  </a:lnTo>
                  <a:lnTo>
                    <a:pt x="736412" y="186999"/>
                  </a:lnTo>
                  <a:lnTo>
                    <a:pt x="757992" y="225823"/>
                  </a:lnTo>
                  <a:lnTo>
                    <a:pt x="775298" y="267147"/>
                  </a:lnTo>
                  <a:lnTo>
                    <a:pt x="788030" y="310669"/>
                  </a:lnTo>
                  <a:lnTo>
                    <a:pt x="795889" y="356087"/>
                  </a:lnTo>
                  <a:lnTo>
                    <a:pt x="798576" y="403098"/>
                  </a:lnTo>
                  <a:lnTo>
                    <a:pt x="795889" y="450108"/>
                  </a:lnTo>
                  <a:lnTo>
                    <a:pt x="788030" y="495526"/>
                  </a:lnTo>
                  <a:lnTo>
                    <a:pt x="775298" y="539048"/>
                  </a:lnTo>
                  <a:lnTo>
                    <a:pt x="757992" y="580372"/>
                  </a:lnTo>
                  <a:lnTo>
                    <a:pt x="736412" y="619196"/>
                  </a:lnTo>
                  <a:lnTo>
                    <a:pt x="710857" y="655217"/>
                  </a:lnTo>
                  <a:lnTo>
                    <a:pt x="681628" y="688133"/>
                  </a:lnTo>
                  <a:lnTo>
                    <a:pt x="649023" y="717641"/>
                  </a:lnTo>
                  <a:lnTo>
                    <a:pt x="613342" y="743439"/>
                  </a:lnTo>
                  <a:lnTo>
                    <a:pt x="574885" y="765225"/>
                  </a:lnTo>
                  <a:lnTo>
                    <a:pt x="533952" y="782696"/>
                  </a:lnTo>
                  <a:lnTo>
                    <a:pt x="490841" y="795550"/>
                  </a:lnTo>
                  <a:lnTo>
                    <a:pt x="445853" y="803484"/>
                  </a:lnTo>
                  <a:lnTo>
                    <a:pt x="399288" y="806196"/>
                  </a:lnTo>
                  <a:lnTo>
                    <a:pt x="352722" y="803484"/>
                  </a:lnTo>
                  <a:lnTo>
                    <a:pt x="307734" y="795550"/>
                  </a:lnTo>
                  <a:lnTo>
                    <a:pt x="264623" y="782696"/>
                  </a:lnTo>
                  <a:lnTo>
                    <a:pt x="223690" y="765225"/>
                  </a:lnTo>
                  <a:lnTo>
                    <a:pt x="185233" y="743439"/>
                  </a:lnTo>
                  <a:lnTo>
                    <a:pt x="149552" y="717641"/>
                  </a:lnTo>
                  <a:lnTo>
                    <a:pt x="116947" y="688133"/>
                  </a:lnTo>
                  <a:lnTo>
                    <a:pt x="87718" y="655217"/>
                  </a:lnTo>
                  <a:lnTo>
                    <a:pt x="62163" y="619196"/>
                  </a:lnTo>
                  <a:lnTo>
                    <a:pt x="40583" y="580372"/>
                  </a:lnTo>
                  <a:lnTo>
                    <a:pt x="23277" y="539048"/>
                  </a:lnTo>
                  <a:lnTo>
                    <a:pt x="10545" y="495526"/>
                  </a:lnTo>
                  <a:lnTo>
                    <a:pt x="2686" y="450108"/>
                  </a:lnTo>
                  <a:lnTo>
                    <a:pt x="0" y="40309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10669406" y="2895719"/>
            <a:ext cx="2673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3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7539990" y="2677414"/>
            <a:ext cx="3643629" cy="718820"/>
            <a:chOff x="7539990" y="2677414"/>
            <a:chExt cx="3643629" cy="718820"/>
          </a:xfrm>
        </p:grpSpPr>
        <p:sp>
          <p:nvSpPr>
            <p:cNvPr id="27" name="object 27" descr=""/>
            <p:cNvSpPr/>
            <p:nvPr/>
          </p:nvSpPr>
          <p:spPr>
            <a:xfrm>
              <a:off x="10479024" y="2683764"/>
              <a:ext cx="698500" cy="706120"/>
            </a:xfrm>
            <a:custGeom>
              <a:avLst/>
              <a:gdLst/>
              <a:ahLst/>
              <a:cxnLst/>
              <a:rect l="l" t="t" r="r" b="b"/>
              <a:pathLst>
                <a:path w="698500" h="706120">
                  <a:moveTo>
                    <a:pt x="0" y="352805"/>
                  </a:moveTo>
                  <a:lnTo>
                    <a:pt x="3185" y="304933"/>
                  </a:lnTo>
                  <a:lnTo>
                    <a:pt x="12466" y="259018"/>
                  </a:lnTo>
                  <a:lnTo>
                    <a:pt x="27425" y="215480"/>
                  </a:lnTo>
                  <a:lnTo>
                    <a:pt x="47647" y="174740"/>
                  </a:lnTo>
                  <a:lnTo>
                    <a:pt x="72716" y="137219"/>
                  </a:lnTo>
                  <a:lnTo>
                    <a:pt x="102217" y="103336"/>
                  </a:lnTo>
                  <a:lnTo>
                    <a:pt x="135733" y="73513"/>
                  </a:lnTo>
                  <a:lnTo>
                    <a:pt x="172849" y="48169"/>
                  </a:lnTo>
                  <a:lnTo>
                    <a:pt x="213149" y="27726"/>
                  </a:lnTo>
                  <a:lnTo>
                    <a:pt x="256218" y="12602"/>
                  </a:lnTo>
                  <a:lnTo>
                    <a:pt x="301638" y="3220"/>
                  </a:lnTo>
                  <a:lnTo>
                    <a:pt x="348996" y="0"/>
                  </a:lnTo>
                  <a:lnTo>
                    <a:pt x="396353" y="3220"/>
                  </a:lnTo>
                  <a:lnTo>
                    <a:pt x="441773" y="12602"/>
                  </a:lnTo>
                  <a:lnTo>
                    <a:pt x="484842" y="27726"/>
                  </a:lnTo>
                  <a:lnTo>
                    <a:pt x="525142" y="48169"/>
                  </a:lnTo>
                  <a:lnTo>
                    <a:pt x="562258" y="73513"/>
                  </a:lnTo>
                  <a:lnTo>
                    <a:pt x="595774" y="103336"/>
                  </a:lnTo>
                  <a:lnTo>
                    <a:pt x="625275" y="137219"/>
                  </a:lnTo>
                  <a:lnTo>
                    <a:pt x="650344" y="174740"/>
                  </a:lnTo>
                  <a:lnTo>
                    <a:pt x="670566" y="215480"/>
                  </a:lnTo>
                  <a:lnTo>
                    <a:pt x="685525" y="259018"/>
                  </a:lnTo>
                  <a:lnTo>
                    <a:pt x="694806" y="304933"/>
                  </a:lnTo>
                  <a:lnTo>
                    <a:pt x="697992" y="352805"/>
                  </a:lnTo>
                  <a:lnTo>
                    <a:pt x="694806" y="400678"/>
                  </a:lnTo>
                  <a:lnTo>
                    <a:pt x="685525" y="446593"/>
                  </a:lnTo>
                  <a:lnTo>
                    <a:pt x="670566" y="490131"/>
                  </a:lnTo>
                  <a:lnTo>
                    <a:pt x="650344" y="530871"/>
                  </a:lnTo>
                  <a:lnTo>
                    <a:pt x="625275" y="568392"/>
                  </a:lnTo>
                  <a:lnTo>
                    <a:pt x="595774" y="602275"/>
                  </a:lnTo>
                  <a:lnTo>
                    <a:pt x="562258" y="632098"/>
                  </a:lnTo>
                  <a:lnTo>
                    <a:pt x="525142" y="657442"/>
                  </a:lnTo>
                  <a:lnTo>
                    <a:pt x="484842" y="677885"/>
                  </a:lnTo>
                  <a:lnTo>
                    <a:pt x="441773" y="693009"/>
                  </a:lnTo>
                  <a:lnTo>
                    <a:pt x="396353" y="702391"/>
                  </a:lnTo>
                  <a:lnTo>
                    <a:pt x="348996" y="705611"/>
                  </a:lnTo>
                  <a:lnTo>
                    <a:pt x="301638" y="702391"/>
                  </a:lnTo>
                  <a:lnTo>
                    <a:pt x="256218" y="693009"/>
                  </a:lnTo>
                  <a:lnTo>
                    <a:pt x="213149" y="677885"/>
                  </a:lnTo>
                  <a:lnTo>
                    <a:pt x="172849" y="657442"/>
                  </a:lnTo>
                  <a:lnTo>
                    <a:pt x="135733" y="632098"/>
                  </a:lnTo>
                  <a:lnTo>
                    <a:pt x="102217" y="602275"/>
                  </a:lnTo>
                  <a:lnTo>
                    <a:pt x="72716" y="568392"/>
                  </a:lnTo>
                  <a:lnTo>
                    <a:pt x="47647" y="530871"/>
                  </a:lnTo>
                  <a:lnTo>
                    <a:pt x="27425" y="490131"/>
                  </a:lnTo>
                  <a:lnTo>
                    <a:pt x="12466" y="446593"/>
                  </a:lnTo>
                  <a:lnTo>
                    <a:pt x="3185" y="400678"/>
                  </a:lnTo>
                  <a:lnTo>
                    <a:pt x="0" y="35280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7539990" y="3036570"/>
              <a:ext cx="201930" cy="0"/>
            </a:xfrm>
            <a:custGeom>
              <a:avLst/>
              <a:gdLst/>
              <a:ahLst/>
              <a:cxnLst/>
              <a:rect l="l" t="t" r="r" b="b"/>
              <a:pathLst>
                <a:path w="201929" h="0">
                  <a:moveTo>
                    <a:pt x="0" y="0"/>
                  </a:moveTo>
                  <a:lnTo>
                    <a:pt x="201803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7722740" y="297941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8165941" y="2182160"/>
            <a:ext cx="152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8856558" y="2389771"/>
            <a:ext cx="152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0098008" y="2639031"/>
            <a:ext cx="1600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Franklin Gothic Medium"/>
                <a:cs typeface="Franklin Gothic Medium"/>
              </a:rPr>
              <a:t>1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0698092" y="2182159"/>
            <a:ext cx="3276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0,1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6850380" y="2386583"/>
            <a:ext cx="634365" cy="43942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735" rIns="0" bIns="0" rtlCol="0" vert="horz">
            <a:spAutoFit/>
          </a:bodyPr>
          <a:lstStyle/>
          <a:p>
            <a:pPr marL="191135">
              <a:lnSpc>
                <a:spcPct val="100000"/>
              </a:lnSpc>
              <a:spcBef>
                <a:spcPts val="305"/>
              </a:spcBef>
            </a:pPr>
            <a:r>
              <a:rPr dirty="0" sz="16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492" sz="1725" spc="-37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35" name="object 35" descr=""/>
          <p:cNvSpPr/>
          <p:nvPr/>
        </p:nvSpPr>
        <p:spPr>
          <a:xfrm>
            <a:off x="922765" y="2369423"/>
            <a:ext cx="574675" cy="282575"/>
          </a:xfrm>
          <a:custGeom>
            <a:avLst/>
            <a:gdLst/>
            <a:ahLst/>
            <a:cxnLst/>
            <a:rect l="l" t="t" r="r" b="b"/>
            <a:pathLst>
              <a:path w="574675" h="282575">
                <a:moveTo>
                  <a:pt x="484276" y="0"/>
                </a:moveTo>
                <a:lnTo>
                  <a:pt x="480263" y="11455"/>
                </a:lnTo>
                <a:lnTo>
                  <a:pt x="496605" y="18551"/>
                </a:lnTo>
                <a:lnTo>
                  <a:pt x="510659" y="28371"/>
                </a:lnTo>
                <a:lnTo>
                  <a:pt x="539192" y="73880"/>
                </a:lnTo>
                <a:lnTo>
                  <a:pt x="547479" y="115357"/>
                </a:lnTo>
                <a:lnTo>
                  <a:pt x="547522" y="115661"/>
                </a:lnTo>
                <a:lnTo>
                  <a:pt x="547518" y="164649"/>
                </a:lnTo>
                <a:lnTo>
                  <a:pt x="539150" y="207587"/>
                </a:lnTo>
                <a:lnTo>
                  <a:pt x="510671" y="253828"/>
                </a:lnTo>
                <a:lnTo>
                  <a:pt x="480707" y="270865"/>
                </a:lnTo>
                <a:lnTo>
                  <a:pt x="484276" y="282321"/>
                </a:lnTo>
                <a:lnTo>
                  <a:pt x="522785" y="264263"/>
                </a:lnTo>
                <a:lnTo>
                  <a:pt x="551103" y="232994"/>
                </a:lnTo>
                <a:lnTo>
                  <a:pt x="568512" y="191111"/>
                </a:lnTo>
                <a:lnTo>
                  <a:pt x="574319" y="141236"/>
                </a:lnTo>
                <a:lnTo>
                  <a:pt x="572881" y="115661"/>
                </a:lnTo>
                <a:lnTo>
                  <a:pt x="572864" y="115357"/>
                </a:lnTo>
                <a:lnTo>
                  <a:pt x="561219" y="69479"/>
                </a:lnTo>
                <a:lnTo>
                  <a:pt x="538118" y="32129"/>
                </a:lnTo>
                <a:lnTo>
                  <a:pt x="504743" y="7391"/>
                </a:lnTo>
                <a:lnTo>
                  <a:pt x="484276" y="0"/>
                </a:lnTo>
                <a:close/>
              </a:path>
              <a:path w="574675" h="282575">
                <a:moveTo>
                  <a:pt x="90042" y="0"/>
                </a:moveTo>
                <a:lnTo>
                  <a:pt x="51619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1450" y="167173"/>
                </a:lnTo>
                <a:lnTo>
                  <a:pt x="13056" y="213051"/>
                </a:lnTo>
                <a:lnTo>
                  <a:pt x="36098" y="250279"/>
                </a:lnTo>
                <a:lnTo>
                  <a:pt x="69508" y="274944"/>
                </a:lnTo>
                <a:lnTo>
                  <a:pt x="90042" y="282321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805" y="141236"/>
                </a:lnTo>
                <a:lnTo>
                  <a:pt x="25742" y="139750"/>
                </a:lnTo>
                <a:lnTo>
                  <a:pt x="29925" y="93705"/>
                </a:lnTo>
                <a:lnTo>
                  <a:pt x="42481" y="56184"/>
                </a:lnTo>
                <a:lnTo>
                  <a:pt x="77773" y="18551"/>
                </a:lnTo>
                <a:lnTo>
                  <a:pt x="94056" y="11455"/>
                </a:lnTo>
                <a:lnTo>
                  <a:pt x="90042" y="0"/>
                </a:lnTo>
                <a:close/>
              </a:path>
            </a:pathLst>
          </a:custGeom>
          <a:solidFill>
            <a:srgbClr val="EC20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1934235" y="2368829"/>
            <a:ext cx="3645535" cy="283845"/>
          </a:xfrm>
          <a:custGeom>
            <a:avLst/>
            <a:gdLst/>
            <a:ahLst/>
            <a:cxnLst/>
            <a:rect l="l" t="t" r="r" b="b"/>
            <a:pathLst>
              <a:path w="3645535" h="283844">
                <a:moveTo>
                  <a:pt x="397586" y="2679"/>
                </a:moveTo>
                <a:lnTo>
                  <a:pt x="374662" y="2679"/>
                </a:lnTo>
                <a:lnTo>
                  <a:pt x="374662" y="279654"/>
                </a:lnTo>
                <a:lnTo>
                  <a:pt x="397586" y="279654"/>
                </a:lnTo>
                <a:lnTo>
                  <a:pt x="397586" y="2679"/>
                </a:lnTo>
                <a:close/>
              </a:path>
              <a:path w="3645535" h="283844">
                <a:moveTo>
                  <a:pt x="94957" y="0"/>
                </a:moveTo>
                <a:lnTo>
                  <a:pt x="91084" y="0"/>
                </a:lnTo>
                <a:lnTo>
                  <a:pt x="74699" y="1221"/>
                </a:lnTo>
                <a:lnTo>
                  <a:pt x="38773" y="16001"/>
                </a:lnTo>
                <a:lnTo>
                  <a:pt x="22573" y="47561"/>
                </a:lnTo>
                <a:lnTo>
                  <a:pt x="22521" y="47764"/>
                </a:lnTo>
                <a:lnTo>
                  <a:pt x="21638" y="59524"/>
                </a:lnTo>
                <a:lnTo>
                  <a:pt x="21656" y="68598"/>
                </a:lnTo>
                <a:lnTo>
                  <a:pt x="22312" y="75417"/>
                </a:lnTo>
                <a:lnTo>
                  <a:pt x="23403" y="82662"/>
                </a:lnTo>
                <a:lnTo>
                  <a:pt x="24930" y="90335"/>
                </a:lnTo>
                <a:lnTo>
                  <a:pt x="27266" y="100850"/>
                </a:lnTo>
                <a:lnTo>
                  <a:pt x="28435" y="107899"/>
                </a:lnTo>
                <a:lnTo>
                  <a:pt x="28435" y="118313"/>
                </a:lnTo>
                <a:lnTo>
                  <a:pt x="26073" y="123901"/>
                </a:lnTo>
                <a:lnTo>
                  <a:pt x="16649" y="132524"/>
                </a:lnTo>
                <a:lnTo>
                  <a:pt x="9525" y="134835"/>
                </a:lnTo>
                <a:lnTo>
                  <a:pt x="0" y="135140"/>
                </a:lnTo>
                <a:lnTo>
                  <a:pt x="0" y="147332"/>
                </a:lnTo>
                <a:lnTo>
                  <a:pt x="9525" y="147637"/>
                </a:lnTo>
                <a:lnTo>
                  <a:pt x="16649" y="149948"/>
                </a:lnTo>
                <a:lnTo>
                  <a:pt x="26073" y="158572"/>
                </a:lnTo>
                <a:lnTo>
                  <a:pt x="28435" y="164160"/>
                </a:lnTo>
                <a:lnTo>
                  <a:pt x="28435" y="174574"/>
                </a:lnTo>
                <a:lnTo>
                  <a:pt x="27266" y="181622"/>
                </a:lnTo>
                <a:lnTo>
                  <a:pt x="24930" y="192138"/>
                </a:lnTo>
                <a:lnTo>
                  <a:pt x="23403" y="199810"/>
                </a:lnTo>
                <a:lnTo>
                  <a:pt x="22312" y="207056"/>
                </a:lnTo>
                <a:lnTo>
                  <a:pt x="21656" y="213874"/>
                </a:lnTo>
                <a:lnTo>
                  <a:pt x="21534" y="217431"/>
                </a:lnTo>
                <a:lnTo>
                  <a:pt x="21437" y="220268"/>
                </a:lnTo>
                <a:lnTo>
                  <a:pt x="31188" y="259066"/>
                </a:lnTo>
                <a:lnTo>
                  <a:pt x="74699" y="282590"/>
                </a:lnTo>
                <a:lnTo>
                  <a:pt x="91084" y="283819"/>
                </a:lnTo>
                <a:lnTo>
                  <a:pt x="94957" y="283819"/>
                </a:lnTo>
                <a:lnTo>
                  <a:pt x="94957" y="272503"/>
                </a:lnTo>
                <a:lnTo>
                  <a:pt x="92722" y="272503"/>
                </a:lnTo>
                <a:lnTo>
                  <a:pt x="82516" y="271801"/>
                </a:lnTo>
                <a:lnTo>
                  <a:pt x="49785" y="246064"/>
                </a:lnTo>
                <a:lnTo>
                  <a:pt x="46736" y="222948"/>
                </a:lnTo>
                <a:lnTo>
                  <a:pt x="46826" y="220268"/>
                </a:lnTo>
                <a:lnTo>
                  <a:pt x="51701" y="186982"/>
                </a:lnTo>
                <a:lnTo>
                  <a:pt x="52692" y="179679"/>
                </a:lnTo>
                <a:lnTo>
                  <a:pt x="52692" y="166890"/>
                </a:lnTo>
                <a:lnTo>
                  <a:pt x="50203" y="159969"/>
                </a:lnTo>
                <a:lnTo>
                  <a:pt x="40284" y="149148"/>
                </a:lnTo>
                <a:lnTo>
                  <a:pt x="34378" y="145161"/>
                </a:lnTo>
                <a:lnTo>
                  <a:pt x="27533" y="142570"/>
                </a:lnTo>
                <a:lnTo>
                  <a:pt x="27533" y="139903"/>
                </a:lnTo>
                <a:lnTo>
                  <a:pt x="34378" y="137312"/>
                </a:lnTo>
                <a:lnTo>
                  <a:pt x="40284" y="133324"/>
                </a:lnTo>
                <a:lnTo>
                  <a:pt x="50203" y="122504"/>
                </a:lnTo>
                <a:lnTo>
                  <a:pt x="52692" y="115582"/>
                </a:lnTo>
                <a:lnTo>
                  <a:pt x="52692" y="102793"/>
                </a:lnTo>
                <a:lnTo>
                  <a:pt x="51701" y="95491"/>
                </a:lnTo>
                <a:lnTo>
                  <a:pt x="49707" y="85280"/>
                </a:lnTo>
                <a:lnTo>
                  <a:pt x="48407" y="77920"/>
                </a:lnTo>
                <a:lnTo>
                  <a:pt x="47478" y="71173"/>
                </a:lnTo>
                <a:lnTo>
                  <a:pt x="46921" y="65042"/>
                </a:lnTo>
                <a:lnTo>
                  <a:pt x="46826" y="62204"/>
                </a:lnTo>
                <a:lnTo>
                  <a:pt x="46736" y="59524"/>
                </a:lnTo>
                <a:lnTo>
                  <a:pt x="47485" y="47764"/>
                </a:lnTo>
                <a:lnTo>
                  <a:pt x="47498" y="47561"/>
                </a:lnTo>
                <a:lnTo>
                  <a:pt x="73483" y="14119"/>
                </a:lnTo>
                <a:lnTo>
                  <a:pt x="92722" y="11315"/>
                </a:lnTo>
                <a:lnTo>
                  <a:pt x="94957" y="11315"/>
                </a:lnTo>
                <a:lnTo>
                  <a:pt x="94957" y="0"/>
                </a:lnTo>
                <a:close/>
              </a:path>
              <a:path w="3645535" h="283844">
                <a:moveTo>
                  <a:pt x="3554158" y="0"/>
                </a:moveTo>
                <a:lnTo>
                  <a:pt x="3550284" y="0"/>
                </a:lnTo>
                <a:lnTo>
                  <a:pt x="3550284" y="11315"/>
                </a:lnTo>
                <a:lnTo>
                  <a:pt x="3552520" y="11315"/>
                </a:lnTo>
                <a:lnTo>
                  <a:pt x="3562724" y="12016"/>
                </a:lnTo>
                <a:lnTo>
                  <a:pt x="3595457" y="37447"/>
                </a:lnTo>
                <a:lnTo>
                  <a:pt x="3598506" y="59677"/>
                </a:lnTo>
                <a:lnTo>
                  <a:pt x="3598416" y="62357"/>
                </a:lnTo>
                <a:lnTo>
                  <a:pt x="3598321" y="65194"/>
                </a:lnTo>
                <a:lnTo>
                  <a:pt x="3597763" y="71324"/>
                </a:lnTo>
                <a:lnTo>
                  <a:pt x="3596835" y="78067"/>
                </a:lnTo>
                <a:lnTo>
                  <a:pt x="3595535" y="85420"/>
                </a:lnTo>
                <a:lnTo>
                  <a:pt x="3593541" y="95643"/>
                </a:lnTo>
                <a:lnTo>
                  <a:pt x="3592550" y="102933"/>
                </a:lnTo>
                <a:lnTo>
                  <a:pt x="3592550" y="115735"/>
                </a:lnTo>
                <a:lnTo>
                  <a:pt x="3595039" y="122656"/>
                </a:lnTo>
                <a:lnTo>
                  <a:pt x="3604958" y="133476"/>
                </a:lnTo>
                <a:lnTo>
                  <a:pt x="3610864" y="137464"/>
                </a:lnTo>
                <a:lnTo>
                  <a:pt x="3617709" y="140042"/>
                </a:lnTo>
                <a:lnTo>
                  <a:pt x="3617709" y="142722"/>
                </a:lnTo>
                <a:lnTo>
                  <a:pt x="3610864" y="145300"/>
                </a:lnTo>
                <a:lnTo>
                  <a:pt x="3604958" y="149301"/>
                </a:lnTo>
                <a:lnTo>
                  <a:pt x="3595039" y="160108"/>
                </a:lnTo>
                <a:lnTo>
                  <a:pt x="3592550" y="167030"/>
                </a:lnTo>
                <a:lnTo>
                  <a:pt x="3592550" y="179832"/>
                </a:lnTo>
                <a:lnTo>
                  <a:pt x="3593541" y="187121"/>
                </a:lnTo>
                <a:lnTo>
                  <a:pt x="3595535" y="197345"/>
                </a:lnTo>
                <a:lnTo>
                  <a:pt x="3596835" y="204703"/>
                </a:lnTo>
                <a:lnTo>
                  <a:pt x="3597763" y="211445"/>
                </a:lnTo>
                <a:lnTo>
                  <a:pt x="3598321" y="217572"/>
                </a:lnTo>
                <a:lnTo>
                  <a:pt x="3598416" y="220408"/>
                </a:lnTo>
                <a:lnTo>
                  <a:pt x="3598506" y="223088"/>
                </a:lnTo>
                <a:lnTo>
                  <a:pt x="3586302" y="261264"/>
                </a:lnTo>
                <a:lnTo>
                  <a:pt x="3552520" y="272503"/>
                </a:lnTo>
                <a:lnTo>
                  <a:pt x="3550284" y="272503"/>
                </a:lnTo>
                <a:lnTo>
                  <a:pt x="3550284" y="283819"/>
                </a:lnTo>
                <a:lnTo>
                  <a:pt x="3554158" y="283819"/>
                </a:lnTo>
                <a:lnTo>
                  <a:pt x="3570543" y="282590"/>
                </a:lnTo>
                <a:lnTo>
                  <a:pt x="3606469" y="267817"/>
                </a:lnTo>
                <a:lnTo>
                  <a:pt x="3622670" y="235575"/>
                </a:lnTo>
                <a:lnTo>
                  <a:pt x="3622721" y="235372"/>
                </a:lnTo>
                <a:lnTo>
                  <a:pt x="3623805" y="220408"/>
                </a:lnTo>
                <a:lnTo>
                  <a:pt x="3623708" y="217572"/>
                </a:lnTo>
                <a:lnTo>
                  <a:pt x="3623586" y="214021"/>
                </a:lnTo>
                <a:lnTo>
                  <a:pt x="3622930" y="207206"/>
                </a:lnTo>
                <a:lnTo>
                  <a:pt x="3621838" y="199963"/>
                </a:lnTo>
                <a:lnTo>
                  <a:pt x="3620312" y="192290"/>
                </a:lnTo>
                <a:lnTo>
                  <a:pt x="3617976" y="181762"/>
                </a:lnTo>
                <a:lnTo>
                  <a:pt x="3616807" y="174726"/>
                </a:lnTo>
                <a:lnTo>
                  <a:pt x="3616807" y="164299"/>
                </a:lnTo>
                <a:lnTo>
                  <a:pt x="3619169" y="158724"/>
                </a:lnTo>
                <a:lnTo>
                  <a:pt x="3628593" y="150088"/>
                </a:lnTo>
                <a:lnTo>
                  <a:pt x="3635717" y="147789"/>
                </a:lnTo>
                <a:lnTo>
                  <a:pt x="3645242" y="147485"/>
                </a:lnTo>
                <a:lnTo>
                  <a:pt x="3645242" y="135280"/>
                </a:lnTo>
                <a:lnTo>
                  <a:pt x="3635717" y="134988"/>
                </a:lnTo>
                <a:lnTo>
                  <a:pt x="3628593" y="132676"/>
                </a:lnTo>
                <a:lnTo>
                  <a:pt x="3619169" y="124040"/>
                </a:lnTo>
                <a:lnTo>
                  <a:pt x="3616807" y="118465"/>
                </a:lnTo>
                <a:lnTo>
                  <a:pt x="3616807" y="108051"/>
                </a:lnTo>
                <a:lnTo>
                  <a:pt x="3617976" y="101003"/>
                </a:lnTo>
                <a:lnTo>
                  <a:pt x="3620312" y="90487"/>
                </a:lnTo>
                <a:lnTo>
                  <a:pt x="3621838" y="82814"/>
                </a:lnTo>
                <a:lnTo>
                  <a:pt x="3622930" y="75569"/>
                </a:lnTo>
                <a:lnTo>
                  <a:pt x="3623586" y="68750"/>
                </a:lnTo>
                <a:lnTo>
                  <a:pt x="3623708" y="65194"/>
                </a:lnTo>
                <a:lnTo>
                  <a:pt x="3623805" y="62357"/>
                </a:lnTo>
                <a:lnTo>
                  <a:pt x="3614054" y="24671"/>
                </a:lnTo>
                <a:lnTo>
                  <a:pt x="3570543" y="1221"/>
                </a:lnTo>
                <a:lnTo>
                  <a:pt x="35541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 txBox="1"/>
          <p:nvPr/>
        </p:nvSpPr>
        <p:spPr>
          <a:xfrm>
            <a:off x="663308" y="2279171"/>
            <a:ext cx="55587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  <a:tabLst>
                <a:tab pos="358775" algn="l"/>
                <a:tab pos="944244" algn="l"/>
                <a:tab pos="1373505" algn="l"/>
                <a:tab pos="5014595" algn="l"/>
              </a:tabLst>
            </a:pPr>
            <a:r>
              <a:rPr dirty="0" sz="2400" spc="-50">
                <a:solidFill>
                  <a:srgbClr val="EC207B"/>
                </a:solidFill>
                <a:latin typeface="Cambria Math"/>
                <a:cs typeface="Cambria Math"/>
              </a:rPr>
              <a:t>𝐿</a:t>
            </a:r>
            <a:r>
              <a:rPr dirty="0" sz="2400">
                <a:solidFill>
                  <a:srgbClr val="EC207B"/>
                </a:solidFill>
                <a:latin typeface="Cambria Math"/>
                <a:cs typeface="Cambria Math"/>
              </a:rPr>
              <a:t>	</a:t>
            </a:r>
            <a:r>
              <a:rPr dirty="0" sz="24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 spc="-37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r>
              <a:rPr dirty="0" baseline="-15873" sz="2625">
                <a:solidFill>
                  <a:srgbClr val="6F2F9F"/>
                </a:solidFill>
                <a:latin typeface="Cambria Math"/>
                <a:cs typeface="Cambria Math"/>
              </a:rPr>
              <a:t>	</a:t>
            </a:r>
            <a:r>
              <a:rPr dirty="0" sz="2400" spc="-50">
                <a:latin typeface="Cambria Math"/>
                <a:cs typeface="Cambria Math"/>
              </a:rPr>
              <a:t>=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𝑤</a:t>
            </a:r>
            <a:r>
              <a:rPr dirty="0" sz="2400" spc="25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𝑤</a:t>
            </a:r>
            <a:r>
              <a:rPr dirty="0" sz="2400" spc="4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contains</a:t>
            </a:r>
            <a:r>
              <a:rPr dirty="0" sz="2400" spc="-3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substring</a:t>
            </a:r>
            <a:r>
              <a:rPr dirty="0" sz="2400" spc="-25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C00000"/>
                </a:solidFill>
                <a:latin typeface="Cambria Math"/>
                <a:cs typeface="Cambria Math"/>
              </a:rPr>
              <a:t>11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35">
                <a:latin typeface="Cambria Math"/>
                <a:cs typeface="Cambria Math"/>
              </a:rPr>
              <a:t> </a:t>
            </a:r>
            <a:r>
              <a:rPr dirty="0" sz="2400" spc="-5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539239" y="2916935"/>
            <a:ext cx="3535679" cy="40132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735" rIns="0" bIns="0" rtlCol="0" vert="horz">
            <a:spAutoFit/>
          </a:bodyPr>
          <a:lstStyle/>
          <a:p>
            <a:pPr marL="531495">
              <a:lnSpc>
                <a:spcPct val="100000"/>
              </a:lnSpc>
              <a:spcBef>
                <a:spcPts val="305"/>
              </a:spcBef>
            </a:pPr>
            <a:r>
              <a:rPr dirty="0" sz="20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sz="2000" spc="4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is</a:t>
            </a:r>
            <a:r>
              <a:rPr dirty="0" sz="2000" spc="-3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a</a:t>
            </a:r>
            <a:r>
              <a:rPr dirty="0" sz="2000" spc="-30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regular language</a:t>
            </a:r>
            <a:endParaRPr sz="2000">
              <a:latin typeface="Franklin Gothic Medium"/>
              <a:cs typeface="Franklin Gothic Medium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4628260" y="5209959"/>
            <a:ext cx="2189480" cy="1463040"/>
            <a:chOff x="4628260" y="5209959"/>
            <a:chExt cx="2189480" cy="1463040"/>
          </a:xfrm>
        </p:grpSpPr>
        <p:sp>
          <p:nvSpPr>
            <p:cNvPr id="40" name="object 40" descr=""/>
            <p:cNvSpPr/>
            <p:nvPr/>
          </p:nvSpPr>
          <p:spPr>
            <a:xfrm>
              <a:off x="4628261" y="5209959"/>
              <a:ext cx="2189480" cy="731520"/>
            </a:xfrm>
            <a:custGeom>
              <a:avLst/>
              <a:gdLst/>
              <a:ahLst/>
              <a:cxnLst/>
              <a:rect l="l" t="t" r="r" b="b"/>
              <a:pathLst>
                <a:path w="2189479" h="731520">
                  <a:moveTo>
                    <a:pt x="729615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0" y="731520"/>
                  </a:lnTo>
                  <a:lnTo>
                    <a:pt x="729615" y="731520"/>
                  </a:lnTo>
                  <a:lnTo>
                    <a:pt x="729615" y="365760"/>
                  </a:lnTo>
                  <a:lnTo>
                    <a:pt x="729615" y="0"/>
                  </a:lnTo>
                  <a:close/>
                </a:path>
                <a:path w="2189479" h="731520">
                  <a:moveTo>
                    <a:pt x="1459230" y="0"/>
                  </a:moveTo>
                  <a:lnTo>
                    <a:pt x="729627" y="0"/>
                  </a:lnTo>
                  <a:lnTo>
                    <a:pt x="729627" y="365760"/>
                  </a:lnTo>
                  <a:lnTo>
                    <a:pt x="1459230" y="365760"/>
                  </a:lnTo>
                  <a:lnTo>
                    <a:pt x="1459230" y="0"/>
                  </a:lnTo>
                  <a:close/>
                </a:path>
                <a:path w="2189479" h="731520">
                  <a:moveTo>
                    <a:pt x="2188857" y="0"/>
                  </a:moveTo>
                  <a:lnTo>
                    <a:pt x="1459242" y="0"/>
                  </a:lnTo>
                  <a:lnTo>
                    <a:pt x="1459242" y="365760"/>
                  </a:lnTo>
                  <a:lnTo>
                    <a:pt x="2188857" y="365760"/>
                  </a:lnTo>
                  <a:lnTo>
                    <a:pt x="2188857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5357888" y="5575719"/>
              <a:ext cx="1459230" cy="365760"/>
            </a:xfrm>
            <a:custGeom>
              <a:avLst/>
              <a:gdLst/>
              <a:ahLst/>
              <a:cxnLst/>
              <a:rect l="l" t="t" r="r" b="b"/>
              <a:pathLst>
                <a:path w="1459229" h="365760">
                  <a:moveTo>
                    <a:pt x="729602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729602" y="365760"/>
                  </a:lnTo>
                  <a:lnTo>
                    <a:pt x="729602" y="0"/>
                  </a:lnTo>
                  <a:close/>
                </a:path>
                <a:path w="1459229" h="365760">
                  <a:moveTo>
                    <a:pt x="1459230" y="0"/>
                  </a:moveTo>
                  <a:lnTo>
                    <a:pt x="729615" y="0"/>
                  </a:lnTo>
                  <a:lnTo>
                    <a:pt x="729615" y="365760"/>
                  </a:lnTo>
                  <a:lnTo>
                    <a:pt x="1459230" y="365760"/>
                  </a:lnTo>
                  <a:lnTo>
                    <a:pt x="1459230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4628260" y="5941479"/>
              <a:ext cx="729615" cy="365760"/>
            </a:xfrm>
            <a:custGeom>
              <a:avLst/>
              <a:gdLst/>
              <a:ahLst/>
              <a:cxnLst/>
              <a:rect l="l" t="t" r="r" b="b"/>
              <a:pathLst>
                <a:path w="729614" h="365760">
                  <a:moveTo>
                    <a:pt x="729614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729614" y="365760"/>
                  </a:lnTo>
                  <a:lnTo>
                    <a:pt x="72961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5357888" y="5941479"/>
              <a:ext cx="1459230" cy="365760"/>
            </a:xfrm>
            <a:custGeom>
              <a:avLst/>
              <a:gdLst/>
              <a:ahLst/>
              <a:cxnLst/>
              <a:rect l="l" t="t" r="r" b="b"/>
              <a:pathLst>
                <a:path w="1459229" h="365760">
                  <a:moveTo>
                    <a:pt x="729602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729602" y="365760"/>
                  </a:lnTo>
                  <a:lnTo>
                    <a:pt x="729602" y="0"/>
                  </a:lnTo>
                  <a:close/>
                </a:path>
                <a:path w="1459229" h="365760">
                  <a:moveTo>
                    <a:pt x="1459230" y="0"/>
                  </a:moveTo>
                  <a:lnTo>
                    <a:pt x="729615" y="0"/>
                  </a:lnTo>
                  <a:lnTo>
                    <a:pt x="729615" y="365760"/>
                  </a:lnTo>
                  <a:lnTo>
                    <a:pt x="1459230" y="365760"/>
                  </a:lnTo>
                  <a:lnTo>
                    <a:pt x="1459230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4628260" y="6307239"/>
              <a:ext cx="729615" cy="365760"/>
            </a:xfrm>
            <a:custGeom>
              <a:avLst/>
              <a:gdLst/>
              <a:ahLst/>
              <a:cxnLst/>
              <a:rect l="l" t="t" r="r" b="b"/>
              <a:pathLst>
                <a:path w="729614" h="365759">
                  <a:moveTo>
                    <a:pt x="729614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729614" y="365760"/>
                  </a:lnTo>
                  <a:lnTo>
                    <a:pt x="72961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5357888" y="6307239"/>
              <a:ext cx="1459230" cy="366395"/>
            </a:xfrm>
            <a:custGeom>
              <a:avLst/>
              <a:gdLst/>
              <a:ahLst/>
              <a:cxnLst/>
              <a:rect l="l" t="t" r="r" b="b"/>
              <a:pathLst>
                <a:path w="1459229" h="366395">
                  <a:moveTo>
                    <a:pt x="729602" y="0"/>
                  </a:moveTo>
                  <a:lnTo>
                    <a:pt x="0" y="0"/>
                  </a:lnTo>
                  <a:lnTo>
                    <a:pt x="0" y="365772"/>
                  </a:lnTo>
                  <a:lnTo>
                    <a:pt x="729602" y="365772"/>
                  </a:lnTo>
                  <a:lnTo>
                    <a:pt x="729602" y="0"/>
                  </a:lnTo>
                  <a:close/>
                </a:path>
                <a:path w="1459229" h="366395">
                  <a:moveTo>
                    <a:pt x="1459230" y="0"/>
                  </a:moveTo>
                  <a:lnTo>
                    <a:pt x="729615" y="0"/>
                  </a:lnTo>
                  <a:lnTo>
                    <a:pt x="729615" y="365772"/>
                  </a:lnTo>
                  <a:lnTo>
                    <a:pt x="1459230" y="365772"/>
                  </a:lnTo>
                  <a:lnTo>
                    <a:pt x="1459230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46" name="object 46" descr=""/>
          <p:cNvGraphicFramePr>
            <a:graphicFrameLocks noGrp="1"/>
          </p:cNvGraphicFramePr>
          <p:nvPr/>
        </p:nvGraphicFramePr>
        <p:xfrm>
          <a:off x="649937" y="3405693"/>
          <a:ext cx="8451215" cy="3266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78275"/>
                <a:gridCol w="729614"/>
                <a:gridCol w="729614"/>
                <a:gridCol w="729614"/>
                <a:gridCol w="1365885"/>
                <a:gridCol w="840740"/>
              </a:tblGrid>
              <a:tr h="1275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r" marR="62865">
                        <a:lnSpc>
                          <a:spcPct val="100000"/>
                        </a:lnSpc>
                        <a:tabLst>
                          <a:tab pos="3335020" algn="l"/>
                        </a:tabLst>
                      </a:pPr>
                      <a:r>
                        <a:rPr dirty="0" baseline="2314" sz="3600">
                          <a:solidFill>
                            <a:srgbClr val="6F2F9F"/>
                          </a:solidFill>
                          <a:latin typeface="Cambria Math"/>
                          <a:cs typeface="Cambria Math"/>
                        </a:rPr>
                        <a:t>𝑀</a:t>
                      </a:r>
                      <a:r>
                        <a:rPr dirty="0" baseline="-12698" sz="2625">
                          <a:solidFill>
                            <a:srgbClr val="6F2F9F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  <a:r>
                        <a:rPr dirty="0" baseline="-12698" sz="2625" spc="480">
                          <a:solidFill>
                            <a:srgbClr val="6F2F9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baseline="2314" sz="3600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dirty="0" baseline="2314" sz="3600" spc="157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baseline="2314" sz="3600" spc="-600">
                          <a:latin typeface="Cambria Math"/>
                          <a:cs typeface="Cambria Math"/>
                        </a:rPr>
                        <a:t>(</a:t>
                      </a:r>
                      <a:r>
                        <a:rPr dirty="0" baseline="2314" sz="3600" spc="-600">
                          <a:solidFill>
                            <a:srgbClr val="C55A11"/>
                          </a:solidFill>
                          <a:latin typeface="Cambria Math"/>
                          <a:cs typeface="Cambria Math"/>
                        </a:rPr>
                        <a:t>𝑄𝑄</a:t>
                      </a:r>
                      <a:r>
                        <a:rPr dirty="0" baseline="2314" sz="3600" spc="-600">
                          <a:latin typeface="Cambria Math"/>
                          <a:cs typeface="Cambria Math"/>
                        </a:rPr>
                        <a:t>,</a:t>
                      </a:r>
                      <a:r>
                        <a:rPr dirty="0" baseline="2314" sz="3600" spc="-202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baseline="2314" sz="3600" spc="179">
                          <a:solidFill>
                            <a:srgbClr val="2D75B6"/>
                          </a:solidFill>
                          <a:latin typeface="Cambria Math"/>
                          <a:cs typeface="Cambria Math"/>
                        </a:rPr>
                        <a:t>Z</a:t>
                      </a:r>
                      <a:r>
                        <a:rPr dirty="0" baseline="2314" sz="3600" spc="179">
                          <a:latin typeface="Cambria Math"/>
                          <a:cs typeface="Cambria Math"/>
                        </a:rPr>
                        <a:t>,</a:t>
                      </a:r>
                      <a:r>
                        <a:rPr dirty="0" baseline="2314" sz="3600" spc="-202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baseline="2314" sz="3600" spc="-607">
                          <a:solidFill>
                            <a:srgbClr val="538235"/>
                          </a:solidFill>
                          <a:latin typeface="Cambria Math"/>
                          <a:cs typeface="Cambria Math"/>
                        </a:rPr>
                        <a:t>𝛿𝛿</a:t>
                      </a:r>
                      <a:r>
                        <a:rPr dirty="0" baseline="2314" sz="3600" spc="-607">
                          <a:latin typeface="Cambria Math"/>
                          <a:cs typeface="Cambria Math"/>
                        </a:rPr>
                        <a:t>,</a:t>
                      </a:r>
                      <a:r>
                        <a:rPr dirty="0" baseline="2314" sz="3600" spc="-202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baseline="2314" sz="3600">
                          <a:solidFill>
                            <a:srgbClr val="BE9000"/>
                          </a:solidFill>
                          <a:latin typeface="Cambria Math"/>
                          <a:cs typeface="Cambria Math"/>
                        </a:rPr>
                        <a:t>𝑞</a:t>
                      </a:r>
                      <a:r>
                        <a:rPr dirty="0" baseline="-12698" sz="2625">
                          <a:solidFill>
                            <a:srgbClr val="BE9000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r>
                        <a:rPr dirty="0" baseline="2314" sz="3600">
                          <a:latin typeface="Cambria Math"/>
                          <a:cs typeface="Cambria Math"/>
                        </a:rPr>
                        <a:t>,</a:t>
                      </a:r>
                      <a:r>
                        <a:rPr dirty="0" baseline="2314" sz="3600" spc="-202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baseline="2314" sz="3600" spc="-37">
                          <a:solidFill>
                            <a:srgbClr val="8496AF"/>
                          </a:solidFill>
                          <a:latin typeface="Cambria Math"/>
                          <a:cs typeface="Cambria Math"/>
                        </a:rPr>
                        <a:t>𝐹</a:t>
                      </a:r>
                      <a:r>
                        <a:rPr dirty="0" baseline="2314" sz="3600" spc="-37">
                          <a:latin typeface="Cambria Math"/>
                          <a:cs typeface="Cambria Math"/>
                        </a:rPr>
                        <a:t>)</a:t>
                      </a:r>
                      <a:r>
                        <a:rPr dirty="0" baseline="2314" sz="3600">
                          <a:latin typeface="Cambria Math"/>
                          <a:cs typeface="Cambria Math"/>
                        </a:rPr>
                        <a:t>	</a:t>
                      </a:r>
                      <a:r>
                        <a:rPr dirty="0" sz="2400" spc="-830">
                          <a:solidFill>
                            <a:srgbClr val="C55A11"/>
                          </a:solidFill>
                          <a:latin typeface="Cambria Math"/>
                          <a:cs typeface="Cambria Math"/>
                        </a:rPr>
                        <a:t>𝑄𝑄</a:t>
                      </a:r>
                      <a:r>
                        <a:rPr dirty="0" sz="2400" spc="210">
                          <a:solidFill>
                            <a:srgbClr val="C55A11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2400" spc="-50">
                          <a:latin typeface="Cambria Math"/>
                          <a:cs typeface="Cambria Math"/>
                        </a:rPr>
                        <a:t>=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dirty="0" sz="2400">
                          <a:latin typeface="Cambria Math"/>
                          <a:cs typeface="Cambria Math"/>
                        </a:rPr>
                        <a:t>{𝑞</a:t>
                      </a:r>
                      <a:r>
                        <a:rPr dirty="0" baseline="-15873" sz="2625">
                          <a:latin typeface="Cambria Math"/>
                          <a:cs typeface="Cambria Math"/>
                        </a:rPr>
                        <a:t>1</a:t>
                      </a:r>
                      <a:r>
                        <a:rPr dirty="0" sz="2400">
                          <a:latin typeface="Cambria Math"/>
                          <a:cs typeface="Cambria Math"/>
                        </a:rPr>
                        <a:t>,</a:t>
                      </a:r>
                      <a:r>
                        <a:rPr dirty="0" sz="2400" spc="-9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2400">
                          <a:latin typeface="Cambria Math"/>
                          <a:cs typeface="Cambria Math"/>
                        </a:rPr>
                        <a:t>𝑞</a:t>
                      </a:r>
                      <a:r>
                        <a:rPr dirty="0" baseline="-15873" sz="2625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dirty="0" sz="2400">
                          <a:latin typeface="Cambria Math"/>
                          <a:cs typeface="Cambria Math"/>
                        </a:rPr>
                        <a:t>,</a:t>
                      </a:r>
                      <a:r>
                        <a:rPr dirty="0" sz="2400" spc="-9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2400" spc="-25">
                          <a:latin typeface="Cambria Math"/>
                          <a:cs typeface="Cambria Math"/>
                        </a:rPr>
                        <a:t>𝑞</a:t>
                      </a:r>
                      <a:r>
                        <a:rPr dirty="0" baseline="-15873" sz="2625" spc="-37">
                          <a:latin typeface="Cambria Math"/>
                          <a:cs typeface="Cambria Math"/>
                        </a:rPr>
                        <a:t>3</a:t>
                      </a:r>
                      <a:r>
                        <a:rPr dirty="0" sz="2400" spc="-25">
                          <a:latin typeface="Cambria Math"/>
                          <a:cs typeface="Cambria Math"/>
                        </a:rPr>
                        <a:t>}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r" marR="77470">
                        <a:lnSpc>
                          <a:spcPct val="100000"/>
                        </a:lnSpc>
                      </a:pPr>
                      <a:r>
                        <a:rPr dirty="0" sz="2400">
                          <a:solidFill>
                            <a:srgbClr val="BE9000"/>
                          </a:solidFill>
                          <a:latin typeface="Cambria Math"/>
                          <a:cs typeface="Cambria Math"/>
                        </a:rPr>
                        <a:t>𝑞</a:t>
                      </a:r>
                      <a:r>
                        <a:rPr dirty="0" baseline="-15873" sz="2625">
                          <a:solidFill>
                            <a:srgbClr val="BE9000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r>
                        <a:rPr dirty="0" baseline="-15873" sz="2625" spc="509">
                          <a:solidFill>
                            <a:srgbClr val="BE9000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2400" spc="-50">
                          <a:latin typeface="Cambria Math"/>
                          <a:cs typeface="Cambria Math"/>
                        </a:rPr>
                        <a:t>=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6830">
                        <a:lnSpc>
                          <a:spcPts val="1760"/>
                        </a:lnSpc>
                      </a:pPr>
                      <a:r>
                        <a:rPr dirty="0" sz="1800" spc="-50">
                          <a:latin typeface="Cambria Math"/>
                          <a:cs typeface="Cambria Math"/>
                        </a:rPr>
                        <a:t>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2400" spc="-25">
                          <a:latin typeface="Cambria Math"/>
                          <a:cs typeface="Cambria Math"/>
                        </a:rPr>
                        <a:t>𝑞</a:t>
                      </a:r>
                      <a:r>
                        <a:rPr dirty="0" baseline="-15873" sz="2625" spc="-37">
                          <a:latin typeface="Cambria Math"/>
                          <a:cs typeface="Cambria Math"/>
                        </a:rPr>
                        <a:t>1</a:t>
                      </a:r>
                      <a:endParaRPr baseline="-15873" sz="2625">
                        <a:latin typeface="Cambria Math"/>
                        <a:cs typeface="Cambria Math"/>
                      </a:endParaRPr>
                    </a:p>
                  </a:txBody>
                  <a:tcPr marL="0" marR="0" marB="0" marT="0"/>
                </a:tc>
              </a:tr>
              <a:tr h="528320">
                <a:tc>
                  <a:txBody>
                    <a:bodyPr/>
                    <a:lstStyle/>
                    <a:p>
                      <a:pPr algn="r" marR="7366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2400" spc="165">
                          <a:solidFill>
                            <a:srgbClr val="2D75B6"/>
                          </a:solidFill>
                          <a:latin typeface="Cambria Math"/>
                          <a:cs typeface="Cambria Math"/>
                        </a:rPr>
                        <a:t>Z</a:t>
                      </a:r>
                      <a:r>
                        <a:rPr dirty="0" sz="2400" spc="210">
                          <a:solidFill>
                            <a:srgbClr val="2D75B6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2400" spc="-50">
                          <a:latin typeface="Cambria Math"/>
                          <a:cs typeface="Cambria Math"/>
                        </a:rPr>
                        <a:t>=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B="0" marT="13970"/>
                </a:tc>
                <a:tc gridSpan="2"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2400" spc="-10">
                          <a:latin typeface="Cambria Math"/>
                          <a:cs typeface="Cambria Math"/>
                        </a:rPr>
                        <a:t>{0,1}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B="0" marT="12065"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2763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2400">
                          <a:solidFill>
                            <a:srgbClr val="8496AF"/>
                          </a:solidFill>
                          <a:latin typeface="Cambria Math"/>
                          <a:cs typeface="Cambria Math"/>
                        </a:rPr>
                        <a:t>𝐹</a:t>
                      </a:r>
                      <a:r>
                        <a:rPr dirty="0" sz="2400" spc="225">
                          <a:solidFill>
                            <a:srgbClr val="8496A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2400" spc="-50">
                          <a:latin typeface="Cambria Math"/>
                          <a:cs typeface="Cambria Math"/>
                        </a:rPr>
                        <a:t>=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B="0" marT="12065"/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2400" spc="-20">
                          <a:latin typeface="Cambria Math"/>
                          <a:cs typeface="Cambria Math"/>
                        </a:rPr>
                        <a:t>{𝑞</a:t>
                      </a:r>
                      <a:r>
                        <a:rPr dirty="0" baseline="-15873" sz="2625" spc="-30">
                          <a:latin typeface="Cambria Math"/>
                          <a:cs typeface="Cambria Math"/>
                        </a:rPr>
                        <a:t>3</a:t>
                      </a:r>
                      <a:r>
                        <a:rPr dirty="0" sz="2400" spc="-20">
                          <a:latin typeface="Cambria Math"/>
                          <a:cs typeface="Cambria Math"/>
                        </a:rPr>
                        <a:t>}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B="0" marT="12065"/>
                </a:tc>
              </a:tr>
              <a:tr h="365760">
                <a:tc>
                  <a:txBody>
                    <a:bodyPr/>
                    <a:lstStyle/>
                    <a:p>
                      <a:pPr algn="r" marR="87630">
                        <a:lnSpc>
                          <a:spcPts val="2635"/>
                        </a:lnSpc>
                        <a:spcBef>
                          <a:spcPts val="145"/>
                        </a:spcBef>
                      </a:pPr>
                      <a:r>
                        <a:rPr dirty="0" sz="2400" spc="-645">
                          <a:solidFill>
                            <a:srgbClr val="538235"/>
                          </a:solidFill>
                          <a:latin typeface="Cambria Math"/>
                          <a:cs typeface="Cambria Math"/>
                        </a:rPr>
                        <a:t>𝛿𝛿</a:t>
                      </a:r>
                      <a:r>
                        <a:rPr dirty="0" sz="2400" spc="229">
                          <a:solidFill>
                            <a:srgbClr val="538235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2400" spc="-50">
                          <a:latin typeface="Cambria Math"/>
                          <a:cs typeface="Cambria Math"/>
                        </a:rPr>
                        <a:t>=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B="0" marT="18415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826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 spc="-50">
                          <a:latin typeface="Cambria Math"/>
                          <a:cs typeface="Cambria Math"/>
                        </a:rPr>
                        <a:t>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826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 spc="-50">
                          <a:latin typeface="Cambria Math"/>
                          <a:cs typeface="Cambria Math"/>
                        </a:rPr>
                        <a:t>1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R="5778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 spc="-370">
                          <a:latin typeface="Cambria Math"/>
                          <a:cs typeface="Cambria Math"/>
                        </a:rPr>
                        <a:t>𝒒𝒒</a:t>
                      </a:r>
                      <a:r>
                        <a:rPr dirty="0" baseline="-14957" sz="1950" spc="-555">
                          <a:latin typeface="Cambria Math"/>
                          <a:cs typeface="Cambria Math"/>
                        </a:rPr>
                        <a:t>1</a:t>
                      </a:r>
                      <a:endParaRPr baseline="-14957" sz="1950">
                        <a:latin typeface="Cambria Math"/>
                        <a:cs typeface="Cambria Math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ts val="2014"/>
                        </a:lnSpc>
                      </a:pPr>
                      <a:r>
                        <a:rPr dirty="0" sz="1800" spc="-25">
                          <a:latin typeface="Cambria Math"/>
                          <a:cs typeface="Cambria Math"/>
                        </a:rPr>
                        <a:t>𝑞</a:t>
                      </a:r>
                      <a:r>
                        <a:rPr dirty="0" baseline="-14957" sz="1950" spc="-37">
                          <a:latin typeface="Cambria Math"/>
                          <a:cs typeface="Cambria Math"/>
                        </a:rPr>
                        <a:t>1</a:t>
                      </a:r>
                      <a:endParaRPr baseline="-14957" sz="195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ts val="2014"/>
                        </a:lnSpc>
                      </a:pPr>
                      <a:r>
                        <a:rPr dirty="0" sz="1800" spc="-25">
                          <a:latin typeface="Cambria Math"/>
                          <a:cs typeface="Cambria Math"/>
                        </a:rPr>
                        <a:t>𝑞</a:t>
                      </a:r>
                      <a:r>
                        <a:rPr dirty="0" baseline="-14957" sz="1950" spc="-37">
                          <a:latin typeface="Cambria Math"/>
                          <a:cs typeface="Cambria Math"/>
                        </a:rPr>
                        <a:t>2</a:t>
                      </a:r>
                      <a:endParaRPr baseline="-14957" sz="195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R="5778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 spc="-490">
                          <a:latin typeface="Cambria Math"/>
                          <a:cs typeface="Cambria Math"/>
                        </a:rPr>
                        <a:t>𝒒𝒒</a:t>
                      </a:r>
                      <a:r>
                        <a:rPr dirty="0" baseline="-14957" sz="1950" spc="-735">
                          <a:latin typeface="Cambria Math"/>
                          <a:cs typeface="Cambria Math"/>
                        </a:rPr>
                        <a:t>𝟐𝟐</a:t>
                      </a:r>
                      <a:endParaRPr baseline="-14957" sz="1950">
                        <a:latin typeface="Cambria Math"/>
                        <a:cs typeface="Cambria Math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800" spc="-25">
                          <a:latin typeface="Cambria Math"/>
                          <a:cs typeface="Cambria Math"/>
                        </a:rPr>
                        <a:t>𝑞</a:t>
                      </a:r>
                      <a:r>
                        <a:rPr dirty="0" baseline="-14957" sz="1950" spc="-37">
                          <a:latin typeface="Cambria Math"/>
                          <a:cs typeface="Cambria Math"/>
                        </a:rPr>
                        <a:t>1</a:t>
                      </a:r>
                      <a:endParaRPr baseline="-14957" sz="1950">
                        <a:latin typeface="Cambria Math"/>
                        <a:cs typeface="Cambria Math"/>
                      </a:endParaRPr>
                    </a:p>
                  </a:txBody>
                  <a:tcPr marL="0" marR="0" marB="0" marT="82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800" spc="-25">
                          <a:latin typeface="Cambria Math"/>
                          <a:cs typeface="Cambria Math"/>
                        </a:rPr>
                        <a:t>𝑞</a:t>
                      </a:r>
                      <a:r>
                        <a:rPr dirty="0" baseline="-14957" sz="1950" spc="-37">
                          <a:latin typeface="Cambria Math"/>
                          <a:cs typeface="Cambria Math"/>
                        </a:rPr>
                        <a:t>3</a:t>
                      </a:r>
                      <a:endParaRPr baseline="-14957" sz="1950">
                        <a:latin typeface="Cambria Math"/>
                        <a:cs typeface="Cambria Math"/>
                      </a:endParaRPr>
                    </a:p>
                  </a:txBody>
                  <a:tcPr marL="0" marR="0" marB="0" marT="57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R="5778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 spc="-490">
                          <a:latin typeface="Cambria Math"/>
                          <a:cs typeface="Cambria Math"/>
                        </a:rPr>
                        <a:t>𝒒𝒒</a:t>
                      </a:r>
                      <a:r>
                        <a:rPr dirty="0" baseline="-14957" sz="1950" spc="-735">
                          <a:latin typeface="Cambria Math"/>
                          <a:cs typeface="Cambria Math"/>
                        </a:rPr>
                        <a:t>𝟑𝟑</a:t>
                      </a:r>
                      <a:endParaRPr baseline="-14957" sz="1950">
                        <a:latin typeface="Cambria Math"/>
                        <a:cs typeface="Cambria Math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800" spc="-25">
                          <a:latin typeface="Cambria Math"/>
                          <a:cs typeface="Cambria Math"/>
                        </a:rPr>
                        <a:t>𝑞</a:t>
                      </a:r>
                      <a:r>
                        <a:rPr dirty="0" baseline="-14957" sz="1950" spc="-37">
                          <a:latin typeface="Cambria Math"/>
                          <a:cs typeface="Cambria Math"/>
                        </a:rPr>
                        <a:t>3</a:t>
                      </a:r>
                      <a:endParaRPr baseline="-14957" sz="1950">
                        <a:latin typeface="Cambria Math"/>
                        <a:cs typeface="Cambria Math"/>
                      </a:endParaRPr>
                    </a:p>
                  </a:txBody>
                  <a:tcPr marL="0" marR="0" marB="0" marT="95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800" spc="-25">
                          <a:latin typeface="Cambria Math"/>
                          <a:cs typeface="Cambria Math"/>
                        </a:rPr>
                        <a:t>𝑞</a:t>
                      </a:r>
                      <a:r>
                        <a:rPr dirty="0" baseline="-14957" sz="1950" spc="-37">
                          <a:latin typeface="Cambria Math"/>
                          <a:cs typeface="Cambria Math"/>
                        </a:rPr>
                        <a:t>3</a:t>
                      </a:r>
                      <a:endParaRPr baseline="-14957" sz="1950">
                        <a:latin typeface="Cambria Math"/>
                        <a:cs typeface="Cambria Math"/>
                      </a:endParaRPr>
                    </a:p>
                  </a:txBody>
                  <a:tcPr marL="0" marR="0" marB="0" marT="63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Goal</a:t>
            </a:r>
            <a:r>
              <a:rPr dirty="0" spc="-195"/>
              <a:t> </a:t>
            </a:r>
            <a:r>
              <a:rPr dirty="0"/>
              <a:t>for</a:t>
            </a:r>
            <a:r>
              <a:rPr dirty="0" spc="-190"/>
              <a:t> </a:t>
            </a:r>
            <a:r>
              <a:rPr dirty="0"/>
              <a:t>this</a:t>
            </a:r>
            <a:r>
              <a:rPr dirty="0" spc="-200"/>
              <a:t> </a:t>
            </a:r>
            <a:r>
              <a:rPr dirty="0" spc="-10"/>
              <a:t>class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617207" y="1947672"/>
            <a:ext cx="4272280" cy="39941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10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dirty="0" sz="2000" spc="-20">
                <a:latin typeface="Franklin Gothic Medium"/>
                <a:cs typeface="Franklin Gothic Medium"/>
              </a:rPr>
              <a:t>Operations</a:t>
            </a:r>
            <a:r>
              <a:rPr dirty="0" sz="2000" spc="-9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that</a:t>
            </a:r>
            <a:r>
              <a:rPr dirty="0" sz="2000" spc="-75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applies</a:t>
            </a:r>
            <a:r>
              <a:rPr dirty="0" sz="2000" spc="-8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to</a:t>
            </a:r>
            <a:r>
              <a:rPr dirty="0" sz="2000" spc="-65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languages</a:t>
            </a:r>
            <a:endParaRPr sz="20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69290" y="1347923"/>
            <a:ext cx="102355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0">
                <a:latin typeface="Franklin Gothic Medium"/>
                <a:cs typeface="Franklin Gothic Medium"/>
              </a:rPr>
              <a:t>Develop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35">
                <a:latin typeface="Franklin Gothic Medium"/>
                <a:cs typeface="Franklin Gothic Medium"/>
              </a:rPr>
              <a:t>toolbox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techniques</a:t>
            </a:r>
            <a:r>
              <a:rPr dirty="0" sz="2800" spc="-10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for</a:t>
            </a:r>
            <a:r>
              <a:rPr dirty="0" sz="2800" spc="-114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C00000"/>
                </a:solidFill>
                <a:latin typeface="Franklin Gothic Medium"/>
                <a:cs typeface="Franklin Gothic Medium"/>
              </a:rPr>
              <a:t>designing</a:t>
            </a:r>
            <a:r>
              <a:rPr dirty="0" sz="2800" spc="-8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55">
                <a:solidFill>
                  <a:srgbClr val="C00000"/>
                </a:solidFill>
                <a:latin typeface="Franklin Gothic Medium"/>
                <a:cs typeface="Franklin Gothic Medium"/>
              </a:rPr>
              <a:t>automata</a:t>
            </a:r>
            <a:r>
              <a:rPr dirty="0" sz="2800" spc="-114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to</a:t>
            </a:r>
            <a:r>
              <a:rPr dirty="0" sz="2800" spc="-12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recognize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69290" y="1774743"/>
            <a:ext cx="31832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particular</a:t>
            </a:r>
            <a:r>
              <a:rPr dirty="0" sz="2800" spc="-9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20">
                <a:solidFill>
                  <a:srgbClr val="C00000"/>
                </a:solidFill>
                <a:latin typeface="Franklin Gothic Medium"/>
                <a:cs typeface="Franklin Gothic Medium"/>
              </a:rPr>
              <a:t>languages</a:t>
            </a:r>
            <a:r>
              <a:rPr dirty="0" sz="2800" spc="-20">
                <a:latin typeface="Franklin Gothic Medium"/>
                <a:cs typeface="Franklin Gothic Medium"/>
              </a:rPr>
              <a:t>.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69290" y="2614181"/>
            <a:ext cx="69354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0">
                <a:latin typeface="Franklin Gothic Medium"/>
                <a:cs typeface="Franklin Gothic Medium"/>
              </a:rPr>
              <a:t>Look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at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three</a:t>
            </a:r>
            <a:r>
              <a:rPr dirty="0" sz="2800" spc="-10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regular</a:t>
            </a:r>
            <a:r>
              <a:rPr dirty="0" sz="2800" spc="-8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operations</a:t>
            </a:r>
            <a:r>
              <a:rPr dirty="0" sz="2800" spc="-9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on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languages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69645" y="4106988"/>
            <a:ext cx="37922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Build</a:t>
            </a:r>
            <a:r>
              <a:rPr dirty="0" sz="2800" spc="-15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regular</a:t>
            </a:r>
            <a:r>
              <a:rPr dirty="0" sz="2800" spc="-13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expressions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69645" y="4844514"/>
            <a:ext cx="6874509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5">
                <a:latin typeface="Franklin Gothic Medium"/>
                <a:cs typeface="Franklin Gothic Medium"/>
              </a:rPr>
              <a:t>Proof</a:t>
            </a:r>
            <a:r>
              <a:rPr dirty="0" sz="2800" spc="-14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closure</a:t>
            </a:r>
            <a:r>
              <a:rPr dirty="0" sz="2800" spc="-17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properties</a:t>
            </a:r>
            <a:r>
              <a:rPr dirty="0" sz="2800" spc="-12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for</a:t>
            </a:r>
            <a:r>
              <a:rPr dirty="0" sz="2800" spc="-16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14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languages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1356360" y="5862828"/>
            <a:ext cx="9723120" cy="585470"/>
          </a:xfrm>
          <a:custGeom>
            <a:avLst/>
            <a:gdLst/>
            <a:ahLst/>
            <a:cxnLst/>
            <a:rect l="l" t="t" r="r" b="b"/>
            <a:pathLst>
              <a:path w="9723120" h="585470">
                <a:moveTo>
                  <a:pt x="9723120" y="0"/>
                </a:moveTo>
                <a:lnTo>
                  <a:pt x="0" y="0"/>
                </a:lnTo>
                <a:lnTo>
                  <a:pt x="0" y="585216"/>
                </a:lnTo>
                <a:lnTo>
                  <a:pt x="9723120" y="585216"/>
                </a:lnTo>
                <a:lnTo>
                  <a:pt x="972312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356360" y="5862828"/>
            <a:ext cx="9723120" cy="47879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4290" rIns="0" bIns="0" rtlCol="0" vert="horz">
            <a:spAutoFit/>
          </a:bodyPr>
          <a:lstStyle/>
          <a:p>
            <a:pPr marL="91440">
              <a:lnSpc>
                <a:spcPts val="3495"/>
              </a:lnSpc>
              <a:spcBef>
                <a:spcPts val="270"/>
              </a:spcBef>
            </a:pPr>
            <a:r>
              <a:rPr dirty="0" sz="3200" spc="-10">
                <a:latin typeface="Franklin Gothic Medium"/>
                <a:cs typeface="Franklin Gothic Medium"/>
              </a:rPr>
              <a:t>Show</a:t>
            </a:r>
            <a:r>
              <a:rPr dirty="0" sz="3200" spc="-180">
                <a:latin typeface="Franklin Gothic Medium"/>
                <a:cs typeface="Franklin Gothic Medium"/>
              </a:rPr>
              <a:t> </a:t>
            </a:r>
            <a:r>
              <a:rPr dirty="0" sz="3200" spc="-25">
                <a:latin typeface="Franklin Gothic Medium"/>
                <a:cs typeface="Franklin Gothic Medium"/>
              </a:rPr>
              <a:t>finite</a:t>
            </a:r>
            <a:r>
              <a:rPr dirty="0" sz="3200" spc="-140">
                <a:latin typeface="Franklin Gothic Medium"/>
                <a:cs typeface="Franklin Gothic Medium"/>
              </a:rPr>
              <a:t> </a:t>
            </a:r>
            <a:r>
              <a:rPr dirty="0" sz="3200" spc="-55">
                <a:latin typeface="Franklin Gothic Medium"/>
                <a:cs typeface="Franklin Gothic Medium"/>
              </a:rPr>
              <a:t>automata</a:t>
            </a:r>
            <a:r>
              <a:rPr dirty="0" sz="3200" spc="-145">
                <a:latin typeface="Franklin Gothic Medium"/>
                <a:cs typeface="Franklin Gothic Medium"/>
              </a:rPr>
              <a:t> </a:t>
            </a:r>
            <a:r>
              <a:rPr dirty="0" sz="3200" spc="-25">
                <a:latin typeface="Franklin Gothic Medium"/>
                <a:cs typeface="Franklin Gothic Medium"/>
              </a:rPr>
              <a:t>equivalent</a:t>
            </a:r>
            <a:r>
              <a:rPr dirty="0" sz="3200" spc="-145">
                <a:latin typeface="Franklin Gothic Medium"/>
                <a:cs typeface="Franklin Gothic Medium"/>
              </a:rPr>
              <a:t> </a:t>
            </a:r>
            <a:r>
              <a:rPr dirty="0" sz="3200">
                <a:latin typeface="Franklin Gothic Medium"/>
                <a:cs typeface="Franklin Gothic Medium"/>
              </a:rPr>
              <a:t>to</a:t>
            </a:r>
            <a:r>
              <a:rPr dirty="0" sz="3200" spc="-150">
                <a:latin typeface="Franklin Gothic Medium"/>
                <a:cs typeface="Franklin Gothic Medium"/>
              </a:rPr>
              <a:t> </a:t>
            </a:r>
            <a:r>
              <a:rPr dirty="0" sz="3200" spc="-20">
                <a:latin typeface="Franklin Gothic Medium"/>
                <a:cs typeface="Franklin Gothic Medium"/>
              </a:rPr>
              <a:t>regular</a:t>
            </a:r>
            <a:r>
              <a:rPr dirty="0" sz="3200" spc="-160">
                <a:latin typeface="Franklin Gothic Medium"/>
                <a:cs typeface="Franklin Gothic Medium"/>
              </a:rPr>
              <a:t> </a:t>
            </a:r>
            <a:r>
              <a:rPr dirty="0" sz="3200" spc="-10">
                <a:latin typeface="Franklin Gothic Medium"/>
                <a:cs typeface="Franklin Gothic Medium"/>
              </a:rPr>
              <a:t>expressions</a:t>
            </a:r>
            <a:endParaRPr sz="3200">
              <a:latin typeface="Franklin Gothic Medium"/>
              <a:cs typeface="Franklin Gothic Medium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233886" y="3308539"/>
            <a:ext cx="12807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25525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Union</a:t>
            </a:r>
            <a:r>
              <a:rPr dirty="0" sz="2800">
                <a:latin typeface="Franklin Gothic Medium"/>
                <a:cs typeface="Franklin Gothic Medium"/>
              </a:rPr>
              <a:t>	</a:t>
            </a:r>
            <a:r>
              <a:rPr dirty="0" sz="2800" spc="-5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335320" y="3342830"/>
            <a:ext cx="25114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40610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Concatenation</a:t>
            </a:r>
            <a:r>
              <a:rPr dirty="0" sz="2800">
                <a:latin typeface="Franklin Gothic Medium"/>
                <a:cs typeface="Franklin Gothic Medium"/>
              </a:rPr>
              <a:t>	</a:t>
            </a:r>
            <a:r>
              <a:rPr dirty="0" baseline="1984" sz="4200" spc="-75">
                <a:solidFill>
                  <a:srgbClr val="C00000"/>
                </a:solidFill>
                <a:latin typeface="Cambria Math"/>
                <a:cs typeface="Cambria Math"/>
              </a:rPr>
              <a:t>∘</a:t>
            </a:r>
            <a:endParaRPr baseline="1984" sz="4200">
              <a:latin typeface="Cambria Math"/>
              <a:cs typeface="Cambria Math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621697" y="3377274"/>
            <a:ext cx="10210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36294" algn="l"/>
              </a:tabLst>
            </a:pPr>
            <a:r>
              <a:rPr dirty="0" sz="2800" spc="-20">
                <a:latin typeface="Franklin Gothic Medium"/>
                <a:cs typeface="Franklin Gothic Medium"/>
              </a:rPr>
              <a:t>Star</a:t>
            </a:r>
            <a:r>
              <a:rPr dirty="0" sz="2800">
                <a:latin typeface="Franklin Gothic Medium"/>
                <a:cs typeface="Franklin Gothic Medium"/>
              </a:rPr>
              <a:t>	</a:t>
            </a:r>
            <a:r>
              <a:rPr dirty="0" baseline="4960" sz="4200" spc="-75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endParaRPr baseline="4960" sz="4200">
              <a:latin typeface="Cambria Math"/>
              <a:cs typeface="Cambria Math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788408" y="4140708"/>
            <a:ext cx="5817235" cy="40132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73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05"/>
              </a:spcBef>
            </a:pPr>
            <a:r>
              <a:rPr dirty="0" sz="2000">
                <a:latin typeface="Franklin Gothic Medium"/>
                <a:cs typeface="Franklin Gothic Medium"/>
              </a:rPr>
              <a:t>Using</a:t>
            </a:r>
            <a:r>
              <a:rPr dirty="0" sz="2000" spc="-55">
                <a:latin typeface="Franklin Gothic Medium"/>
                <a:cs typeface="Franklin Gothic Medium"/>
              </a:rPr>
              <a:t> </a:t>
            </a:r>
            <a:r>
              <a:rPr dirty="0" sz="2000" spc="-70">
                <a:latin typeface="Franklin Gothic Medium"/>
                <a:cs typeface="Franklin Gothic Medium"/>
              </a:rPr>
              <a:t>Atomic</a:t>
            </a:r>
            <a:r>
              <a:rPr dirty="0" sz="2000" spc="-35">
                <a:latin typeface="Franklin Gothic Medium"/>
                <a:cs typeface="Franklin Gothic Medium"/>
              </a:rPr>
              <a:t> </a:t>
            </a:r>
            <a:r>
              <a:rPr dirty="0" sz="2000" spc="-30">
                <a:latin typeface="Franklin Gothic Medium"/>
                <a:cs typeface="Franklin Gothic Medium"/>
              </a:rPr>
              <a:t>Components</a:t>
            </a:r>
            <a:r>
              <a:rPr dirty="0" sz="2000" spc="-8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and</a:t>
            </a:r>
            <a:r>
              <a:rPr dirty="0" sz="2000" spc="-60">
                <a:latin typeface="Franklin Gothic Medium"/>
                <a:cs typeface="Franklin Gothic Medium"/>
              </a:rPr>
              <a:t> </a:t>
            </a:r>
            <a:r>
              <a:rPr dirty="0" sz="2000" spc="-20">
                <a:latin typeface="Franklin Gothic Medium"/>
                <a:cs typeface="Franklin Gothic Medium"/>
              </a:rPr>
              <a:t>Regular</a:t>
            </a:r>
            <a:r>
              <a:rPr dirty="0" sz="2000" spc="-30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operations</a:t>
            </a:r>
            <a:endParaRPr sz="2000">
              <a:latin typeface="Franklin Gothic Medium"/>
              <a:cs typeface="Franklin Gothic Medium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696200" y="4753355"/>
            <a:ext cx="4273550" cy="101663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735" rIns="0" bIns="0" rtlCol="0" vert="horz">
            <a:spAutoFit/>
          </a:bodyPr>
          <a:lstStyle/>
          <a:p>
            <a:pPr algn="just" marL="91440" marR="494665">
              <a:lnSpc>
                <a:spcPct val="100000"/>
              </a:lnSpc>
              <a:spcBef>
                <a:spcPts val="305"/>
              </a:spcBef>
            </a:pPr>
            <a:r>
              <a:rPr dirty="0" sz="2000" spc="-40">
                <a:latin typeface="Franklin Gothic Medium"/>
                <a:cs typeface="Franklin Gothic Medium"/>
              </a:rPr>
              <a:t>Applying</a:t>
            </a:r>
            <a:r>
              <a:rPr dirty="0" sz="2000" spc="-6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a</a:t>
            </a:r>
            <a:r>
              <a:rPr dirty="0" sz="2000" spc="-60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regular</a:t>
            </a:r>
            <a:r>
              <a:rPr dirty="0" sz="2000" spc="-40">
                <a:latin typeface="Franklin Gothic Medium"/>
                <a:cs typeface="Franklin Gothic Medium"/>
              </a:rPr>
              <a:t> </a:t>
            </a:r>
            <a:r>
              <a:rPr dirty="0" sz="2000" spc="-20">
                <a:latin typeface="Franklin Gothic Medium"/>
                <a:cs typeface="Franklin Gothic Medium"/>
              </a:rPr>
              <a:t>operation</a:t>
            </a:r>
            <a:r>
              <a:rPr dirty="0" sz="2000" spc="-7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to</a:t>
            </a:r>
            <a:r>
              <a:rPr dirty="0" sz="2000" spc="-55">
                <a:latin typeface="Franklin Gothic Medium"/>
                <a:cs typeface="Franklin Gothic Medium"/>
              </a:rPr>
              <a:t> </a:t>
            </a:r>
            <a:r>
              <a:rPr dirty="0" sz="2000" spc="-25">
                <a:latin typeface="Franklin Gothic Medium"/>
                <a:cs typeface="Franklin Gothic Medium"/>
              </a:rPr>
              <a:t>the </a:t>
            </a:r>
            <a:r>
              <a:rPr dirty="0" sz="2000" spc="-20">
                <a:latin typeface="Franklin Gothic Medium"/>
                <a:cs typeface="Franklin Gothic Medium"/>
              </a:rPr>
              <a:t>languages</a:t>
            </a:r>
            <a:r>
              <a:rPr dirty="0" sz="2000" spc="-55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leaves</a:t>
            </a:r>
            <a:r>
              <a:rPr dirty="0" sz="2000" spc="-80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you</a:t>
            </a:r>
            <a:r>
              <a:rPr dirty="0" sz="2000" spc="-8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in</a:t>
            </a:r>
            <a:r>
              <a:rPr dirty="0" sz="2000" spc="-6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the</a:t>
            </a:r>
            <a:r>
              <a:rPr dirty="0" sz="2000" spc="-80">
                <a:latin typeface="Franklin Gothic Medium"/>
                <a:cs typeface="Franklin Gothic Medium"/>
              </a:rPr>
              <a:t> </a:t>
            </a:r>
            <a:r>
              <a:rPr dirty="0" sz="2000" spc="-20">
                <a:latin typeface="Franklin Gothic Medium"/>
                <a:cs typeface="Franklin Gothic Medium"/>
              </a:rPr>
              <a:t>same </a:t>
            </a:r>
            <a:r>
              <a:rPr dirty="0" sz="2000">
                <a:latin typeface="Franklin Gothic Medium"/>
                <a:cs typeface="Franklin Gothic Medium"/>
              </a:rPr>
              <a:t>class</a:t>
            </a:r>
            <a:r>
              <a:rPr dirty="0" sz="2000" spc="-6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of</a:t>
            </a:r>
            <a:r>
              <a:rPr dirty="0" sz="2000" spc="-75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objects</a:t>
            </a:r>
            <a:endParaRPr sz="2000">
              <a:latin typeface="Franklin Gothic Medium"/>
              <a:cs typeface="Franklin Gothic Medium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9454895" y="6341364"/>
            <a:ext cx="2514600" cy="401320"/>
          </a:xfrm>
          <a:custGeom>
            <a:avLst/>
            <a:gdLst/>
            <a:ahLst/>
            <a:cxnLst/>
            <a:rect l="l" t="t" r="r" b="b"/>
            <a:pathLst>
              <a:path w="2514600" h="401320">
                <a:moveTo>
                  <a:pt x="2514600" y="0"/>
                </a:moveTo>
                <a:lnTo>
                  <a:pt x="0" y="0"/>
                </a:lnTo>
                <a:lnTo>
                  <a:pt x="0" y="400812"/>
                </a:lnTo>
                <a:lnTo>
                  <a:pt x="2514600" y="400812"/>
                </a:lnTo>
                <a:lnTo>
                  <a:pt x="25146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9454895" y="6448044"/>
            <a:ext cx="2514600" cy="2946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0" rIns="0" bIns="0" rtlCol="0" vert="horz">
            <a:spAutoFit/>
          </a:bodyPr>
          <a:lstStyle/>
          <a:p>
            <a:pPr marL="90805">
              <a:lnSpc>
                <a:spcPts val="1864"/>
              </a:lnSpc>
            </a:pPr>
            <a:r>
              <a:rPr dirty="0" sz="2000" spc="-10">
                <a:latin typeface="Franklin Gothic Medium"/>
                <a:cs typeface="Franklin Gothic Medium"/>
              </a:rPr>
              <a:t>Building</a:t>
            </a:r>
            <a:r>
              <a:rPr dirty="0" sz="2000" spc="-80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blocks</a:t>
            </a:r>
            <a:r>
              <a:rPr dirty="0" sz="2000" spc="-105">
                <a:latin typeface="Franklin Gothic Medium"/>
                <a:cs typeface="Franklin Gothic Medium"/>
              </a:rPr>
              <a:t> </a:t>
            </a:r>
            <a:r>
              <a:rPr dirty="0" sz="2000" spc="-20">
                <a:latin typeface="Franklin Gothic Medium"/>
                <a:cs typeface="Franklin Gothic Medium"/>
              </a:rPr>
              <a:t>today</a:t>
            </a:r>
            <a:endParaRPr sz="20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38" y="63201"/>
            <a:ext cx="7992109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0"/>
              <a:t>Regular</a:t>
            </a:r>
            <a:r>
              <a:rPr dirty="0" spc="-145"/>
              <a:t> </a:t>
            </a:r>
            <a:r>
              <a:rPr dirty="0" spc="-20"/>
              <a:t>Operations</a:t>
            </a:r>
            <a:r>
              <a:rPr dirty="0" spc="-165"/>
              <a:t> </a:t>
            </a:r>
            <a:r>
              <a:rPr dirty="0"/>
              <a:t>on</a:t>
            </a:r>
            <a:r>
              <a:rPr dirty="0" spc="-130"/>
              <a:t> </a:t>
            </a:r>
            <a:r>
              <a:rPr dirty="0" spc="-10"/>
              <a:t>Languages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62955" y="1234223"/>
            <a:ext cx="33655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Let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55A11"/>
                </a:solidFill>
                <a:latin typeface="Cambria Math"/>
                <a:cs typeface="Cambria Math"/>
              </a:rPr>
              <a:t>𝐴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538235"/>
                </a:solidFill>
                <a:latin typeface="Cambria Math"/>
                <a:cs typeface="Cambria Math"/>
              </a:rPr>
              <a:t>𝐵</a:t>
            </a:r>
            <a:r>
              <a:rPr dirty="0" sz="2800" spc="95">
                <a:solidFill>
                  <a:srgbClr val="538235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be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languages: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150262" y="4148886"/>
            <a:ext cx="499745" cy="283845"/>
          </a:xfrm>
          <a:custGeom>
            <a:avLst/>
            <a:gdLst/>
            <a:ahLst/>
            <a:cxnLst/>
            <a:rect l="l" t="t" r="r" b="b"/>
            <a:pathLst>
              <a:path w="499744" h="283845">
                <a:moveTo>
                  <a:pt x="499694" y="2667"/>
                </a:moveTo>
                <a:lnTo>
                  <a:pt x="476770" y="2667"/>
                </a:lnTo>
                <a:lnTo>
                  <a:pt x="476770" y="279641"/>
                </a:lnTo>
                <a:lnTo>
                  <a:pt x="499694" y="279641"/>
                </a:lnTo>
                <a:lnTo>
                  <a:pt x="499694" y="2667"/>
                </a:lnTo>
                <a:close/>
              </a:path>
              <a:path w="499744" h="283845">
                <a:moveTo>
                  <a:pt x="94957" y="0"/>
                </a:moveTo>
                <a:lnTo>
                  <a:pt x="91084" y="0"/>
                </a:lnTo>
                <a:lnTo>
                  <a:pt x="74699" y="1221"/>
                </a:lnTo>
                <a:lnTo>
                  <a:pt x="38773" y="15989"/>
                </a:lnTo>
                <a:lnTo>
                  <a:pt x="21638" y="59524"/>
                </a:lnTo>
                <a:lnTo>
                  <a:pt x="21654" y="68593"/>
                </a:lnTo>
                <a:lnTo>
                  <a:pt x="22307" y="75412"/>
                </a:lnTo>
                <a:lnTo>
                  <a:pt x="23398" y="82660"/>
                </a:lnTo>
                <a:lnTo>
                  <a:pt x="24930" y="90335"/>
                </a:lnTo>
                <a:lnTo>
                  <a:pt x="27266" y="100850"/>
                </a:lnTo>
                <a:lnTo>
                  <a:pt x="28422" y="107899"/>
                </a:lnTo>
                <a:lnTo>
                  <a:pt x="28422" y="118313"/>
                </a:lnTo>
                <a:lnTo>
                  <a:pt x="26073" y="123888"/>
                </a:lnTo>
                <a:lnTo>
                  <a:pt x="16649" y="132524"/>
                </a:lnTo>
                <a:lnTo>
                  <a:pt x="9525" y="134835"/>
                </a:lnTo>
                <a:lnTo>
                  <a:pt x="0" y="135128"/>
                </a:lnTo>
                <a:lnTo>
                  <a:pt x="0" y="147332"/>
                </a:lnTo>
                <a:lnTo>
                  <a:pt x="9525" y="147637"/>
                </a:lnTo>
                <a:lnTo>
                  <a:pt x="16649" y="149936"/>
                </a:lnTo>
                <a:lnTo>
                  <a:pt x="26073" y="158572"/>
                </a:lnTo>
                <a:lnTo>
                  <a:pt x="28422" y="164147"/>
                </a:lnTo>
                <a:lnTo>
                  <a:pt x="28422" y="174574"/>
                </a:lnTo>
                <a:lnTo>
                  <a:pt x="27266" y="181610"/>
                </a:lnTo>
                <a:lnTo>
                  <a:pt x="24930" y="192125"/>
                </a:lnTo>
                <a:lnTo>
                  <a:pt x="23398" y="199805"/>
                </a:lnTo>
                <a:lnTo>
                  <a:pt x="22307" y="207052"/>
                </a:lnTo>
                <a:lnTo>
                  <a:pt x="21654" y="213869"/>
                </a:lnTo>
                <a:lnTo>
                  <a:pt x="21533" y="217420"/>
                </a:lnTo>
                <a:lnTo>
                  <a:pt x="21437" y="220256"/>
                </a:lnTo>
                <a:lnTo>
                  <a:pt x="31188" y="259060"/>
                </a:lnTo>
                <a:lnTo>
                  <a:pt x="74699" y="282585"/>
                </a:lnTo>
                <a:lnTo>
                  <a:pt x="91084" y="283806"/>
                </a:lnTo>
                <a:lnTo>
                  <a:pt x="94957" y="283806"/>
                </a:lnTo>
                <a:lnTo>
                  <a:pt x="94957" y="272503"/>
                </a:lnTo>
                <a:lnTo>
                  <a:pt x="92722" y="272503"/>
                </a:lnTo>
                <a:lnTo>
                  <a:pt x="82516" y="271801"/>
                </a:lnTo>
                <a:lnTo>
                  <a:pt x="49785" y="246062"/>
                </a:lnTo>
                <a:lnTo>
                  <a:pt x="46735" y="222935"/>
                </a:lnTo>
                <a:lnTo>
                  <a:pt x="46826" y="220256"/>
                </a:lnTo>
                <a:lnTo>
                  <a:pt x="46921" y="217420"/>
                </a:lnTo>
                <a:lnTo>
                  <a:pt x="47478" y="211293"/>
                </a:lnTo>
                <a:lnTo>
                  <a:pt x="48407" y="204551"/>
                </a:lnTo>
                <a:lnTo>
                  <a:pt x="49707" y="197192"/>
                </a:lnTo>
                <a:lnTo>
                  <a:pt x="51688" y="186969"/>
                </a:lnTo>
                <a:lnTo>
                  <a:pt x="52692" y="179679"/>
                </a:lnTo>
                <a:lnTo>
                  <a:pt x="52692" y="166878"/>
                </a:lnTo>
                <a:lnTo>
                  <a:pt x="50203" y="159956"/>
                </a:lnTo>
                <a:lnTo>
                  <a:pt x="40284" y="149148"/>
                </a:lnTo>
                <a:lnTo>
                  <a:pt x="34378" y="145148"/>
                </a:lnTo>
                <a:lnTo>
                  <a:pt x="27533" y="142570"/>
                </a:lnTo>
                <a:lnTo>
                  <a:pt x="27533" y="139890"/>
                </a:lnTo>
                <a:lnTo>
                  <a:pt x="34378" y="137312"/>
                </a:lnTo>
                <a:lnTo>
                  <a:pt x="40284" y="133324"/>
                </a:lnTo>
                <a:lnTo>
                  <a:pt x="50203" y="122504"/>
                </a:lnTo>
                <a:lnTo>
                  <a:pt x="52692" y="115582"/>
                </a:lnTo>
                <a:lnTo>
                  <a:pt x="52692" y="102781"/>
                </a:lnTo>
                <a:lnTo>
                  <a:pt x="51688" y="95491"/>
                </a:lnTo>
                <a:lnTo>
                  <a:pt x="49707" y="85267"/>
                </a:lnTo>
                <a:lnTo>
                  <a:pt x="48407" y="77914"/>
                </a:lnTo>
                <a:lnTo>
                  <a:pt x="47478" y="71172"/>
                </a:lnTo>
                <a:lnTo>
                  <a:pt x="46921" y="65042"/>
                </a:lnTo>
                <a:lnTo>
                  <a:pt x="46826" y="62204"/>
                </a:lnTo>
                <a:lnTo>
                  <a:pt x="46735" y="59524"/>
                </a:lnTo>
                <a:lnTo>
                  <a:pt x="47484" y="47764"/>
                </a:lnTo>
                <a:lnTo>
                  <a:pt x="47498" y="47556"/>
                </a:lnTo>
                <a:lnTo>
                  <a:pt x="49785" y="37404"/>
                </a:lnTo>
                <a:lnTo>
                  <a:pt x="82516" y="12005"/>
                </a:lnTo>
                <a:lnTo>
                  <a:pt x="92722" y="11303"/>
                </a:lnTo>
                <a:lnTo>
                  <a:pt x="94957" y="11303"/>
                </a:lnTo>
                <a:lnTo>
                  <a:pt x="9495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62955" y="1812037"/>
            <a:ext cx="5378450" cy="3366135"/>
          </a:xfrm>
          <a:prstGeom prst="rect">
            <a:avLst/>
          </a:prstGeom>
        </p:spPr>
        <p:txBody>
          <a:bodyPr wrap="square" lIns="0" tIns="210820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660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Union</a:t>
            </a:r>
            <a:endParaRPr sz="2800">
              <a:latin typeface="Franklin Gothic Medium"/>
              <a:cs typeface="Franklin Gothic Medium"/>
            </a:endParaRPr>
          </a:p>
          <a:p>
            <a:pPr marL="450215">
              <a:lnSpc>
                <a:spcPct val="100000"/>
              </a:lnSpc>
              <a:spcBef>
                <a:spcPts val="1345"/>
              </a:spcBef>
              <a:tabLst>
                <a:tab pos="1430655" algn="l"/>
                <a:tab pos="3114675" algn="l"/>
                <a:tab pos="3536950" algn="l"/>
              </a:tabLst>
            </a:pPr>
            <a:r>
              <a:rPr dirty="0" sz="2400">
                <a:solidFill>
                  <a:srgbClr val="C55A11"/>
                </a:solidFill>
                <a:latin typeface="Cambria Math"/>
                <a:cs typeface="Cambria Math"/>
              </a:rPr>
              <a:t>𝐴</a:t>
            </a:r>
            <a:r>
              <a:rPr dirty="0" sz="2400" spc="15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1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50">
                <a:solidFill>
                  <a:srgbClr val="538235"/>
                </a:solidFill>
                <a:latin typeface="Cambria Math"/>
                <a:cs typeface="Cambria Math"/>
              </a:rPr>
              <a:t>𝐵</a:t>
            </a:r>
            <a:r>
              <a:rPr dirty="0" sz="2400">
                <a:solidFill>
                  <a:srgbClr val="538235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{𝑤|𝑤</a:t>
            </a:r>
            <a:r>
              <a:rPr dirty="0" sz="2400" spc="21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∈</a:t>
            </a:r>
            <a:r>
              <a:rPr dirty="0" sz="2400" spc="140">
                <a:latin typeface="Cambria Math"/>
                <a:cs typeface="Cambria Math"/>
              </a:rPr>
              <a:t> </a:t>
            </a:r>
            <a:r>
              <a:rPr dirty="0" sz="2400" spc="-50">
                <a:solidFill>
                  <a:srgbClr val="C55A11"/>
                </a:solidFill>
                <a:latin typeface="Cambria Math"/>
                <a:cs typeface="Cambria Math"/>
              </a:rPr>
              <a:t>𝐴</a:t>
            </a:r>
            <a:r>
              <a:rPr dirty="0" sz="2400">
                <a:solidFill>
                  <a:srgbClr val="C55A11"/>
                </a:solidFill>
                <a:latin typeface="Cambria Math"/>
                <a:cs typeface="Cambria Math"/>
              </a:rPr>
              <a:t>	</a:t>
            </a:r>
            <a:r>
              <a:rPr dirty="0" sz="2400" spc="-25">
                <a:latin typeface="Cambria Math"/>
                <a:cs typeface="Cambria Math"/>
              </a:rPr>
              <a:t>or</a:t>
            </a:r>
            <a:r>
              <a:rPr dirty="0" sz="2400">
                <a:latin typeface="Cambria Math"/>
                <a:cs typeface="Cambria Math"/>
              </a:rPr>
              <a:t>	𝑤</a:t>
            </a:r>
            <a:r>
              <a:rPr dirty="0" sz="2400" spc="17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∈</a:t>
            </a:r>
            <a:r>
              <a:rPr dirty="0" sz="2400" spc="130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538235"/>
                </a:solidFill>
                <a:latin typeface="Cambria Math"/>
                <a:cs typeface="Cambria Math"/>
              </a:rPr>
              <a:t>𝐵</a:t>
            </a:r>
            <a:r>
              <a:rPr dirty="0" sz="2400" spc="-25">
                <a:latin typeface="Cambria Math"/>
                <a:cs typeface="Cambria Math"/>
              </a:rPr>
              <a:t>}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2400">
              <a:latin typeface="Cambria Math"/>
              <a:cs typeface="Cambria Math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Concatenation</a:t>
            </a:r>
            <a:endParaRPr sz="2800">
              <a:latin typeface="Franklin Gothic Medium"/>
              <a:cs typeface="Franklin Gothic Medium"/>
            </a:endParaRPr>
          </a:p>
          <a:p>
            <a:pPr marL="426084">
              <a:lnSpc>
                <a:spcPct val="100000"/>
              </a:lnSpc>
              <a:spcBef>
                <a:spcPts val="2085"/>
              </a:spcBef>
              <a:tabLst>
                <a:tab pos="1260475" algn="l"/>
                <a:tab pos="1690370" algn="l"/>
                <a:tab pos="2190115" algn="l"/>
                <a:tab pos="3070860" algn="l"/>
                <a:tab pos="3714115" algn="l"/>
              </a:tabLst>
            </a:pPr>
            <a:r>
              <a:rPr dirty="0" sz="2400">
                <a:solidFill>
                  <a:srgbClr val="C55A11"/>
                </a:solidFill>
                <a:latin typeface="Cambria Math"/>
                <a:cs typeface="Cambria Math"/>
              </a:rPr>
              <a:t>𝐴</a:t>
            </a:r>
            <a:r>
              <a:rPr dirty="0" sz="2400" spc="25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∘</a:t>
            </a:r>
            <a:r>
              <a:rPr dirty="0" sz="2400" spc="-1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50">
                <a:solidFill>
                  <a:srgbClr val="538235"/>
                </a:solidFill>
                <a:latin typeface="Cambria Math"/>
                <a:cs typeface="Cambria Math"/>
              </a:rPr>
              <a:t>𝐵</a:t>
            </a:r>
            <a:r>
              <a:rPr dirty="0" sz="2400">
                <a:solidFill>
                  <a:srgbClr val="538235"/>
                </a:solidFill>
                <a:latin typeface="Cambria Math"/>
                <a:cs typeface="Cambria Math"/>
              </a:rPr>
              <a:t>	</a:t>
            </a:r>
            <a:r>
              <a:rPr dirty="0" sz="2400" spc="-60">
                <a:latin typeface="Cambria Math"/>
                <a:cs typeface="Cambria Math"/>
              </a:rPr>
              <a:t>=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25">
                <a:latin typeface="Cambria Math"/>
                <a:cs typeface="Cambria Math"/>
              </a:rPr>
              <a:t>𝑥𝑦</a:t>
            </a:r>
            <a:r>
              <a:rPr dirty="0" sz="2400">
                <a:latin typeface="Cambria Math"/>
                <a:cs typeface="Cambria Math"/>
              </a:rPr>
              <a:t>	𝑥</a:t>
            </a:r>
            <a:r>
              <a:rPr dirty="0" sz="2400" spc="19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∈</a:t>
            </a:r>
            <a:r>
              <a:rPr dirty="0" sz="2400" spc="140">
                <a:latin typeface="Cambria Math"/>
                <a:cs typeface="Cambria Math"/>
              </a:rPr>
              <a:t> </a:t>
            </a:r>
            <a:r>
              <a:rPr dirty="0" sz="2400" spc="-50">
                <a:solidFill>
                  <a:srgbClr val="C55A11"/>
                </a:solidFill>
                <a:latin typeface="Cambria Math"/>
                <a:cs typeface="Cambria Math"/>
              </a:rPr>
              <a:t>𝐴</a:t>
            </a:r>
            <a:r>
              <a:rPr dirty="0" sz="2400">
                <a:solidFill>
                  <a:srgbClr val="C55A11"/>
                </a:solidFill>
                <a:latin typeface="Cambria Math"/>
                <a:cs typeface="Cambria Math"/>
              </a:rPr>
              <a:t>	</a:t>
            </a:r>
            <a:r>
              <a:rPr dirty="0" sz="2400" spc="-25">
                <a:latin typeface="Franklin Gothic Medium"/>
                <a:cs typeface="Franklin Gothic Medium"/>
              </a:rPr>
              <a:t>and</a:t>
            </a:r>
            <a:r>
              <a:rPr dirty="0" sz="2400">
                <a:latin typeface="Franklin Gothic Medium"/>
                <a:cs typeface="Franklin Gothic Medium"/>
              </a:rPr>
              <a:t>	</a:t>
            </a:r>
            <a:r>
              <a:rPr dirty="0" sz="2400">
                <a:latin typeface="Cambria Math"/>
                <a:cs typeface="Cambria Math"/>
              </a:rPr>
              <a:t>𝑦</a:t>
            </a:r>
            <a:r>
              <a:rPr dirty="0" sz="2400" spc="19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∈</a:t>
            </a:r>
            <a:r>
              <a:rPr dirty="0" sz="2400" spc="150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538235"/>
                </a:solidFill>
                <a:latin typeface="Cambria Math"/>
                <a:cs typeface="Cambria Math"/>
              </a:rPr>
              <a:t>𝐵</a:t>
            </a:r>
            <a:r>
              <a:rPr dirty="0" sz="2400">
                <a:latin typeface="Cambria Math"/>
                <a:cs typeface="Cambria Math"/>
              </a:rPr>
              <a:t>}</a:t>
            </a:r>
            <a:r>
              <a:rPr dirty="0" sz="2400" spc="14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40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C55A11"/>
                </a:solidFill>
                <a:latin typeface="Cambria Math"/>
                <a:cs typeface="Cambria Math"/>
              </a:rPr>
              <a:t>𝐴</a:t>
            </a:r>
            <a:r>
              <a:rPr dirty="0" sz="2400" spc="-25">
                <a:solidFill>
                  <a:srgbClr val="538235"/>
                </a:solidFill>
                <a:latin typeface="Cambria Math"/>
                <a:cs typeface="Cambria Math"/>
              </a:rPr>
              <a:t>𝐵</a:t>
            </a:r>
            <a:endParaRPr sz="2400">
              <a:latin typeface="Cambria Math"/>
              <a:cs typeface="Cambria Math"/>
            </a:endParaRPr>
          </a:p>
          <a:p>
            <a:pPr marL="469265" indent="-456565">
              <a:lnSpc>
                <a:spcPct val="100000"/>
              </a:lnSpc>
              <a:spcBef>
                <a:spcPts val="2370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800" spc="-20">
                <a:latin typeface="Franklin Gothic Medium"/>
                <a:cs typeface="Franklin Gothic Medium"/>
              </a:rPr>
              <a:t>Star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25415" y="5229381"/>
            <a:ext cx="3746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0833" sz="3600" spc="-37">
                <a:solidFill>
                  <a:srgbClr val="C55A11"/>
                </a:solidFill>
                <a:latin typeface="Cambria Math"/>
                <a:cs typeface="Cambria Math"/>
              </a:rPr>
              <a:t>𝐴</a:t>
            </a:r>
            <a:r>
              <a:rPr dirty="0" sz="1750" spc="-25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1913635" y="5430291"/>
            <a:ext cx="1167765" cy="283845"/>
          </a:xfrm>
          <a:custGeom>
            <a:avLst/>
            <a:gdLst/>
            <a:ahLst/>
            <a:cxnLst/>
            <a:rect l="l" t="t" r="r" b="b"/>
            <a:pathLst>
              <a:path w="1167764" h="283845">
                <a:moveTo>
                  <a:pt x="1167206" y="2679"/>
                </a:moveTo>
                <a:lnTo>
                  <a:pt x="1144282" y="2679"/>
                </a:lnTo>
                <a:lnTo>
                  <a:pt x="1144282" y="279654"/>
                </a:lnTo>
                <a:lnTo>
                  <a:pt x="1167206" y="279654"/>
                </a:lnTo>
                <a:lnTo>
                  <a:pt x="1167206" y="2679"/>
                </a:lnTo>
                <a:close/>
              </a:path>
              <a:path w="1167764" h="283845">
                <a:moveTo>
                  <a:pt x="94957" y="0"/>
                </a:moveTo>
                <a:lnTo>
                  <a:pt x="91084" y="0"/>
                </a:lnTo>
                <a:lnTo>
                  <a:pt x="74699" y="1221"/>
                </a:lnTo>
                <a:lnTo>
                  <a:pt x="38773" y="16002"/>
                </a:lnTo>
                <a:lnTo>
                  <a:pt x="22573" y="47561"/>
                </a:lnTo>
                <a:lnTo>
                  <a:pt x="22521" y="47764"/>
                </a:lnTo>
                <a:lnTo>
                  <a:pt x="21638" y="59524"/>
                </a:lnTo>
                <a:lnTo>
                  <a:pt x="21654" y="68598"/>
                </a:lnTo>
                <a:lnTo>
                  <a:pt x="22307" y="75417"/>
                </a:lnTo>
                <a:lnTo>
                  <a:pt x="23398" y="82662"/>
                </a:lnTo>
                <a:lnTo>
                  <a:pt x="24930" y="90335"/>
                </a:lnTo>
                <a:lnTo>
                  <a:pt x="27266" y="100850"/>
                </a:lnTo>
                <a:lnTo>
                  <a:pt x="28422" y="107899"/>
                </a:lnTo>
                <a:lnTo>
                  <a:pt x="28422" y="118313"/>
                </a:lnTo>
                <a:lnTo>
                  <a:pt x="26073" y="123901"/>
                </a:lnTo>
                <a:lnTo>
                  <a:pt x="16649" y="132524"/>
                </a:lnTo>
                <a:lnTo>
                  <a:pt x="9525" y="134835"/>
                </a:lnTo>
                <a:lnTo>
                  <a:pt x="0" y="135128"/>
                </a:lnTo>
                <a:lnTo>
                  <a:pt x="0" y="147332"/>
                </a:lnTo>
                <a:lnTo>
                  <a:pt x="9525" y="147637"/>
                </a:lnTo>
                <a:lnTo>
                  <a:pt x="16649" y="149948"/>
                </a:lnTo>
                <a:lnTo>
                  <a:pt x="26073" y="158572"/>
                </a:lnTo>
                <a:lnTo>
                  <a:pt x="28422" y="164160"/>
                </a:lnTo>
                <a:lnTo>
                  <a:pt x="28422" y="174574"/>
                </a:lnTo>
                <a:lnTo>
                  <a:pt x="27266" y="181622"/>
                </a:lnTo>
                <a:lnTo>
                  <a:pt x="24930" y="192138"/>
                </a:lnTo>
                <a:lnTo>
                  <a:pt x="23398" y="199810"/>
                </a:lnTo>
                <a:lnTo>
                  <a:pt x="22307" y="207056"/>
                </a:lnTo>
                <a:lnTo>
                  <a:pt x="21654" y="213874"/>
                </a:lnTo>
                <a:lnTo>
                  <a:pt x="21533" y="217431"/>
                </a:lnTo>
                <a:lnTo>
                  <a:pt x="21437" y="220268"/>
                </a:lnTo>
                <a:lnTo>
                  <a:pt x="22521" y="235292"/>
                </a:lnTo>
                <a:lnTo>
                  <a:pt x="48543" y="274589"/>
                </a:lnTo>
                <a:lnTo>
                  <a:pt x="91084" y="283819"/>
                </a:lnTo>
                <a:lnTo>
                  <a:pt x="94957" y="283819"/>
                </a:lnTo>
                <a:lnTo>
                  <a:pt x="94957" y="272503"/>
                </a:lnTo>
                <a:lnTo>
                  <a:pt x="92722" y="272503"/>
                </a:lnTo>
                <a:lnTo>
                  <a:pt x="82516" y="271801"/>
                </a:lnTo>
                <a:lnTo>
                  <a:pt x="49785" y="246064"/>
                </a:lnTo>
                <a:lnTo>
                  <a:pt x="46736" y="222948"/>
                </a:lnTo>
                <a:lnTo>
                  <a:pt x="46826" y="220268"/>
                </a:lnTo>
                <a:lnTo>
                  <a:pt x="51688" y="186982"/>
                </a:lnTo>
                <a:lnTo>
                  <a:pt x="52692" y="179679"/>
                </a:lnTo>
                <a:lnTo>
                  <a:pt x="52692" y="166878"/>
                </a:lnTo>
                <a:lnTo>
                  <a:pt x="50203" y="159969"/>
                </a:lnTo>
                <a:lnTo>
                  <a:pt x="40284" y="149148"/>
                </a:lnTo>
                <a:lnTo>
                  <a:pt x="34378" y="145161"/>
                </a:lnTo>
                <a:lnTo>
                  <a:pt x="27533" y="142570"/>
                </a:lnTo>
                <a:lnTo>
                  <a:pt x="27533" y="139890"/>
                </a:lnTo>
                <a:lnTo>
                  <a:pt x="34378" y="137312"/>
                </a:lnTo>
                <a:lnTo>
                  <a:pt x="40284" y="133324"/>
                </a:lnTo>
                <a:lnTo>
                  <a:pt x="50203" y="122504"/>
                </a:lnTo>
                <a:lnTo>
                  <a:pt x="52692" y="115582"/>
                </a:lnTo>
                <a:lnTo>
                  <a:pt x="52692" y="102793"/>
                </a:lnTo>
                <a:lnTo>
                  <a:pt x="51688" y="95491"/>
                </a:lnTo>
                <a:lnTo>
                  <a:pt x="49707" y="85280"/>
                </a:lnTo>
                <a:lnTo>
                  <a:pt x="48407" y="77920"/>
                </a:lnTo>
                <a:lnTo>
                  <a:pt x="47478" y="71173"/>
                </a:lnTo>
                <a:lnTo>
                  <a:pt x="46921" y="65042"/>
                </a:lnTo>
                <a:lnTo>
                  <a:pt x="46826" y="62204"/>
                </a:lnTo>
                <a:lnTo>
                  <a:pt x="46736" y="59524"/>
                </a:lnTo>
                <a:lnTo>
                  <a:pt x="47485" y="47764"/>
                </a:lnTo>
                <a:lnTo>
                  <a:pt x="73483" y="14112"/>
                </a:lnTo>
                <a:lnTo>
                  <a:pt x="92722" y="11303"/>
                </a:lnTo>
                <a:lnTo>
                  <a:pt x="94957" y="11303"/>
                </a:lnTo>
                <a:lnTo>
                  <a:pt x="9495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536278" y="5340633"/>
            <a:ext cx="46215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480059" algn="l"/>
                <a:tab pos="1647825" algn="l"/>
                <a:tab pos="3263265" algn="l"/>
              </a:tabLst>
            </a:pPr>
            <a:r>
              <a:rPr dirty="0" sz="2400" spc="-50">
                <a:latin typeface="Cambria Math"/>
                <a:cs typeface="Cambria Math"/>
              </a:rPr>
              <a:t>=</a:t>
            </a:r>
            <a:r>
              <a:rPr dirty="0" sz="2400">
                <a:latin typeface="Cambria Math"/>
                <a:cs typeface="Cambria Math"/>
              </a:rPr>
              <a:t>	𝑥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142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…</a:t>
            </a:r>
            <a:r>
              <a:rPr dirty="0" sz="2400" spc="345">
                <a:latin typeface="Cambria Math"/>
                <a:cs typeface="Cambria Math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𝑥</a:t>
            </a:r>
            <a:r>
              <a:rPr dirty="0" baseline="-15873" sz="2625" spc="-37">
                <a:latin typeface="Cambria Math"/>
                <a:cs typeface="Cambria Math"/>
              </a:rPr>
              <a:t>𝑘</a:t>
            </a:r>
            <a:r>
              <a:rPr dirty="0" baseline="-15873" sz="2625"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each</a:t>
            </a:r>
            <a:r>
              <a:rPr dirty="0" sz="2400" spc="-2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𝑥</a:t>
            </a:r>
            <a:r>
              <a:rPr dirty="0" baseline="-15873" sz="2625">
                <a:latin typeface="Cambria Math"/>
                <a:cs typeface="Cambria Math"/>
              </a:rPr>
              <a:t>𝑖</a:t>
            </a:r>
            <a:r>
              <a:rPr dirty="0" baseline="-15873" sz="2625" spc="644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∈</a:t>
            </a:r>
            <a:r>
              <a:rPr dirty="0" sz="2400" spc="135">
                <a:latin typeface="Cambria Math"/>
                <a:cs typeface="Cambria Math"/>
              </a:rPr>
              <a:t> </a:t>
            </a:r>
            <a:r>
              <a:rPr dirty="0" sz="2400" spc="-50">
                <a:solidFill>
                  <a:srgbClr val="C55A11"/>
                </a:solidFill>
                <a:latin typeface="Cambria Math"/>
                <a:cs typeface="Cambria Math"/>
              </a:rPr>
              <a:t>𝐴</a:t>
            </a:r>
            <a:r>
              <a:rPr dirty="0" sz="2400">
                <a:solidFill>
                  <a:srgbClr val="C55A11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for</a:t>
            </a:r>
            <a:r>
              <a:rPr dirty="0" sz="2400" spc="-2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𝑘</a:t>
            </a:r>
            <a:r>
              <a:rPr dirty="0" sz="2400" spc="18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≥</a:t>
            </a:r>
            <a:r>
              <a:rPr dirty="0" sz="2400" spc="120">
                <a:latin typeface="Cambria Math"/>
                <a:cs typeface="Cambria Math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0}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537959" y="1225296"/>
            <a:ext cx="5400040" cy="95440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429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70"/>
              </a:spcBef>
            </a:pPr>
            <a:r>
              <a:rPr dirty="0" sz="2800" spc="-10">
                <a:latin typeface="Franklin Gothic Medium"/>
                <a:cs typeface="Franklin Gothic Medium"/>
              </a:rPr>
              <a:t>Example:</a:t>
            </a:r>
            <a:endParaRPr sz="2800">
              <a:latin typeface="Franklin Gothic Medium"/>
              <a:cs typeface="Franklin Gothic Medium"/>
            </a:endParaRPr>
          </a:p>
          <a:p>
            <a:pPr marL="92075">
              <a:lnSpc>
                <a:spcPct val="100000"/>
              </a:lnSpc>
            </a:pPr>
            <a:r>
              <a:rPr dirty="0" sz="2800">
                <a:latin typeface="Franklin Gothic Medium"/>
                <a:cs typeface="Franklin Gothic Medium"/>
              </a:rPr>
              <a:t>Let</a:t>
            </a:r>
            <a:r>
              <a:rPr dirty="0" sz="2800" spc="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55A11"/>
                </a:solidFill>
                <a:latin typeface="Cambria Math"/>
                <a:cs typeface="Cambria Math"/>
              </a:rPr>
              <a:t>𝐴</a:t>
            </a:r>
            <a:r>
              <a:rPr dirty="0" sz="2800" spc="18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13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{</a:t>
            </a:r>
            <a:r>
              <a:rPr dirty="0" sz="2800">
                <a:solidFill>
                  <a:srgbClr val="C55A11"/>
                </a:solidFill>
                <a:latin typeface="Cambria Math"/>
                <a:cs typeface="Cambria Math"/>
              </a:rPr>
              <a:t>𝑎𝑎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C55A11"/>
                </a:solidFill>
                <a:latin typeface="Cambria Math"/>
                <a:cs typeface="Cambria Math"/>
              </a:rPr>
              <a:t>𝑏</a:t>
            </a:r>
            <a:r>
              <a:rPr dirty="0" sz="2800">
                <a:latin typeface="Cambria Math"/>
                <a:cs typeface="Cambria Math"/>
              </a:rPr>
              <a:t>}</a:t>
            </a:r>
            <a:r>
              <a:rPr dirty="0" sz="2800" spc="75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and</a:t>
            </a:r>
            <a:r>
              <a:rPr dirty="0" sz="2800" spc="-1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538235"/>
                </a:solidFill>
                <a:latin typeface="Cambria Math"/>
                <a:cs typeface="Cambria Math"/>
              </a:rPr>
              <a:t>𝐵</a:t>
            </a:r>
            <a:r>
              <a:rPr dirty="0" sz="2800" spc="235">
                <a:solidFill>
                  <a:srgbClr val="538235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13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{</a:t>
            </a:r>
            <a:r>
              <a:rPr dirty="0" sz="2800">
                <a:solidFill>
                  <a:srgbClr val="538235"/>
                </a:solidFill>
                <a:latin typeface="Cambria Math"/>
                <a:cs typeface="Cambria Math"/>
              </a:rPr>
              <a:t>𝑥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 spc="-25">
                <a:solidFill>
                  <a:srgbClr val="538235"/>
                </a:solidFill>
                <a:latin typeface="Cambria Math"/>
                <a:cs typeface="Cambria Math"/>
              </a:rPr>
              <a:t>𝑦𝑦</a:t>
            </a:r>
            <a:r>
              <a:rPr dirty="0" sz="2800" spc="-25">
                <a:latin typeface="Cambria Math"/>
                <a:cs typeface="Cambria Math"/>
              </a:rPr>
              <a:t>}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904366" y="2608105"/>
            <a:ext cx="27844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C55A11"/>
                </a:solidFill>
                <a:latin typeface="Cambria Math"/>
                <a:cs typeface="Cambria Math"/>
              </a:rPr>
              <a:t>𝐴</a:t>
            </a:r>
            <a:r>
              <a:rPr dirty="0" sz="2400" spc="5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1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538235"/>
                </a:solidFill>
                <a:latin typeface="Cambria Math"/>
                <a:cs typeface="Cambria Math"/>
              </a:rPr>
              <a:t>𝐵</a:t>
            </a:r>
            <a:r>
              <a:rPr dirty="0" sz="2400" spc="220">
                <a:solidFill>
                  <a:srgbClr val="538235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9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{</a:t>
            </a:r>
            <a:r>
              <a:rPr dirty="0" sz="2400">
                <a:solidFill>
                  <a:srgbClr val="C55A11"/>
                </a:solidFill>
                <a:latin typeface="Cambria Math"/>
                <a:cs typeface="Cambria Math"/>
              </a:rPr>
              <a:t>𝑎𝑎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125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55A11"/>
                </a:solidFill>
                <a:latin typeface="Cambria Math"/>
                <a:cs typeface="Cambria Math"/>
              </a:rPr>
              <a:t>𝑏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125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538235"/>
                </a:solidFill>
                <a:latin typeface="Cambria Math"/>
                <a:cs typeface="Cambria Math"/>
              </a:rPr>
              <a:t>𝑥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125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538235"/>
                </a:solidFill>
                <a:latin typeface="Cambria Math"/>
                <a:cs typeface="Cambria Math"/>
              </a:rPr>
              <a:t>𝑦𝑦</a:t>
            </a:r>
            <a:r>
              <a:rPr dirty="0" sz="2400" spc="-25">
                <a:latin typeface="Cambria Math"/>
                <a:cs typeface="Cambria Math"/>
              </a:rPr>
              <a:t>}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968374" y="4059670"/>
            <a:ext cx="369760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C55A11"/>
                </a:solidFill>
                <a:latin typeface="Cambria Math"/>
                <a:cs typeface="Cambria Math"/>
              </a:rPr>
              <a:t>𝐴</a:t>
            </a:r>
            <a:r>
              <a:rPr dirty="0" sz="2400" spc="4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∘</a:t>
            </a:r>
            <a:r>
              <a:rPr dirty="0" sz="2400" spc="1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538235"/>
                </a:solidFill>
                <a:latin typeface="Cambria Math"/>
                <a:cs typeface="Cambria Math"/>
              </a:rPr>
              <a:t>𝐵</a:t>
            </a:r>
            <a:r>
              <a:rPr dirty="0" sz="2400" spc="225">
                <a:solidFill>
                  <a:srgbClr val="538235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3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{</a:t>
            </a:r>
            <a:r>
              <a:rPr dirty="0" sz="2400">
                <a:solidFill>
                  <a:srgbClr val="C55A11"/>
                </a:solidFill>
                <a:latin typeface="Cambria Math"/>
                <a:cs typeface="Cambria Math"/>
              </a:rPr>
              <a:t>𝑎𝑎</a:t>
            </a:r>
            <a:r>
              <a:rPr dirty="0" sz="2400">
                <a:solidFill>
                  <a:srgbClr val="538235"/>
                </a:solidFill>
                <a:latin typeface="Cambria Math"/>
                <a:cs typeface="Cambria Math"/>
              </a:rPr>
              <a:t>𝑥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125">
                <a:latin typeface="Cambria Math"/>
                <a:cs typeface="Cambria Math"/>
              </a:rPr>
              <a:t> </a:t>
            </a:r>
            <a:r>
              <a:rPr dirty="0" sz="2400" spc="-10">
                <a:solidFill>
                  <a:srgbClr val="C55A11"/>
                </a:solidFill>
                <a:latin typeface="Cambria Math"/>
                <a:cs typeface="Cambria Math"/>
              </a:rPr>
              <a:t>𝑎𝑎</a:t>
            </a:r>
            <a:r>
              <a:rPr dirty="0" sz="2400" spc="-10">
                <a:solidFill>
                  <a:srgbClr val="538235"/>
                </a:solidFill>
                <a:latin typeface="Cambria Math"/>
                <a:cs typeface="Cambria Math"/>
              </a:rPr>
              <a:t>𝑦𝑦</a:t>
            </a:r>
            <a:r>
              <a:rPr dirty="0" sz="2400" spc="-10">
                <a:latin typeface="Cambria Math"/>
                <a:cs typeface="Cambria Math"/>
              </a:rPr>
              <a:t>,</a:t>
            </a:r>
            <a:r>
              <a:rPr dirty="0" sz="2400" spc="-120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55A11"/>
                </a:solidFill>
                <a:latin typeface="Cambria Math"/>
                <a:cs typeface="Cambria Math"/>
              </a:rPr>
              <a:t>𝑏</a:t>
            </a:r>
            <a:r>
              <a:rPr dirty="0" sz="2400">
                <a:solidFill>
                  <a:srgbClr val="538235"/>
                </a:solidFill>
                <a:latin typeface="Cambria Math"/>
                <a:cs typeface="Cambria Math"/>
              </a:rPr>
              <a:t>𝑥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125">
                <a:latin typeface="Cambria Math"/>
                <a:cs typeface="Cambria Math"/>
              </a:rPr>
              <a:t> </a:t>
            </a:r>
            <a:r>
              <a:rPr dirty="0" sz="2400" spc="-20">
                <a:solidFill>
                  <a:srgbClr val="C55A11"/>
                </a:solidFill>
                <a:latin typeface="Cambria Math"/>
                <a:cs typeface="Cambria Math"/>
              </a:rPr>
              <a:t>𝑏</a:t>
            </a:r>
            <a:r>
              <a:rPr dirty="0" sz="2400" spc="-20">
                <a:solidFill>
                  <a:srgbClr val="538235"/>
                </a:solidFill>
                <a:latin typeface="Cambria Math"/>
                <a:cs typeface="Cambria Math"/>
              </a:rPr>
              <a:t>𝑦𝑦</a:t>
            </a:r>
            <a:r>
              <a:rPr dirty="0" sz="2400" spc="-20">
                <a:latin typeface="Cambria Math"/>
                <a:cs typeface="Cambria Math"/>
              </a:rPr>
              <a:t>}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947544" y="5320415"/>
            <a:ext cx="498221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3472" sz="3600">
                <a:solidFill>
                  <a:srgbClr val="C55A11"/>
                </a:solidFill>
                <a:latin typeface="Cambria Math"/>
                <a:cs typeface="Cambria Math"/>
              </a:rPr>
              <a:t>𝐴</a:t>
            </a:r>
            <a:r>
              <a:rPr dirty="0" baseline="22222" sz="2625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baseline="22222" sz="2625" spc="607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-3472" sz="3600" spc="75">
                <a:latin typeface="Cambria Math"/>
                <a:cs typeface="Cambria Math"/>
              </a:rPr>
              <a:t>=</a:t>
            </a:r>
            <a:r>
              <a:rPr dirty="0" sz="2400" spc="50">
                <a:latin typeface="Cambria Math"/>
                <a:cs typeface="Cambria Math"/>
              </a:rPr>
              <a:t>{ε,</a:t>
            </a:r>
            <a:r>
              <a:rPr dirty="0" sz="2400" spc="-125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55A11"/>
                </a:solidFill>
                <a:latin typeface="Cambria Math"/>
                <a:cs typeface="Cambria Math"/>
              </a:rPr>
              <a:t>𝑎𝑎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125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55A11"/>
                </a:solidFill>
                <a:latin typeface="Cambria Math"/>
                <a:cs typeface="Cambria Math"/>
              </a:rPr>
              <a:t>𝑏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125">
                <a:latin typeface="Cambria Math"/>
                <a:cs typeface="Cambria Math"/>
              </a:rPr>
              <a:t> </a:t>
            </a:r>
            <a:r>
              <a:rPr dirty="0" sz="2400" spc="-10">
                <a:solidFill>
                  <a:srgbClr val="C55A11"/>
                </a:solidFill>
                <a:latin typeface="Cambria Math"/>
                <a:cs typeface="Cambria Math"/>
              </a:rPr>
              <a:t>𝑎𝑎</a:t>
            </a:r>
            <a:r>
              <a:rPr dirty="0" sz="2400" spc="-10">
                <a:solidFill>
                  <a:srgbClr val="F4B083"/>
                </a:solidFill>
                <a:latin typeface="Cambria Math"/>
                <a:cs typeface="Cambria Math"/>
              </a:rPr>
              <a:t>𝑎𝑎</a:t>
            </a:r>
            <a:r>
              <a:rPr dirty="0" sz="2400" spc="-10">
                <a:latin typeface="Cambria Math"/>
                <a:cs typeface="Cambria Math"/>
              </a:rPr>
              <a:t>,</a:t>
            </a:r>
            <a:r>
              <a:rPr dirty="0" sz="2400" spc="-125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55A11"/>
                </a:solidFill>
                <a:latin typeface="Cambria Math"/>
                <a:cs typeface="Cambria Math"/>
              </a:rPr>
              <a:t>𝑎𝑎𝑏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125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55A11"/>
                </a:solidFill>
                <a:latin typeface="Cambria Math"/>
                <a:cs typeface="Cambria Math"/>
              </a:rPr>
              <a:t>𝑏𝑎𝑎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125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C55A11"/>
                </a:solidFill>
                <a:latin typeface="Cambria Math"/>
                <a:cs typeface="Cambria Math"/>
              </a:rPr>
              <a:t>𝑏𝑏</a:t>
            </a:r>
            <a:r>
              <a:rPr dirty="0" sz="2400" spc="-25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  <a:p>
            <a:pPr marL="689610">
              <a:lnSpc>
                <a:spcPct val="100000"/>
              </a:lnSpc>
            </a:pPr>
            <a:r>
              <a:rPr dirty="0" sz="2400" spc="-10">
                <a:solidFill>
                  <a:srgbClr val="C55A11"/>
                </a:solidFill>
                <a:latin typeface="Cambria Math"/>
                <a:cs typeface="Cambria Math"/>
              </a:rPr>
              <a:t>𝑎𝑎</a:t>
            </a:r>
            <a:r>
              <a:rPr dirty="0" sz="2400" spc="-10">
                <a:solidFill>
                  <a:srgbClr val="F4B083"/>
                </a:solidFill>
                <a:latin typeface="Cambria Math"/>
                <a:cs typeface="Cambria Math"/>
              </a:rPr>
              <a:t>𝑎𝑎</a:t>
            </a:r>
            <a:r>
              <a:rPr dirty="0" sz="2400" spc="-10">
                <a:solidFill>
                  <a:srgbClr val="C55A11"/>
                </a:solidFill>
                <a:latin typeface="Cambria Math"/>
                <a:cs typeface="Cambria Math"/>
              </a:rPr>
              <a:t>𝑎𝑎</a:t>
            </a:r>
            <a:r>
              <a:rPr dirty="0" sz="2400" spc="-10">
                <a:latin typeface="Cambria Math"/>
                <a:cs typeface="Cambria Math"/>
              </a:rPr>
              <a:t>,</a:t>
            </a:r>
            <a:r>
              <a:rPr dirty="0" sz="2400" spc="-110">
                <a:latin typeface="Cambria Math"/>
                <a:cs typeface="Cambria Math"/>
              </a:rPr>
              <a:t> </a:t>
            </a:r>
            <a:r>
              <a:rPr dirty="0" sz="2400" spc="-10">
                <a:solidFill>
                  <a:srgbClr val="C55A11"/>
                </a:solidFill>
                <a:latin typeface="Cambria Math"/>
                <a:cs typeface="Cambria Math"/>
              </a:rPr>
              <a:t>𝑎𝑎</a:t>
            </a:r>
            <a:r>
              <a:rPr dirty="0" sz="2400" spc="-10">
                <a:solidFill>
                  <a:srgbClr val="F4B083"/>
                </a:solidFill>
                <a:latin typeface="Cambria Math"/>
                <a:cs typeface="Cambria Math"/>
              </a:rPr>
              <a:t>𝑎𝑎</a:t>
            </a:r>
            <a:r>
              <a:rPr dirty="0" sz="2400" spc="-10">
                <a:solidFill>
                  <a:srgbClr val="C55A11"/>
                </a:solidFill>
                <a:latin typeface="Cambria Math"/>
                <a:cs typeface="Cambria Math"/>
              </a:rPr>
              <a:t>𝑏</a:t>
            </a:r>
            <a:r>
              <a:rPr dirty="0" sz="2400" spc="-10">
                <a:latin typeface="Cambria Math"/>
                <a:cs typeface="Cambria Math"/>
              </a:rPr>
              <a:t>,</a:t>
            </a:r>
            <a:r>
              <a:rPr dirty="0" sz="2400" spc="-105">
                <a:latin typeface="Cambria Math"/>
                <a:cs typeface="Cambria Math"/>
              </a:rPr>
              <a:t> </a:t>
            </a:r>
            <a:r>
              <a:rPr dirty="0" sz="2400" spc="-10">
                <a:solidFill>
                  <a:srgbClr val="C55A11"/>
                </a:solidFill>
                <a:latin typeface="Cambria Math"/>
                <a:cs typeface="Cambria Math"/>
              </a:rPr>
              <a:t>𝑎𝑎𝑏𝑎𝑎</a:t>
            </a:r>
            <a:r>
              <a:rPr dirty="0" sz="2400" spc="-10">
                <a:latin typeface="Cambria Math"/>
                <a:cs typeface="Cambria Math"/>
              </a:rPr>
              <a:t>,</a:t>
            </a:r>
            <a:r>
              <a:rPr dirty="0" sz="2400" spc="-105">
                <a:latin typeface="Cambria Math"/>
                <a:cs typeface="Cambria Math"/>
              </a:rPr>
              <a:t> </a:t>
            </a:r>
            <a:r>
              <a:rPr dirty="0" sz="2400" spc="-10">
                <a:solidFill>
                  <a:srgbClr val="C55A11"/>
                </a:solidFill>
                <a:latin typeface="Cambria Math"/>
                <a:cs typeface="Cambria Math"/>
              </a:rPr>
              <a:t>𝑎𝑎𝑏𝑏</a:t>
            </a:r>
            <a:r>
              <a:rPr dirty="0" sz="2400" spc="-10">
                <a:latin typeface="Cambria Math"/>
                <a:cs typeface="Cambria Math"/>
              </a:rPr>
              <a:t>,</a:t>
            </a:r>
            <a:r>
              <a:rPr dirty="0" sz="2400" spc="-10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…</a:t>
            </a:r>
            <a:r>
              <a:rPr dirty="0" sz="2400" spc="-114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}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87552" y="5911596"/>
            <a:ext cx="1797050" cy="33845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73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05"/>
              </a:spcBef>
            </a:pPr>
            <a:r>
              <a:rPr dirty="0" sz="1600">
                <a:latin typeface="Franklin Gothic Medium"/>
                <a:cs typeface="Franklin Gothic Medium"/>
              </a:rPr>
              <a:t>Note:</a:t>
            </a:r>
            <a:r>
              <a:rPr dirty="0" sz="1600" spc="-15">
                <a:latin typeface="Franklin Gothic Medium"/>
                <a:cs typeface="Franklin Gothic Medium"/>
              </a:rPr>
              <a:t> </a:t>
            </a:r>
            <a:r>
              <a:rPr dirty="0" sz="1600">
                <a:latin typeface="Cambria Math"/>
                <a:cs typeface="Cambria Math"/>
              </a:rPr>
              <a:t>ε</a:t>
            </a:r>
            <a:r>
              <a:rPr dirty="0" sz="1600" spc="60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∈</a:t>
            </a:r>
            <a:r>
              <a:rPr dirty="0" sz="1600" spc="7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𝐴</a:t>
            </a:r>
            <a:r>
              <a:rPr dirty="0" baseline="33333" sz="1500">
                <a:latin typeface="Cambria Math"/>
                <a:cs typeface="Cambria Math"/>
              </a:rPr>
              <a:t>∗</a:t>
            </a:r>
            <a:r>
              <a:rPr dirty="0" baseline="33333" sz="1500" spc="240">
                <a:latin typeface="Cambria Math"/>
                <a:cs typeface="Cambria Math"/>
              </a:rPr>
              <a:t> </a:t>
            </a:r>
            <a:r>
              <a:rPr dirty="0" sz="1400" spc="-10">
                <a:latin typeface="Franklin Gothic Medium"/>
                <a:cs typeface="Franklin Gothic Medium"/>
              </a:rPr>
              <a:t>always</a:t>
            </a:r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839211" y="5911596"/>
            <a:ext cx="3698875" cy="5232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0005" rIns="0" bIns="0" rtlCol="0" vert="horz">
            <a:spAutoFit/>
          </a:bodyPr>
          <a:lstStyle/>
          <a:p>
            <a:pPr marL="91440" marR="271145">
              <a:lnSpc>
                <a:spcPct val="100000"/>
              </a:lnSpc>
              <a:spcBef>
                <a:spcPts val="315"/>
              </a:spcBef>
            </a:pPr>
            <a:r>
              <a:rPr dirty="0" sz="1400" spc="-40">
                <a:latin typeface="Franklin Gothic Medium"/>
                <a:cs typeface="Franklin Gothic Medium"/>
              </a:rPr>
              <a:t>You</a:t>
            </a:r>
            <a:r>
              <a:rPr dirty="0" sz="1400" spc="-30">
                <a:latin typeface="Franklin Gothic Medium"/>
                <a:cs typeface="Franklin Gothic Medium"/>
              </a:rPr>
              <a:t> </a:t>
            </a:r>
            <a:r>
              <a:rPr dirty="0" sz="1400">
                <a:latin typeface="Franklin Gothic Medium"/>
                <a:cs typeface="Franklin Gothic Medium"/>
              </a:rPr>
              <a:t>can</a:t>
            </a:r>
            <a:r>
              <a:rPr dirty="0" sz="1400" spc="-35">
                <a:latin typeface="Franklin Gothic Medium"/>
                <a:cs typeface="Franklin Gothic Medium"/>
              </a:rPr>
              <a:t> </a:t>
            </a:r>
            <a:r>
              <a:rPr dirty="0" sz="1400" spc="-30">
                <a:latin typeface="Franklin Gothic Medium"/>
                <a:cs typeface="Franklin Gothic Medium"/>
              </a:rPr>
              <a:t>always</a:t>
            </a:r>
            <a:r>
              <a:rPr dirty="0" sz="1400" spc="-60">
                <a:latin typeface="Franklin Gothic Medium"/>
                <a:cs typeface="Franklin Gothic Medium"/>
              </a:rPr>
              <a:t> </a:t>
            </a:r>
            <a:r>
              <a:rPr dirty="0" sz="1400" spc="-10">
                <a:latin typeface="Franklin Gothic Medium"/>
                <a:cs typeface="Franklin Gothic Medium"/>
              </a:rPr>
              <a:t>have</a:t>
            </a:r>
            <a:r>
              <a:rPr dirty="0" sz="1400" spc="-30">
                <a:latin typeface="Franklin Gothic Medium"/>
                <a:cs typeface="Franklin Gothic Medium"/>
              </a:rPr>
              <a:t> </a:t>
            </a:r>
            <a:r>
              <a:rPr dirty="0" sz="1400">
                <a:latin typeface="Franklin Gothic Medium"/>
                <a:cs typeface="Franklin Gothic Medium"/>
              </a:rPr>
              <a:t>zero</a:t>
            </a:r>
            <a:r>
              <a:rPr dirty="0" sz="1400" spc="-55">
                <a:latin typeface="Franklin Gothic Medium"/>
                <a:cs typeface="Franklin Gothic Medium"/>
              </a:rPr>
              <a:t> </a:t>
            </a:r>
            <a:r>
              <a:rPr dirty="0" sz="1400" spc="-20">
                <a:latin typeface="Franklin Gothic Medium"/>
                <a:cs typeface="Franklin Gothic Medium"/>
              </a:rPr>
              <a:t>elements</a:t>
            </a:r>
            <a:r>
              <a:rPr dirty="0" sz="1400" spc="-45">
                <a:latin typeface="Franklin Gothic Medium"/>
                <a:cs typeface="Franklin Gothic Medium"/>
              </a:rPr>
              <a:t> </a:t>
            </a:r>
            <a:r>
              <a:rPr dirty="0" sz="1400" spc="-20">
                <a:latin typeface="Franklin Gothic Medium"/>
                <a:cs typeface="Franklin Gothic Medium"/>
              </a:rPr>
              <a:t>together, </a:t>
            </a:r>
            <a:r>
              <a:rPr dirty="0" sz="1400">
                <a:latin typeface="Franklin Gothic Medium"/>
                <a:cs typeface="Franklin Gothic Medium"/>
              </a:rPr>
              <a:t>so</a:t>
            </a:r>
            <a:r>
              <a:rPr dirty="0" sz="1400" spc="-45">
                <a:latin typeface="Franklin Gothic Medium"/>
                <a:cs typeface="Franklin Gothic Medium"/>
              </a:rPr>
              <a:t> </a:t>
            </a:r>
            <a:r>
              <a:rPr dirty="0" sz="1400">
                <a:latin typeface="Franklin Gothic Medium"/>
                <a:cs typeface="Franklin Gothic Medium"/>
              </a:rPr>
              <a:t>you</a:t>
            </a:r>
            <a:r>
              <a:rPr dirty="0" sz="1400" spc="-65">
                <a:latin typeface="Franklin Gothic Medium"/>
                <a:cs typeface="Franklin Gothic Medium"/>
              </a:rPr>
              <a:t> </a:t>
            </a:r>
            <a:r>
              <a:rPr dirty="0" sz="1400" spc="-10">
                <a:latin typeface="Franklin Gothic Medium"/>
                <a:cs typeface="Franklin Gothic Medium"/>
              </a:rPr>
              <a:t>get</a:t>
            </a:r>
            <a:r>
              <a:rPr dirty="0" sz="1400" spc="-45">
                <a:latin typeface="Franklin Gothic Medium"/>
                <a:cs typeface="Franklin Gothic Medium"/>
              </a:rPr>
              <a:t> </a:t>
            </a:r>
            <a:r>
              <a:rPr dirty="0" sz="1400">
                <a:latin typeface="Franklin Gothic Medium"/>
                <a:cs typeface="Franklin Gothic Medium"/>
              </a:rPr>
              <a:t>the</a:t>
            </a:r>
            <a:r>
              <a:rPr dirty="0" sz="1400" spc="-70">
                <a:latin typeface="Franklin Gothic Medium"/>
                <a:cs typeface="Franklin Gothic Medium"/>
              </a:rPr>
              <a:t> </a:t>
            </a:r>
            <a:r>
              <a:rPr dirty="0" sz="1400" spc="-25">
                <a:latin typeface="Franklin Gothic Medium"/>
                <a:cs typeface="Franklin Gothic Medium"/>
              </a:rPr>
              <a:t>empty</a:t>
            </a:r>
            <a:r>
              <a:rPr dirty="0" sz="1400" spc="-55">
                <a:latin typeface="Franklin Gothic Medium"/>
                <a:cs typeface="Franklin Gothic Medium"/>
              </a:rPr>
              <a:t> </a:t>
            </a:r>
            <a:r>
              <a:rPr dirty="0" sz="1400" spc="-10">
                <a:latin typeface="Franklin Gothic Medium"/>
                <a:cs typeface="Franklin Gothic Medium"/>
              </a:rPr>
              <a:t>string</a:t>
            </a:r>
            <a:endParaRPr sz="1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0"/>
              <a:t>Regular</a:t>
            </a:r>
            <a:r>
              <a:rPr dirty="0" spc="-145"/>
              <a:t> </a:t>
            </a:r>
            <a:r>
              <a:rPr dirty="0"/>
              <a:t>Expressions</a:t>
            </a:r>
            <a:r>
              <a:rPr dirty="0" spc="-160"/>
              <a:t> </a:t>
            </a:r>
            <a:r>
              <a:rPr dirty="0" spc="-30"/>
              <a:t>(RegEx)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37588" y="4344658"/>
            <a:ext cx="26873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46530" algn="l"/>
                <a:tab pos="2018030" algn="l"/>
                <a:tab pos="2502535" algn="l"/>
              </a:tabLst>
            </a:pPr>
            <a:r>
              <a:rPr dirty="0" sz="2800">
                <a:latin typeface="Franklin Gothic Medium"/>
                <a:cs typeface="Franklin Gothic Medium"/>
              </a:rPr>
              <a:t>By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using</a:t>
            </a:r>
            <a:r>
              <a:rPr dirty="0" sz="2800">
                <a:latin typeface="Franklin Gothic Medium"/>
                <a:cs typeface="Franklin Gothic Medium"/>
              </a:rPr>
              <a:t>	</a:t>
            </a:r>
            <a:r>
              <a:rPr dirty="0" sz="2800" spc="-25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800" spc="-25">
                <a:latin typeface="Cambria Math"/>
                <a:cs typeface="Cambria Math"/>
              </a:rPr>
              <a:t>,</a:t>
            </a:r>
            <a:r>
              <a:rPr dirty="0" sz="2800">
                <a:latin typeface="Cambria Math"/>
                <a:cs typeface="Cambria Math"/>
              </a:rPr>
              <a:t>	</a:t>
            </a:r>
            <a:r>
              <a:rPr dirty="0" sz="2800" spc="-25">
                <a:solidFill>
                  <a:srgbClr val="C00000"/>
                </a:solidFill>
                <a:latin typeface="Cambria Math"/>
                <a:cs typeface="Cambria Math"/>
              </a:rPr>
              <a:t>∘</a:t>
            </a:r>
            <a:r>
              <a:rPr dirty="0" sz="2800" spc="-25">
                <a:latin typeface="Cambria Math"/>
                <a:cs typeface="Cambria Math"/>
              </a:rPr>
              <a:t>,</a:t>
            </a:r>
            <a:r>
              <a:rPr dirty="0" sz="2800">
                <a:latin typeface="Cambria Math"/>
                <a:cs typeface="Cambria Math"/>
              </a:rPr>
              <a:t>	</a:t>
            </a:r>
            <a:r>
              <a:rPr dirty="0" sz="2800" spc="-50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69358" y="1348037"/>
            <a:ext cx="10569575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spc="-30">
                <a:latin typeface="Franklin Gothic Medium"/>
                <a:cs typeface="Franklin Gothic Medium"/>
              </a:rPr>
              <a:t>Like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we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use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40">
                <a:latin typeface="Franklin Gothic Medium"/>
                <a:cs typeface="Franklin Gothic Medium"/>
              </a:rPr>
              <a:t>arithmetical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operations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create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40">
                <a:latin typeface="Franklin Gothic Medium"/>
                <a:cs typeface="Franklin Gothic Medium"/>
              </a:rPr>
              <a:t>arithmetical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expressions, </a:t>
            </a:r>
            <a:r>
              <a:rPr dirty="0" sz="2800">
                <a:latin typeface="Franklin Gothic Medium"/>
                <a:cs typeface="Franklin Gothic Medium"/>
              </a:rPr>
              <a:t>we</a:t>
            </a:r>
            <a:r>
              <a:rPr dirty="0" sz="2800" spc="-13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can</a:t>
            </a:r>
            <a:r>
              <a:rPr dirty="0" sz="2800" spc="-13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use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operations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3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create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expressions.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312907" y="1018032"/>
            <a:ext cx="1289685" cy="36893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9370" rIns="0" bIns="0" rtlCol="0" vert="horz">
            <a:spAutoFit/>
          </a:bodyPr>
          <a:lstStyle/>
          <a:p>
            <a:pPr marL="167005">
              <a:lnSpc>
                <a:spcPct val="100000"/>
              </a:lnSpc>
              <a:spcBef>
                <a:spcPts val="310"/>
              </a:spcBef>
            </a:pPr>
            <a:r>
              <a:rPr dirty="0" sz="1800">
                <a:latin typeface="Cambria Math"/>
                <a:cs typeface="Cambria Math"/>
              </a:rPr>
              <a:t>5</a:t>
            </a:r>
            <a:r>
              <a:rPr dirty="0" sz="1800" spc="-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+ 3</a:t>
            </a:r>
            <a:r>
              <a:rPr dirty="0" sz="1800" spc="9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90">
                <a:latin typeface="Cambria Math"/>
                <a:cs typeface="Cambria Math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8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01038" y="2356917"/>
            <a:ext cx="4611370" cy="1864995"/>
          </a:xfrm>
          <a:prstGeom prst="rect">
            <a:avLst/>
          </a:prstGeom>
        </p:spPr>
        <p:txBody>
          <a:bodyPr wrap="square" lIns="0" tIns="182880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800" spc="-85">
                <a:latin typeface="Franklin Gothic Medium"/>
                <a:cs typeface="Franklin Gothic Medium"/>
              </a:rPr>
              <a:t>Atomic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Elements</a:t>
            </a:r>
            <a:endParaRPr sz="2800">
              <a:latin typeface="Franklin Gothic Medium"/>
              <a:cs typeface="Franklin Gothic Medium"/>
            </a:endParaRPr>
          </a:p>
          <a:p>
            <a:pPr marL="260350">
              <a:lnSpc>
                <a:spcPct val="100000"/>
              </a:lnSpc>
              <a:spcBef>
                <a:spcPts val="1340"/>
              </a:spcBef>
            </a:pPr>
            <a:r>
              <a:rPr dirty="0" sz="2800" spc="-10">
                <a:latin typeface="Franklin Gothic Medium"/>
                <a:cs typeface="Franklin Gothic Medium"/>
              </a:rPr>
              <a:t>Built</a:t>
            </a:r>
            <a:r>
              <a:rPr dirty="0" sz="2800" spc="-155">
                <a:latin typeface="Franklin Gothic Medium"/>
                <a:cs typeface="Franklin Gothic Medium"/>
              </a:rPr>
              <a:t> </a:t>
            </a:r>
            <a:r>
              <a:rPr dirty="0" sz="2800" spc="-55">
                <a:latin typeface="Franklin Gothic Medium"/>
                <a:cs typeface="Franklin Gothic Medium"/>
              </a:rPr>
              <a:t>from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 spc="150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sz="2800" spc="150">
                <a:latin typeface="Franklin Gothic Medium"/>
                <a:cs typeface="Franklin Gothic Medium"/>
              </a:rPr>
              <a:t>,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 spc="-35">
                <a:latin typeface="Franklin Gothic Medium"/>
                <a:cs typeface="Franklin Gothic Medium"/>
              </a:rPr>
              <a:t>members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 spc="135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sz="2800" spc="135">
                <a:latin typeface="Cambria Math"/>
                <a:cs typeface="Cambria Math"/>
              </a:rPr>
              <a:t>,</a:t>
            </a:r>
            <a:r>
              <a:rPr dirty="0" sz="2800" spc="-155">
                <a:latin typeface="Cambria Math"/>
                <a:cs typeface="Cambria Math"/>
              </a:rPr>
              <a:t> </a:t>
            </a:r>
            <a:r>
              <a:rPr dirty="0" sz="2800" spc="-20">
                <a:latin typeface="Cambria Math"/>
                <a:cs typeface="Cambria Math"/>
              </a:rPr>
              <a:t>∅,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 spc="-50">
                <a:latin typeface="Franklin Gothic Medium"/>
                <a:cs typeface="Franklin Gothic Medium"/>
              </a:rPr>
              <a:t>ε</a:t>
            </a:r>
            <a:endParaRPr sz="2800">
              <a:latin typeface="Franklin Gothic Medium"/>
              <a:cs typeface="Franklin Gothic Medium"/>
            </a:endParaRPr>
          </a:p>
          <a:p>
            <a:pPr marL="469265" indent="-456565">
              <a:lnSpc>
                <a:spcPct val="100000"/>
              </a:lnSpc>
              <a:spcBef>
                <a:spcPts val="1725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800" spc="-35">
                <a:latin typeface="Franklin Gothic Medium"/>
                <a:cs typeface="Franklin Gothic Medium"/>
              </a:rPr>
              <a:t>Composite</a:t>
            </a:r>
            <a:r>
              <a:rPr dirty="0" sz="2800" spc="-13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Elements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779008" y="2683764"/>
            <a:ext cx="1620520" cy="5232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365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65"/>
              </a:spcBef>
            </a:pPr>
            <a:r>
              <a:rPr dirty="0" sz="2800" spc="-10">
                <a:latin typeface="Franklin Gothic Medium"/>
                <a:cs typeface="Franklin Gothic Medium"/>
              </a:rPr>
              <a:t>Example: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260141" y="5993508"/>
            <a:ext cx="31629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result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is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solidFill>
                  <a:srgbClr val="EC207B"/>
                </a:solidFill>
                <a:latin typeface="Franklin Gothic Medium"/>
                <a:cs typeface="Franklin Gothic Medium"/>
              </a:rPr>
              <a:t>Language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5904357" y="3561258"/>
            <a:ext cx="1026794" cy="328930"/>
          </a:xfrm>
          <a:custGeom>
            <a:avLst/>
            <a:gdLst/>
            <a:ahLst/>
            <a:cxnLst/>
            <a:rect l="l" t="t" r="r" b="b"/>
            <a:pathLst>
              <a:path w="1026795" h="328929">
                <a:moveTo>
                  <a:pt x="921893" y="0"/>
                </a:moveTo>
                <a:lnTo>
                  <a:pt x="917206" y="13347"/>
                </a:lnTo>
                <a:lnTo>
                  <a:pt x="936247" y="21612"/>
                </a:lnTo>
                <a:lnTo>
                  <a:pt x="952622" y="33053"/>
                </a:lnTo>
                <a:lnTo>
                  <a:pt x="977379" y="65455"/>
                </a:lnTo>
                <a:lnTo>
                  <a:pt x="991941" y="109167"/>
                </a:lnTo>
                <a:lnTo>
                  <a:pt x="995531" y="134387"/>
                </a:lnTo>
                <a:lnTo>
                  <a:pt x="995583" y="134748"/>
                </a:lnTo>
                <a:lnTo>
                  <a:pt x="995578" y="191819"/>
                </a:lnTo>
                <a:lnTo>
                  <a:pt x="985824" y="241839"/>
                </a:lnTo>
                <a:lnTo>
                  <a:pt x="966253" y="280904"/>
                </a:lnTo>
                <a:lnTo>
                  <a:pt x="936472" y="307255"/>
                </a:lnTo>
                <a:lnTo>
                  <a:pt x="917727" y="315556"/>
                </a:lnTo>
                <a:lnTo>
                  <a:pt x="921893" y="328904"/>
                </a:lnTo>
                <a:lnTo>
                  <a:pt x="966757" y="307867"/>
                </a:lnTo>
                <a:lnTo>
                  <a:pt x="999744" y="271437"/>
                </a:lnTo>
                <a:lnTo>
                  <a:pt x="1020032" y="222646"/>
                </a:lnTo>
                <a:lnTo>
                  <a:pt x="1026795" y="164541"/>
                </a:lnTo>
                <a:lnTo>
                  <a:pt x="1025117" y="134748"/>
                </a:lnTo>
                <a:lnTo>
                  <a:pt x="1025097" y="134387"/>
                </a:lnTo>
                <a:lnTo>
                  <a:pt x="1011525" y="80941"/>
                </a:lnTo>
                <a:lnTo>
                  <a:pt x="984622" y="37433"/>
                </a:lnTo>
                <a:lnTo>
                  <a:pt x="945741" y="8610"/>
                </a:lnTo>
                <a:lnTo>
                  <a:pt x="921893" y="0"/>
                </a:lnTo>
                <a:close/>
              </a:path>
              <a:path w="1026795" h="328929">
                <a:moveTo>
                  <a:pt x="104902" y="0"/>
                </a:moveTo>
                <a:lnTo>
                  <a:pt x="60144" y="21088"/>
                </a:lnTo>
                <a:lnTo>
                  <a:pt x="27139" y="57645"/>
                </a:lnTo>
                <a:lnTo>
                  <a:pt x="6783" y="106521"/>
                </a:lnTo>
                <a:lnTo>
                  <a:pt x="97" y="162814"/>
                </a:lnTo>
                <a:lnTo>
                  <a:pt x="0" y="164541"/>
                </a:lnTo>
                <a:lnTo>
                  <a:pt x="6762" y="222646"/>
                </a:lnTo>
                <a:lnTo>
                  <a:pt x="27051" y="271437"/>
                </a:lnTo>
                <a:lnTo>
                  <a:pt x="60037" y="307867"/>
                </a:lnTo>
                <a:lnTo>
                  <a:pt x="104902" y="328904"/>
                </a:lnTo>
                <a:lnTo>
                  <a:pt x="109054" y="315556"/>
                </a:lnTo>
                <a:lnTo>
                  <a:pt x="90316" y="307255"/>
                </a:lnTo>
                <a:lnTo>
                  <a:pt x="74145" y="295705"/>
                </a:lnTo>
                <a:lnTo>
                  <a:pt x="49504" y="262851"/>
                </a:lnTo>
                <a:lnTo>
                  <a:pt x="34874" y="218162"/>
                </a:lnTo>
                <a:lnTo>
                  <a:pt x="30069" y="164541"/>
                </a:lnTo>
                <a:lnTo>
                  <a:pt x="29997" y="162814"/>
                </a:lnTo>
                <a:lnTo>
                  <a:pt x="34874" y="109167"/>
                </a:lnTo>
                <a:lnTo>
                  <a:pt x="49504" y="65455"/>
                </a:lnTo>
                <a:lnTo>
                  <a:pt x="74277" y="33053"/>
                </a:lnTo>
                <a:lnTo>
                  <a:pt x="109575" y="13347"/>
                </a:lnTo>
                <a:lnTo>
                  <a:pt x="1049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5905151" y="5666490"/>
            <a:ext cx="60915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659889" algn="l"/>
              </a:tabLst>
            </a:pPr>
            <a:r>
              <a:rPr dirty="0" sz="2800" spc="105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baseline="27100" sz="3075" spc="157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sz="2800" spc="105">
                <a:solidFill>
                  <a:srgbClr val="2D75B6"/>
                </a:solidFill>
                <a:latin typeface="Cambria Math"/>
                <a:cs typeface="Cambria Math"/>
              </a:rPr>
              <a:t>11Z</a:t>
            </a:r>
            <a:r>
              <a:rPr dirty="0" baseline="27100" sz="3075" spc="157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baseline="27100" sz="3075" spc="652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800" spc="-50">
                <a:latin typeface="Cambria Math"/>
                <a:cs typeface="Cambria Math"/>
              </a:rPr>
              <a:t>=</a:t>
            </a:r>
            <a:r>
              <a:rPr dirty="0" sz="2800">
                <a:latin typeface="Cambria Math"/>
                <a:cs typeface="Cambria Math"/>
              </a:rPr>
              <a:t>	</a:t>
            </a:r>
            <a:r>
              <a:rPr dirty="0" sz="2800">
                <a:latin typeface="Franklin Gothic Medium"/>
                <a:cs typeface="Franklin Gothic Medium"/>
              </a:rPr>
              <a:t>all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strings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that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contain</a:t>
            </a:r>
            <a:r>
              <a:rPr dirty="0" sz="2800" spc="-13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2D75B6"/>
                </a:solidFill>
                <a:latin typeface="Cambria Math"/>
                <a:cs typeface="Cambria Math"/>
              </a:rPr>
              <a:t>11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048755" y="4968240"/>
            <a:ext cx="873760" cy="40132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100" rIns="0" bIns="0" rtlCol="0" vert="horz">
            <a:spAutoFit/>
          </a:bodyPr>
          <a:lstStyle/>
          <a:p>
            <a:pPr marL="121920">
              <a:lnSpc>
                <a:spcPct val="100000"/>
              </a:lnSpc>
              <a:spcBef>
                <a:spcPts val="300"/>
              </a:spcBef>
            </a:pPr>
            <a:r>
              <a:rPr dirty="0" sz="2000" spc="100">
                <a:latin typeface="Cambria Math"/>
                <a:cs typeface="Cambria Math"/>
              </a:rPr>
              <a:t>Z</a:t>
            </a:r>
            <a:r>
              <a:rPr dirty="0" baseline="28735" sz="2175" spc="150">
                <a:latin typeface="Cambria Math"/>
                <a:cs typeface="Cambria Math"/>
              </a:rPr>
              <a:t>∗</a:t>
            </a:r>
            <a:r>
              <a:rPr dirty="0" baseline="28735" sz="2175" spc="300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C00000"/>
                </a:solidFill>
                <a:latin typeface="Cambria Math"/>
                <a:cs typeface="Cambria Math"/>
              </a:rPr>
              <a:t>∘ </a:t>
            </a:r>
            <a:r>
              <a:rPr dirty="0" sz="2000" spc="-50">
                <a:latin typeface="Cambria Math"/>
                <a:cs typeface="Cambria Math"/>
              </a:rPr>
              <a:t>1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5928359" y="4748784"/>
            <a:ext cx="558165" cy="155575"/>
          </a:xfrm>
          <a:custGeom>
            <a:avLst/>
            <a:gdLst/>
            <a:ahLst/>
            <a:cxnLst/>
            <a:rect l="l" t="t" r="r" b="b"/>
            <a:pathLst>
              <a:path w="558164" h="155575">
                <a:moveTo>
                  <a:pt x="557784" y="0"/>
                </a:moveTo>
                <a:lnTo>
                  <a:pt x="556765" y="30253"/>
                </a:lnTo>
                <a:lnTo>
                  <a:pt x="553988" y="54959"/>
                </a:lnTo>
                <a:lnTo>
                  <a:pt x="549870" y="71616"/>
                </a:lnTo>
                <a:lnTo>
                  <a:pt x="544830" y="77724"/>
                </a:lnTo>
                <a:lnTo>
                  <a:pt x="291846" y="77724"/>
                </a:lnTo>
                <a:lnTo>
                  <a:pt x="286805" y="83831"/>
                </a:lnTo>
                <a:lnTo>
                  <a:pt x="282687" y="100488"/>
                </a:lnTo>
                <a:lnTo>
                  <a:pt x="279910" y="125194"/>
                </a:lnTo>
                <a:lnTo>
                  <a:pt x="278892" y="155448"/>
                </a:lnTo>
                <a:lnTo>
                  <a:pt x="277873" y="125194"/>
                </a:lnTo>
                <a:lnTo>
                  <a:pt x="275096" y="100488"/>
                </a:lnTo>
                <a:lnTo>
                  <a:pt x="270978" y="83831"/>
                </a:lnTo>
                <a:lnTo>
                  <a:pt x="265938" y="77724"/>
                </a:lnTo>
                <a:lnTo>
                  <a:pt x="12954" y="77724"/>
                </a:lnTo>
                <a:lnTo>
                  <a:pt x="7913" y="71616"/>
                </a:lnTo>
                <a:lnTo>
                  <a:pt x="3795" y="54959"/>
                </a:lnTo>
                <a:lnTo>
                  <a:pt x="1018" y="30253"/>
                </a:lnTo>
                <a:lnTo>
                  <a:pt x="0" y="0"/>
                </a:lnTo>
              </a:path>
            </a:pathLst>
          </a:custGeom>
          <a:ln w="6350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5907184" y="3464185"/>
            <a:ext cx="5652135" cy="13696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13664">
              <a:lnSpc>
                <a:spcPct val="100000"/>
              </a:lnSpc>
              <a:spcBef>
                <a:spcPts val="95"/>
              </a:spcBef>
              <a:tabLst>
                <a:tab pos="1055370" algn="l"/>
                <a:tab pos="1725295" algn="l"/>
                <a:tab pos="2280285" algn="l"/>
              </a:tabLst>
            </a:pPr>
            <a:r>
              <a:rPr dirty="0" sz="2800">
                <a:solidFill>
                  <a:srgbClr val="2D75B6"/>
                </a:solidFill>
                <a:latin typeface="Cambria Math"/>
                <a:cs typeface="Cambria Math"/>
              </a:rPr>
              <a:t>0</a:t>
            </a:r>
            <a:r>
              <a:rPr dirty="0" sz="2800" spc="-15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800" spc="-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800" spc="-50">
                <a:solidFill>
                  <a:srgbClr val="2D75B6"/>
                </a:solidFill>
                <a:latin typeface="Cambria Math"/>
                <a:cs typeface="Cambria Math"/>
              </a:rPr>
              <a:t>1</a:t>
            </a:r>
            <a:r>
              <a:rPr dirty="0" sz="2800">
                <a:solidFill>
                  <a:srgbClr val="2D75B6"/>
                </a:solidFill>
                <a:latin typeface="Cambria Math"/>
                <a:cs typeface="Cambria Math"/>
              </a:rPr>
              <a:t>	</a:t>
            </a:r>
            <a:r>
              <a:rPr dirty="0" baseline="28455" sz="3075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baseline="28455" sz="3075" spc="652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800" spc="-50">
                <a:latin typeface="Cambria Math"/>
                <a:cs typeface="Cambria Math"/>
              </a:rPr>
              <a:t>=</a:t>
            </a:r>
            <a:r>
              <a:rPr dirty="0" sz="2800">
                <a:latin typeface="Cambria Math"/>
                <a:cs typeface="Cambria Math"/>
              </a:rPr>
              <a:t>	</a:t>
            </a:r>
            <a:r>
              <a:rPr dirty="0" sz="2800" spc="114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baseline="27100" sz="3075" spc="172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baseline="27100" sz="3075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dirty="0" sz="2800">
                <a:latin typeface="Franklin Gothic Medium"/>
                <a:cs typeface="Franklin Gothic Medium"/>
              </a:rPr>
              <a:t>all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strings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over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145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endParaRPr sz="2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2800">
              <a:latin typeface="Cambria Math"/>
              <a:cs typeface="Cambria Math"/>
            </a:endParaRPr>
          </a:p>
          <a:p>
            <a:pPr marL="63500">
              <a:lnSpc>
                <a:spcPct val="100000"/>
              </a:lnSpc>
              <a:spcBef>
                <a:spcPts val="5"/>
              </a:spcBef>
              <a:tabLst>
                <a:tab pos="1238885" algn="l"/>
              </a:tabLst>
            </a:pPr>
            <a:r>
              <a:rPr dirty="0" sz="2800" spc="125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baseline="27100" sz="3075" spc="187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sz="2800" spc="125">
                <a:solidFill>
                  <a:srgbClr val="2D75B6"/>
                </a:solidFill>
                <a:latin typeface="Cambria Math"/>
                <a:cs typeface="Cambria Math"/>
              </a:rPr>
              <a:t>1</a:t>
            </a:r>
            <a:r>
              <a:rPr dirty="0" sz="2800" spc="165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dirty="0" sz="2800" spc="-60">
                <a:latin typeface="Cambria Math"/>
                <a:cs typeface="Cambria Math"/>
              </a:rPr>
              <a:t>=</a:t>
            </a:r>
            <a:r>
              <a:rPr dirty="0" sz="2800">
                <a:latin typeface="Cambria Math"/>
                <a:cs typeface="Cambria Math"/>
              </a:rPr>
              <a:t>	</a:t>
            </a:r>
            <a:r>
              <a:rPr dirty="0" sz="2800">
                <a:latin typeface="Franklin Gothic Medium"/>
                <a:cs typeface="Franklin Gothic Medium"/>
              </a:rPr>
              <a:t>all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strings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that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end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with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solidFill>
                  <a:srgbClr val="2D75B6"/>
                </a:solidFill>
                <a:latin typeface="Cambria Math"/>
                <a:cs typeface="Cambria Math"/>
              </a:rPr>
              <a:t>1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21791" y="4937759"/>
            <a:ext cx="4859020" cy="95440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4925" rIns="0" bIns="0" rtlCol="0" vert="horz">
            <a:spAutoFit/>
          </a:bodyPr>
          <a:lstStyle/>
          <a:p>
            <a:pPr marL="91440" marR="327025">
              <a:lnSpc>
                <a:spcPct val="100000"/>
              </a:lnSpc>
              <a:spcBef>
                <a:spcPts val="275"/>
              </a:spcBef>
            </a:pPr>
            <a:r>
              <a:rPr dirty="0" sz="2800" spc="-50">
                <a:latin typeface="Franklin Gothic Medium"/>
                <a:cs typeface="Franklin Gothic Medium"/>
              </a:rPr>
              <a:t>What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result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 expression?</a:t>
            </a:r>
            <a:endParaRPr sz="2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0"/>
              <a:t>Regular</a:t>
            </a:r>
            <a:r>
              <a:rPr dirty="0" spc="-145"/>
              <a:t> </a:t>
            </a:r>
            <a:r>
              <a:rPr dirty="0"/>
              <a:t>Expressions</a:t>
            </a:r>
            <a:r>
              <a:rPr dirty="0" spc="-160"/>
              <a:t> </a:t>
            </a:r>
            <a:r>
              <a:rPr dirty="0" spc="-30"/>
              <a:t>(RegEx)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6917435" y="3698748"/>
            <a:ext cx="5067300" cy="3118485"/>
            <a:chOff x="6917435" y="3698748"/>
            <a:chExt cx="5067300" cy="311848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17435" y="3698748"/>
              <a:ext cx="5067299" cy="3118103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12507" y="3893820"/>
              <a:ext cx="4479023" cy="2529839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8965655" y="3535695"/>
            <a:ext cx="601345" cy="32321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4560"/>
              </a:lnSpc>
            </a:pPr>
            <a:r>
              <a:rPr dirty="0" sz="4000" spc="-50">
                <a:latin typeface="Franklin Gothic Medium"/>
                <a:cs typeface="Franklin Gothic Medium"/>
              </a:rPr>
              <a:t>=</a:t>
            </a:r>
            <a:endParaRPr sz="4000">
              <a:latin typeface="Franklin Gothic Medium"/>
              <a:cs typeface="Franklin Gothic Medium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113020" y="4526279"/>
            <a:ext cx="1390015" cy="73787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9370" rIns="0" bIns="0" rtlCol="0" vert="horz">
            <a:spAutoFit/>
          </a:bodyPr>
          <a:lstStyle/>
          <a:p>
            <a:pPr marL="91440" marR="144780">
              <a:lnSpc>
                <a:spcPct val="100000"/>
              </a:lnSpc>
              <a:spcBef>
                <a:spcPts val="310"/>
              </a:spcBef>
            </a:pPr>
            <a:r>
              <a:rPr dirty="0" sz="14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Both</a:t>
            </a:r>
            <a:r>
              <a:rPr dirty="0" sz="1400" spc="-5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models recognize</a:t>
            </a:r>
            <a:r>
              <a:rPr dirty="0" sz="1400" spc="-3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 spc="-25">
                <a:solidFill>
                  <a:srgbClr val="C00000"/>
                </a:solidFill>
                <a:latin typeface="Franklin Gothic Medium"/>
                <a:cs typeface="Franklin Gothic Medium"/>
              </a:rPr>
              <a:t>the </a:t>
            </a:r>
            <a:r>
              <a:rPr dirty="0" sz="1400" spc="-20">
                <a:solidFill>
                  <a:srgbClr val="C00000"/>
                </a:solidFill>
                <a:latin typeface="Franklin Gothic Medium"/>
                <a:cs typeface="Franklin Gothic Medium"/>
              </a:rPr>
              <a:t>same</a:t>
            </a:r>
            <a:r>
              <a:rPr dirty="0" sz="1400" spc="-4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1400" spc="-25">
                <a:solidFill>
                  <a:srgbClr val="C00000"/>
                </a:solidFill>
                <a:latin typeface="Franklin Gothic Medium"/>
                <a:cs typeface="Franklin Gothic Medium"/>
              </a:rPr>
              <a:t>language</a:t>
            </a:r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6502907" y="3200400"/>
            <a:ext cx="155575" cy="3389629"/>
          </a:xfrm>
          <a:custGeom>
            <a:avLst/>
            <a:gdLst/>
            <a:ahLst/>
            <a:cxnLst/>
            <a:rect l="l" t="t" r="r" b="b"/>
            <a:pathLst>
              <a:path w="155575" h="3389629">
                <a:moveTo>
                  <a:pt x="155448" y="3389376"/>
                </a:moveTo>
                <a:lnTo>
                  <a:pt x="125194" y="3388357"/>
                </a:lnTo>
                <a:lnTo>
                  <a:pt x="100488" y="3385580"/>
                </a:lnTo>
                <a:lnTo>
                  <a:pt x="83831" y="3381462"/>
                </a:lnTo>
                <a:lnTo>
                  <a:pt x="77724" y="3376422"/>
                </a:lnTo>
                <a:lnTo>
                  <a:pt x="77724" y="1707642"/>
                </a:lnTo>
                <a:lnTo>
                  <a:pt x="71616" y="1702601"/>
                </a:lnTo>
                <a:lnTo>
                  <a:pt x="54959" y="1698483"/>
                </a:lnTo>
                <a:lnTo>
                  <a:pt x="30253" y="1695706"/>
                </a:lnTo>
                <a:lnTo>
                  <a:pt x="0" y="1694688"/>
                </a:lnTo>
                <a:lnTo>
                  <a:pt x="30253" y="1693669"/>
                </a:lnTo>
                <a:lnTo>
                  <a:pt x="54959" y="1690892"/>
                </a:lnTo>
                <a:lnTo>
                  <a:pt x="71616" y="1686774"/>
                </a:lnTo>
                <a:lnTo>
                  <a:pt x="77724" y="1681733"/>
                </a:lnTo>
                <a:lnTo>
                  <a:pt x="77724" y="12953"/>
                </a:lnTo>
                <a:lnTo>
                  <a:pt x="83831" y="7913"/>
                </a:lnTo>
                <a:lnTo>
                  <a:pt x="100488" y="3795"/>
                </a:lnTo>
                <a:lnTo>
                  <a:pt x="125194" y="1018"/>
                </a:lnTo>
                <a:lnTo>
                  <a:pt x="155448" y="0"/>
                </a:lnTo>
              </a:path>
            </a:pathLst>
          </a:custGeom>
          <a:ln w="6350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2366772" y="5593079"/>
            <a:ext cx="4136390" cy="95440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4290" rIns="0" bIns="0" rtlCol="0" vert="horz">
            <a:spAutoFit/>
          </a:bodyPr>
          <a:lstStyle/>
          <a:p>
            <a:pPr marL="90805" marR="681990" indent="-635">
              <a:lnSpc>
                <a:spcPct val="100000"/>
              </a:lnSpc>
              <a:spcBef>
                <a:spcPts val="270"/>
              </a:spcBef>
            </a:pPr>
            <a:r>
              <a:rPr dirty="0" sz="2800" spc="-65">
                <a:latin typeface="Franklin Gothic Medium"/>
                <a:cs typeface="Franklin Gothic Medium"/>
              </a:rPr>
              <a:t>DFAs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are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equivalent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to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14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expressions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6738103" y="1898549"/>
            <a:ext cx="880744" cy="282575"/>
          </a:xfrm>
          <a:custGeom>
            <a:avLst/>
            <a:gdLst/>
            <a:ahLst/>
            <a:cxnLst/>
            <a:rect l="l" t="t" r="r" b="b"/>
            <a:pathLst>
              <a:path w="880745" h="282575">
                <a:moveTo>
                  <a:pt x="790600" y="0"/>
                </a:moveTo>
                <a:lnTo>
                  <a:pt x="786587" y="11455"/>
                </a:lnTo>
                <a:lnTo>
                  <a:pt x="802929" y="18551"/>
                </a:lnTo>
                <a:lnTo>
                  <a:pt x="816983" y="28371"/>
                </a:lnTo>
                <a:lnTo>
                  <a:pt x="845516" y="73880"/>
                </a:lnTo>
                <a:lnTo>
                  <a:pt x="853803" y="115357"/>
                </a:lnTo>
                <a:lnTo>
                  <a:pt x="853846" y="115661"/>
                </a:lnTo>
                <a:lnTo>
                  <a:pt x="853842" y="164649"/>
                </a:lnTo>
                <a:lnTo>
                  <a:pt x="845474" y="207587"/>
                </a:lnTo>
                <a:lnTo>
                  <a:pt x="816995" y="253828"/>
                </a:lnTo>
                <a:lnTo>
                  <a:pt x="787031" y="270865"/>
                </a:lnTo>
                <a:lnTo>
                  <a:pt x="790600" y="282321"/>
                </a:lnTo>
                <a:lnTo>
                  <a:pt x="829109" y="264263"/>
                </a:lnTo>
                <a:lnTo>
                  <a:pt x="857427" y="232994"/>
                </a:lnTo>
                <a:lnTo>
                  <a:pt x="874836" y="191111"/>
                </a:lnTo>
                <a:lnTo>
                  <a:pt x="880643" y="141236"/>
                </a:lnTo>
                <a:lnTo>
                  <a:pt x="879205" y="115661"/>
                </a:lnTo>
                <a:lnTo>
                  <a:pt x="867543" y="69479"/>
                </a:lnTo>
                <a:lnTo>
                  <a:pt x="844442" y="32129"/>
                </a:lnTo>
                <a:lnTo>
                  <a:pt x="811067" y="7391"/>
                </a:lnTo>
                <a:lnTo>
                  <a:pt x="790600" y="0"/>
                </a:lnTo>
                <a:close/>
              </a:path>
              <a:path w="880745" h="282575">
                <a:moveTo>
                  <a:pt x="90042" y="0"/>
                </a:moveTo>
                <a:lnTo>
                  <a:pt x="51619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1450" y="167173"/>
                </a:lnTo>
                <a:lnTo>
                  <a:pt x="13056" y="213051"/>
                </a:lnTo>
                <a:lnTo>
                  <a:pt x="36098" y="250279"/>
                </a:lnTo>
                <a:lnTo>
                  <a:pt x="69508" y="274944"/>
                </a:lnTo>
                <a:lnTo>
                  <a:pt x="90042" y="282321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805" y="141236"/>
                </a:lnTo>
                <a:lnTo>
                  <a:pt x="25742" y="139750"/>
                </a:lnTo>
                <a:lnTo>
                  <a:pt x="29925" y="93705"/>
                </a:lnTo>
                <a:lnTo>
                  <a:pt x="42481" y="56184"/>
                </a:lnTo>
                <a:lnTo>
                  <a:pt x="77773" y="18551"/>
                </a:lnTo>
                <a:lnTo>
                  <a:pt x="94056" y="11455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6314440" y="920596"/>
            <a:ext cx="5249545" cy="1278890"/>
          </a:xfrm>
          <a:prstGeom prst="rect">
            <a:avLst/>
          </a:prstGeom>
        </p:spPr>
        <p:txBody>
          <a:bodyPr wrap="square" lIns="0" tIns="26035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2050"/>
              </a:spcBef>
            </a:pPr>
            <a:r>
              <a:rPr dirty="0" sz="2800" spc="-10">
                <a:latin typeface="Franklin Gothic Medium"/>
                <a:cs typeface="Franklin Gothic Medium"/>
              </a:rPr>
              <a:t>Example:</a:t>
            </a:r>
            <a:endParaRPr sz="2800">
              <a:latin typeface="Franklin Gothic Medium"/>
              <a:cs typeface="Franklin Gothic Medium"/>
            </a:endParaRPr>
          </a:p>
          <a:p>
            <a:pPr marL="523240">
              <a:lnSpc>
                <a:spcPct val="100000"/>
              </a:lnSpc>
              <a:spcBef>
                <a:spcPts val="1680"/>
              </a:spcBef>
              <a:tabLst>
                <a:tab pos="2596515" algn="l"/>
              </a:tabLst>
            </a:pPr>
            <a:r>
              <a:rPr dirty="0" sz="2400">
                <a:solidFill>
                  <a:srgbClr val="2D75B6"/>
                </a:solidFill>
                <a:latin typeface="Cambria Math"/>
                <a:cs typeface="Cambria Math"/>
              </a:rPr>
              <a:t>0</a:t>
            </a:r>
            <a:r>
              <a:rPr dirty="0" sz="2400" spc="-5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 </a:t>
            </a:r>
            <a:r>
              <a:rPr dirty="0" sz="2400">
                <a:solidFill>
                  <a:srgbClr val="2D75B6"/>
                </a:solidFill>
                <a:latin typeface="Cambria Math"/>
                <a:cs typeface="Cambria Math"/>
              </a:rPr>
              <a:t>1</a:t>
            </a:r>
            <a:r>
              <a:rPr dirty="0" sz="2400" spc="455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dirty="0" baseline="28571" sz="2625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baseline="28571" sz="2625" spc="55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=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>
                <a:latin typeface="Franklin Gothic Medium"/>
                <a:cs typeface="Franklin Gothic Medium"/>
              </a:rPr>
              <a:t>all</a:t>
            </a:r>
            <a:r>
              <a:rPr dirty="0" sz="2400" spc="-114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12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strings</a:t>
            </a:r>
            <a:r>
              <a:rPr dirty="0" sz="2400" spc="-13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over</a:t>
            </a:r>
            <a:r>
              <a:rPr dirty="0" sz="2400" spc="-114">
                <a:latin typeface="Franklin Gothic Medium"/>
                <a:cs typeface="Franklin Gothic Medium"/>
              </a:rPr>
              <a:t> </a:t>
            </a:r>
            <a:r>
              <a:rPr dirty="0" sz="2400" spc="114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698102" y="2381933"/>
            <a:ext cx="5411470" cy="1026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  <a:tabLst>
                <a:tab pos="1171575" algn="l"/>
              </a:tabLst>
            </a:pPr>
            <a:r>
              <a:rPr dirty="0" sz="2400" spc="110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baseline="28571" sz="2625" spc="165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sz="2400" spc="110">
                <a:solidFill>
                  <a:srgbClr val="2D75B6"/>
                </a:solidFill>
                <a:latin typeface="Cambria Math"/>
                <a:cs typeface="Cambria Math"/>
              </a:rPr>
              <a:t>1</a:t>
            </a:r>
            <a:r>
              <a:rPr dirty="0" sz="2400" spc="130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=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>
                <a:latin typeface="Franklin Gothic Medium"/>
                <a:cs typeface="Franklin Gothic Medium"/>
              </a:rPr>
              <a:t>all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strings</a:t>
            </a:r>
            <a:r>
              <a:rPr dirty="0" sz="2400" spc="-12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that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end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with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 spc="-50">
                <a:solidFill>
                  <a:srgbClr val="2D75B6"/>
                </a:solidFill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  <a:p>
            <a:pPr marL="73660">
              <a:lnSpc>
                <a:spcPct val="100000"/>
              </a:lnSpc>
              <a:spcBef>
                <a:spcPts val="2120"/>
              </a:spcBef>
              <a:tabLst>
                <a:tab pos="1590675" algn="l"/>
              </a:tabLst>
            </a:pPr>
            <a:r>
              <a:rPr dirty="0" sz="2400" spc="95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baseline="28571" sz="2625" spc="142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sz="2400" spc="95">
                <a:solidFill>
                  <a:srgbClr val="2D75B6"/>
                </a:solidFill>
                <a:latin typeface="Cambria Math"/>
                <a:cs typeface="Cambria Math"/>
              </a:rPr>
              <a:t>11Z</a:t>
            </a:r>
            <a:r>
              <a:rPr dirty="0" baseline="28571" sz="2625" spc="142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baseline="28571" sz="2625" spc="58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=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>
                <a:latin typeface="Franklin Gothic Medium"/>
                <a:cs typeface="Franklin Gothic Medium"/>
              </a:rPr>
              <a:t>all</a:t>
            </a:r>
            <a:r>
              <a:rPr dirty="0" sz="2400" spc="-114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114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strings</a:t>
            </a:r>
            <a:r>
              <a:rPr dirty="0" sz="2400" spc="-13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that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contain</a:t>
            </a:r>
            <a:r>
              <a:rPr dirty="0" sz="2400" spc="-114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solidFill>
                  <a:srgbClr val="2D75B6"/>
                </a:solidFill>
                <a:latin typeface="Cambria Math"/>
                <a:cs typeface="Cambria Math"/>
              </a:rPr>
              <a:t>11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344327" y="1701984"/>
            <a:ext cx="3803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0833" sz="3600" spc="142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sz="1750" spc="95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01040" y="1042547"/>
            <a:ext cx="4611370" cy="2414270"/>
          </a:xfrm>
          <a:prstGeom prst="rect">
            <a:avLst/>
          </a:prstGeom>
        </p:spPr>
        <p:txBody>
          <a:bodyPr wrap="square" lIns="0" tIns="1701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dirty="0" sz="2800" spc="-85">
                <a:latin typeface="Franklin Gothic Medium"/>
                <a:cs typeface="Franklin Gothic Medium"/>
              </a:rPr>
              <a:t>Atomic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Elements</a:t>
            </a:r>
            <a:endParaRPr sz="2800">
              <a:latin typeface="Franklin Gothic Medium"/>
              <a:cs typeface="Franklin Gothic Medium"/>
            </a:endParaRPr>
          </a:p>
          <a:p>
            <a:pPr marL="260350">
              <a:lnSpc>
                <a:spcPct val="100000"/>
              </a:lnSpc>
              <a:spcBef>
                <a:spcPts val="1240"/>
              </a:spcBef>
            </a:pPr>
            <a:r>
              <a:rPr dirty="0" sz="2800" spc="-10">
                <a:latin typeface="Franklin Gothic Medium"/>
                <a:cs typeface="Franklin Gothic Medium"/>
              </a:rPr>
              <a:t>Built</a:t>
            </a:r>
            <a:r>
              <a:rPr dirty="0" sz="2800" spc="-155">
                <a:latin typeface="Franklin Gothic Medium"/>
                <a:cs typeface="Franklin Gothic Medium"/>
              </a:rPr>
              <a:t> </a:t>
            </a:r>
            <a:r>
              <a:rPr dirty="0" sz="2800" spc="-55">
                <a:latin typeface="Franklin Gothic Medium"/>
                <a:cs typeface="Franklin Gothic Medium"/>
              </a:rPr>
              <a:t>from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 spc="150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sz="2800" spc="150">
                <a:latin typeface="Franklin Gothic Medium"/>
                <a:cs typeface="Franklin Gothic Medium"/>
              </a:rPr>
              <a:t>,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 spc="-35">
                <a:latin typeface="Franklin Gothic Medium"/>
                <a:cs typeface="Franklin Gothic Medium"/>
              </a:rPr>
              <a:t>members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 spc="135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sz="2800" spc="135">
                <a:latin typeface="Cambria Math"/>
                <a:cs typeface="Cambria Math"/>
              </a:rPr>
              <a:t>,</a:t>
            </a:r>
            <a:r>
              <a:rPr dirty="0" sz="2800" spc="-155">
                <a:latin typeface="Cambria Math"/>
                <a:cs typeface="Cambria Math"/>
              </a:rPr>
              <a:t> </a:t>
            </a:r>
            <a:r>
              <a:rPr dirty="0" sz="2800" spc="-20">
                <a:latin typeface="Cambria Math"/>
                <a:cs typeface="Cambria Math"/>
              </a:rPr>
              <a:t>∅,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 spc="-50">
                <a:latin typeface="Franklin Gothic Medium"/>
                <a:cs typeface="Franklin Gothic Medium"/>
              </a:rPr>
              <a:t>ε</a:t>
            </a:r>
            <a:endParaRPr sz="2800">
              <a:latin typeface="Franklin Gothic Medium"/>
              <a:cs typeface="Franklin Gothic Medium"/>
            </a:endParaRPr>
          </a:p>
          <a:p>
            <a:pPr marL="348615" marR="1501775" indent="-336550">
              <a:lnSpc>
                <a:spcPct val="131600"/>
              </a:lnSpc>
              <a:spcBef>
                <a:spcPts val="765"/>
              </a:spcBef>
              <a:tabLst>
                <a:tab pos="1783080" algn="l"/>
                <a:tab pos="2354580" algn="l"/>
                <a:tab pos="2839085" algn="l"/>
              </a:tabLst>
            </a:pPr>
            <a:r>
              <a:rPr dirty="0" sz="2800" spc="-35">
                <a:latin typeface="Franklin Gothic Medium"/>
                <a:cs typeface="Franklin Gothic Medium"/>
              </a:rPr>
              <a:t>Composite</a:t>
            </a:r>
            <a:r>
              <a:rPr dirty="0" sz="2800" spc="-13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Elements </a:t>
            </a:r>
            <a:r>
              <a:rPr dirty="0" sz="2800">
                <a:latin typeface="Franklin Gothic Medium"/>
                <a:cs typeface="Franklin Gothic Medium"/>
              </a:rPr>
              <a:t>By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using</a:t>
            </a:r>
            <a:r>
              <a:rPr dirty="0" sz="2800">
                <a:latin typeface="Franklin Gothic Medium"/>
                <a:cs typeface="Franklin Gothic Medium"/>
              </a:rPr>
              <a:t>	</a:t>
            </a:r>
            <a:r>
              <a:rPr dirty="0" sz="2800" spc="-25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800" spc="-25">
                <a:latin typeface="Cambria Math"/>
                <a:cs typeface="Cambria Math"/>
              </a:rPr>
              <a:t>,</a:t>
            </a:r>
            <a:r>
              <a:rPr dirty="0" sz="2800">
                <a:latin typeface="Cambria Math"/>
                <a:cs typeface="Cambria Math"/>
              </a:rPr>
              <a:t>	</a:t>
            </a:r>
            <a:r>
              <a:rPr dirty="0" sz="2800" spc="-25">
                <a:solidFill>
                  <a:srgbClr val="C00000"/>
                </a:solidFill>
                <a:latin typeface="Cambria Math"/>
                <a:cs typeface="Cambria Math"/>
              </a:rPr>
              <a:t>∘</a:t>
            </a:r>
            <a:r>
              <a:rPr dirty="0" sz="2800" spc="-25">
                <a:latin typeface="Cambria Math"/>
                <a:cs typeface="Cambria Math"/>
              </a:rPr>
              <a:t>,</a:t>
            </a:r>
            <a:r>
              <a:rPr dirty="0" sz="2800">
                <a:latin typeface="Cambria Math"/>
                <a:cs typeface="Cambria Math"/>
              </a:rPr>
              <a:t>	</a:t>
            </a:r>
            <a:r>
              <a:rPr dirty="0" sz="2800" spc="-50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606181" y="4727553"/>
            <a:ext cx="31629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result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is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solidFill>
                  <a:srgbClr val="EC207B"/>
                </a:solidFill>
                <a:latin typeface="Franklin Gothic Medium"/>
                <a:cs typeface="Franklin Gothic Medium"/>
              </a:rPr>
              <a:t>Language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21791" y="3671315"/>
            <a:ext cx="4251960" cy="95567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4925" rIns="0" bIns="0" rtlCol="0" vert="horz">
            <a:spAutoFit/>
          </a:bodyPr>
          <a:lstStyle/>
          <a:p>
            <a:pPr marL="91440" marR="864235">
              <a:lnSpc>
                <a:spcPct val="100000"/>
              </a:lnSpc>
              <a:spcBef>
                <a:spcPts val="275"/>
              </a:spcBef>
            </a:pPr>
            <a:r>
              <a:rPr dirty="0" sz="2800" spc="-50">
                <a:latin typeface="Franklin Gothic Medium"/>
                <a:cs typeface="Franklin Gothic Medium"/>
              </a:rPr>
              <a:t>What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result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latin typeface="Franklin Gothic Medium"/>
                <a:cs typeface="Franklin Gothic Medium"/>
              </a:rPr>
              <a:t>a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14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expression?</a:t>
            </a:r>
            <a:endParaRPr sz="2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Closure</a:t>
            </a:r>
            <a:r>
              <a:rPr dirty="0" spc="-170"/>
              <a:t> </a:t>
            </a:r>
            <a:r>
              <a:rPr dirty="0" spc="-20"/>
              <a:t>Properties</a:t>
            </a:r>
            <a:r>
              <a:rPr dirty="0" spc="-160"/>
              <a:t> </a:t>
            </a:r>
            <a:r>
              <a:rPr dirty="0"/>
              <a:t>for</a:t>
            </a:r>
            <a:r>
              <a:rPr dirty="0" spc="-165"/>
              <a:t> </a:t>
            </a:r>
            <a:r>
              <a:rPr dirty="0" spc="-45"/>
              <a:t>RegEx</a:t>
            </a:r>
            <a:r>
              <a:rPr dirty="0" spc="-160"/>
              <a:t> </a:t>
            </a:r>
            <a:r>
              <a:rPr dirty="0"/>
              <a:t>-</a:t>
            </a:r>
            <a:r>
              <a:rPr dirty="0" spc="-140"/>
              <a:t> </a:t>
            </a:r>
            <a:r>
              <a:rPr dirty="0" spc="-10"/>
              <a:t>Union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191000" y="2020823"/>
            <a:ext cx="7536180" cy="8305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195" rIns="0" bIns="0" rtlCol="0" vert="horz">
            <a:spAutoFit/>
          </a:bodyPr>
          <a:lstStyle/>
          <a:p>
            <a:pPr marL="91440" marR="299085">
              <a:lnSpc>
                <a:spcPct val="100000"/>
              </a:lnSpc>
              <a:spcBef>
                <a:spcPts val="285"/>
              </a:spcBef>
            </a:pPr>
            <a:r>
              <a:rPr dirty="0" sz="2400" spc="-45">
                <a:latin typeface="Franklin Gothic Medium"/>
                <a:cs typeface="Franklin Gothic Medium"/>
              </a:rPr>
              <a:t>Applying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languages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>
                <a:latin typeface="Cambria Math"/>
                <a:cs typeface="Cambria Math"/>
              </a:rPr>
              <a:t>2</a:t>
            </a:r>
            <a:r>
              <a:rPr dirty="0" baseline="-15873" sz="2625" spc="352">
                <a:latin typeface="Cambria Math"/>
                <a:cs typeface="Cambria Math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leaves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you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in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the </a:t>
            </a:r>
            <a:r>
              <a:rPr dirty="0" sz="2400" spc="-10">
                <a:latin typeface="Franklin Gothic Medium"/>
                <a:cs typeface="Franklin Gothic Medium"/>
              </a:rPr>
              <a:t>same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class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of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objects.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3334511" y="3624071"/>
            <a:ext cx="8392795" cy="1356995"/>
          </a:xfrm>
          <a:custGeom>
            <a:avLst/>
            <a:gdLst/>
            <a:ahLst/>
            <a:cxnLst/>
            <a:rect l="l" t="t" r="r" b="b"/>
            <a:pathLst>
              <a:path w="8392795" h="1356995">
                <a:moveTo>
                  <a:pt x="8392668" y="0"/>
                </a:moveTo>
                <a:lnTo>
                  <a:pt x="0" y="0"/>
                </a:lnTo>
                <a:lnTo>
                  <a:pt x="0" y="707148"/>
                </a:lnTo>
                <a:lnTo>
                  <a:pt x="2031492" y="707148"/>
                </a:lnTo>
                <a:lnTo>
                  <a:pt x="2031492" y="1356372"/>
                </a:lnTo>
                <a:lnTo>
                  <a:pt x="8392668" y="1356372"/>
                </a:lnTo>
                <a:lnTo>
                  <a:pt x="8392668" y="707148"/>
                </a:lnTo>
                <a:lnTo>
                  <a:pt x="8392668" y="647700"/>
                </a:lnTo>
                <a:lnTo>
                  <a:pt x="839266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6519671" y="2967227"/>
            <a:ext cx="5207635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19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85"/>
              </a:spcBef>
            </a:pP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result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is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another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regular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language.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412843" y="3648886"/>
            <a:ext cx="7941309" cy="1284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spc="-25">
                <a:latin typeface="Franklin Gothic Medium"/>
                <a:cs typeface="Franklin Gothic Medium"/>
              </a:rPr>
              <a:t>Example:</a:t>
            </a:r>
            <a:r>
              <a:rPr dirty="0" sz="2000" spc="-5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The</a:t>
            </a:r>
            <a:r>
              <a:rPr dirty="0" sz="2000" spc="-5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Cambria Math"/>
                <a:cs typeface="Cambria Math"/>
              </a:rPr>
              <a:t>ℕ</a:t>
            </a:r>
            <a:r>
              <a:rPr dirty="0" sz="2000" spc="10">
                <a:latin typeface="Cambria Math"/>
                <a:cs typeface="Cambria Math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is</a:t>
            </a:r>
            <a:r>
              <a:rPr dirty="0" sz="2000" spc="-5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closed</a:t>
            </a:r>
            <a:r>
              <a:rPr dirty="0" sz="2000" spc="-5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in</a:t>
            </a:r>
            <a:r>
              <a:rPr dirty="0" sz="2000" spc="-45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addition,</a:t>
            </a:r>
            <a:r>
              <a:rPr dirty="0" sz="2000" spc="-5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when</a:t>
            </a:r>
            <a:r>
              <a:rPr dirty="0" sz="2000" spc="-60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you</a:t>
            </a:r>
            <a:r>
              <a:rPr dirty="0" sz="2000" spc="-6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add</a:t>
            </a:r>
            <a:r>
              <a:rPr dirty="0" sz="2000" spc="-5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2</a:t>
            </a:r>
            <a:r>
              <a:rPr dirty="0" sz="2000" spc="-50">
                <a:latin typeface="Franklin Gothic Medium"/>
                <a:cs typeface="Franklin Gothic Medium"/>
              </a:rPr>
              <a:t> </a:t>
            </a:r>
            <a:r>
              <a:rPr dirty="0" sz="2000" spc="-20">
                <a:latin typeface="Franklin Gothic Medium"/>
                <a:cs typeface="Franklin Gothic Medium"/>
              </a:rPr>
              <a:t>positive</a:t>
            </a:r>
            <a:r>
              <a:rPr dirty="0" sz="2000" spc="-45">
                <a:latin typeface="Franklin Gothic Medium"/>
                <a:cs typeface="Franklin Gothic Medium"/>
              </a:rPr>
              <a:t> </a:t>
            </a:r>
            <a:r>
              <a:rPr dirty="0" sz="2000" spc="-20">
                <a:latin typeface="Franklin Gothic Medium"/>
                <a:cs typeface="Franklin Gothic Medium"/>
              </a:rPr>
              <a:t>integers</a:t>
            </a:r>
            <a:r>
              <a:rPr dirty="0" sz="2000" spc="-60">
                <a:latin typeface="Franklin Gothic Medium"/>
                <a:cs typeface="Franklin Gothic Medium"/>
              </a:rPr>
              <a:t> </a:t>
            </a:r>
            <a:r>
              <a:rPr dirty="0" sz="2000" spc="-25">
                <a:latin typeface="Franklin Gothic Medium"/>
                <a:cs typeface="Franklin Gothic Medium"/>
              </a:rPr>
              <a:t>the </a:t>
            </a:r>
            <a:r>
              <a:rPr dirty="0" sz="2000">
                <a:latin typeface="Franklin Gothic Medium"/>
                <a:cs typeface="Franklin Gothic Medium"/>
              </a:rPr>
              <a:t>result</a:t>
            </a:r>
            <a:r>
              <a:rPr dirty="0" sz="2000" spc="-4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is</a:t>
            </a:r>
            <a:r>
              <a:rPr dirty="0" sz="2000" spc="-5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a</a:t>
            </a:r>
            <a:r>
              <a:rPr dirty="0" sz="2000" spc="-45">
                <a:latin typeface="Franklin Gothic Medium"/>
                <a:cs typeface="Franklin Gothic Medium"/>
              </a:rPr>
              <a:t> </a:t>
            </a:r>
            <a:r>
              <a:rPr dirty="0" sz="2000" spc="-20">
                <a:latin typeface="Franklin Gothic Medium"/>
                <a:cs typeface="Franklin Gothic Medium"/>
              </a:rPr>
              <a:t>positive</a:t>
            </a:r>
            <a:r>
              <a:rPr dirty="0" sz="2000" spc="-45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integer.</a:t>
            </a:r>
            <a:endParaRPr sz="2000">
              <a:latin typeface="Franklin Gothic Medium"/>
              <a:cs typeface="Franklin Gothic Medium"/>
            </a:endParaRPr>
          </a:p>
          <a:p>
            <a:pPr marL="2044700" marR="153035">
              <a:lnSpc>
                <a:spcPct val="100000"/>
              </a:lnSpc>
              <a:spcBef>
                <a:spcPts val="310"/>
              </a:spcBef>
            </a:pPr>
            <a:r>
              <a:rPr dirty="0" sz="2000">
                <a:latin typeface="Franklin Gothic Medium"/>
                <a:cs typeface="Franklin Gothic Medium"/>
              </a:rPr>
              <a:t>But</a:t>
            </a:r>
            <a:r>
              <a:rPr dirty="0" sz="2000" spc="-7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not</a:t>
            </a:r>
            <a:r>
              <a:rPr dirty="0" sz="2000" spc="-7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closed</a:t>
            </a:r>
            <a:r>
              <a:rPr dirty="0" sz="2000" spc="-7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in</a:t>
            </a:r>
            <a:r>
              <a:rPr dirty="0" sz="2000" spc="-55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division,</a:t>
            </a:r>
            <a:r>
              <a:rPr dirty="0" sz="2000" spc="-6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since</a:t>
            </a:r>
            <a:r>
              <a:rPr dirty="0" sz="2000" spc="-65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you</a:t>
            </a:r>
            <a:r>
              <a:rPr dirty="0" sz="2000" spc="-7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can</a:t>
            </a:r>
            <a:r>
              <a:rPr dirty="0" sz="2000" spc="-55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get</a:t>
            </a:r>
            <a:r>
              <a:rPr dirty="0" sz="2000" spc="-7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a</a:t>
            </a:r>
            <a:r>
              <a:rPr dirty="0" sz="2000" spc="-60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rational number.</a:t>
            </a:r>
            <a:endParaRPr sz="2000">
              <a:latin typeface="Franklin Gothic Medium"/>
              <a:cs typeface="Franklin Gothic Medium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84372" y="1347923"/>
            <a:ext cx="110959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1619250" algn="l"/>
                <a:tab pos="8469630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Theorem:</a:t>
            </a:r>
            <a:r>
              <a:rPr dirty="0" sz="2800">
                <a:latin typeface="Franklin Gothic Medium"/>
                <a:cs typeface="Franklin Gothic Medium"/>
              </a:rPr>
              <a:t>	If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2</a:t>
            </a:r>
            <a:r>
              <a:rPr dirty="0" baseline="-16260" sz="3075" spc="480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are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3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languages,</a:t>
            </a:r>
            <a:r>
              <a:rPr dirty="0" sz="2800" spc="-3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so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baseline="-16260" sz="3075" spc="345"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800" spc="-4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800" spc="-2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 spc="-37">
                <a:latin typeface="Cambria Math"/>
                <a:cs typeface="Cambria Math"/>
              </a:rPr>
              <a:t>2</a:t>
            </a:r>
            <a:r>
              <a:rPr dirty="0" baseline="-16260" sz="3075">
                <a:latin typeface="Cambria Math"/>
                <a:cs typeface="Cambria Math"/>
              </a:rPr>
              <a:t>	</a:t>
            </a:r>
            <a:r>
              <a:rPr dirty="0" sz="2800">
                <a:latin typeface="Franklin Gothic Medium"/>
                <a:cs typeface="Franklin Gothic Medium"/>
              </a:rPr>
              <a:t>(closure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under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800" spc="-25">
                <a:latin typeface="Franklin Gothic Medium"/>
                <a:cs typeface="Franklin Gothic Medium"/>
              </a:rPr>
              <a:t>)</a:t>
            </a:r>
            <a:endParaRPr sz="2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Closure</a:t>
            </a:r>
            <a:r>
              <a:rPr dirty="0" spc="-170"/>
              <a:t> </a:t>
            </a:r>
            <a:r>
              <a:rPr dirty="0" spc="-20"/>
              <a:t>Properties</a:t>
            </a:r>
            <a:r>
              <a:rPr dirty="0" spc="-160"/>
              <a:t> </a:t>
            </a:r>
            <a:r>
              <a:rPr dirty="0"/>
              <a:t>for</a:t>
            </a:r>
            <a:r>
              <a:rPr dirty="0" spc="-165"/>
              <a:t> </a:t>
            </a:r>
            <a:r>
              <a:rPr dirty="0" spc="-45"/>
              <a:t>RegEx</a:t>
            </a:r>
            <a:r>
              <a:rPr dirty="0" spc="-160"/>
              <a:t> </a:t>
            </a:r>
            <a:r>
              <a:rPr dirty="0"/>
              <a:t>-</a:t>
            </a:r>
            <a:r>
              <a:rPr dirty="0" spc="-140"/>
              <a:t> </a:t>
            </a:r>
            <a:r>
              <a:rPr dirty="0" spc="-10"/>
              <a:t>Union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58972" y="1347923"/>
            <a:ext cx="111340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1644650" algn="l"/>
                <a:tab pos="8495030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Theorem:</a:t>
            </a:r>
            <a:r>
              <a:rPr dirty="0" sz="2800">
                <a:latin typeface="Franklin Gothic Medium"/>
                <a:cs typeface="Franklin Gothic Medium"/>
              </a:rPr>
              <a:t>	If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2</a:t>
            </a:r>
            <a:r>
              <a:rPr dirty="0" baseline="-16260" sz="3075" spc="480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are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3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languages,</a:t>
            </a:r>
            <a:r>
              <a:rPr dirty="0" sz="2800" spc="-3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so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baseline="-16260" sz="3075" spc="345"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800" spc="-4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800" spc="-2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 spc="-37">
                <a:latin typeface="Cambria Math"/>
                <a:cs typeface="Cambria Math"/>
              </a:rPr>
              <a:t>2</a:t>
            </a:r>
            <a:r>
              <a:rPr dirty="0" baseline="-16260" sz="3075">
                <a:latin typeface="Cambria Math"/>
                <a:cs typeface="Cambria Math"/>
              </a:rPr>
              <a:t>	</a:t>
            </a:r>
            <a:r>
              <a:rPr dirty="0" sz="2800">
                <a:latin typeface="Franklin Gothic Medium"/>
                <a:cs typeface="Franklin Gothic Medium"/>
              </a:rPr>
              <a:t>(closure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under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800" spc="-25">
                <a:latin typeface="Franklin Gothic Medium"/>
                <a:cs typeface="Franklin Gothic Medium"/>
              </a:rPr>
              <a:t>)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97113" y="2012300"/>
            <a:ext cx="16383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45">
                <a:latin typeface="Franklin Gothic Medium"/>
                <a:cs typeface="Franklin Gothic Medium"/>
              </a:rPr>
              <a:t>Proof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Idea: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935479" y="5949696"/>
            <a:ext cx="8097520" cy="5232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365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65"/>
              </a:spcBef>
            </a:pPr>
            <a:r>
              <a:rPr dirty="0" sz="2800" spc="-10">
                <a:latin typeface="Franklin Gothic Medium"/>
                <a:cs typeface="Franklin Gothic Medium"/>
              </a:rPr>
              <a:t>How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can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we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80">
                <a:latin typeface="Franklin Gothic Medium"/>
                <a:cs typeface="Franklin Gothic Medium"/>
              </a:rPr>
              <a:t>make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latin typeface="Franklin Gothic Medium"/>
                <a:cs typeface="Franklin Gothic Medium"/>
              </a:rPr>
              <a:t>machine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800" spc="4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800" spc="-40">
                <a:latin typeface="Franklin Gothic Medium"/>
                <a:cs typeface="Franklin Gothic Medium"/>
              </a:rPr>
              <a:t>simulate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baseline="-16260" sz="3075" spc="405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and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6260" sz="3075" spc="-37">
                <a:latin typeface="Cambria Math"/>
                <a:cs typeface="Cambria Math"/>
              </a:rPr>
              <a:t>2</a:t>
            </a:r>
            <a:r>
              <a:rPr dirty="0" sz="2800" spc="-25">
                <a:latin typeface="Franklin Gothic Medium"/>
                <a:cs typeface="Franklin Gothic Medium"/>
              </a:rPr>
              <a:t>?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07437" y="2599987"/>
            <a:ext cx="10721340" cy="3133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57525" marR="107314" indent="-3007360">
              <a:lnSpc>
                <a:spcPct val="100000"/>
              </a:lnSpc>
              <a:spcBef>
                <a:spcPts val="100"/>
              </a:spcBef>
              <a:tabLst>
                <a:tab pos="3057525" algn="l"/>
              </a:tabLst>
            </a:pPr>
            <a:r>
              <a:rPr dirty="0" baseline="1157" sz="36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2698" sz="2625">
                <a:latin typeface="Cambria Math"/>
                <a:cs typeface="Cambria Math"/>
              </a:rPr>
              <a:t>1</a:t>
            </a:r>
            <a:r>
              <a:rPr dirty="0" baseline="-12698" sz="2625" spc="397">
                <a:latin typeface="Cambria Math"/>
                <a:cs typeface="Cambria Math"/>
              </a:rPr>
              <a:t> </a:t>
            </a:r>
            <a:r>
              <a:rPr dirty="0" baseline="1157" sz="3600">
                <a:latin typeface="Franklin Gothic Medium"/>
                <a:cs typeface="Franklin Gothic Medium"/>
              </a:rPr>
              <a:t>and</a:t>
            </a:r>
            <a:r>
              <a:rPr dirty="0" baseline="1157" sz="3600" spc="-52">
                <a:latin typeface="Franklin Gothic Medium"/>
                <a:cs typeface="Franklin Gothic Medium"/>
              </a:rPr>
              <a:t> </a:t>
            </a:r>
            <a:r>
              <a:rPr dirty="0" baseline="1157" sz="36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2698" sz="2625">
                <a:latin typeface="Cambria Math"/>
                <a:cs typeface="Cambria Math"/>
              </a:rPr>
              <a:t>2</a:t>
            </a:r>
            <a:r>
              <a:rPr dirty="0" baseline="-12698" sz="2625" spc="397">
                <a:latin typeface="Cambria Math"/>
                <a:cs typeface="Cambria Math"/>
              </a:rPr>
              <a:t> </a:t>
            </a:r>
            <a:r>
              <a:rPr dirty="0" baseline="1157" sz="3600">
                <a:latin typeface="Franklin Gothic Medium"/>
                <a:cs typeface="Franklin Gothic Medium"/>
              </a:rPr>
              <a:t>are</a:t>
            </a:r>
            <a:r>
              <a:rPr dirty="0" baseline="1157" sz="3600" spc="-60">
                <a:latin typeface="Franklin Gothic Medium"/>
                <a:cs typeface="Franklin Gothic Medium"/>
              </a:rPr>
              <a:t> </a:t>
            </a:r>
            <a:r>
              <a:rPr dirty="0" baseline="1157" sz="3600" spc="-15">
                <a:latin typeface="Franklin Gothic Medium"/>
                <a:cs typeface="Franklin Gothic Medium"/>
              </a:rPr>
              <a:t>regular,</a:t>
            </a:r>
            <a:r>
              <a:rPr dirty="0" baseline="1157" sz="3600">
                <a:latin typeface="Franklin Gothic Medium"/>
                <a:cs typeface="Franklin Gothic Medium"/>
              </a:rPr>
              <a:t>	</a:t>
            </a:r>
            <a:r>
              <a:rPr dirty="0" sz="2400">
                <a:latin typeface="Franklin Gothic Medium"/>
                <a:cs typeface="Franklin Gothic Medium"/>
              </a:rPr>
              <a:t>we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 spc="-30">
                <a:latin typeface="Franklin Gothic Medium"/>
                <a:cs typeface="Franklin Gothic Medium"/>
              </a:rPr>
              <a:t>know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that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some</a:t>
            </a:r>
            <a:r>
              <a:rPr dirty="0" sz="2400" spc="-12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finite</a:t>
            </a:r>
            <a:r>
              <a:rPr dirty="0" sz="2400" spc="-120">
                <a:latin typeface="Franklin Gothic Medium"/>
                <a:cs typeface="Franklin Gothic Medium"/>
              </a:rPr>
              <a:t> </a:t>
            </a:r>
            <a:r>
              <a:rPr dirty="0" sz="2400" spc="-40">
                <a:latin typeface="Franklin Gothic Medium"/>
                <a:cs typeface="Franklin Gothic Medium"/>
              </a:rPr>
              <a:t>automaton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277">
                <a:latin typeface="Cambria Math"/>
                <a:cs typeface="Cambria Math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recognizes</a:t>
            </a:r>
            <a:r>
              <a:rPr dirty="0" sz="2400" spc="-12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277">
                <a:latin typeface="Cambria Math"/>
                <a:cs typeface="Cambria Math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and </a:t>
            </a:r>
            <a:r>
              <a:rPr dirty="0" sz="2400" spc="-20">
                <a:latin typeface="Franklin Gothic Medium"/>
                <a:cs typeface="Franklin Gothic Medium"/>
              </a:rPr>
              <a:t>some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finite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 spc="-45">
                <a:latin typeface="Franklin Gothic Medium"/>
                <a:cs typeface="Franklin Gothic Medium"/>
              </a:rPr>
              <a:t>automaton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>
                <a:latin typeface="Cambria Math"/>
                <a:cs typeface="Cambria Math"/>
              </a:rPr>
              <a:t>2</a:t>
            </a:r>
            <a:r>
              <a:rPr dirty="0" baseline="-15873" sz="2625" spc="300">
                <a:latin typeface="Cambria Math"/>
                <a:cs typeface="Cambria Math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recognizes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r>
              <a:rPr dirty="0" sz="2400" spc="-25">
                <a:latin typeface="Franklin Gothic Medium"/>
                <a:cs typeface="Franklin Gothic Medium"/>
              </a:rPr>
              <a:t>.</a:t>
            </a:r>
            <a:endParaRPr sz="2400">
              <a:latin typeface="Franklin Gothic Medium"/>
              <a:cs typeface="Franklin Gothic Medium"/>
            </a:endParaRPr>
          </a:p>
          <a:p>
            <a:pPr marL="50800">
              <a:lnSpc>
                <a:spcPct val="100000"/>
              </a:lnSpc>
              <a:spcBef>
                <a:spcPts val="540"/>
              </a:spcBef>
            </a:pPr>
            <a:r>
              <a:rPr dirty="0" sz="2400" spc="-50">
                <a:latin typeface="Franklin Gothic Medium"/>
                <a:cs typeface="Franklin Gothic Medium"/>
              </a:rPr>
              <a:t>To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prove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that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240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6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>
                <a:latin typeface="Cambria Math"/>
                <a:cs typeface="Cambria Math"/>
              </a:rPr>
              <a:t>2</a:t>
            </a:r>
            <a:r>
              <a:rPr dirty="0" baseline="-15873" sz="2625" spc="345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is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30">
                <a:latin typeface="Franklin Gothic Medium"/>
                <a:cs typeface="Franklin Gothic Medium"/>
              </a:rPr>
              <a:t>regular,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we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need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30">
                <a:latin typeface="Franklin Gothic Medium"/>
                <a:cs typeface="Franklin Gothic Medium"/>
              </a:rPr>
              <a:t>demonstrate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that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finite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 spc="-45">
                <a:latin typeface="Franklin Gothic Medium"/>
                <a:cs typeface="Franklin Gothic Medium"/>
              </a:rPr>
              <a:t>automaton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 spc="-5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endParaRPr sz="2400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</a:pPr>
            <a:r>
              <a:rPr dirty="0" sz="2400" spc="-10">
                <a:latin typeface="Franklin Gothic Medium"/>
                <a:cs typeface="Franklin Gothic Medium"/>
              </a:rPr>
              <a:t>recognizes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292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4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  <a:spcBef>
                <a:spcPts val="785"/>
              </a:spcBef>
            </a:pPr>
            <a:r>
              <a:rPr dirty="0" sz="2400" spc="-110">
                <a:latin typeface="Franklin Gothic Medium"/>
                <a:cs typeface="Franklin Gothic Medium"/>
              </a:rPr>
              <a:t>We</a:t>
            </a:r>
            <a:r>
              <a:rPr dirty="0" sz="2400" spc="-4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construct</a:t>
            </a:r>
            <a:r>
              <a:rPr dirty="0" sz="2400" spc="-13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400" spc="35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400" spc="-50">
                <a:latin typeface="Franklin Gothic Medium"/>
                <a:cs typeface="Franklin Gothic Medium"/>
              </a:rPr>
              <a:t>from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30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and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r>
              <a:rPr dirty="0" sz="2400" spc="-25">
                <a:latin typeface="Franklin Gothic Medium"/>
                <a:cs typeface="Franklin Gothic Medium"/>
              </a:rPr>
              <a:t>.</a:t>
            </a:r>
            <a:endParaRPr sz="2400">
              <a:latin typeface="Franklin Gothic Medium"/>
              <a:cs typeface="Franklin Gothic Medium"/>
            </a:endParaRPr>
          </a:p>
          <a:p>
            <a:pPr marL="532130" marR="83185">
              <a:lnSpc>
                <a:spcPct val="100000"/>
              </a:lnSpc>
              <a:spcBef>
                <a:spcPts val="655"/>
              </a:spcBef>
            </a:pPr>
            <a:r>
              <a:rPr dirty="0" sz="2000" spc="-70">
                <a:latin typeface="Franklin Gothic Medium"/>
                <a:cs typeface="Franklin Gothic Medium"/>
              </a:rPr>
              <a:t>DFA</a:t>
            </a:r>
            <a:r>
              <a:rPr dirty="0" sz="2000" spc="-55">
                <a:latin typeface="Franklin Gothic Medium"/>
                <a:cs typeface="Franklin Gothic Medium"/>
              </a:rPr>
              <a:t> </a:t>
            </a:r>
            <a:r>
              <a:rPr dirty="0" sz="20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000" spc="5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000" spc="-20">
                <a:latin typeface="Franklin Gothic Medium"/>
                <a:cs typeface="Franklin Gothic Medium"/>
              </a:rPr>
              <a:t>must</a:t>
            </a:r>
            <a:r>
              <a:rPr dirty="0" sz="2000" spc="-7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accept</a:t>
            </a:r>
            <a:r>
              <a:rPr dirty="0" sz="2000" spc="-8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its</a:t>
            </a:r>
            <a:r>
              <a:rPr dirty="0" sz="2000" spc="-65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input</a:t>
            </a:r>
            <a:r>
              <a:rPr dirty="0" sz="2000" spc="-75">
                <a:latin typeface="Franklin Gothic Medium"/>
                <a:cs typeface="Franklin Gothic Medium"/>
              </a:rPr>
              <a:t> </a:t>
            </a:r>
            <a:r>
              <a:rPr dirty="0" sz="2000" spc="-30">
                <a:latin typeface="Franklin Gothic Medium"/>
                <a:cs typeface="Franklin Gothic Medium"/>
              </a:rPr>
              <a:t>exactly</a:t>
            </a:r>
            <a:r>
              <a:rPr dirty="0" sz="2000" spc="-7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when</a:t>
            </a:r>
            <a:r>
              <a:rPr dirty="0" sz="2000" spc="-85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either</a:t>
            </a:r>
            <a:r>
              <a:rPr dirty="0" sz="2000" spc="-85">
                <a:latin typeface="Franklin Gothic Medium"/>
                <a:cs typeface="Franklin Gothic Medium"/>
              </a:rPr>
              <a:t> </a:t>
            </a:r>
            <a:r>
              <a:rPr dirty="0" sz="20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325" sz="2175">
                <a:latin typeface="Cambria Math"/>
                <a:cs typeface="Cambria Math"/>
              </a:rPr>
              <a:t>1</a:t>
            </a:r>
            <a:r>
              <a:rPr dirty="0" baseline="-15325" sz="2175" spc="284">
                <a:latin typeface="Cambria Math"/>
                <a:cs typeface="Cambria Math"/>
              </a:rPr>
              <a:t> </a:t>
            </a:r>
            <a:r>
              <a:rPr dirty="0" u="sng" sz="200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or</a:t>
            </a:r>
            <a:r>
              <a:rPr dirty="0" sz="2000" spc="-85">
                <a:latin typeface="Franklin Gothic Medium"/>
                <a:cs typeface="Franklin Gothic Medium"/>
              </a:rPr>
              <a:t> </a:t>
            </a:r>
            <a:r>
              <a:rPr dirty="0" sz="20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325" sz="2175">
                <a:latin typeface="Cambria Math"/>
                <a:cs typeface="Cambria Math"/>
              </a:rPr>
              <a:t>2</a:t>
            </a:r>
            <a:r>
              <a:rPr dirty="0" baseline="-15325" sz="2175" spc="284">
                <a:latin typeface="Cambria Math"/>
                <a:cs typeface="Cambria Math"/>
              </a:rPr>
              <a:t> </a:t>
            </a:r>
            <a:r>
              <a:rPr dirty="0" sz="2000" spc="-20">
                <a:latin typeface="Franklin Gothic Medium"/>
                <a:cs typeface="Franklin Gothic Medium"/>
              </a:rPr>
              <a:t>would</a:t>
            </a:r>
            <a:r>
              <a:rPr dirty="0" sz="2000" spc="-80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accept</a:t>
            </a:r>
            <a:r>
              <a:rPr dirty="0" sz="2000" spc="-8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it</a:t>
            </a:r>
            <a:r>
              <a:rPr dirty="0" sz="2000" spc="-6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in</a:t>
            </a:r>
            <a:r>
              <a:rPr dirty="0" sz="2000" spc="-8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order</a:t>
            </a:r>
            <a:r>
              <a:rPr dirty="0" sz="2000" spc="-8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to</a:t>
            </a:r>
            <a:r>
              <a:rPr dirty="0" sz="2000" spc="-65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recognize </a:t>
            </a:r>
            <a:r>
              <a:rPr dirty="0" sz="2000">
                <a:latin typeface="Franklin Gothic Medium"/>
                <a:cs typeface="Franklin Gothic Medium"/>
              </a:rPr>
              <a:t>the</a:t>
            </a:r>
            <a:r>
              <a:rPr dirty="0" sz="2000" spc="-9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union</a:t>
            </a:r>
            <a:r>
              <a:rPr dirty="0" sz="2000" spc="-85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language.</a:t>
            </a:r>
            <a:endParaRPr sz="2000">
              <a:latin typeface="Franklin Gothic Medium"/>
              <a:cs typeface="Franklin Gothic Medium"/>
            </a:endParaRPr>
          </a:p>
          <a:p>
            <a:pPr marL="532130">
              <a:lnSpc>
                <a:spcPct val="100000"/>
              </a:lnSpc>
              <a:spcBef>
                <a:spcPts val="890"/>
              </a:spcBef>
            </a:pPr>
            <a:r>
              <a:rPr dirty="0" sz="2000">
                <a:latin typeface="Franklin Gothic Medium"/>
                <a:cs typeface="Franklin Gothic Medium"/>
              </a:rPr>
              <a:t>It</a:t>
            </a:r>
            <a:r>
              <a:rPr dirty="0" sz="2000" spc="-90">
                <a:latin typeface="Franklin Gothic Medium"/>
                <a:cs typeface="Franklin Gothic Medium"/>
              </a:rPr>
              <a:t> </a:t>
            </a:r>
            <a:r>
              <a:rPr dirty="0" sz="2000" spc="-25">
                <a:latin typeface="Franklin Gothic Medium"/>
                <a:cs typeface="Franklin Gothic Medium"/>
              </a:rPr>
              <a:t>works</a:t>
            </a:r>
            <a:r>
              <a:rPr dirty="0" sz="2000" spc="-8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by</a:t>
            </a:r>
            <a:r>
              <a:rPr dirty="0" sz="2000" spc="-85">
                <a:latin typeface="Franklin Gothic Medium"/>
                <a:cs typeface="Franklin Gothic Medium"/>
              </a:rPr>
              <a:t> </a:t>
            </a:r>
            <a:r>
              <a:rPr dirty="0" sz="2000" spc="-10" i="1">
                <a:latin typeface="Franklin Gothic Medium"/>
                <a:cs typeface="Franklin Gothic Medium"/>
              </a:rPr>
              <a:t>simulating</a:t>
            </a:r>
            <a:r>
              <a:rPr dirty="0" sz="2000" spc="-45" i="1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both</a:t>
            </a:r>
            <a:r>
              <a:rPr dirty="0" sz="2000" spc="-90">
                <a:latin typeface="Franklin Gothic Medium"/>
                <a:cs typeface="Franklin Gothic Medium"/>
              </a:rPr>
              <a:t> </a:t>
            </a:r>
            <a:r>
              <a:rPr dirty="0" sz="20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325" sz="2175">
                <a:latin typeface="Cambria Math"/>
                <a:cs typeface="Cambria Math"/>
              </a:rPr>
              <a:t>1</a:t>
            </a:r>
            <a:r>
              <a:rPr dirty="0" baseline="-15325" sz="2175" spc="277">
                <a:latin typeface="Cambria Math"/>
                <a:cs typeface="Cambria Math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and</a:t>
            </a:r>
            <a:r>
              <a:rPr dirty="0" sz="2000" spc="-80">
                <a:latin typeface="Franklin Gothic Medium"/>
                <a:cs typeface="Franklin Gothic Medium"/>
              </a:rPr>
              <a:t> </a:t>
            </a:r>
            <a:r>
              <a:rPr dirty="0" sz="20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325" sz="2175">
                <a:latin typeface="Cambria Math"/>
                <a:cs typeface="Cambria Math"/>
              </a:rPr>
              <a:t>2</a:t>
            </a:r>
            <a:r>
              <a:rPr dirty="0" baseline="-15325" sz="2175" spc="277">
                <a:latin typeface="Cambria Math"/>
                <a:cs typeface="Cambria Math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and</a:t>
            </a:r>
            <a:r>
              <a:rPr dirty="0" sz="2000" spc="-80">
                <a:latin typeface="Franklin Gothic Medium"/>
                <a:cs typeface="Franklin Gothic Medium"/>
              </a:rPr>
              <a:t> </a:t>
            </a:r>
            <a:r>
              <a:rPr dirty="0" sz="2000" spc="-20">
                <a:latin typeface="Franklin Gothic Medium"/>
                <a:cs typeface="Franklin Gothic Medium"/>
              </a:rPr>
              <a:t>accepting</a:t>
            </a:r>
            <a:r>
              <a:rPr dirty="0" sz="2000" spc="-7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if</a:t>
            </a:r>
            <a:r>
              <a:rPr dirty="0" sz="2000" spc="-60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either</a:t>
            </a:r>
            <a:r>
              <a:rPr dirty="0" sz="2000" spc="-8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of</a:t>
            </a:r>
            <a:r>
              <a:rPr dirty="0" sz="2000" spc="-8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the</a:t>
            </a:r>
            <a:r>
              <a:rPr dirty="0" sz="2000" spc="-90">
                <a:latin typeface="Franklin Gothic Medium"/>
                <a:cs typeface="Franklin Gothic Medium"/>
              </a:rPr>
              <a:t> </a:t>
            </a:r>
            <a:r>
              <a:rPr dirty="0" sz="2000" spc="-25">
                <a:latin typeface="Franklin Gothic Medium"/>
                <a:cs typeface="Franklin Gothic Medium"/>
              </a:rPr>
              <a:t>simulations</a:t>
            </a:r>
            <a:r>
              <a:rPr dirty="0" sz="2000" spc="-60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accept.</a:t>
            </a:r>
            <a:endParaRPr sz="2000">
              <a:latin typeface="Franklin Gothic Medium"/>
              <a:cs typeface="Franklin Gothic Medium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111752" y="2171700"/>
            <a:ext cx="7792720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19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85"/>
              </a:spcBef>
            </a:pPr>
            <a:r>
              <a:rPr dirty="0" sz="2400" spc="-45">
                <a:latin typeface="Franklin Gothic Medium"/>
                <a:cs typeface="Franklin Gothic Medium"/>
              </a:rPr>
              <a:t>What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do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we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 spc="-30">
                <a:latin typeface="Franklin Gothic Medium"/>
                <a:cs typeface="Franklin Gothic Medium"/>
              </a:rPr>
              <a:t>know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about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30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and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>
                <a:latin typeface="Cambria Math"/>
                <a:cs typeface="Cambria Math"/>
              </a:rPr>
              <a:t>2</a:t>
            </a:r>
            <a:r>
              <a:rPr dirty="0" baseline="-15873" sz="2625" spc="330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if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they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are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regular?</a:t>
            </a:r>
            <a:endParaRPr sz="2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456945" y="2733801"/>
            <a:ext cx="11465560" cy="3964940"/>
            <a:chOff x="456945" y="2733801"/>
            <a:chExt cx="11465560" cy="3964940"/>
          </a:xfrm>
        </p:grpSpPr>
        <p:sp>
          <p:nvSpPr>
            <p:cNvPr id="4" name="object 4" descr=""/>
            <p:cNvSpPr/>
            <p:nvPr/>
          </p:nvSpPr>
          <p:spPr>
            <a:xfrm>
              <a:off x="463295" y="2740151"/>
              <a:ext cx="11452860" cy="3952240"/>
            </a:xfrm>
            <a:custGeom>
              <a:avLst/>
              <a:gdLst/>
              <a:ahLst/>
              <a:cxnLst/>
              <a:rect l="l" t="t" r="r" b="b"/>
              <a:pathLst>
                <a:path w="11452860" h="3952240">
                  <a:moveTo>
                    <a:pt x="11452860" y="0"/>
                  </a:moveTo>
                  <a:lnTo>
                    <a:pt x="0" y="0"/>
                  </a:lnTo>
                  <a:lnTo>
                    <a:pt x="0" y="3951732"/>
                  </a:lnTo>
                  <a:lnTo>
                    <a:pt x="11452860" y="3951732"/>
                  </a:lnTo>
                  <a:lnTo>
                    <a:pt x="11452860" y="0"/>
                  </a:lnTo>
                  <a:close/>
                </a:path>
              </a:pathLst>
            </a:custGeom>
            <a:solidFill>
              <a:srgbClr val="FAE4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63295" y="2740151"/>
              <a:ext cx="11452860" cy="3952240"/>
            </a:xfrm>
            <a:custGeom>
              <a:avLst/>
              <a:gdLst/>
              <a:ahLst/>
              <a:cxnLst/>
              <a:rect l="l" t="t" r="r" b="b"/>
              <a:pathLst>
                <a:path w="11452860" h="3952240">
                  <a:moveTo>
                    <a:pt x="0" y="0"/>
                  </a:moveTo>
                  <a:lnTo>
                    <a:pt x="11452860" y="0"/>
                  </a:lnTo>
                  <a:lnTo>
                    <a:pt x="11452860" y="3951732"/>
                  </a:lnTo>
                  <a:lnTo>
                    <a:pt x="0" y="395173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0" y="0"/>
            <a:ext cx="12192000" cy="998219"/>
            <a:chOff x="0" y="0"/>
            <a:chExt cx="12192000" cy="998219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998220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Closure</a:t>
            </a:r>
            <a:r>
              <a:rPr dirty="0" spc="-170"/>
              <a:t> </a:t>
            </a:r>
            <a:r>
              <a:rPr dirty="0" spc="-20"/>
              <a:t>Properties</a:t>
            </a:r>
            <a:r>
              <a:rPr dirty="0" spc="-160"/>
              <a:t> </a:t>
            </a:r>
            <a:r>
              <a:rPr dirty="0"/>
              <a:t>for</a:t>
            </a:r>
            <a:r>
              <a:rPr dirty="0" spc="-165"/>
              <a:t> </a:t>
            </a:r>
            <a:r>
              <a:rPr dirty="0" spc="-45"/>
              <a:t>RegEx</a:t>
            </a:r>
            <a:r>
              <a:rPr dirty="0" spc="-160"/>
              <a:t> </a:t>
            </a:r>
            <a:r>
              <a:rPr dirty="0"/>
              <a:t>-</a:t>
            </a:r>
            <a:r>
              <a:rPr dirty="0" spc="-140"/>
              <a:t> </a:t>
            </a:r>
            <a:r>
              <a:rPr dirty="0" spc="-10"/>
              <a:t>Union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584372" y="1347923"/>
            <a:ext cx="110959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1619250" algn="l"/>
                <a:tab pos="8469630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Theorem:</a:t>
            </a:r>
            <a:r>
              <a:rPr dirty="0" sz="2800">
                <a:latin typeface="Franklin Gothic Medium"/>
                <a:cs typeface="Franklin Gothic Medium"/>
              </a:rPr>
              <a:t>	If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2</a:t>
            </a:r>
            <a:r>
              <a:rPr dirty="0" baseline="-16260" sz="3075" spc="480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are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3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languages,</a:t>
            </a:r>
            <a:r>
              <a:rPr dirty="0" sz="2800" spc="-3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so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baseline="-16260" sz="3075" spc="345"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800" spc="-4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800" spc="-2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 spc="-37">
                <a:latin typeface="Cambria Math"/>
                <a:cs typeface="Cambria Math"/>
              </a:rPr>
              <a:t>2</a:t>
            </a:r>
            <a:r>
              <a:rPr dirty="0" baseline="-16260" sz="3075">
                <a:latin typeface="Cambria Math"/>
                <a:cs typeface="Cambria Math"/>
              </a:rPr>
              <a:t>	</a:t>
            </a:r>
            <a:r>
              <a:rPr dirty="0" sz="2800">
                <a:latin typeface="Franklin Gothic Medium"/>
                <a:cs typeface="Franklin Gothic Medium"/>
              </a:rPr>
              <a:t>(closure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under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800" spc="-25">
                <a:latin typeface="Franklin Gothic Medium"/>
                <a:cs typeface="Franklin Gothic Medium"/>
              </a:rPr>
              <a:t>)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935479" y="2107692"/>
            <a:ext cx="7774305" cy="5232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2540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00"/>
              </a:spcBef>
            </a:pPr>
            <a:r>
              <a:rPr dirty="0" sz="2800">
                <a:latin typeface="Calibri"/>
                <a:cs typeface="Calibri"/>
              </a:rPr>
              <a:t>How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make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machine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800" spc="5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Calibri"/>
                <a:cs typeface="Calibri"/>
              </a:rPr>
              <a:t>simulate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baseline="-16260" sz="3075" spc="337">
                <a:latin typeface="Cambria Math"/>
                <a:cs typeface="Cambria Math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6260" sz="3075" spc="-37">
                <a:latin typeface="Cambria Math"/>
                <a:cs typeface="Cambria Math"/>
              </a:rPr>
              <a:t>2</a:t>
            </a:r>
            <a:r>
              <a:rPr dirty="0" sz="2800" spc="-25">
                <a:latin typeface="Calibri"/>
                <a:cs typeface="Calibri"/>
              </a:rPr>
              <a:t>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518159" y="2740151"/>
            <a:ext cx="7465059" cy="523240"/>
          </a:xfrm>
          <a:custGeom>
            <a:avLst/>
            <a:gdLst/>
            <a:ahLst/>
            <a:cxnLst/>
            <a:rect l="l" t="t" r="r" b="b"/>
            <a:pathLst>
              <a:path w="7465059" h="523239">
                <a:moveTo>
                  <a:pt x="7464552" y="0"/>
                </a:moveTo>
                <a:lnTo>
                  <a:pt x="0" y="0"/>
                </a:lnTo>
                <a:lnTo>
                  <a:pt x="0" y="522731"/>
                </a:lnTo>
                <a:lnTo>
                  <a:pt x="7464552" y="522731"/>
                </a:lnTo>
                <a:lnTo>
                  <a:pt x="7464552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584372" y="2624035"/>
            <a:ext cx="10124440" cy="1605280"/>
          </a:xfrm>
          <a:prstGeom prst="rect">
            <a:avLst/>
          </a:prstGeom>
        </p:spPr>
        <p:txBody>
          <a:bodyPr wrap="square" lIns="0" tIns="15049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85"/>
              </a:spcBef>
            </a:pPr>
            <a:r>
              <a:rPr dirty="0" sz="2800" spc="-40">
                <a:latin typeface="Franklin Gothic Medium"/>
                <a:cs typeface="Franklin Gothic Medium"/>
              </a:rPr>
              <a:t>Tentative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35">
                <a:latin typeface="Franklin Gothic Medium"/>
                <a:cs typeface="Franklin Gothic Medium"/>
              </a:rPr>
              <a:t>Approach: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latin typeface="Franklin Gothic Medium"/>
                <a:cs typeface="Franklin Gothic Medium"/>
              </a:rPr>
              <a:t>Combine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machines</a:t>
            </a:r>
            <a:endParaRPr sz="2800">
              <a:latin typeface="Franklin Gothic Medium"/>
              <a:cs typeface="Franklin Gothic Medium"/>
            </a:endParaRPr>
          </a:p>
          <a:p>
            <a:pPr marL="300990">
              <a:lnSpc>
                <a:spcPct val="100000"/>
              </a:lnSpc>
              <a:spcBef>
                <a:spcPts val="1080"/>
              </a:spcBef>
            </a:pPr>
            <a:r>
              <a:rPr dirty="0" sz="2800">
                <a:latin typeface="Franklin Gothic Medium"/>
                <a:cs typeface="Franklin Gothic Medium"/>
              </a:rPr>
              <a:t>First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40">
                <a:latin typeface="Franklin Gothic Medium"/>
                <a:cs typeface="Franklin Gothic Medium"/>
              </a:rPr>
              <a:t>simulate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baseline="-16260" sz="3075" spc="397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on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input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and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then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40">
                <a:latin typeface="Franklin Gothic Medium"/>
                <a:cs typeface="Franklin Gothic Medium"/>
              </a:rPr>
              <a:t>simulate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6260" sz="3075">
                <a:latin typeface="Cambria Math"/>
                <a:cs typeface="Cambria Math"/>
              </a:rPr>
              <a:t>2</a:t>
            </a:r>
            <a:r>
              <a:rPr dirty="0" baseline="-16260" sz="3075" spc="390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on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input.</a:t>
            </a:r>
            <a:endParaRPr sz="2800">
              <a:latin typeface="Franklin Gothic Medium"/>
              <a:cs typeface="Franklin Gothic Medium"/>
            </a:endParaRPr>
          </a:p>
          <a:p>
            <a:pPr marL="728980">
              <a:lnSpc>
                <a:spcPct val="100000"/>
              </a:lnSpc>
              <a:spcBef>
                <a:spcPts val="190"/>
              </a:spcBef>
            </a:pPr>
            <a:r>
              <a:rPr dirty="0" sz="2800">
                <a:latin typeface="Franklin Gothic Medium"/>
                <a:cs typeface="Franklin Gothic Medium"/>
              </a:rPr>
              <a:t>If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either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baseline="-16260" sz="3075" spc="367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or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6260" sz="3075">
                <a:latin typeface="Cambria Math"/>
                <a:cs typeface="Cambria Math"/>
              </a:rPr>
              <a:t>2</a:t>
            </a:r>
            <a:r>
              <a:rPr dirty="0" baseline="-16260" sz="3075" spc="382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accept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input,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800" spc="3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accepts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input</a:t>
            </a:r>
            <a:endParaRPr sz="2800">
              <a:latin typeface="Franklin Gothic Medium"/>
              <a:cs typeface="Franklin Gothic Medium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409765" y="4544377"/>
            <a:ext cx="537210" cy="378460"/>
            <a:chOff x="409765" y="4544377"/>
            <a:chExt cx="537210" cy="378460"/>
          </a:xfrm>
        </p:grpSpPr>
        <p:sp>
          <p:nvSpPr>
            <p:cNvPr id="15" name="object 15" descr=""/>
            <p:cNvSpPr/>
            <p:nvPr/>
          </p:nvSpPr>
          <p:spPr>
            <a:xfrm>
              <a:off x="414527" y="4549140"/>
              <a:ext cx="527685" cy="368935"/>
            </a:xfrm>
            <a:custGeom>
              <a:avLst/>
              <a:gdLst/>
              <a:ahLst/>
              <a:cxnLst/>
              <a:rect l="l" t="t" r="r" b="b"/>
              <a:pathLst>
                <a:path w="527685" h="368935">
                  <a:moveTo>
                    <a:pt x="527304" y="0"/>
                  </a:moveTo>
                  <a:lnTo>
                    <a:pt x="0" y="0"/>
                  </a:lnTo>
                  <a:lnTo>
                    <a:pt x="0" y="368807"/>
                  </a:lnTo>
                  <a:lnTo>
                    <a:pt x="527304" y="368807"/>
                  </a:lnTo>
                  <a:lnTo>
                    <a:pt x="52730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14527" y="4549140"/>
              <a:ext cx="527685" cy="368935"/>
            </a:xfrm>
            <a:custGeom>
              <a:avLst/>
              <a:gdLst/>
              <a:ahLst/>
              <a:cxnLst/>
              <a:rect l="l" t="t" r="r" b="b"/>
              <a:pathLst>
                <a:path w="527685" h="368935">
                  <a:moveTo>
                    <a:pt x="0" y="0"/>
                  </a:moveTo>
                  <a:lnTo>
                    <a:pt x="527304" y="0"/>
                  </a:lnTo>
                  <a:lnTo>
                    <a:pt x="527304" y="368807"/>
                  </a:lnTo>
                  <a:lnTo>
                    <a:pt x="0" y="36880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 descr=""/>
          <p:cNvGrpSpPr/>
          <p:nvPr/>
        </p:nvGrpSpPr>
        <p:grpSpPr>
          <a:xfrm>
            <a:off x="651509" y="4501641"/>
            <a:ext cx="2930525" cy="2072005"/>
            <a:chOff x="651509" y="4501641"/>
            <a:chExt cx="2930525" cy="2072005"/>
          </a:xfrm>
        </p:grpSpPr>
        <p:sp>
          <p:nvSpPr>
            <p:cNvPr id="18" name="object 18" descr=""/>
            <p:cNvSpPr/>
            <p:nvPr/>
          </p:nvSpPr>
          <p:spPr>
            <a:xfrm>
              <a:off x="1130808" y="5067299"/>
              <a:ext cx="955675" cy="963294"/>
            </a:xfrm>
            <a:custGeom>
              <a:avLst/>
              <a:gdLst/>
              <a:ahLst/>
              <a:cxnLst/>
              <a:rect l="l" t="t" r="r" b="b"/>
              <a:pathLst>
                <a:path w="955675" h="963295">
                  <a:moveTo>
                    <a:pt x="477773" y="0"/>
                  </a:moveTo>
                  <a:lnTo>
                    <a:pt x="428924" y="2486"/>
                  </a:lnTo>
                  <a:lnTo>
                    <a:pt x="381485" y="9783"/>
                  </a:lnTo>
                  <a:lnTo>
                    <a:pt x="335698" y="21650"/>
                  </a:lnTo>
                  <a:lnTo>
                    <a:pt x="291802" y="37844"/>
                  </a:lnTo>
                  <a:lnTo>
                    <a:pt x="250038" y="58123"/>
                  </a:lnTo>
                  <a:lnTo>
                    <a:pt x="210645" y="82245"/>
                  </a:lnTo>
                  <a:lnTo>
                    <a:pt x="173865" y="109968"/>
                  </a:lnTo>
                  <a:lnTo>
                    <a:pt x="139936" y="141050"/>
                  </a:lnTo>
                  <a:lnTo>
                    <a:pt x="109100" y="175249"/>
                  </a:lnTo>
                  <a:lnTo>
                    <a:pt x="81596" y="212323"/>
                  </a:lnTo>
                  <a:lnTo>
                    <a:pt x="57664" y="252030"/>
                  </a:lnTo>
                  <a:lnTo>
                    <a:pt x="37545" y="294127"/>
                  </a:lnTo>
                  <a:lnTo>
                    <a:pt x="21479" y="338373"/>
                  </a:lnTo>
                  <a:lnTo>
                    <a:pt x="9706" y="384526"/>
                  </a:lnTo>
                  <a:lnTo>
                    <a:pt x="2466" y="432344"/>
                  </a:lnTo>
                  <a:lnTo>
                    <a:pt x="0" y="481584"/>
                  </a:lnTo>
                  <a:lnTo>
                    <a:pt x="2466" y="530823"/>
                  </a:lnTo>
                  <a:lnTo>
                    <a:pt x="9706" y="578641"/>
                  </a:lnTo>
                  <a:lnTo>
                    <a:pt x="21479" y="624794"/>
                  </a:lnTo>
                  <a:lnTo>
                    <a:pt x="37545" y="669040"/>
                  </a:lnTo>
                  <a:lnTo>
                    <a:pt x="57664" y="711137"/>
                  </a:lnTo>
                  <a:lnTo>
                    <a:pt x="81596" y="750844"/>
                  </a:lnTo>
                  <a:lnTo>
                    <a:pt x="109100" y="787918"/>
                  </a:lnTo>
                  <a:lnTo>
                    <a:pt x="139936" y="822117"/>
                  </a:lnTo>
                  <a:lnTo>
                    <a:pt x="173865" y="853199"/>
                  </a:lnTo>
                  <a:lnTo>
                    <a:pt x="210645" y="880922"/>
                  </a:lnTo>
                  <a:lnTo>
                    <a:pt x="250038" y="905044"/>
                  </a:lnTo>
                  <a:lnTo>
                    <a:pt x="291802" y="925323"/>
                  </a:lnTo>
                  <a:lnTo>
                    <a:pt x="335698" y="941517"/>
                  </a:lnTo>
                  <a:lnTo>
                    <a:pt x="381485" y="953384"/>
                  </a:lnTo>
                  <a:lnTo>
                    <a:pt x="428924" y="960681"/>
                  </a:lnTo>
                  <a:lnTo>
                    <a:pt x="477773" y="963168"/>
                  </a:lnTo>
                  <a:lnTo>
                    <a:pt x="526623" y="960681"/>
                  </a:lnTo>
                  <a:lnTo>
                    <a:pt x="574062" y="953384"/>
                  </a:lnTo>
                  <a:lnTo>
                    <a:pt x="619849" y="941517"/>
                  </a:lnTo>
                  <a:lnTo>
                    <a:pt x="663745" y="925323"/>
                  </a:lnTo>
                  <a:lnTo>
                    <a:pt x="705509" y="905044"/>
                  </a:lnTo>
                  <a:lnTo>
                    <a:pt x="744902" y="880922"/>
                  </a:lnTo>
                  <a:lnTo>
                    <a:pt x="781682" y="853199"/>
                  </a:lnTo>
                  <a:lnTo>
                    <a:pt x="815611" y="822117"/>
                  </a:lnTo>
                  <a:lnTo>
                    <a:pt x="846447" y="787918"/>
                  </a:lnTo>
                  <a:lnTo>
                    <a:pt x="873951" y="750844"/>
                  </a:lnTo>
                  <a:lnTo>
                    <a:pt x="897883" y="711137"/>
                  </a:lnTo>
                  <a:lnTo>
                    <a:pt x="918002" y="669040"/>
                  </a:lnTo>
                  <a:lnTo>
                    <a:pt x="934068" y="624794"/>
                  </a:lnTo>
                  <a:lnTo>
                    <a:pt x="945841" y="578641"/>
                  </a:lnTo>
                  <a:lnTo>
                    <a:pt x="953081" y="530823"/>
                  </a:lnTo>
                  <a:lnTo>
                    <a:pt x="955547" y="481584"/>
                  </a:lnTo>
                  <a:lnTo>
                    <a:pt x="953081" y="432344"/>
                  </a:lnTo>
                  <a:lnTo>
                    <a:pt x="945841" y="384526"/>
                  </a:lnTo>
                  <a:lnTo>
                    <a:pt x="934068" y="338373"/>
                  </a:lnTo>
                  <a:lnTo>
                    <a:pt x="918002" y="294127"/>
                  </a:lnTo>
                  <a:lnTo>
                    <a:pt x="897883" y="252030"/>
                  </a:lnTo>
                  <a:lnTo>
                    <a:pt x="873951" y="212323"/>
                  </a:lnTo>
                  <a:lnTo>
                    <a:pt x="846447" y="175249"/>
                  </a:lnTo>
                  <a:lnTo>
                    <a:pt x="815611" y="141050"/>
                  </a:lnTo>
                  <a:lnTo>
                    <a:pt x="781682" y="109968"/>
                  </a:lnTo>
                  <a:lnTo>
                    <a:pt x="744902" y="82245"/>
                  </a:lnTo>
                  <a:lnTo>
                    <a:pt x="705509" y="58123"/>
                  </a:lnTo>
                  <a:lnTo>
                    <a:pt x="663745" y="37844"/>
                  </a:lnTo>
                  <a:lnTo>
                    <a:pt x="619849" y="21650"/>
                  </a:lnTo>
                  <a:lnTo>
                    <a:pt x="574062" y="9783"/>
                  </a:lnTo>
                  <a:lnTo>
                    <a:pt x="526623" y="2486"/>
                  </a:lnTo>
                  <a:lnTo>
                    <a:pt x="4777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130808" y="5067299"/>
              <a:ext cx="955675" cy="963294"/>
            </a:xfrm>
            <a:custGeom>
              <a:avLst/>
              <a:gdLst/>
              <a:ahLst/>
              <a:cxnLst/>
              <a:rect l="l" t="t" r="r" b="b"/>
              <a:pathLst>
                <a:path w="955675" h="963295">
                  <a:moveTo>
                    <a:pt x="0" y="481584"/>
                  </a:moveTo>
                  <a:lnTo>
                    <a:pt x="2466" y="432344"/>
                  </a:lnTo>
                  <a:lnTo>
                    <a:pt x="9706" y="384526"/>
                  </a:lnTo>
                  <a:lnTo>
                    <a:pt x="21479" y="338373"/>
                  </a:lnTo>
                  <a:lnTo>
                    <a:pt x="37545" y="294127"/>
                  </a:lnTo>
                  <a:lnTo>
                    <a:pt x="57664" y="252030"/>
                  </a:lnTo>
                  <a:lnTo>
                    <a:pt x="81596" y="212323"/>
                  </a:lnTo>
                  <a:lnTo>
                    <a:pt x="109100" y="175249"/>
                  </a:lnTo>
                  <a:lnTo>
                    <a:pt x="139936" y="141050"/>
                  </a:lnTo>
                  <a:lnTo>
                    <a:pt x="173865" y="109968"/>
                  </a:lnTo>
                  <a:lnTo>
                    <a:pt x="210645" y="82245"/>
                  </a:lnTo>
                  <a:lnTo>
                    <a:pt x="250038" y="58123"/>
                  </a:lnTo>
                  <a:lnTo>
                    <a:pt x="291802" y="37844"/>
                  </a:lnTo>
                  <a:lnTo>
                    <a:pt x="335698" y="21650"/>
                  </a:lnTo>
                  <a:lnTo>
                    <a:pt x="381485" y="9783"/>
                  </a:lnTo>
                  <a:lnTo>
                    <a:pt x="428924" y="2486"/>
                  </a:lnTo>
                  <a:lnTo>
                    <a:pt x="477773" y="0"/>
                  </a:lnTo>
                  <a:lnTo>
                    <a:pt x="526623" y="2486"/>
                  </a:lnTo>
                  <a:lnTo>
                    <a:pt x="574062" y="9783"/>
                  </a:lnTo>
                  <a:lnTo>
                    <a:pt x="619849" y="21650"/>
                  </a:lnTo>
                  <a:lnTo>
                    <a:pt x="663745" y="37844"/>
                  </a:lnTo>
                  <a:lnTo>
                    <a:pt x="705509" y="58123"/>
                  </a:lnTo>
                  <a:lnTo>
                    <a:pt x="744902" y="82245"/>
                  </a:lnTo>
                  <a:lnTo>
                    <a:pt x="781682" y="109968"/>
                  </a:lnTo>
                  <a:lnTo>
                    <a:pt x="815611" y="141050"/>
                  </a:lnTo>
                  <a:lnTo>
                    <a:pt x="846447" y="175249"/>
                  </a:lnTo>
                  <a:lnTo>
                    <a:pt x="873951" y="212323"/>
                  </a:lnTo>
                  <a:lnTo>
                    <a:pt x="897883" y="252030"/>
                  </a:lnTo>
                  <a:lnTo>
                    <a:pt x="918002" y="294127"/>
                  </a:lnTo>
                  <a:lnTo>
                    <a:pt x="934068" y="338373"/>
                  </a:lnTo>
                  <a:lnTo>
                    <a:pt x="945841" y="384526"/>
                  </a:lnTo>
                  <a:lnTo>
                    <a:pt x="953081" y="432344"/>
                  </a:lnTo>
                  <a:lnTo>
                    <a:pt x="955547" y="481584"/>
                  </a:lnTo>
                  <a:lnTo>
                    <a:pt x="953081" y="530823"/>
                  </a:lnTo>
                  <a:lnTo>
                    <a:pt x="945841" y="578641"/>
                  </a:lnTo>
                  <a:lnTo>
                    <a:pt x="934068" y="624794"/>
                  </a:lnTo>
                  <a:lnTo>
                    <a:pt x="918002" y="669040"/>
                  </a:lnTo>
                  <a:lnTo>
                    <a:pt x="897883" y="711137"/>
                  </a:lnTo>
                  <a:lnTo>
                    <a:pt x="873951" y="750844"/>
                  </a:lnTo>
                  <a:lnTo>
                    <a:pt x="846447" y="787918"/>
                  </a:lnTo>
                  <a:lnTo>
                    <a:pt x="815611" y="822117"/>
                  </a:lnTo>
                  <a:lnTo>
                    <a:pt x="781682" y="853199"/>
                  </a:lnTo>
                  <a:lnTo>
                    <a:pt x="744902" y="880922"/>
                  </a:lnTo>
                  <a:lnTo>
                    <a:pt x="705509" y="905044"/>
                  </a:lnTo>
                  <a:lnTo>
                    <a:pt x="663745" y="925323"/>
                  </a:lnTo>
                  <a:lnTo>
                    <a:pt x="619849" y="941517"/>
                  </a:lnTo>
                  <a:lnTo>
                    <a:pt x="574062" y="953384"/>
                  </a:lnTo>
                  <a:lnTo>
                    <a:pt x="526623" y="960681"/>
                  </a:lnTo>
                  <a:lnTo>
                    <a:pt x="477773" y="963168"/>
                  </a:lnTo>
                  <a:lnTo>
                    <a:pt x="428924" y="960681"/>
                  </a:lnTo>
                  <a:lnTo>
                    <a:pt x="381485" y="953384"/>
                  </a:lnTo>
                  <a:lnTo>
                    <a:pt x="335698" y="941517"/>
                  </a:lnTo>
                  <a:lnTo>
                    <a:pt x="291802" y="925323"/>
                  </a:lnTo>
                  <a:lnTo>
                    <a:pt x="250038" y="905044"/>
                  </a:lnTo>
                  <a:lnTo>
                    <a:pt x="210645" y="880922"/>
                  </a:lnTo>
                  <a:lnTo>
                    <a:pt x="173865" y="853199"/>
                  </a:lnTo>
                  <a:lnTo>
                    <a:pt x="139936" y="822117"/>
                  </a:lnTo>
                  <a:lnTo>
                    <a:pt x="109100" y="787918"/>
                  </a:lnTo>
                  <a:lnTo>
                    <a:pt x="81596" y="750844"/>
                  </a:lnTo>
                  <a:lnTo>
                    <a:pt x="57664" y="711137"/>
                  </a:lnTo>
                  <a:lnTo>
                    <a:pt x="37545" y="669040"/>
                  </a:lnTo>
                  <a:lnTo>
                    <a:pt x="21479" y="624794"/>
                  </a:lnTo>
                  <a:lnTo>
                    <a:pt x="9706" y="578641"/>
                  </a:lnTo>
                  <a:lnTo>
                    <a:pt x="2466" y="530823"/>
                  </a:lnTo>
                  <a:lnTo>
                    <a:pt x="0" y="48158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51509" y="5549645"/>
              <a:ext cx="385445" cy="0"/>
            </a:xfrm>
            <a:custGeom>
              <a:avLst/>
              <a:gdLst/>
              <a:ahLst/>
              <a:cxnLst/>
              <a:rect l="l" t="t" r="r" b="b"/>
              <a:pathLst>
                <a:path w="385444" h="0">
                  <a:moveTo>
                    <a:pt x="0" y="0"/>
                  </a:moveTo>
                  <a:lnTo>
                    <a:pt x="385343" y="0"/>
                  </a:lnTo>
                </a:path>
              </a:pathLst>
            </a:custGeom>
            <a:ln w="38100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017807" y="549249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619755" y="4507991"/>
              <a:ext cx="955675" cy="963294"/>
            </a:xfrm>
            <a:custGeom>
              <a:avLst/>
              <a:gdLst/>
              <a:ahLst/>
              <a:cxnLst/>
              <a:rect l="l" t="t" r="r" b="b"/>
              <a:pathLst>
                <a:path w="955675" h="963295">
                  <a:moveTo>
                    <a:pt x="0" y="481584"/>
                  </a:moveTo>
                  <a:lnTo>
                    <a:pt x="2466" y="432344"/>
                  </a:lnTo>
                  <a:lnTo>
                    <a:pt x="9706" y="384526"/>
                  </a:lnTo>
                  <a:lnTo>
                    <a:pt x="21479" y="338373"/>
                  </a:lnTo>
                  <a:lnTo>
                    <a:pt x="37545" y="294127"/>
                  </a:lnTo>
                  <a:lnTo>
                    <a:pt x="57664" y="252030"/>
                  </a:lnTo>
                  <a:lnTo>
                    <a:pt x="81596" y="212323"/>
                  </a:lnTo>
                  <a:lnTo>
                    <a:pt x="109100" y="175249"/>
                  </a:lnTo>
                  <a:lnTo>
                    <a:pt x="139936" y="141050"/>
                  </a:lnTo>
                  <a:lnTo>
                    <a:pt x="173865" y="109968"/>
                  </a:lnTo>
                  <a:lnTo>
                    <a:pt x="210645" y="82245"/>
                  </a:lnTo>
                  <a:lnTo>
                    <a:pt x="250038" y="58123"/>
                  </a:lnTo>
                  <a:lnTo>
                    <a:pt x="291802" y="37844"/>
                  </a:lnTo>
                  <a:lnTo>
                    <a:pt x="335698" y="21650"/>
                  </a:lnTo>
                  <a:lnTo>
                    <a:pt x="381485" y="9783"/>
                  </a:lnTo>
                  <a:lnTo>
                    <a:pt x="428924" y="2486"/>
                  </a:lnTo>
                  <a:lnTo>
                    <a:pt x="477773" y="0"/>
                  </a:lnTo>
                  <a:lnTo>
                    <a:pt x="526623" y="2486"/>
                  </a:lnTo>
                  <a:lnTo>
                    <a:pt x="574062" y="9783"/>
                  </a:lnTo>
                  <a:lnTo>
                    <a:pt x="619849" y="21650"/>
                  </a:lnTo>
                  <a:lnTo>
                    <a:pt x="663745" y="37844"/>
                  </a:lnTo>
                  <a:lnTo>
                    <a:pt x="705509" y="58123"/>
                  </a:lnTo>
                  <a:lnTo>
                    <a:pt x="744902" y="82245"/>
                  </a:lnTo>
                  <a:lnTo>
                    <a:pt x="781682" y="109968"/>
                  </a:lnTo>
                  <a:lnTo>
                    <a:pt x="815611" y="141050"/>
                  </a:lnTo>
                  <a:lnTo>
                    <a:pt x="846447" y="175249"/>
                  </a:lnTo>
                  <a:lnTo>
                    <a:pt x="873951" y="212323"/>
                  </a:lnTo>
                  <a:lnTo>
                    <a:pt x="897883" y="252030"/>
                  </a:lnTo>
                  <a:lnTo>
                    <a:pt x="918002" y="294127"/>
                  </a:lnTo>
                  <a:lnTo>
                    <a:pt x="934068" y="338373"/>
                  </a:lnTo>
                  <a:lnTo>
                    <a:pt x="945841" y="384526"/>
                  </a:lnTo>
                  <a:lnTo>
                    <a:pt x="953081" y="432344"/>
                  </a:lnTo>
                  <a:lnTo>
                    <a:pt x="955547" y="481584"/>
                  </a:lnTo>
                  <a:lnTo>
                    <a:pt x="953081" y="530823"/>
                  </a:lnTo>
                  <a:lnTo>
                    <a:pt x="945841" y="578641"/>
                  </a:lnTo>
                  <a:lnTo>
                    <a:pt x="934068" y="624794"/>
                  </a:lnTo>
                  <a:lnTo>
                    <a:pt x="918002" y="669040"/>
                  </a:lnTo>
                  <a:lnTo>
                    <a:pt x="897883" y="711137"/>
                  </a:lnTo>
                  <a:lnTo>
                    <a:pt x="873951" y="750844"/>
                  </a:lnTo>
                  <a:lnTo>
                    <a:pt x="846447" y="787918"/>
                  </a:lnTo>
                  <a:lnTo>
                    <a:pt x="815611" y="822117"/>
                  </a:lnTo>
                  <a:lnTo>
                    <a:pt x="781682" y="853199"/>
                  </a:lnTo>
                  <a:lnTo>
                    <a:pt x="744902" y="880922"/>
                  </a:lnTo>
                  <a:lnTo>
                    <a:pt x="705509" y="905044"/>
                  </a:lnTo>
                  <a:lnTo>
                    <a:pt x="663745" y="925323"/>
                  </a:lnTo>
                  <a:lnTo>
                    <a:pt x="619849" y="941517"/>
                  </a:lnTo>
                  <a:lnTo>
                    <a:pt x="574062" y="953384"/>
                  </a:lnTo>
                  <a:lnTo>
                    <a:pt x="526623" y="960681"/>
                  </a:lnTo>
                  <a:lnTo>
                    <a:pt x="477773" y="963168"/>
                  </a:lnTo>
                  <a:lnTo>
                    <a:pt x="428924" y="960681"/>
                  </a:lnTo>
                  <a:lnTo>
                    <a:pt x="381485" y="953384"/>
                  </a:lnTo>
                  <a:lnTo>
                    <a:pt x="335698" y="941517"/>
                  </a:lnTo>
                  <a:lnTo>
                    <a:pt x="291802" y="925323"/>
                  </a:lnTo>
                  <a:lnTo>
                    <a:pt x="250038" y="905044"/>
                  </a:lnTo>
                  <a:lnTo>
                    <a:pt x="210645" y="880922"/>
                  </a:lnTo>
                  <a:lnTo>
                    <a:pt x="173865" y="853199"/>
                  </a:lnTo>
                  <a:lnTo>
                    <a:pt x="139936" y="822117"/>
                  </a:lnTo>
                  <a:lnTo>
                    <a:pt x="109100" y="787918"/>
                  </a:lnTo>
                  <a:lnTo>
                    <a:pt x="81596" y="750844"/>
                  </a:lnTo>
                  <a:lnTo>
                    <a:pt x="57664" y="711137"/>
                  </a:lnTo>
                  <a:lnTo>
                    <a:pt x="37545" y="669040"/>
                  </a:lnTo>
                  <a:lnTo>
                    <a:pt x="21479" y="624794"/>
                  </a:lnTo>
                  <a:lnTo>
                    <a:pt x="9706" y="578641"/>
                  </a:lnTo>
                  <a:lnTo>
                    <a:pt x="2466" y="530823"/>
                  </a:lnTo>
                  <a:lnTo>
                    <a:pt x="0" y="48158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606039" y="5603747"/>
              <a:ext cx="954405" cy="963294"/>
            </a:xfrm>
            <a:custGeom>
              <a:avLst/>
              <a:gdLst/>
              <a:ahLst/>
              <a:cxnLst/>
              <a:rect l="l" t="t" r="r" b="b"/>
              <a:pathLst>
                <a:path w="954404" h="963295">
                  <a:moveTo>
                    <a:pt x="0" y="481583"/>
                  </a:moveTo>
                  <a:lnTo>
                    <a:pt x="2462" y="432344"/>
                  </a:lnTo>
                  <a:lnTo>
                    <a:pt x="9691" y="384526"/>
                  </a:lnTo>
                  <a:lnTo>
                    <a:pt x="21445" y="338373"/>
                  </a:lnTo>
                  <a:lnTo>
                    <a:pt x="37485" y="294127"/>
                  </a:lnTo>
                  <a:lnTo>
                    <a:pt x="57572" y="252030"/>
                  </a:lnTo>
                  <a:lnTo>
                    <a:pt x="81465" y="212323"/>
                  </a:lnTo>
                  <a:lnTo>
                    <a:pt x="108925" y="175249"/>
                  </a:lnTo>
                  <a:lnTo>
                    <a:pt x="139712" y="141050"/>
                  </a:lnTo>
                  <a:lnTo>
                    <a:pt x="173587" y="109968"/>
                  </a:lnTo>
                  <a:lnTo>
                    <a:pt x="210309" y="82245"/>
                  </a:lnTo>
                  <a:lnTo>
                    <a:pt x="249638" y="58123"/>
                  </a:lnTo>
                  <a:lnTo>
                    <a:pt x="291336" y="37844"/>
                  </a:lnTo>
                  <a:lnTo>
                    <a:pt x="335162" y="21650"/>
                  </a:lnTo>
                  <a:lnTo>
                    <a:pt x="380876" y="9783"/>
                  </a:lnTo>
                  <a:lnTo>
                    <a:pt x="428239" y="2486"/>
                  </a:lnTo>
                  <a:lnTo>
                    <a:pt x="477012" y="0"/>
                  </a:lnTo>
                  <a:lnTo>
                    <a:pt x="525784" y="2486"/>
                  </a:lnTo>
                  <a:lnTo>
                    <a:pt x="573147" y="9783"/>
                  </a:lnTo>
                  <a:lnTo>
                    <a:pt x="618861" y="21650"/>
                  </a:lnTo>
                  <a:lnTo>
                    <a:pt x="662687" y="37844"/>
                  </a:lnTo>
                  <a:lnTo>
                    <a:pt x="704385" y="58123"/>
                  </a:lnTo>
                  <a:lnTo>
                    <a:pt x="743714" y="82245"/>
                  </a:lnTo>
                  <a:lnTo>
                    <a:pt x="780436" y="109968"/>
                  </a:lnTo>
                  <a:lnTo>
                    <a:pt x="814311" y="141050"/>
                  </a:lnTo>
                  <a:lnTo>
                    <a:pt x="845098" y="175249"/>
                  </a:lnTo>
                  <a:lnTo>
                    <a:pt x="872558" y="212323"/>
                  </a:lnTo>
                  <a:lnTo>
                    <a:pt x="896451" y="252030"/>
                  </a:lnTo>
                  <a:lnTo>
                    <a:pt x="916538" y="294127"/>
                  </a:lnTo>
                  <a:lnTo>
                    <a:pt x="932578" y="338373"/>
                  </a:lnTo>
                  <a:lnTo>
                    <a:pt x="944332" y="384526"/>
                  </a:lnTo>
                  <a:lnTo>
                    <a:pt x="951561" y="432344"/>
                  </a:lnTo>
                  <a:lnTo>
                    <a:pt x="954024" y="481583"/>
                  </a:lnTo>
                  <a:lnTo>
                    <a:pt x="951561" y="530823"/>
                  </a:lnTo>
                  <a:lnTo>
                    <a:pt x="944332" y="578641"/>
                  </a:lnTo>
                  <a:lnTo>
                    <a:pt x="932578" y="624794"/>
                  </a:lnTo>
                  <a:lnTo>
                    <a:pt x="916538" y="669040"/>
                  </a:lnTo>
                  <a:lnTo>
                    <a:pt x="896451" y="711137"/>
                  </a:lnTo>
                  <a:lnTo>
                    <a:pt x="872558" y="750844"/>
                  </a:lnTo>
                  <a:lnTo>
                    <a:pt x="845098" y="787918"/>
                  </a:lnTo>
                  <a:lnTo>
                    <a:pt x="814311" y="822117"/>
                  </a:lnTo>
                  <a:lnTo>
                    <a:pt x="780436" y="853199"/>
                  </a:lnTo>
                  <a:lnTo>
                    <a:pt x="743714" y="880922"/>
                  </a:lnTo>
                  <a:lnTo>
                    <a:pt x="704385" y="905044"/>
                  </a:lnTo>
                  <a:lnTo>
                    <a:pt x="662687" y="925323"/>
                  </a:lnTo>
                  <a:lnTo>
                    <a:pt x="618861" y="941517"/>
                  </a:lnTo>
                  <a:lnTo>
                    <a:pt x="573147" y="953384"/>
                  </a:lnTo>
                  <a:lnTo>
                    <a:pt x="525784" y="960681"/>
                  </a:lnTo>
                  <a:lnTo>
                    <a:pt x="477012" y="963167"/>
                  </a:lnTo>
                  <a:lnTo>
                    <a:pt x="428239" y="960681"/>
                  </a:lnTo>
                  <a:lnTo>
                    <a:pt x="380876" y="953384"/>
                  </a:lnTo>
                  <a:lnTo>
                    <a:pt x="335162" y="941517"/>
                  </a:lnTo>
                  <a:lnTo>
                    <a:pt x="291336" y="925323"/>
                  </a:lnTo>
                  <a:lnTo>
                    <a:pt x="249638" y="905044"/>
                  </a:lnTo>
                  <a:lnTo>
                    <a:pt x="210309" y="880922"/>
                  </a:lnTo>
                  <a:lnTo>
                    <a:pt x="173587" y="853199"/>
                  </a:lnTo>
                  <a:lnTo>
                    <a:pt x="139712" y="822117"/>
                  </a:lnTo>
                  <a:lnTo>
                    <a:pt x="108925" y="787918"/>
                  </a:lnTo>
                  <a:lnTo>
                    <a:pt x="81465" y="750844"/>
                  </a:lnTo>
                  <a:lnTo>
                    <a:pt x="57572" y="711137"/>
                  </a:lnTo>
                  <a:lnTo>
                    <a:pt x="37485" y="669040"/>
                  </a:lnTo>
                  <a:lnTo>
                    <a:pt x="21445" y="624794"/>
                  </a:lnTo>
                  <a:lnTo>
                    <a:pt x="9691" y="578641"/>
                  </a:lnTo>
                  <a:lnTo>
                    <a:pt x="2462" y="530823"/>
                  </a:lnTo>
                  <a:lnTo>
                    <a:pt x="0" y="48158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946909" y="5019770"/>
              <a:ext cx="583565" cy="189865"/>
            </a:xfrm>
            <a:custGeom>
              <a:avLst/>
              <a:gdLst/>
              <a:ahLst/>
              <a:cxnLst/>
              <a:rect l="l" t="t" r="r" b="b"/>
              <a:pathLst>
                <a:path w="583564" h="189864">
                  <a:moveTo>
                    <a:pt x="0" y="189585"/>
                  </a:moveTo>
                  <a:lnTo>
                    <a:pt x="583450" y="0"/>
                  </a:lnTo>
                </a:path>
              </a:pathLst>
            </a:custGeom>
            <a:ln w="38099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2494581" y="4971317"/>
              <a:ext cx="127000" cy="109220"/>
            </a:xfrm>
            <a:custGeom>
              <a:avLst/>
              <a:gdLst/>
              <a:ahLst/>
              <a:cxnLst/>
              <a:rect l="l" t="t" r="r" b="b"/>
              <a:pathLst>
                <a:path w="127000" h="109220">
                  <a:moveTo>
                    <a:pt x="0" y="0"/>
                  </a:moveTo>
                  <a:lnTo>
                    <a:pt x="35331" y="108699"/>
                  </a:lnTo>
                  <a:lnTo>
                    <a:pt x="126377" y="19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946909" y="5889497"/>
              <a:ext cx="568325" cy="169545"/>
            </a:xfrm>
            <a:custGeom>
              <a:avLst/>
              <a:gdLst/>
              <a:ahLst/>
              <a:cxnLst/>
              <a:rect l="l" t="t" r="r" b="b"/>
              <a:pathLst>
                <a:path w="568325" h="169545">
                  <a:moveTo>
                    <a:pt x="0" y="0"/>
                  </a:moveTo>
                  <a:lnTo>
                    <a:pt x="567905" y="169189"/>
                  </a:lnTo>
                </a:path>
              </a:pathLst>
            </a:custGeom>
            <a:ln w="38100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2480238" y="5998474"/>
              <a:ext cx="126364" cy="109855"/>
            </a:xfrm>
            <a:custGeom>
              <a:avLst/>
              <a:gdLst/>
              <a:ahLst/>
              <a:cxnLst/>
              <a:rect l="l" t="t" r="r" b="b"/>
              <a:pathLst>
                <a:path w="126364" h="109854">
                  <a:moveTo>
                    <a:pt x="32638" y="0"/>
                  </a:moveTo>
                  <a:lnTo>
                    <a:pt x="0" y="109537"/>
                  </a:lnTo>
                  <a:lnTo>
                    <a:pt x="125856" y="87414"/>
                  </a:lnTo>
                  <a:lnTo>
                    <a:pt x="32638" y="0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497818" y="4576249"/>
            <a:ext cx="3505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957" sz="1950" spc="-37">
                <a:latin typeface="Cambria Math"/>
                <a:cs typeface="Cambria Math"/>
              </a:rPr>
              <a:t>1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2123075" y="4703639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2099585" y="5972793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4443793" y="4544377"/>
            <a:ext cx="542925" cy="378460"/>
            <a:chOff x="4443793" y="4544377"/>
            <a:chExt cx="542925" cy="378460"/>
          </a:xfrm>
        </p:grpSpPr>
        <p:sp>
          <p:nvSpPr>
            <p:cNvPr id="32" name="object 32" descr=""/>
            <p:cNvSpPr/>
            <p:nvPr/>
          </p:nvSpPr>
          <p:spPr>
            <a:xfrm>
              <a:off x="4448555" y="4549140"/>
              <a:ext cx="533400" cy="368935"/>
            </a:xfrm>
            <a:custGeom>
              <a:avLst/>
              <a:gdLst/>
              <a:ahLst/>
              <a:cxnLst/>
              <a:rect l="l" t="t" r="r" b="b"/>
              <a:pathLst>
                <a:path w="533400" h="368935">
                  <a:moveTo>
                    <a:pt x="533400" y="0"/>
                  </a:moveTo>
                  <a:lnTo>
                    <a:pt x="0" y="0"/>
                  </a:lnTo>
                  <a:lnTo>
                    <a:pt x="0" y="368807"/>
                  </a:lnTo>
                  <a:lnTo>
                    <a:pt x="533400" y="368807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4448555" y="4549140"/>
              <a:ext cx="533400" cy="368935"/>
            </a:xfrm>
            <a:custGeom>
              <a:avLst/>
              <a:gdLst/>
              <a:ahLst/>
              <a:cxnLst/>
              <a:rect l="l" t="t" r="r" b="b"/>
              <a:pathLst>
                <a:path w="533400" h="368935">
                  <a:moveTo>
                    <a:pt x="0" y="0"/>
                  </a:moveTo>
                  <a:lnTo>
                    <a:pt x="533400" y="0"/>
                  </a:lnTo>
                  <a:lnTo>
                    <a:pt x="533400" y="368807"/>
                  </a:lnTo>
                  <a:lnTo>
                    <a:pt x="0" y="36880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" name="object 34" descr=""/>
          <p:cNvGrpSpPr/>
          <p:nvPr/>
        </p:nvGrpSpPr>
        <p:grpSpPr>
          <a:xfrm>
            <a:off x="4528565" y="4495546"/>
            <a:ext cx="2930525" cy="2072005"/>
            <a:chOff x="4528565" y="4495546"/>
            <a:chExt cx="2930525" cy="2072005"/>
          </a:xfrm>
        </p:grpSpPr>
        <p:sp>
          <p:nvSpPr>
            <p:cNvPr id="35" name="object 35" descr=""/>
            <p:cNvSpPr/>
            <p:nvPr/>
          </p:nvSpPr>
          <p:spPr>
            <a:xfrm>
              <a:off x="5009387" y="5061204"/>
              <a:ext cx="954405" cy="963294"/>
            </a:xfrm>
            <a:custGeom>
              <a:avLst/>
              <a:gdLst/>
              <a:ahLst/>
              <a:cxnLst/>
              <a:rect l="l" t="t" r="r" b="b"/>
              <a:pathLst>
                <a:path w="954404" h="963295">
                  <a:moveTo>
                    <a:pt x="477012" y="0"/>
                  </a:moveTo>
                  <a:lnTo>
                    <a:pt x="428239" y="2486"/>
                  </a:lnTo>
                  <a:lnTo>
                    <a:pt x="380876" y="9783"/>
                  </a:lnTo>
                  <a:lnTo>
                    <a:pt x="335162" y="21650"/>
                  </a:lnTo>
                  <a:lnTo>
                    <a:pt x="291336" y="37844"/>
                  </a:lnTo>
                  <a:lnTo>
                    <a:pt x="249638" y="58123"/>
                  </a:lnTo>
                  <a:lnTo>
                    <a:pt x="210309" y="82245"/>
                  </a:lnTo>
                  <a:lnTo>
                    <a:pt x="173587" y="109968"/>
                  </a:lnTo>
                  <a:lnTo>
                    <a:pt x="139712" y="141050"/>
                  </a:lnTo>
                  <a:lnTo>
                    <a:pt x="108925" y="175249"/>
                  </a:lnTo>
                  <a:lnTo>
                    <a:pt x="81465" y="212323"/>
                  </a:lnTo>
                  <a:lnTo>
                    <a:pt x="57572" y="252030"/>
                  </a:lnTo>
                  <a:lnTo>
                    <a:pt x="37485" y="294127"/>
                  </a:lnTo>
                  <a:lnTo>
                    <a:pt x="21445" y="338373"/>
                  </a:lnTo>
                  <a:lnTo>
                    <a:pt x="9691" y="384526"/>
                  </a:lnTo>
                  <a:lnTo>
                    <a:pt x="2462" y="432344"/>
                  </a:lnTo>
                  <a:lnTo>
                    <a:pt x="0" y="481584"/>
                  </a:lnTo>
                  <a:lnTo>
                    <a:pt x="2462" y="530823"/>
                  </a:lnTo>
                  <a:lnTo>
                    <a:pt x="9691" y="578641"/>
                  </a:lnTo>
                  <a:lnTo>
                    <a:pt x="21445" y="624794"/>
                  </a:lnTo>
                  <a:lnTo>
                    <a:pt x="37485" y="669040"/>
                  </a:lnTo>
                  <a:lnTo>
                    <a:pt x="57572" y="711137"/>
                  </a:lnTo>
                  <a:lnTo>
                    <a:pt x="81465" y="750844"/>
                  </a:lnTo>
                  <a:lnTo>
                    <a:pt x="108925" y="787918"/>
                  </a:lnTo>
                  <a:lnTo>
                    <a:pt x="139712" y="822117"/>
                  </a:lnTo>
                  <a:lnTo>
                    <a:pt x="173587" y="853199"/>
                  </a:lnTo>
                  <a:lnTo>
                    <a:pt x="210309" y="880922"/>
                  </a:lnTo>
                  <a:lnTo>
                    <a:pt x="249638" y="905044"/>
                  </a:lnTo>
                  <a:lnTo>
                    <a:pt x="291336" y="925323"/>
                  </a:lnTo>
                  <a:lnTo>
                    <a:pt x="335162" y="941517"/>
                  </a:lnTo>
                  <a:lnTo>
                    <a:pt x="380876" y="953384"/>
                  </a:lnTo>
                  <a:lnTo>
                    <a:pt x="428239" y="960681"/>
                  </a:lnTo>
                  <a:lnTo>
                    <a:pt x="477012" y="963168"/>
                  </a:lnTo>
                  <a:lnTo>
                    <a:pt x="525784" y="960681"/>
                  </a:lnTo>
                  <a:lnTo>
                    <a:pt x="573147" y="953384"/>
                  </a:lnTo>
                  <a:lnTo>
                    <a:pt x="618861" y="941517"/>
                  </a:lnTo>
                  <a:lnTo>
                    <a:pt x="662687" y="925323"/>
                  </a:lnTo>
                  <a:lnTo>
                    <a:pt x="704385" y="905044"/>
                  </a:lnTo>
                  <a:lnTo>
                    <a:pt x="743714" y="880922"/>
                  </a:lnTo>
                  <a:lnTo>
                    <a:pt x="780436" y="853199"/>
                  </a:lnTo>
                  <a:lnTo>
                    <a:pt x="814311" y="822117"/>
                  </a:lnTo>
                  <a:lnTo>
                    <a:pt x="845098" y="787918"/>
                  </a:lnTo>
                  <a:lnTo>
                    <a:pt x="872558" y="750844"/>
                  </a:lnTo>
                  <a:lnTo>
                    <a:pt x="896451" y="711137"/>
                  </a:lnTo>
                  <a:lnTo>
                    <a:pt x="916538" y="669040"/>
                  </a:lnTo>
                  <a:lnTo>
                    <a:pt x="932578" y="624794"/>
                  </a:lnTo>
                  <a:lnTo>
                    <a:pt x="944332" y="578641"/>
                  </a:lnTo>
                  <a:lnTo>
                    <a:pt x="951561" y="530823"/>
                  </a:lnTo>
                  <a:lnTo>
                    <a:pt x="954024" y="481584"/>
                  </a:lnTo>
                  <a:lnTo>
                    <a:pt x="951561" y="432344"/>
                  </a:lnTo>
                  <a:lnTo>
                    <a:pt x="944332" y="384526"/>
                  </a:lnTo>
                  <a:lnTo>
                    <a:pt x="932578" y="338373"/>
                  </a:lnTo>
                  <a:lnTo>
                    <a:pt x="916538" y="294127"/>
                  </a:lnTo>
                  <a:lnTo>
                    <a:pt x="896451" y="252030"/>
                  </a:lnTo>
                  <a:lnTo>
                    <a:pt x="872558" y="212323"/>
                  </a:lnTo>
                  <a:lnTo>
                    <a:pt x="845098" y="175249"/>
                  </a:lnTo>
                  <a:lnTo>
                    <a:pt x="814311" y="141050"/>
                  </a:lnTo>
                  <a:lnTo>
                    <a:pt x="780436" y="109968"/>
                  </a:lnTo>
                  <a:lnTo>
                    <a:pt x="743714" y="82245"/>
                  </a:lnTo>
                  <a:lnTo>
                    <a:pt x="704385" y="58123"/>
                  </a:lnTo>
                  <a:lnTo>
                    <a:pt x="662687" y="37844"/>
                  </a:lnTo>
                  <a:lnTo>
                    <a:pt x="618861" y="21650"/>
                  </a:lnTo>
                  <a:lnTo>
                    <a:pt x="573147" y="9783"/>
                  </a:lnTo>
                  <a:lnTo>
                    <a:pt x="525784" y="2486"/>
                  </a:lnTo>
                  <a:lnTo>
                    <a:pt x="4770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5009387" y="5061204"/>
              <a:ext cx="954405" cy="963294"/>
            </a:xfrm>
            <a:custGeom>
              <a:avLst/>
              <a:gdLst/>
              <a:ahLst/>
              <a:cxnLst/>
              <a:rect l="l" t="t" r="r" b="b"/>
              <a:pathLst>
                <a:path w="954404" h="963295">
                  <a:moveTo>
                    <a:pt x="0" y="481584"/>
                  </a:moveTo>
                  <a:lnTo>
                    <a:pt x="2462" y="432344"/>
                  </a:lnTo>
                  <a:lnTo>
                    <a:pt x="9691" y="384526"/>
                  </a:lnTo>
                  <a:lnTo>
                    <a:pt x="21445" y="338373"/>
                  </a:lnTo>
                  <a:lnTo>
                    <a:pt x="37485" y="294127"/>
                  </a:lnTo>
                  <a:lnTo>
                    <a:pt x="57572" y="252030"/>
                  </a:lnTo>
                  <a:lnTo>
                    <a:pt x="81465" y="212323"/>
                  </a:lnTo>
                  <a:lnTo>
                    <a:pt x="108925" y="175249"/>
                  </a:lnTo>
                  <a:lnTo>
                    <a:pt x="139712" y="141050"/>
                  </a:lnTo>
                  <a:lnTo>
                    <a:pt x="173587" y="109968"/>
                  </a:lnTo>
                  <a:lnTo>
                    <a:pt x="210309" y="82245"/>
                  </a:lnTo>
                  <a:lnTo>
                    <a:pt x="249638" y="58123"/>
                  </a:lnTo>
                  <a:lnTo>
                    <a:pt x="291336" y="37844"/>
                  </a:lnTo>
                  <a:lnTo>
                    <a:pt x="335162" y="21650"/>
                  </a:lnTo>
                  <a:lnTo>
                    <a:pt x="380876" y="9783"/>
                  </a:lnTo>
                  <a:lnTo>
                    <a:pt x="428239" y="2486"/>
                  </a:lnTo>
                  <a:lnTo>
                    <a:pt x="477012" y="0"/>
                  </a:lnTo>
                  <a:lnTo>
                    <a:pt x="525784" y="2486"/>
                  </a:lnTo>
                  <a:lnTo>
                    <a:pt x="573147" y="9783"/>
                  </a:lnTo>
                  <a:lnTo>
                    <a:pt x="618861" y="21650"/>
                  </a:lnTo>
                  <a:lnTo>
                    <a:pt x="662687" y="37844"/>
                  </a:lnTo>
                  <a:lnTo>
                    <a:pt x="704385" y="58123"/>
                  </a:lnTo>
                  <a:lnTo>
                    <a:pt x="743714" y="82245"/>
                  </a:lnTo>
                  <a:lnTo>
                    <a:pt x="780436" y="109968"/>
                  </a:lnTo>
                  <a:lnTo>
                    <a:pt x="814311" y="141050"/>
                  </a:lnTo>
                  <a:lnTo>
                    <a:pt x="845098" y="175249"/>
                  </a:lnTo>
                  <a:lnTo>
                    <a:pt x="872558" y="212323"/>
                  </a:lnTo>
                  <a:lnTo>
                    <a:pt x="896451" y="252030"/>
                  </a:lnTo>
                  <a:lnTo>
                    <a:pt x="916538" y="294127"/>
                  </a:lnTo>
                  <a:lnTo>
                    <a:pt x="932578" y="338373"/>
                  </a:lnTo>
                  <a:lnTo>
                    <a:pt x="944332" y="384526"/>
                  </a:lnTo>
                  <a:lnTo>
                    <a:pt x="951561" y="432344"/>
                  </a:lnTo>
                  <a:lnTo>
                    <a:pt x="954024" y="481584"/>
                  </a:lnTo>
                  <a:lnTo>
                    <a:pt x="951561" y="530823"/>
                  </a:lnTo>
                  <a:lnTo>
                    <a:pt x="944332" y="578641"/>
                  </a:lnTo>
                  <a:lnTo>
                    <a:pt x="932578" y="624794"/>
                  </a:lnTo>
                  <a:lnTo>
                    <a:pt x="916538" y="669040"/>
                  </a:lnTo>
                  <a:lnTo>
                    <a:pt x="896451" y="711137"/>
                  </a:lnTo>
                  <a:lnTo>
                    <a:pt x="872558" y="750844"/>
                  </a:lnTo>
                  <a:lnTo>
                    <a:pt x="845098" y="787918"/>
                  </a:lnTo>
                  <a:lnTo>
                    <a:pt x="814311" y="822117"/>
                  </a:lnTo>
                  <a:lnTo>
                    <a:pt x="780436" y="853199"/>
                  </a:lnTo>
                  <a:lnTo>
                    <a:pt x="743714" y="880922"/>
                  </a:lnTo>
                  <a:lnTo>
                    <a:pt x="704385" y="905044"/>
                  </a:lnTo>
                  <a:lnTo>
                    <a:pt x="662687" y="925323"/>
                  </a:lnTo>
                  <a:lnTo>
                    <a:pt x="618861" y="941517"/>
                  </a:lnTo>
                  <a:lnTo>
                    <a:pt x="573147" y="953384"/>
                  </a:lnTo>
                  <a:lnTo>
                    <a:pt x="525784" y="960681"/>
                  </a:lnTo>
                  <a:lnTo>
                    <a:pt x="477012" y="963168"/>
                  </a:lnTo>
                  <a:lnTo>
                    <a:pt x="428239" y="960681"/>
                  </a:lnTo>
                  <a:lnTo>
                    <a:pt x="380876" y="953384"/>
                  </a:lnTo>
                  <a:lnTo>
                    <a:pt x="335162" y="941517"/>
                  </a:lnTo>
                  <a:lnTo>
                    <a:pt x="291336" y="925323"/>
                  </a:lnTo>
                  <a:lnTo>
                    <a:pt x="249638" y="905044"/>
                  </a:lnTo>
                  <a:lnTo>
                    <a:pt x="210309" y="880922"/>
                  </a:lnTo>
                  <a:lnTo>
                    <a:pt x="173587" y="853199"/>
                  </a:lnTo>
                  <a:lnTo>
                    <a:pt x="139712" y="822117"/>
                  </a:lnTo>
                  <a:lnTo>
                    <a:pt x="108925" y="787918"/>
                  </a:lnTo>
                  <a:lnTo>
                    <a:pt x="81465" y="750844"/>
                  </a:lnTo>
                  <a:lnTo>
                    <a:pt x="57572" y="711137"/>
                  </a:lnTo>
                  <a:lnTo>
                    <a:pt x="37485" y="669040"/>
                  </a:lnTo>
                  <a:lnTo>
                    <a:pt x="21445" y="624794"/>
                  </a:lnTo>
                  <a:lnTo>
                    <a:pt x="9691" y="578641"/>
                  </a:lnTo>
                  <a:lnTo>
                    <a:pt x="2462" y="530823"/>
                  </a:lnTo>
                  <a:lnTo>
                    <a:pt x="0" y="48158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4528565" y="5543550"/>
              <a:ext cx="385445" cy="0"/>
            </a:xfrm>
            <a:custGeom>
              <a:avLst/>
              <a:gdLst/>
              <a:ahLst/>
              <a:cxnLst/>
              <a:rect l="l" t="t" r="r" b="b"/>
              <a:pathLst>
                <a:path w="385445" h="0">
                  <a:moveTo>
                    <a:pt x="0" y="0"/>
                  </a:moveTo>
                  <a:lnTo>
                    <a:pt x="385343" y="0"/>
                  </a:lnTo>
                </a:path>
              </a:pathLst>
            </a:custGeom>
            <a:ln w="38100">
              <a:solidFill>
                <a:srgbClr val="C55A1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4894863" y="548639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6498335" y="4501896"/>
              <a:ext cx="954405" cy="963294"/>
            </a:xfrm>
            <a:custGeom>
              <a:avLst/>
              <a:gdLst/>
              <a:ahLst/>
              <a:cxnLst/>
              <a:rect l="l" t="t" r="r" b="b"/>
              <a:pathLst>
                <a:path w="954404" h="963295">
                  <a:moveTo>
                    <a:pt x="0" y="481583"/>
                  </a:moveTo>
                  <a:lnTo>
                    <a:pt x="2462" y="432344"/>
                  </a:lnTo>
                  <a:lnTo>
                    <a:pt x="9691" y="384526"/>
                  </a:lnTo>
                  <a:lnTo>
                    <a:pt x="21445" y="338373"/>
                  </a:lnTo>
                  <a:lnTo>
                    <a:pt x="37485" y="294127"/>
                  </a:lnTo>
                  <a:lnTo>
                    <a:pt x="57572" y="252030"/>
                  </a:lnTo>
                  <a:lnTo>
                    <a:pt x="81465" y="212323"/>
                  </a:lnTo>
                  <a:lnTo>
                    <a:pt x="108925" y="175249"/>
                  </a:lnTo>
                  <a:lnTo>
                    <a:pt x="139712" y="141050"/>
                  </a:lnTo>
                  <a:lnTo>
                    <a:pt x="173587" y="109968"/>
                  </a:lnTo>
                  <a:lnTo>
                    <a:pt x="210309" y="82245"/>
                  </a:lnTo>
                  <a:lnTo>
                    <a:pt x="249638" y="58123"/>
                  </a:lnTo>
                  <a:lnTo>
                    <a:pt x="291336" y="37844"/>
                  </a:lnTo>
                  <a:lnTo>
                    <a:pt x="335162" y="21650"/>
                  </a:lnTo>
                  <a:lnTo>
                    <a:pt x="380876" y="9783"/>
                  </a:lnTo>
                  <a:lnTo>
                    <a:pt x="428239" y="2486"/>
                  </a:lnTo>
                  <a:lnTo>
                    <a:pt x="477012" y="0"/>
                  </a:lnTo>
                  <a:lnTo>
                    <a:pt x="525784" y="2486"/>
                  </a:lnTo>
                  <a:lnTo>
                    <a:pt x="573147" y="9783"/>
                  </a:lnTo>
                  <a:lnTo>
                    <a:pt x="618861" y="21650"/>
                  </a:lnTo>
                  <a:lnTo>
                    <a:pt x="662687" y="37844"/>
                  </a:lnTo>
                  <a:lnTo>
                    <a:pt x="704385" y="58123"/>
                  </a:lnTo>
                  <a:lnTo>
                    <a:pt x="743714" y="82245"/>
                  </a:lnTo>
                  <a:lnTo>
                    <a:pt x="780436" y="109968"/>
                  </a:lnTo>
                  <a:lnTo>
                    <a:pt x="814311" y="141050"/>
                  </a:lnTo>
                  <a:lnTo>
                    <a:pt x="845098" y="175249"/>
                  </a:lnTo>
                  <a:lnTo>
                    <a:pt x="872558" y="212323"/>
                  </a:lnTo>
                  <a:lnTo>
                    <a:pt x="896451" y="252030"/>
                  </a:lnTo>
                  <a:lnTo>
                    <a:pt x="916538" y="294127"/>
                  </a:lnTo>
                  <a:lnTo>
                    <a:pt x="932578" y="338373"/>
                  </a:lnTo>
                  <a:lnTo>
                    <a:pt x="944332" y="384526"/>
                  </a:lnTo>
                  <a:lnTo>
                    <a:pt x="951561" y="432344"/>
                  </a:lnTo>
                  <a:lnTo>
                    <a:pt x="954024" y="481583"/>
                  </a:lnTo>
                  <a:lnTo>
                    <a:pt x="951561" y="530823"/>
                  </a:lnTo>
                  <a:lnTo>
                    <a:pt x="944332" y="578641"/>
                  </a:lnTo>
                  <a:lnTo>
                    <a:pt x="932578" y="624794"/>
                  </a:lnTo>
                  <a:lnTo>
                    <a:pt x="916538" y="669040"/>
                  </a:lnTo>
                  <a:lnTo>
                    <a:pt x="896451" y="711137"/>
                  </a:lnTo>
                  <a:lnTo>
                    <a:pt x="872558" y="750844"/>
                  </a:lnTo>
                  <a:lnTo>
                    <a:pt x="845098" y="787918"/>
                  </a:lnTo>
                  <a:lnTo>
                    <a:pt x="814311" y="822117"/>
                  </a:lnTo>
                  <a:lnTo>
                    <a:pt x="780436" y="853199"/>
                  </a:lnTo>
                  <a:lnTo>
                    <a:pt x="743714" y="880922"/>
                  </a:lnTo>
                  <a:lnTo>
                    <a:pt x="704385" y="905044"/>
                  </a:lnTo>
                  <a:lnTo>
                    <a:pt x="662687" y="925323"/>
                  </a:lnTo>
                  <a:lnTo>
                    <a:pt x="618861" y="941517"/>
                  </a:lnTo>
                  <a:lnTo>
                    <a:pt x="573147" y="953384"/>
                  </a:lnTo>
                  <a:lnTo>
                    <a:pt x="525784" y="960681"/>
                  </a:lnTo>
                  <a:lnTo>
                    <a:pt x="477012" y="963167"/>
                  </a:lnTo>
                  <a:lnTo>
                    <a:pt x="428239" y="960681"/>
                  </a:lnTo>
                  <a:lnTo>
                    <a:pt x="380876" y="953384"/>
                  </a:lnTo>
                  <a:lnTo>
                    <a:pt x="335162" y="941517"/>
                  </a:lnTo>
                  <a:lnTo>
                    <a:pt x="291336" y="925323"/>
                  </a:lnTo>
                  <a:lnTo>
                    <a:pt x="249638" y="905044"/>
                  </a:lnTo>
                  <a:lnTo>
                    <a:pt x="210309" y="880922"/>
                  </a:lnTo>
                  <a:lnTo>
                    <a:pt x="173587" y="853199"/>
                  </a:lnTo>
                  <a:lnTo>
                    <a:pt x="139712" y="822117"/>
                  </a:lnTo>
                  <a:lnTo>
                    <a:pt x="108925" y="787918"/>
                  </a:lnTo>
                  <a:lnTo>
                    <a:pt x="81465" y="750844"/>
                  </a:lnTo>
                  <a:lnTo>
                    <a:pt x="57572" y="711137"/>
                  </a:lnTo>
                  <a:lnTo>
                    <a:pt x="37485" y="669040"/>
                  </a:lnTo>
                  <a:lnTo>
                    <a:pt x="21445" y="624794"/>
                  </a:lnTo>
                  <a:lnTo>
                    <a:pt x="9691" y="578641"/>
                  </a:lnTo>
                  <a:lnTo>
                    <a:pt x="2462" y="530823"/>
                  </a:lnTo>
                  <a:lnTo>
                    <a:pt x="0" y="48158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6483095" y="5597652"/>
              <a:ext cx="954405" cy="963294"/>
            </a:xfrm>
            <a:custGeom>
              <a:avLst/>
              <a:gdLst/>
              <a:ahLst/>
              <a:cxnLst/>
              <a:rect l="l" t="t" r="r" b="b"/>
              <a:pathLst>
                <a:path w="954404" h="963295">
                  <a:moveTo>
                    <a:pt x="0" y="481584"/>
                  </a:moveTo>
                  <a:lnTo>
                    <a:pt x="2462" y="432344"/>
                  </a:lnTo>
                  <a:lnTo>
                    <a:pt x="9691" y="384526"/>
                  </a:lnTo>
                  <a:lnTo>
                    <a:pt x="21445" y="338373"/>
                  </a:lnTo>
                  <a:lnTo>
                    <a:pt x="37485" y="294127"/>
                  </a:lnTo>
                  <a:lnTo>
                    <a:pt x="57572" y="252030"/>
                  </a:lnTo>
                  <a:lnTo>
                    <a:pt x="81465" y="212323"/>
                  </a:lnTo>
                  <a:lnTo>
                    <a:pt x="108925" y="175249"/>
                  </a:lnTo>
                  <a:lnTo>
                    <a:pt x="139712" y="141050"/>
                  </a:lnTo>
                  <a:lnTo>
                    <a:pt x="173587" y="109968"/>
                  </a:lnTo>
                  <a:lnTo>
                    <a:pt x="210309" y="82245"/>
                  </a:lnTo>
                  <a:lnTo>
                    <a:pt x="249638" y="58123"/>
                  </a:lnTo>
                  <a:lnTo>
                    <a:pt x="291336" y="37844"/>
                  </a:lnTo>
                  <a:lnTo>
                    <a:pt x="335162" y="21650"/>
                  </a:lnTo>
                  <a:lnTo>
                    <a:pt x="380876" y="9783"/>
                  </a:lnTo>
                  <a:lnTo>
                    <a:pt x="428239" y="2486"/>
                  </a:lnTo>
                  <a:lnTo>
                    <a:pt x="477012" y="0"/>
                  </a:lnTo>
                  <a:lnTo>
                    <a:pt x="525784" y="2486"/>
                  </a:lnTo>
                  <a:lnTo>
                    <a:pt x="573147" y="9783"/>
                  </a:lnTo>
                  <a:lnTo>
                    <a:pt x="618861" y="21650"/>
                  </a:lnTo>
                  <a:lnTo>
                    <a:pt x="662687" y="37844"/>
                  </a:lnTo>
                  <a:lnTo>
                    <a:pt x="704385" y="58123"/>
                  </a:lnTo>
                  <a:lnTo>
                    <a:pt x="743714" y="82245"/>
                  </a:lnTo>
                  <a:lnTo>
                    <a:pt x="780436" y="109968"/>
                  </a:lnTo>
                  <a:lnTo>
                    <a:pt x="814311" y="141050"/>
                  </a:lnTo>
                  <a:lnTo>
                    <a:pt x="845098" y="175249"/>
                  </a:lnTo>
                  <a:lnTo>
                    <a:pt x="872558" y="212323"/>
                  </a:lnTo>
                  <a:lnTo>
                    <a:pt x="896451" y="252030"/>
                  </a:lnTo>
                  <a:lnTo>
                    <a:pt x="916538" y="294127"/>
                  </a:lnTo>
                  <a:lnTo>
                    <a:pt x="932578" y="338373"/>
                  </a:lnTo>
                  <a:lnTo>
                    <a:pt x="944332" y="384526"/>
                  </a:lnTo>
                  <a:lnTo>
                    <a:pt x="951561" y="432344"/>
                  </a:lnTo>
                  <a:lnTo>
                    <a:pt x="954024" y="481584"/>
                  </a:lnTo>
                  <a:lnTo>
                    <a:pt x="951561" y="530823"/>
                  </a:lnTo>
                  <a:lnTo>
                    <a:pt x="944332" y="578641"/>
                  </a:lnTo>
                  <a:lnTo>
                    <a:pt x="932578" y="624794"/>
                  </a:lnTo>
                  <a:lnTo>
                    <a:pt x="916538" y="669040"/>
                  </a:lnTo>
                  <a:lnTo>
                    <a:pt x="896451" y="711137"/>
                  </a:lnTo>
                  <a:lnTo>
                    <a:pt x="872558" y="750844"/>
                  </a:lnTo>
                  <a:lnTo>
                    <a:pt x="845098" y="787918"/>
                  </a:lnTo>
                  <a:lnTo>
                    <a:pt x="814311" y="822117"/>
                  </a:lnTo>
                  <a:lnTo>
                    <a:pt x="780436" y="853199"/>
                  </a:lnTo>
                  <a:lnTo>
                    <a:pt x="743714" y="880922"/>
                  </a:lnTo>
                  <a:lnTo>
                    <a:pt x="704385" y="905044"/>
                  </a:lnTo>
                  <a:lnTo>
                    <a:pt x="662687" y="925323"/>
                  </a:lnTo>
                  <a:lnTo>
                    <a:pt x="618861" y="941517"/>
                  </a:lnTo>
                  <a:lnTo>
                    <a:pt x="573147" y="953384"/>
                  </a:lnTo>
                  <a:lnTo>
                    <a:pt x="525784" y="960681"/>
                  </a:lnTo>
                  <a:lnTo>
                    <a:pt x="477012" y="963168"/>
                  </a:lnTo>
                  <a:lnTo>
                    <a:pt x="428239" y="960681"/>
                  </a:lnTo>
                  <a:lnTo>
                    <a:pt x="380876" y="953384"/>
                  </a:lnTo>
                  <a:lnTo>
                    <a:pt x="335162" y="941517"/>
                  </a:lnTo>
                  <a:lnTo>
                    <a:pt x="291336" y="925323"/>
                  </a:lnTo>
                  <a:lnTo>
                    <a:pt x="249638" y="905044"/>
                  </a:lnTo>
                  <a:lnTo>
                    <a:pt x="210309" y="880922"/>
                  </a:lnTo>
                  <a:lnTo>
                    <a:pt x="173587" y="853199"/>
                  </a:lnTo>
                  <a:lnTo>
                    <a:pt x="139712" y="822117"/>
                  </a:lnTo>
                  <a:lnTo>
                    <a:pt x="108925" y="787918"/>
                  </a:lnTo>
                  <a:lnTo>
                    <a:pt x="81465" y="750844"/>
                  </a:lnTo>
                  <a:lnTo>
                    <a:pt x="57572" y="711137"/>
                  </a:lnTo>
                  <a:lnTo>
                    <a:pt x="37485" y="669040"/>
                  </a:lnTo>
                  <a:lnTo>
                    <a:pt x="21445" y="624794"/>
                  </a:lnTo>
                  <a:lnTo>
                    <a:pt x="9691" y="578641"/>
                  </a:lnTo>
                  <a:lnTo>
                    <a:pt x="2462" y="530823"/>
                  </a:lnTo>
                  <a:lnTo>
                    <a:pt x="0" y="48158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5823965" y="5013674"/>
              <a:ext cx="583565" cy="189865"/>
            </a:xfrm>
            <a:custGeom>
              <a:avLst/>
              <a:gdLst/>
              <a:ahLst/>
              <a:cxnLst/>
              <a:rect l="l" t="t" r="r" b="b"/>
              <a:pathLst>
                <a:path w="583564" h="189864">
                  <a:moveTo>
                    <a:pt x="0" y="189585"/>
                  </a:moveTo>
                  <a:lnTo>
                    <a:pt x="583450" y="0"/>
                  </a:lnTo>
                </a:path>
              </a:pathLst>
            </a:custGeom>
            <a:ln w="38099">
              <a:solidFill>
                <a:srgbClr val="C55A1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6371636" y="4965221"/>
              <a:ext cx="127000" cy="109220"/>
            </a:xfrm>
            <a:custGeom>
              <a:avLst/>
              <a:gdLst/>
              <a:ahLst/>
              <a:cxnLst/>
              <a:rect l="l" t="t" r="r" b="b"/>
              <a:pathLst>
                <a:path w="127000" h="109220">
                  <a:moveTo>
                    <a:pt x="0" y="0"/>
                  </a:moveTo>
                  <a:lnTo>
                    <a:pt x="35331" y="108699"/>
                  </a:lnTo>
                  <a:lnTo>
                    <a:pt x="126377" y="19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5823965" y="5883402"/>
              <a:ext cx="568325" cy="169545"/>
            </a:xfrm>
            <a:custGeom>
              <a:avLst/>
              <a:gdLst/>
              <a:ahLst/>
              <a:cxnLst/>
              <a:rect l="l" t="t" r="r" b="b"/>
              <a:pathLst>
                <a:path w="568325" h="169545">
                  <a:moveTo>
                    <a:pt x="0" y="0"/>
                  </a:moveTo>
                  <a:lnTo>
                    <a:pt x="567905" y="169189"/>
                  </a:lnTo>
                </a:path>
              </a:pathLst>
            </a:custGeom>
            <a:ln w="38100">
              <a:solidFill>
                <a:srgbClr val="C55A1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6357294" y="5992378"/>
              <a:ext cx="126364" cy="109855"/>
            </a:xfrm>
            <a:custGeom>
              <a:avLst/>
              <a:gdLst/>
              <a:ahLst/>
              <a:cxnLst/>
              <a:rect l="l" t="t" r="r" b="b"/>
              <a:pathLst>
                <a:path w="126364" h="109854">
                  <a:moveTo>
                    <a:pt x="32638" y="0"/>
                  </a:moveTo>
                  <a:lnTo>
                    <a:pt x="0" y="109537"/>
                  </a:lnTo>
                  <a:lnTo>
                    <a:pt x="125856" y="87414"/>
                  </a:lnTo>
                  <a:lnTo>
                    <a:pt x="32638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 descr=""/>
          <p:cNvSpPr txBox="1"/>
          <p:nvPr/>
        </p:nvSpPr>
        <p:spPr>
          <a:xfrm>
            <a:off x="5998019" y="4772314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5974528" y="5968519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47" name="object 47" descr=""/>
          <p:cNvGrpSpPr/>
          <p:nvPr/>
        </p:nvGrpSpPr>
        <p:grpSpPr>
          <a:xfrm>
            <a:off x="8517445" y="4544377"/>
            <a:ext cx="454659" cy="378460"/>
            <a:chOff x="8517445" y="4544377"/>
            <a:chExt cx="454659" cy="378460"/>
          </a:xfrm>
        </p:grpSpPr>
        <p:sp>
          <p:nvSpPr>
            <p:cNvPr id="48" name="object 48" descr=""/>
            <p:cNvSpPr/>
            <p:nvPr/>
          </p:nvSpPr>
          <p:spPr>
            <a:xfrm>
              <a:off x="8522207" y="4549140"/>
              <a:ext cx="445134" cy="368935"/>
            </a:xfrm>
            <a:custGeom>
              <a:avLst/>
              <a:gdLst/>
              <a:ahLst/>
              <a:cxnLst/>
              <a:rect l="l" t="t" r="r" b="b"/>
              <a:pathLst>
                <a:path w="445134" h="368935">
                  <a:moveTo>
                    <a:pt x="445007" y="0"/>
                  </a:moveTo>
                  <a:lnTo>
                    <a:pt x="0" y="0"/>
                  </a:lnTo>
                  <a:lnTo>
                    <a:pt x="0" y="368807"/>
                  </a:lnTo>
                  <a:lnTo>
                    <a:pt x="445007" y="368807"/>
                  </a:lnTo>
                  <a:lnTo>
                    <a:pt x="44500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8522207" y="4549140"/>
              <a:ext cx="445134" cy="368935"/>
            </a:xfrm>
            <a:custGeom>
              <a:avLst/>
              <a:gdLst/>
              <a:ahLst/>
              <a:cxnLst/>
              <a:rect l="l" t="t" r="r" b="b"/>
              <a:pathLst>
                <a:path w="445134" h="368935">
                  <a:moveTo>
                    <a:pt x="0" y="0"/>
                  </a:moveTo>
                  <a:lnTo>
                    <a:pt x="445007" y="0"/>
                  </a:lnTo>
                  <a:lnTo>
                    <a:pt x="445007" y="368807"/>
                  </a:lnTo>
                  <a:lnTo>
                    <a:pt x="0" y="36880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 descr=""/>
          <p:cNvSpPr txBox="1"/>
          <p:nvPr/>
        </p:nvSpPr>
        <p:spPr>
          <a:xfrm>
            <a:off x="4519881" y="4576249"/>
            <a:ext cx="43573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4124325" algn="l"/>
              </a:tabLst>
            </a:pPr>
            <a:r>
              <a:rPr dirty="0" sz="18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957" sz="1950" spc="-37">
                <a:latin typeface="Cambria Math"/>
                <a:cs typeface="Cambria Math"/>
              </a:rPr>
              <a:t>2</a:t>
            </a:r>
            <a:r>
              <a:rPr dirty="0" baseline="-14957" sz="1950">
                <a:latin typeface="Cambria Math"/>
                <a:cs typeface="Cambria Math"/>
              </a:rPr>
              <a:t>	</a:t>
            </a:r>
            <a:r>
              <a:rPr dirty="0" sz="1800" spc="-5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51" name="object 51" descr=""/>
          <p:cNvGrpSpPr/>
          <p:nvPr/>
        </p:nvGrpSpPr>
        <p:grpSpPr>
          <a:xfrm>
            <a:off x="8522207" y="4289805"/>
            <a:ext cx="2211705" cy="2141220"/>
            <a:chOff x="8522207" y="4289805"/>
            <a:chExt cx="2211705" cy="2141220"/>
          </a:xfrm>
        </p:grpSpPr>
        <p:sp>
          <p:nvSpPr>
            <p:cNvPr id="52" name="object 52" descr=""/>
            <p:cNvSpPr/>
            <p:nvPr/>
          </p:nvSpPr>
          <p:spPr>
            <a:xfrm>
              <a:off x="8967215" y="5076443"/>
              <a:ext cx="955675" cy="962025"/>
            </a:xfrm>
            <a:custGeom>
              <a:avLst/>
              <a:gdLst/>
              <a:ahLst/>
              <a:cxnLst/>
              <a:rect l="l" t="t" r="r" b="b"/>
              <a:pathLst>
                <a:path w="955675" h="962025">
                  <a:moveTo>
                    <a:pt x="477773" y="0"/>
                  </a:moveTo>
                  <a:lnTo>
                    <a:pt x="428924" y="2482"/>
                  </a:lnTo>
                  <a:lnTo>
                    <a:pt x="381485" y="9768"/>
                  </a:lnTo>
                  <a:lnTo>
                    <a:pt x="335698" y="21616"/>
                  </a:lnTo>
                  <a:lnTo>
                    <a:pt x="291802" y="37784"/>
                  </a:lnTo>
                  <a:lnTo>
                    <a:pt x="250038" y="58031"/>
                  </a:lnTo>
                  <a:lnTo>
                    <a:pt x="210645" y="82115"/>
                  </a:lnTo>
                  <a:lnTo>
                    <a:pt x="173865" y="109794"/>
                  </a:lnTo>
                  <a:lnTo>
                    <a:pt x="139936" y="140827"/>
                  </a:lnTo>
                  <a:lnTo>
                    <a:pt x="109100" y="174971"/>
                  </a:lnTo>
                  <a:lnTo>
                    <a:pt x="81596" y="211987"/>
                  </a:lnTo>
                  <a:lnTo>
                    <a:pt x="57664" y="251630"/>
                  </a:lnTo>
                  <a:lnTo>
                    <a:pt x="37545" y="293661"/>
                  </a:lnTo>
                  <a:lnTo>
                    <a:pt x="21479" y="337837"/>
                  </a:lnTo>
                  <a:lnTo>
                    <a:pt x="9706" y="383917"/>
                  </a:lnTo>
                  <a:lnTo>
                    <a:pt x="2466" y="431659"/>
                  </a:lnTo>
                  <a:lnTo>
                    <a:pt x="0" y="480821"/>
                  </a:lnTo>
                  <a:lnTo>
                    <a:pt x="2466" y="529984"/>
                  </a:lnTo>
                  <a:lnTo>
                    <a:pt x="9706" y="577726"/>
                  </a:lnTo>
                  <a:lnTo>
                    <a:pt x="21479" y="623806"/>
                  </a:lnTo>
                  <a:lnTo>
                    <a:pt x="37545" y="667982"/>
                  </a:lnTo>
                  <a:lnTo>
                    <a:pt x="57664" y="710013"/>
                  </a:lnTo>
                  <a:lnTo>
                    <a:pt x="81596" y="749656"/>
                  </a:lnTo>
                  <a:lnTo>
                    <a:pt x="109100" y="786672"/>
                  </a:lnTo>
                  <a:lnTo>
                    <a:pt x="139936" y="820816"/>
                  </a:lnTo>
                  <a:lnTo>
                    <a:pt x="173865" y="851849"/>
                  </a:lnTo>
                  <a:lnTo>
                    <a:pt x="210645" y="879528"/>
                  </a:lnTo>
                  <a:lnTo>
                    <a:pt x="250038" y="903612"/>
                  </a:lnTo>
                  <a:lnTo>
                    <a:pt x="291802" y="923859"/>
                  </a:lnTo>
                  <a:lnTo>
                    <a:pt x="335698" y="940027"/>
                  </a:lnTo>
                  <a:lnTo>
                    <a:pt x="381485" y="951875"/>
                  </a:lnTo>
                  <a:lnTo>
                    <a:pt x="428924" y="959161"/>
                  </a:lnTo>
                  <a:lnTo>
                    <a:pt x="477773" y="961643"/>
                  </a:lnTo>
                  <a:lnTo>
                    <a:pt x="526623" y="959161"/>
                  </a:lnTo>
                  <a:lnTo>
                    <a:pt x="574062" y="951875"/>
                  </a:lnTo>
                  <a:lnTo>
                    <a:pt x="619849" y="940027"/>
                  </a:lnTo>
                  <a:lnTo>
                    <a:pt x="663745" y="923859"/>
                  </a:lnTo>
                  <a:lnTo>
                    <a:pt x="705509" y="903612"/>
                  </a:lnTo>
                  <a:lnTo>
                    <a:pt x="744902" y="879528"/>
                  </a:lnTo>
                  <a:lnTo>
                    <a:pt x="781682" y="851849"/>
                  </a:lnTo>
                  <a:lnTo>
                    <a:pt x="815611" y="820816"/>
                  </a:lnTo>
                  <a:lnTo>
                    <a:pt x="846447" y="786672"/>
                  </a:lnTo>
                  <a:lnTo>
                    <a:pt x="873951" y="749656"/>
                  </a:lnTo>
                  <a:lnTo>
                    <a:pt x="897883" y="710013"/>
                  </a:lnTo>
                  <a:lnTo>
                    <a:pt x="918002" y="667982"/>
                  </a:lnTo>
                  <a:lnTo>
                    <a:pt x="934068" y="623806"/>
                  </a:lnTo>
                  <a:lnTo>
                    <a:pt x="945841" y="577726"/>
                  </a:lnTo>
                  <a:lnTo>
                    <a:pt x="953081" y="529984"/>
                  </a:lnTo>
                  <a:lnTo>
                    <a:pt x="955547" y="480821"/>
                  </a:lnTo>
                  <a:lnTo>
                    <a:pt x="953081" y="431659"/>
                  </a:lnTo>
                  <a:lnTo>
                    <a:pt x="945841" y="383917"/>
                  </a:lnTo>
                  <a:lnTo>
                    <a:pt x="934068" y="337837"/>
                  </a:lnTo>
                  <a:lnTo>
                    <a:pt x="918002" y="293661"/>
                  </a:lnTo>
                  <a:lnTo>
                    <a:pt x="897883" y="251630"/>
                  </a:lnTo>
                  <a:lnTo>
                    <a:pt x="873951" y="211987"/>
                  </a:lnTo>
                  <a:lnTo>
                    <a:pt x="846447" y="174971"/>
                  </a:lnTo>
                  <a:lnTo>
                    <a:pt x="815611" y="140827"/>
                  </a:lnTo>
                  <a:lnTo>
                    <a:pt x="781682" y="109794"/>
                  </a:lnTo>
                  <a:lnTo>
                    <a:pt x="744902" y="82115"/>
                  </a:lnTo>
                  <a:lnTo>
                    <a:pt x="705509" y="58031"/>
                  </a:lnTo>
                  <a:lnTo>
                    <a:pt x="663745" y="37784"/>
                  </a:lnTo>
                  <a:lnTo>
                    <a:pt x="619849" y="21616"/>
                  </a:lnTo>
                  <a:lnTo>
                    <a:pt x="574062" y="9768"/>
                  </a:lnTo>
                  <a:lnTo>
                    <a:pt x="526623" y="2482"/>
                  </a:lnTo>
                  <a:lnTo>
                    <a:pt x="4777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8967215" y="5076443"/>
              <a:ext cx="955675" cy="962025"/>
            </a:xfrm>
            <a:custGeom>
              <a:avLst/>
              <a:gdLst/>
              <a:ahLst/>
              <a:cxnLst/>
              <a:rect l="l" t="t" r="r" b="b"/>
              <a:pathLst>
                <a:path w="955675" h="962025">
                  <a:moveTo>
                    <a:pt x="0" y="480821"/>
                  </a:moveTo>
                  <a:lnTo>
                    <a:pt x="2466" y="431659"/>
                  </a:lnTo>
                  <a:lnTo>
                    <a:pt x="9706" y="383917"/>
                  </a:lnTo>
                  <a:lnTo>
                    <a:pt x="21479" y="337837"/>
                  </a:lnTo>
                  <a:lnTo>
                    <a:pt x="37545" y="293661"/>
                  </a:lnTo>
                  <a:lnTo>
                    <a:pt x="57664" y="251630"/>
                  </a:lnTo>
                  <a:lnTo>
                    <a:pt x="81596" y="211987"/>
                  </a:lnTo>
                  <a:lnTo>
                    <a:pt x="109100" y="174971"/>
                  </a:lnTo>
                  <a:lnTo>
                    <a:pt x="139936" y="140827"/>
                  </a:lnTo>
                  <a:lnTo>
                    <a:pt x="173865" y="109794"/>
                  </a:lnTo>
                  <a:lnTo>
                    <a:pt x="210645" y="82115"/>
                  </a:lnTo>
                  <a:lnTo>
                    <a:pt x="250038" y="58031"/>
                  </a:lnTo>
                  <a:lnTo>
                    <a:pt x="291802" y="37784"/>
                  </a:lnTo>
                  <a:lnTo>
                    <a:pt x="335698" y="21616"/>
                  </a:lnTo>
                  <a:lnTo>
                    <a:pt x="381485" y="9768"/>
                  </a:lnTo>
                  <a:lnTo>
                    <a:pt x="428924" y="2482"/>
                  </a:lnTo>
                  <a:lnTo>
                    <a:pt x="477773" y="0"/>
                  </a:lnTo>
                  <a:lnTo>
                    <a:pt x="526623" y="2482"/>
                  </a:lnTo>
                  <a:lnTo>
                    <a:pt x="574062" y="9768"/>
                  </a:lnTo>
                  <a:lnTo>
                    <a:pt x="619849" y="21616"/>
                  </a:lnTo>
                  <a:lnTo>
                    <a:pt x="663745" y="37784"/>
                  </a:lnTo>
                  <a:lnTo>
                    <a:pt x="705509" y="58031"/>
                  </a:lnTo>
                  <a:lnTo>
                    <a:pt x="744902" y="82115"/>
                  </a:lnTo>
                  <a:lnTo>
                    <a:pt x="781682" y="109794"/>
                  </a:lnTo>
                  <a:lnTo>
                    <a:pt x="815611" y="140827"/>
                  </a:lnTo>
                  <a:lnTo>
                    <a:pt x="846447" y="174971"/>
                  </a:lnTo>
                  <a:lnTo>
                    <a:pt x="873951" y="211987"/>
                  </a:lnTo>
                  <a:lnTo>
                    <a:pt x="897883" y="251630"/>
                  </a:lnTo>
                  <a:lnTo>
                    <a:pt x="918002" y="293661"/>
                  </a:lnTo>
                  <a:lnTo>
                    <a:pt x="934068" y="337837"/>
                  </a:lnTo>
                  <a:lnTo>
                    <a:pt x="945841" y="383917"/>
                  </a:lnTo>
                  <a:lnTo>
                    <a:pt x="953081" y="431659"/>
                  </a:lnTo>
                  <a:lnTo>
                    <a:pt x="955547" y="480821"/>
                  </a:lnTo>
                  <a:lnTo>
                    <a:pt x="953081" y="529984"/>
                  </a:lnTo>
                  <a:lnTo>
                    <a:pt x="945841" y="577726"/>
                  </a:lnTo>
                  <a:lnTo>
                    <a:pt x="934068" y="623806"/>
                  </a:lnTo>
                  <a:lnTo>
                    <a:pt x="918002" y="667982"/>
                  </a:lnTo>
                  <a:lnTo>
                    <a:pt x="897883" y="710013"/>
                  </a:lnTo>
                  <a:lnTo>
                    <a:pt x="873951" y="749656"/>
                  </a:lnTo>
                  <a:lnTo>
                    <a:pt x="846447" y="786672"/>
                  </a:lnTo>
                  <a:lnTo>
                    <a:pt x="815611" y="820816"/>
                  </a:lnTo>
                  <a:lnTo>
                    <a:pt x="781682" y="851849"/>
                  </a:lnTo>
                  <a:lnTo>
                    <a:pt x="744902" y="879528"/>
                  </a:lnTo>
                  <a:lnTo>
                    <a:pt x="705509" y="903612"/>
                  </a:lnTo>
                  <a:lnTo>
                    <a:pt x="663745" y="923859"/>
                  </a:lnTo>
                  <a:lnTo>
                    <a:pt x="619849" y="940027"/>
                  </a:lnTo>
                  <a:lnTo>
                    <a:pt x="574062" y="951875"/>
                  </a:lnTo>
                  <a:lnTo>
                    <a:pt x="526623" y="959161"/>
                  </a:lnTo>
                  <a:lnTo>
                    <a:pt x="477773" y="961643"/>
                  </a:lnTo>
                  <a:lnTo>
                    <a:pt x="428924" y="959161"/>
                  </a:lnTo>
                  <a:lnTo>
                    <a:pt x="381485" y="951875"/>
                  </a:lnTo>
                  <a:lnTo>
                    <a:pt x="335698" y="940027"/>
                  </a:lnTo>
                  <a:lnTo>
                    <a:pt x="291802" y="923859"/>
                  </a:lnTo>
                  <a:lnTo>
                    <a:pt x="250038" y="903612"/>
                  </a:lnTo>
                  <a:lnTo>
                    <a:pt x="210645" y="879528"/>
                  </a:lnTo>
                  <a:lnTo>
                    <a:pt x="173865" y="851849"/>
                  </a:lnTo>
                  <a:lnTo>
                    <a:pt x="139936" y="820816"/>
                  </a:lnTo>
                  <a:lnTo>
                    <a:pt x="109100" y="786672"/>
                  </a:lnTo>
                  <a:lnTo>
                    <a:pt x="81596" y="749656"/>
                  </a:lnTo>
                  <a:lnTo>
                    <a:pt x="57664" y="710013"/>
                  </a:lnTo>
                  <a:lnTo>
                    <a:pt x="37545" y="667982"/>
                  </a:lnTo>
                  <a:lnTo>
                    <a:pt x="21479" y="623806"/>
                  </a:lnTo>
                  <a:lnTo>
                    <a:pt x="9706" y="577726"/>
                  </a:lnTo>
                  <a:lnTo>
                    <a:pt x="2466" y="529984"/>
                  </a:lnTo>
                  <a:lnTo>
                    <a:pt x="0" y="4808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8541257" y="5093969"/>
              <a:ext cx="474345" cy="104139"/>
            </a:xfrm>
            <a:custGeom>
              <a:avLst/>
              <a:gdLst/>
              <a:ahLst/>
              <a:cxnLst/>
              <a:rect l="l" t="t" r="r" b="b"/>
              <a:pathLst>
                <a:path w="474345" h="104139">
                  <a:moveTo>
                    <a:pt x="0" y="0"/>
                  </a:moveTo>
                  <a:lnTo>
                    <a:pt x="474065" y="103682"/>
                  </a:lnTo>
                </a:path>
              </a:pathLst>
            </a:custGeom>
            <a:ln w="38099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8984504" y="5137744"/>
              <a:ext cx="124460" cy="111760"/>
            </a:xfrm>
            <a:custGeom>
              <a:avLst/>
              <a:gdLst/>
              <a:ahLst/>
              <a:cxnLst/>
              <a:rect l="l" t="t" r="r" b="b"/>
              <a:pathLst>
                <a:path w="124459" h="111760">
                  <a:moveTo>
                    <a:pt x="24422" y="0"/>
                  </a:moveTo>
                  <a:lnTo>
                    <a:pt x="0" y="111658"/>
                  </a:lnTo>
                  <a:lnTo>
                    <a:pt x="123875" y="80251"/>
                  </a:lnTo>
                  <a:lnTo>
                    <a:pt x="24422" y="0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0232135" y="4296155"/>
              <a:ext cx="495300" cy="498475"/>
            </a:xfrm>
            <a:custGeom>
              <a:avLst/>
              <a:gdLst/>
              <a:ahLst/>
              <a:cxnLst/>
              <a:rect l="l" t="t" r="r" b="b"/>
              <a:pathLst>
                <a:path w="495300" h="498475">
                  <a:moveTo>
                    <a:pt x="0" y="249174"/>
                  </a:moveTo>
                  <a:lnTo>
                    <a:pt x="5031" y="198956"/>
                  </a:lnTo>
                  <a:lnTo>
                    <a:pt x="19460" y="152183"/>
                  </a:lnTo>
                  <a:lnTo>
                    <a:pt x="42293" y="109857"/>
                  </a:lnTo>
                  <a:lnTo>
                    <a:pt x="72532" y="72980"/>
                  </a:lnTo>
                  <a:lnTo>
                    <a:pt x="109184" y="42554"/>
                  </a:lnTo>
                  <a:lnTo>
                    <a:pt x="151251" y="19581"/>
                  </a:lnTo>
                  <a:lnTo>
                    <a:pt x="197738" y="5062"/>
                  </a:lnTo>
                  <a:lnTo>
                    <a:pt x="247650" y="0"/>
                  </a:lnTo>
                  <a:lnTo>
                    <a:pt x="297561" y="5062"/>
                  </a:lnTo>
                  <a:lnTo>
                    <a:pt x="344048" y="19581"/>
                  </a:lnTo>
                  <a:lnTo>
                    <a:pt x="386115" y="42554"/>
                  </a:lnTo>
                  <a:lnTo>
                    <a:pt x="422767" y="72980"/>
                  </a:lnTo>
                  <a:lnTo>
                    <a:pt x="453006" y="109857"/>
                  </a:lnTo>
                  <a:lnTo>
                    <a:pt x="475839" y="152183"/>
                  </a:lnTo>
                  <a:lnTo>
                    <a:pt x="490268" y="198956"/>
                  </a:lnTo>
                  <a:lnTo>
                    <a:pt x="495300" y="249174"/>
                  </a:lnTo>
                  <a:lnTo>
                    <a:pt x="490268" y="299391"/>
                  </a:lnTo>
                  <a:lnTo>
                    <a:pt x="475839" y="346164"/>
                  </a:lnTo>
                  <a:lnTo>
                    <a:pt x="453006" y="388490"/>
                  </a:lnTo>
                  <a:lnTo>
                    <a:pt x="422767" y="425367"/>
                  </a:lnTo>
                  <a:lnTo>
                    <a:pt x="386115" y="455793"/>
                  </a:lnTo>
                  <a:lnTo>
                    <a:pt x="344048" y="478766"/>
                  </a:lnTo>
                  <a:lnTo>
                    <a:pt x="297561" y="493285"/>
                  </a:lnTo>
                  <a:lnTo>
                    <a:pt x="247650" y="498348"/>
                  </a:lnTo>
                  <a:lnTo>
                    <a:pt x="197738" y="493285"/>
                  </a:lnTo>
                  <a:lnTo>
                    <a:pt x="151251" y="478766"/>
                  </a:lnTo>
                  <a:lnTo>
                    <a:pt x="109184" y="455793"/>
                  </a:lnTo>
                  <a:lnTo>
                    <a:pt x="72532" y="425367"/>
                  </a:lnTo>
                  <a:lnTo>
                    <a:pt x="42293" y="388490"/>
                  </a:lnTo>
                  <a:lnTo>
                    <a:pt x="19460" y="346164"/>
                  </a:lnTo>
                  <a:lnTo>
                    <a:pt x="5031" y="299391"/>
                  </a:lnTo>
                  <a:lnTo>
                    <a:pt x="0" y="24917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9783317" y="4787676"/>
              <a:ext cx="454025" cy="430530"/>
            </a:xfrm>
            <a:custGeom>
              <a:avLst/>
              <a:gdLst/>
              <a:ahLst/>
              <a:cxnLst/>
              <a:rect l="l" t="t" r="r" b="b"/>
              <a:pathLst>
                <a:path w="454025" h="430529">
                  <a:moveTo>
                    <a:pt x="0" y="430250"/>
                  </a:moveTo>
                  <a:lnTo>
                    <a:pt x="453428" y="0"/>
                  </a:lnTo>
                </a:path>
              </a:pathLst>
            </a:custGeom>
            <a:ln w="38100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10183591" y="4722119"/>
              <a:ext cx="122555" cy="120650"/>
            </a:xfrm>
            <a:custGeom>
              <a:avLst/>
              <a:gdLst/>
              <a:ahLst/>
              <a:cxnLst/>
              <a:rect l="l" t="t" r="r" b="b"/>
              <a:pathLst>
                <a:path w="122554" h="120650">
                  <a:moveTo>
                    <a:pt x="122250" y="0"/>
                  </a:moveTo>
                  <a:lnTo>
                    <a:pt x="0" y="37223"/>
                  </a:lnTo>
                  <a:lnTo>
                    <a:pt x="78676" y="120129"/>
                  </a:lnTo>
                  <a:lnTo>
                    <a:pt x="122250" y="0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9783317" y="5898641"/>
              <a:ext cx="833755" cy="484505"/>
            </a:xfrm>
            <a:custGeom>
              <a:avLst/>
              <a:gdLst/>
              <a:ahLst/>
              <a:cxnLst/>
              <a:rect l="l" t="t" r="r" b="b"/>
              <a:pathLst>
                <a:path w="833754" h="484504">
                  <a:moveTo>
                    <a:pt x="0" y="0"/>
                  </a:moveTo>
                  <a:lnTo>
                    <a:pt x="833348" y="484047"/>
                  </a:lnTo>
                </a:path>
              </a:pathLst>
            </a:custGeom>
            <a:ln w="38100">
              <a:solidFill>
                <a:srgbClr val="C55A1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10571489" y="6323699"/>
              <a:ext cx="127635" cy="107314"/>
            </a:xfrm>
            <a:custGeom>
              <a:avLst/>
              <a:gdLst/>
              <a:ahLst/>
              <a:cxnLst/>
              <a:rect l="l" t="t" r="r" b="b"/>
              <a:pathLst>
                <a:path w="127634" h="107314">
                  <a:moveTo>
                    <a:pt x="57416" y="0"/>
                  </a:moveTo>
                  <a:lnTo>
                    <a:pt x="0" y="98831"/>
                  </a:lnTo>
                  <a:lnTo>
                    <a:pt x="127546" y="106832"/>
                  </a:lnTo>
                  <a:lnTo>
                    <a:pt x="57416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 descr=""/>
          <p:cNvSpPr txBox="1"/>
          <p:nvPr/>
        </p:nvSpPr>
        <p:spPr>
          <a:xfrm>
            <a:off x="9781716" y="4670028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9933323" y="5983039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63" name="object 63" descr=""/>
          <p:cNvGrpSpPr/>
          <p:nvPr/>
        </p:nvGrpSpPr>
        <p:grpSpPr>
          <a:xfrm>
            <a:off x="9904476" y="4777485"/>
            <a:ext cx="1543050" cy="1908810"/>
            <a:chOff x="9904476" y="4777485"/>
            <a:chExt cx="1543050" cy="1908810"/>
          </a:xfrm>
        </p:grpSpPr>
        <p:sp>
          <p:nvSpPr>
            <p:cNvPr id="64" name="object 64" descr=""/>
            <p:cNvSpPr/>
            <p:nvPr/>
          </p:nvSpPr>
          <p:spPr>
            <a:xfrm>
              <a:off x="10736580" y="4783835"/>
              <a:ext cx="494030" cy="498475"/>
            </a:xfrm>
            <a:custGeom>
              <a:avLst/>
              <a:gdLst/>
              <a:ahLst/>
              <a:cxnLst/>
              <a:rect l="l" t="t" r="r" b="b"/>
              <a:pathLst>
                <a:path w="494029" h="498475">
                  <a:moveTo>
                    <a:pt x="0" y="249174"/>
                  </a:moveTo>
                  <a:lnTo>
                    <a:pt x="5016" y="198956"/>
                  </a:lnTo>
                  <a:lnTo>
                    <a:pt x="19402" y="152183"/>
                  </a:lnTo>
                  <a:lnTo>
                    <a:pt x="42165" y="109857"/>
                  </a:lnTo>
                  <a:lnTo>
                    <a:pt x="72313" y="72980"/>
                  </a:lnTo>
                  <a:lnTo>
                    <a:pt x="108852" y="42554"/>
                  </a:lnTo>
                  <a:lnTo>
                    <a:pt x="150790" y="19581"/>
                  </a:lnTo>
                  <a:lnTo>
                    <a:pt x="197132" y="5062"/>
                  </a:lnTo>
                  <a:lnTo>
                    <a:pt x="246888" y="0"/>
                  </a:lnTo>
                  <a:lnTo>
                    <a:pt x="296643" y="5062"/>
                  </a:lnTo>
                  <a:lnTo>
                    <a:pt x="342985" y="19581"/>
                  </a:lnTo>
                  <a:lnTo>
                    <a:pt x="384923" y="42554"/>
                  </a:lnTo>
                  <a:lnTo>
                    <a:pt x="421462" y="72980"/>
                  </a:lnTo>
                  <a:lnTo>
                    <a:pt x="451610" y="109857"/>
                  </a:lnTo>
                  <a:lnTo>
                    <a:pt x="474373" y="152183"/>
                  </a:lnTo>
                  <a:lnTo>
                    <a:pt x="488759" y="198956"/>
                  </a:lnTo>
                  <a:lnTo>
                    <a:pt x="493776" y="249174"/>
                  </a:lnTo>
                  <a:lnTo>
                    <a:pt x="488759" y="299391"/>
                  </a:lnTo>
                  <a:lnTo>
                    <a:pt x="474373" y="346164"/>
                  </a:lnTo>
                  <a:lnTo>
                    <a:pt x="451610" y="388490"/>
                  </a:lnTo>
                  <a:lnTo>
                    <a:pt x="421462" y="425367"/>
                  </a:lnTo>
                  <a:lnTo>
                    <a:pt x="384923" y="455793"/>
                  </a:lnTo>
                  <a:lnTo>
                    <a:pt x="342985" y="478766"/>
                  </a:lnTo>
                  <a:lnTo>
                    <a:pt x="296643" y="493285"/>
                  </a:lnTo>
                  <a:lnTo>
                    <a:pt x="246888" y="498348"/>
                  </a:lnTo>
                  <a:lnTo>
                    <a:pt x="197132" y="493285"/>
                  </a:lnTo>
                  <a:lnTo>
                    <a:pt x="150790" y="478766"/>
                  </a:lnTo>
                  <a:lnTo>
                    <a:pt x="108852" y="455793"/>
                  </a:lnTo>
                  <a:lnTo>
                    <a:pt x="72313" y="425367"/>
                  </a:lnTo>
                  <a:lnTo>
                    <a:pt x="42165" y="388490"/>
                  </a:lnTo>
                  <a:lnTo>
                    <a:pt x="19402" y="346164"/>
                  </a:lnTo>
                  <a:lnTo>
                    <a:pt x="5016" y="299391"/>
                  </a:lnTo>
                  <a:lnTo>
                    <a:pt x="0" y="24917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10945368" y="5532119"/>
              <a:ext cx="495300" cy="500380"/>
            </a:xfrm>
            <a:custGeom>
              <a:avLst/>
              <a:gdLst/>
              <a:ahLst/>
              <a:cxnLst/>
              <a:rect l="l" t="t" r="r" b="b"/>
              <a:pathLst>
                <a:path w="495300" h="500379">
                  <a:moveTo>
                    <a:pt x="0" y="249935"/>
                  </a:moveTo>
                  <a:lnTo>
                    <a:pt x="3989" y="205009"/>
                  </a:lnTo>
                  <a:lnTo>
                    <a:pt x="15492" y="162725"/>
                  </a:lnTo>
                  <a:lnTo>
                    <a:pt x="33810" y="123788"/>
                  </a:lnTo>
                  <a:lnTo>
                    <a:pt x="58242" y="88905"/>
                  </a:lnTo>
                  <a:lnTo>
                    <a:pt x="88089" y="58781"/>
                  </a:lnTo>
                  <a:lnTo>
                    <a:pt x="122653" y="34123"/>
                  </a:lnTo>
                  <a:lnTo>
                    <a:pt x="161234" y="15636"/>
                  </a:lnTo>
                  <a:lnTo>
                    <a:pt x="203133" y="4026"/>
                  </a:lnTo>
                  <a:lnTo>
                    <a:pt x="247650" y="0"/>
                  </a:lnTo>
                  <a:lnTo>
                    <a:pt x="292166" y="4026"/>
                  </a:lnTo>
                  <a:lnTo>
                    <a:pt x="334065" y="15636"/>
                  </a:lnTo>
                  <a:lnTo>
                    <a:pt x="372646" y="34123"/>
                  </a:lnTo>
                  <a:lnTo>
                    <a:pt x="407210" y="58781"/>
                  </a:lnTo>
                  <a:lnTo>
                    <a:pt x="437057" y="88905"/>
                  </a:lnTo>
                  <a:lnTo>
                    <a:pt x="461489" y="123788"/>
                  </a:lnTo>
                  <a:lnTo>
                    <a:pt x="479807" y="162725"/>
                  </a:lnTo>
                  <a:lnTo>
                    <a:pt x="491310" y="205009"/>
                  </a:lnTo>
                  <a:lnTo>
                    <a:pt x="495300" y="249935"/>
                  </a:lnTo>
                  <a:lnTo>
                    <a:pt x="491310" y="294862"/>
                  </a:lnTo>
                  <a:lnTo>
                    <a:pt x="479807" y="337146"/>
                  </a:lnTo>
                  <a:lnTo>
                    <a:pt x="461489" y="376083"/>
                  </a:lnTo>
                  <a:lnTo>
                    <a:pt x="437057" y="410966"/>
                  </a:lnTo>
                  <a:lnTo>
                    <a:pt x="407210" y="441090"/>
                  </a:lnTo>
                  <a:lnTo>
                    <a:pt x="372646" y="465748"/>
                  </a:lnTo>
                  <a:lnTo>
                    <a:pt x="334065" y="484235"/>
                  </a:lnTo>
                  <a:lnTo>
                    <a:pt x="292166" y="495845"/>
                  </a:lnTo>
                  <a:lnTo>
                    <a:pt x="247650" y="499871"/>
                  </a:lnTo>
                  <a:lnTo>
                    <a:pt x="203133" y="495845"/>
                  </a:lnTo>
                  <a:lnTo>
                    <a:pt x="161234" y="484235"/>
                  </a:lnTo>
                  <a:lnTo>
                    <a:pt x="122653" y="465748"/>
                  </a:lnTo>
                  <a:lnTo>
                    <a:pt x="88089" y="441090"/>
                  </a:lnTo>
                  <a:lnTo>
                    <a:pt x="58242" y="410966"/>
                  </a:lnTo>
                  <a:lnTo>
                    <a:pt x="33810" y="376083"/>
                  </a:lnTo>
                  <a:lnTo>
                    <a:pt x="15492" y="337146"/>
                  </a:lnTo>
                  <a:lnTo>
                    <a:pt x="3989" y="294862"/>
                  </a:lnTo>
                  <a:lnTo>
                    <a:pt x="0" y="24993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10698480" y="6179819"/>
              <a:ext cx="494030" cy="500380"/>
            </a:xfrm>
            <a:custGeom>
              <a:avLst/>
              <a:gdLst/>
              <a:ahLst/>
              <a:cxnLst/>
              <a:rect l="l" t="t" r="r" b="b"/>
              <a:pathLst>
                <a:path w="494029" h="500379">
                  <a:moveTo>
                    <a:pt x="0" y="249935"/>
                  </a:moveTo>
                  <a:lnTo>
                    <a:pt x="5016" y="199565"/>
                  </a:lnTo>
                  <a:lnTo>
                    <a:pt x="19402" y="152649"/>
                  </a:lnTo>
                  <a:lnTo>
                    <a:pt x="42165" y="110194"/>
                  </a:lnTo>
                  <a:lnTo>
                    <a:pt x="72313" y="73204"/>
                  </a:lnTo>
                  <a:lnTo>
                    <a:pt x="108852" y="42685"/>
                  </a:lnTo>
                  <a:lnTo>
                    <a:pt x="150790" y="19641"/>
                  </a:lnTo>
                  <a:lnTo>
                    <a:pt x="197132" y="5077"/>
                  </a:lnTo>
                  <a:lnTo>
                    <a:pt x="246888" y="0"/>
                  </a:lnTo>
                  <a:lnTo>
                    <a:pt x="296643" y="5077"/>
                  </a:lnTo>
                  <a:lnTo>
                    <a:pt x="342985" y="19641"/>
                  </a:lnTo>
                  <a:lnTo>
                    <a:pt x="384923" y="42685"/>
                  </a:lnTo>
                  <a:lnTo>
                    <a:pt x="421462" y="73204"/>
                  </a:lnTo>
                  <a:lnTo>
                    <a:pt x="451610" y="110194"/>
                  </a:lnTo>
                  <a:lnTo>
                    <a:pt x="474373" y="152649"/>
                  </a:lnTo>
                  <a:lnTo>
                    <a:pt x="488759" y="199565"/>
                  </a:lnTo>
                  <a:lnTo>
                    <a:pt x="493776" y="249935"/>
                  </a:lnTo>
                  <a:lnTo>
                    <a:pt x="488759" y="300306"/>
                  </a:lnTo>
                  <a:lnTo>
                    <a:pt x="474373" y="347222"/>
                  </a:lnTo>
                  <a:lnTo>
                    <a:pt x="451610" y="389677"/>
                  </a:lnTo>
                  <a:lnTo>
                    <a:pt x="421462" y="426667"/>
                  </a:lnTo>
                  <a:lnTo>
                    <a:pt x="384923" y="457186"/>
                  </a:lnTo>
                  <a:lnTo>
                    <a:pt x="342985" y="480230"/>
                  </a:lnTo>
                  <a:lnTo>
                    <a:pt x="296643" y="494794"/>
                  </a:lnTo>
                  <a:lnTo>
                    <a:pt x="246888" y="499871"/>
                  </a:lnTo>
                  <a:lnTo>
                    <a:pt x="197132" y="494794"/>
                  </a:lnTo>
                  <a:lnTo>
                    <a:pt x="150790" y="480230"/>
                  </a:lnTo>
                  <a:lnTo>
                    <a:pt x="108852" y="457186"/>
                  </a:lnTo>
                  <a:lnTo>
                    <a:pt x="72313" y="426667"/>
                  </a:lnTo>
                  <a:lnTo>
                    <a:pt x="42165" y="389677"/>
                  </a:lnTo>
                  <a:lnTo>
                    <a:pt x="19402" y="347222"/>
                  </a:lnTo>
                  <a:lnTo>
                    <a:pt x="5016" y="300306"/>
                  </a:lnTo>
                  <a:lnTo>
                    <a:pt x="0" y="24993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9923526" y="5086114"/>
              <a:ext cx="734060" cy="473075"/>
            </a:xfrm>
            <a:custGeom>
              <a:avLst/>
              <a:gdLst/>
              <a:ahLst/>
              <a:cxnLst/>
              <a:rect l="l" t="t" r="r" b="b"/>
              <a:pathLst>
                <a:path w="734059" h="473075">
                  <a:moveTo>
                    <a:pt x="0" y="472465"/>
                  </a:moveTo>
                  <a:lnTo>
                    <a:pt x="733577" y="0"/>
                  </a:lnTo>
                </a:path>
              </a:pathLst>
            </a:custGeom>
            <a:ln w="38100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10610133" y="5034531"/>
              <a:ext cx="127635" cy="110489"/>
            </a:xfrm>
            <a:custGeom>
              <a:avLst/>
              <a:gdLst/>
              <a:ahLst/>
              <a:cxnLst/>
              <a:rect l="l" t="t" r="r" b="b"/>
              <a:pathLst>
                <a:path w="127634" h="110489">
                  <a:moveTo>
                    <a:pt x="127038" y="0"/>
                  </a:moveTo>
                  <a:lnTo>
                    <a:pt x="0" y="13855"/>
                  </a:lnTo>
                  <a:lnTo>
                    <a:pt x="61899" y="109943"/>
                  </a:lnTo>
                  <a:lnTo>
                    <a:pt x="127038" y="0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9923526" y="5558789"/>
              <a:ext cx="930275" cy="204470"/>
            </a:xfrm>
            <a:custGeom>
              <a:avLst/>
              <a:gdLst/>
              <a:ahLst/>
              <a:cxnLst/>
              <a:rect l="l" t="t" r="r" b="b"/>
              <a:pathLst>
                <a:path w="930275" h="204470">
                  <a:moveTo>
                    <a:pt x="0" y="0"/>
                  </a:moveTo>
                  <a:lnTo>
                    <a:pt x="930236" y="204279"/>
                  </a:lnTo>
                </a:path>
              </a:pathLst>
            </a:custGeom>
            <a:ln w="38100">
              <a:solidFill>
                <a:srgbClr val="C55A1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10822893" y="5703153"/>
              <a:ext cx="124460" cy="111760"/>
            </a:xfrm>
            <a:custGeom>
              <a:avLst/>
              <a:gdLst/>
              <a:ahLst/>
              <a:cxnLst/>
              <a:rect l="l" t="t" r="r" b="b"/>
              <a:pathLst>
                <a:path w="124459" h="111760">
                  <a:moveTo>
                    <a:pt x="24523" y="0"/>
                  </a:moveTo>
                  <a:lnTo>
                    <a:pt x="0" y="111632"/>
                  </a:lnTo>
                  <a:lnTo>
                    <a:pt x="123901" y="80340"/>
                  </a:lnTo>
                  <a:lnTo>
                    <a:pt x="24523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 descr=""/>
          <p:cNvSpPr txBox="1"/>
          <p:nvPr/>
        </p:nvSpPr>
        <p:spPr>
          <a:xfrm>
            <a:off x="10168182" y="4938175"/>
            <a:ext cx="386080" cy="749300"/>
          </a:xfrm>
          <a:prstGeom prst="rect">
            <a:avLst/>
          </a:prstGeom>
        </p:spPr>
        <p:txBody>
          <a:bodyPr wrap="square" lIns="0" tIns="996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  <a:p>
            <a:pPr marL="245110">
              <a:lnSpc>
                <a:spcPct val="100000"/>
              </a:lnSpc>
              <a:spcBef>
                <a:spcPts val="69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72" name="object 72" descr=""/>
          <p:cNvGrpSpPr/>
          <p:nvPr/>
        </p:nvGrpSpPr>
        <p:grpSpPr>
          <a:xfrm>
            <a:off x="8542019" y="5890743"/>
            <a:ext cx="567055" cy="259715"/>
            <a:chOff x="8542019" y="5890743"/>
            <a:chExt cx="567055" cy="259715"/>
          </a:xfrm>
        </p:grpSpPr>
        <p:sp>
          <p:nvSpPr>
            <p:cNvPr id="73" name="object 73" descr=""/>
            <p:cNvSpPr/>
            <p:nvPr/>
          </p:nvSpPr>
          <p:spPr>
            <a:xfrm>
              <a:off x="8561069" y="5935880"/>
              <a:ext cx="460375" cy="195580"/>
            </a:xfrm>
            <a:custGeom>
              <a:avLst/>
              <a:gdLst/>
              <a:ahLst/>
              <a:cxnLst/>
              <a:rect l="l" t="t" r="r" b="b"/>
              <a:pathLst>
                <a:path w="460375" h="195579">
                  <a:moveTo>
                    <a:pt x="0" y="195453"/>
                  </a:moveTo>
                  <a:lnTo>
                    <a:pt x="460070" y="0"/>
                  </a:lnTo>
                </a:path>
              </a:pathLst>
            </a:custGeom>
            <a:ln w="38100">
              <a:solidFill>
                <a:srgbClr val="C55A1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8981261" y="5890743"/>
              <a:ext cx="127635" cy="105410"/>
            </a:xfrm>
            <a:custGeom>
              <a:avLst/>
              <a:gdLst/>
              <a:ahLst/>
              <a:cxnLst/>
              <a:rect l="l" t="t" r="r" b="b"/>
              <a:pathLst>
                <a:path w="127634" h="105410">
                  <a:moveTo>
                    <a:pt x="0" y="0"/>
                  </a:moveTo>
                  <a:lnTo>
                    <a:pt x="44691" y="105194"/>
                  </a:lnTo>
                  <a:lnTo>
                    <a:pt x="127546" y="78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5" name="object 75" descr=""/>
          <p:cNvGrpSpPr/>
          <p:nvPr/>
        </p:nvGrpSpPr>
        <p:grpSpPr>
          <a:xfrm>
            <a:off x="7705090" y="5240787"/>
            <a:ext cx="654685" cy="497840"/>
            <a:chOff x="7705090" y="5240787"/>
            <a:chExt cx="654685" cy="497840"/>
          </a:xfrm>
        </p:grpSpPr>
        <p:sp>
          <p:nvSpPr>
            <p:cNvPr id="76" name="object 76" descr=""/>
            <p:cNvSpPr/>
            <p:nvPr/>
          </p:nvSpPr>
          <p:spPr>
            <a:xfrm>
              <a:off x="7711440" y="5247137"/>
              <a:ext cx="641985" cy="485140"/>
            </a:xfrm>
            <a:custGeom>
              <a:avLst/>
              <a:gdLst/>
              <a:ahLst/>
              <a:cxnLst/>
              <a:rect l="l" t="t" r="r" b="b"/>
              <a:pathLst>
                <a:path w="641984" h="485139">
                  <a:moveTo>
                    <a:pt x="413804" y="0"/>
                  </a:moveTo>
                  <a:lnTo>
                    <a:pt x="413804" y="179209"/>
                  </a:lnTo>
                  <a:lnTo>
                    <a:pt x="0" y="179209"/>
                  </a:lnTo>
                  <a:lnTo>
                    <a:pt x="0" y="305409"/>
                  </a:lnTo>
                  <a:lnTo>
                    <a:pt x="413804" y="305409"/>
                  </a:lnTo>
                  <a:lnTo>
                    <a:pt x="413804" y="484632"/>
                  </a:lnTo>
                  <a:lnTo>
                    <a:pt x="641604" y="242316"/>
                  </a:lnTo>
                  <a:lnTo>
                    <a:pt x="4138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7711440" y="5247137"/>
              <a:ext cx="641985" cy="485140"/>
            </a:xfrm>
            <a:custGeom>
              <a:avLst/>
              <a:gdLst/>
              <a:ahLst/>
              <a:cxnLst/>
              <a:rect l="l" t="t" r="r" b="b"/>
              <a:pathLst>
                <a:path w="641984" h="485139">
                  <a:moveTo>
                    <a:pt x="0" y="179209"/>
                  </a:moveTo>
                  <a:lnTo>
                    <a:pt x="413804" y="179209"/>
                  </a:lnTo>
                  <a:lnTo>
                    <a:pt x="413804" y="0"/>
                  </a:lnTo>
                  <a:lnTo>
                    <a:pt x="641604" y="242316"/>
                  </a:lnTo>
                  <a:lnTo>
                    <a:pt x="413804" y="484632"/>
                  </a:lnTo>
                  <a:lnTo>
                    <a:pt x="413804" y="305409"/>
                  </a:lnTo>
                  <a:lnTo>
                    <a:pt x="0" y="305409"/>
                  </a:lnTo>
                  <a:lnTo>
                    <a:pt x="0" y="17920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463295" y="2740151"/>
            <a:ext cx="11452860" cy="3952240"/>
          </a:xfrm>
          <a:custGeom>
            <a:avLst/>
            <a:gdLst/>
            <a:ahLst/>
            <a:cxnLst/>
            <a:rect l="l" t="t" r="r" b="b"/>
            <a:pathLst>
              <a:path w="11452860" h="3952240">
                <a:moveTo>
                  <a:pt x="11452860" y="0"/>
                </a:moveTo>
                <a:lnTo>
                  <a:pt x="0" y="0"/>
                </a:lnTo>
                <a:lnTo>
                  <a:pt x="0" y="3951732"/>
                </a:lnTo>
                <a:lnTo>
                  <a:pt x="11452860" y="3951732"/>
                </a:lnTo>
                <a:lnTo>
                  <a:pt x="11452860" y="0"/>
                </a:lnTo>
                <a:close/>
              </a:path>
            </a:pathLst>
          </a:custGeom>
          <a:solidFill>
            <a:srgbClr val="FAE4D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0" y="0"/>
            <a:ext cx="12192000" cy="998219"/>
            <a:chOff x="0" y="0"/>
            <a:chExt cx="12192000" cy="998219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998220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Closure</a:t>
            </a:r>
            <a:r>
              <a:rPr dirty="0" spc="-170"/>
              <a:t> </a:t>
            </a:r>
            <a:r>
              <a:rPr dirty="0" spc="-20"/>
              <a:t>Properties</a:t>
            </a:r>
            <a:r>
              <a:rPr dirty="0" spc="-160"/>
              <a:t> </a:t>
            </a:r>
            <a:r>
              <a:rPr dirty="0"/>
              <a:t>for</a:t>
            </a:r>
            <a:r>
              <a:rPr dirty="0" spc="-165"/>
              <a:t> </a:t>
            </a:r>
            <a:r>
              <a:rPr dirty="0" spc="-45"/>
              <a:t>RegEx</a:t>
            </a:r>
            <a:r>
              <a:rPr dirty="0" spc="-160"/>
              <a:t> </a:t>
            </a:r>
            <a:r>
              <a:rPr dirty="0"/>
              <a:t>-</a:t>
            </a:r>
            <a:r>
              <a:rPr dirty="0" spc="-140"/>
              <a:t> </a:t>
            </a:r>
            <a:r>
              <a:rPr dirty="0" spc="-10"/>
              <a:t>Union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584372" y="1347923"/>
            <a:ext cx="110959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1619250" algn="l"/>
                <a:tab pos="8469630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Theorem:</a:t>
            </a:r>
            <a:r>
              <a:rPr dirty="0" sz="2800">
                <a:latin typeface="Franklin Gothic Medium"/>
                <a:cs typeface="Franklin Gothic Medium"/>
              </a:rPr>
              <a:t>	If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2</a:t>
            </a:r>
            <a:r>
              <a:rPr dirty="0" baseline="-16260" sz="3075" spc="480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are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3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languages,</a:t>
            </a:r>
            <a:r>
              <a:rPr dirty="0" sz="2800" spc="-3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so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baseline="-16260" sz="3075" spc="345"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800" spc="-4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800" spc="-2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 spc="-37">
                <a:latin typeface="Cambria Math"/>
                <a:cs typeface="Cambria Math"/>
              </a:rPr>
              <a:t>2</a:t>
            </a:r>
            <a:r>
              <a:rPr dirty="0" baseline="-16260" sz="3075">
                <a:latin typeface="Cambria Math"/>
                <a:cs typeface="Cambria Math"/>
              </a:rPr>
              <a:t>	</a:t>
            </a:r>
            <a:r>
              <a:rPr dirty="0" sz="2800">
                <a:latin typeface="Franklin Gothic Medium"/>
                <a:cs typeface="Franklin Gothic Medium"/>
              </a:rPr>
              <a:t>(closure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under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800" spc="-25">
                <a:latin typeface="Franklin Gothic Medium"/>
                <a:cs typeface="Franklin Gothic Medium"/>
              </a:rPr>
              <a:t>)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935479" y="2107692"/>
            <a:ext cx="7774305" cy="5232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2540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00"/>
              </a:spcBef>
            </a:pPr>
            <a:r>
              <a:rPr dirty="0" sz="2800">
                <a:latin typeface="Calibri"/>
                <a:cs typeface="Calibri"/>
              </a:rPr>
              <a:t>How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make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machine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800" spc="5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Calibri"/>
                <a:cs typeface="Calibri"/>
              </a:rPr>
              <a:t>simulate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baseline="-16260" sz="3075" spc="337">
                <a:latin typeface="Cambria Math"/>
                <a:cs typeface="Cambria Math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6260" sz="3075" spc="-37">
                <a:latin typeface="Cambria Math"/>
                <a:cs typeface="Cambria Math"/>
              </a:rPr>
              <a:t>2</a:t>
            </a:r>
            <a:r>
              <a:rPr dirty="0" sz="2800" spc="-25">
                <a:latin typeface="Calibri"/>
                <a:cs typeface="Calibri"/>
              </a:rPr>
              <a:t>?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1830323" y="4768626"/>
            <a:ext cx="2350770" cy="1633220"/>
            <a:chOff x="1830323" y="4768626"/>
            <a:chExt cx="2350770" cy="1633220"/>
          </a:xfrm>
        </p:grpSpPr>
        <p:sp>
          <p:nvSpPr>
            <p:cNvPr id="11" name="object 11" descr=""/>
            <p:cNvSpPr/>
            <p:nvPr/>
          </p:nvSpPr>
          <p:spPr>
            <a:xfrm>
              <a:off x="2276855" y="5076443"/>
              <a:ext cx="954405" cy="962025"/>
            </a:xfrm>
            <a:custGeom>
              <a:avLst/>
              <a:gdLst/>
              <a:ahLst/>
              <a:cxnLst/>
              <a:rect l="l" t="t" r="r" b="b"/>
              <a:pathLst>
                <a:path w="954405" h="962025">
                  <a:moveTo>
                    <a:pt x="477012" y="0"/>
                  </a:moveTo>
                  <a:lnTo>
                    <a:pt x="428239" y="2482"/>
                  </a:lnTo>
                  <a:lnTo>
                    <a:pt x="380876" y="9768"/>
                  </a:lnTo>
                  <a:lnTo>
                    <a:pt x="335162" y="21616"/>
                  </a:lnTo>
                  <a:lnTo>
                    <a:pt x="291336" y="37784"/>
                  </a:lnTo>
                  <a:lnTo>
                    <a:pt x="249638" y="58031"/>
                  </a:lnTo>
                  <a:lnTo>
                    <a:pt x="210309" y="82115"/>
                  </a:lnTo>
                  <a:lnTo>
                    <a:pt x="173587" y="109794"/>
                  </a:lnTo>
                  <a:lnTo>
                    <a:pt x="139712" y="140827"/>
                  </a:lnTo>
                  <a:lnTo>
                    <a:pt x="108925" y="174971"/>
                  </a:lnTo>
                  <a:lnTo>
                    <a:pt x="81465" y="211987"/>
                  </a:lnTo>
                  <a:lnTo>
                    <a:pt x="57572" y="251630"/>
                  </a:lnTo>
                  <a:lnTo>
                    <a:pt x="37485" y="293661"/>
                  </a:lnTo>
                  <a:lnTo>
                    <a:pt x="21445" y="337837"/>
                  </a:lnTo>
                  <a:lnTo>
                    <a:pt x="9691" y="383917"/>
                  </a:lnTo>
                  <a:lnTo>
                    <a:pt x="2462" y="431659"/>
                  </a:lnTo>
                  <a:lnTo>
                    <a:pt x="0" y="480821"/>
                  </a:lnTo>
                  <a:lnTo>
                    <a:pt x="2462" y="529984"/>
                  </a:lnTo>
                  <a:lnTo>
                    <a:pt x="9691" y="577726"/>
                  </a:lnTo>
                  <a:lnTo>
                    <a:pt x="21445" y="623806"/>
                  </a:lnTo>
                  <a:lnTo>
                    <a:pt x="37485" y="667982"/>
                  </a:lnTo>
                  <a:lnTo>
                    <a:pt x="57572" y="710013"/>
                  </a:lnTo>
                  <a:lnTo>
                    <a:pt x="81465" y="749656"/>
                  </a:lnTo>
                  <a:lnTo>
                    <a:pt x="108925" y="786672"/>
                  </a:lnTo>
                  <a:lnTo>
                    <a:pt x="139712" y="820816"/>
                  </a:lnTo>
                  <a:lnTo>
                    <a:pt x="173587" y="851849"/>
                  </a:lnTo>
                  <a:lnTo>
                    <a:pt x="210309" y="879528"/>
                  </a:lnTo>
                  <a:lnTo>
                    <a:pt x="249638" y="903612"/>
                  </a:lnTo>
                  <a:lnTo>
                    <a:pt x="291336" y="923859"/>
                  </a:lnTo>
                  <a:lnTo>
                    <a:pt x="335162" y="940027"/>
                  </a:lnTo>
                  <a:lnTo>
                    <a:pt x="380876" y="951875"/>
                  </a:lnTo>
                  <a:lnTo>
                    <a:pt x="428239" y="959161"/>
                  </a:lnTo>
                  <a:lnTo>
                    <a:pt x="477012" y="961643"/>
                  </a:lnTo>
                  <a:lnTo>
                    <a:pt x="525784" y="959161"/>
                  </a:lnTo>
                  <a:lnTo>
                    <a:pt x="573147" y="951875"/>
                  </a:lnTo>
                  <a:lnTo>
                    <a:pt x="618861" y="940027"/>
                  </a:lnTo>
                  <a:lnTo>
                    <a:pt x="662687" y="923859"/>
                  </a:lnTo>
                  <a:lnTo>
                    <a:pt x="704385" y="903612"/>
                  </a:lnTo>
                  <a:lnTo>
                    <a:pt x="743714" y="879528"/>
                  </a:lnTo>
                  <a:lnTo>
                    <a:pt x="780436" y="851849"/>
                  </a:lnTo>
                  <a:lnTo>
                    <a:pt x="814311" y="820816"/>
                  </a:lnTo>
                  <a:lnTo>
                    <a:pt x="845098" y="786672"/>
                  </a:lnTo>
                  <a:lnTo>
                    <a:pt x="872558" y="749656"/>
                  </a:lnTo>
                  <a:lnTo>
                    <a:pt x="896451" y="710013"/>
                  </a:lnTo>
                  <a:lnTo>
                    <a:pt x="916538" y="667982"/>
                  </a:lnTo>
                  <a:lnTo>
                    <a:pt x="932578" y="623806"/>
                  </a:lnTo>
                  <a:lnTo>
                    <a:pt x="944332" y="577726"/>
                  </a:lnTo>
                  <a:lnTo>
                    <a:pt x="951561" y="529984"/>
                  </a:lnTo>
                  <a:lnTo>
                    <a:pt x="954024" y="480821"/>
                  </a:lnTo>
                  <a:lnTo>
                    <a:pt x="951561" y="431659"/>
                  </a:lnTo>
                  <a:lnTo>
                    <a:pt x="944332" y="383917"/>
                  </a:lnTo>
                  <a:lnTo>
                    <a:pt x="932578" y="337837"/>
                  </a:lnTo>
                  <a:lnTo>
                    <a:pt x="916538" y="293661"/>
                  </a:lnTo>
                  <a:lnTo>
                    <a:pt x="896451" y="251630"/>
                  </a:lnTo>
                  <a:lnTo>
                    <a:pt x="872558" y="211987"/>
                  </a:lnTo>
                  <a:lnTo>
                    <a:pt x="845098" y="174971"/>
                  </a:lnTo>
                  <a:lnTo>
                    <a:pt x="814311" y="140827"/>
                  </a:lnTo>
                  <a:lnTo>
                    <a:pt x="780436" y="109794"/>
                  </a:lnTo>
                  <a:lnTo>
                    <a:pt x="743714" y="82115"/>
                  </a:lnTo>
                  <a:lnTo>
                    <a:pt x="704385" y="58031"/>
                  </a:lnTo>
                  <a:lnTo>
                    <a:pt x="662687" y="37784"/>
                  </a:lnTo>
                  <a:lnTo>
                    <a:pt x="618861" y="21616"/>
                  </a:lnTo>
                  <a:lnTo>
                    <a:pt x="573147" y="9768"/>
                  </a:lnTo>
                  <a:lnTo>
                    <a:pt x="525784" y="2482"/>
                  </a:lnTo>
                  <a:lnTo>
                    <a:pt x="4770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276855" y="5076443"/>
              <a:ext cx="954405" cy="962025"/>
            </a:xfrm>
            <a:custGeom>
              <a:avLst/>
              <a:gdLst/>
              <a:ahLst/>
              <a:cxnLst/>
              <a:rect l="l" t="t" r="r" b="b"/>
              <a:pathLst>
                <a:path w="954405" h="962025">
                  <a:moveTo>
                    <a:pt x="0" y="480821"/>
                  </a:moveTo>
                  <a:lnTo>
                    <a:pt x="2462" y="431659"/>
                  </a:lnTo>
                  <a:lnTo>
                    <a:pt x="9691" y="383917"/>
                  </a:lnTo>
                  <a:lnTo>
                    <a:pt x="21445" y="337837"/>
                  </a:lnTo>
                  <a:lnTo>
                    <a:pt x="37485" y="293661"/>
                  </a:lnTo>
                  <a:lnTo>
                    <a:pt x="57572" y="251630"/>
                  </a:lnTo>
                  <a:lnTo>
                    <a:pt x="81465" y="211987"/>
                  </a:lnTo>
                  <a:lnTo>
                    <a:pt x="108925" y="174971"/>
                  </a:lnTo>
                  <a:lnTo>
                    <a:pt x="139712" y="140827"/>
                  </a:lnTo>
                  <a:lnTo>
                    <a:pt x="173587" y="109794"/>
                  </a:lnTo>
                  <a:lnTo>
                    <a:pt x="210309" y="82115"/>
                  </a:lnTo>
                  <a:lnTo>
                    <a:pt x="249638" y="58031"/>
                  </a:lnTo>
                  <a:lnTo>
                    <a:pt x="291336" y="37784"/>
                  </a:lnTo>
                  <a:lnTo>
                    <a:pt x="335162" y="21616"/>
                  </a:lnTo>
                  <a:lnTo>
                    <a:pt x="380876" y="9768"/>
                  </a:lnTo>
                  <a:lnTo>
                    <a:pt x="428239" y="2482"/>
                  </a:lnTo>
                  <a:lnTo>
                    <a:pt x="477012" y="0"/>
                  </a:lnTo>
                  <a:lnTo>
                    <a:pt x="525784" y="2482"/>
                  </a:lnTo>
                  <a:lnTo>
                    <a:pt x="573147" y="9768"/>
                  </a:lnTo>
                  <a:lnTo>
                    <a:pt x="618861" y="21616"/>
                  </a:lnTo>
                  <a:lnTo>
                    <a:pt x="662687" y="37784"/>
                  </a:lnTo>
                  <a:lnTo>
                    <a:pt x="704385" y="58031"/>
                  </a:lnTo>
                  <a:lnTo>
                    <a:pt x="743714" y="82115"/>
                  </a:lnTo>
                  <a:lnTo>
                    <a:pt x="780436" y="109794"/>
                  </a:lnTo>
                  <a:lnTo>
                    <a:pt x="814311" y="140827"/>
                  </a:lnTo>
                  <a:lnTo>
                    <a:pt x="845098" y="174971"/>
                  </a:lnTo>
                  <a:lnTo>
                    <a:pt x="872558" y="211987"/>
                  </a:lnTo>
                  <a:lnTo>
                    <a:pt x="896451" y="251630"/>
                  </a:lnTo>
                  <a:lnTo>
                    <a:pt x="916538" y="293661"/>
                  </a:lnTo>
                  <a:lnTo>
                    <a:pt x="932578" y="337837"/>
                  </a:lnTo>
                  <a:lnTo>
                    <a:pt x="944332" y="383917"/>
                  </a:lnTo>
                  <a:lnTo>
                    <a:pt x="951561" y="431659"/>
                  </a:lnTo>
                  <a:lnTo>
                    <a:pt x="954024" y="480821"/>
                  </a:lnTo>
                  <a:lnTo>
                    <a:pt x="951561" y="529984"/>
                  </a:lnTo>
                  <a:lnTo>
                    <a:pt x="944332" y="577726"/>
                  </a:lnTo>
                  <a:lnTo>
                    <a:pt x="932578" y="623806"/>
                  </a:lnTo>
                  <a:lnTo>
                    <a:pt x="916538" y="667982"/>
                  </a:lnTo>
                  <a:lnTo>
                    <a:pt x="896451" y="710013"/>
                  </a:lnTo>
                  <a:lnTo>
                    <a:pt x="872558" y="749656"/>
                  </a:lnTo>
                  <a:lnTo>
                    <a:pt x="845098" y="786672"/>
                  </a:lnTo>
                  <a:lnTo>
                    <a:pt x="814311" y="820816"/>
                  </a:lnTo>
                  <a:lnTo>
                    <a:pt x="780436" y="851849"/>
                  </a:lnTo>
                  <a:lnTo>
                    <a:pt x="743714" y="879528"/>
                  </a:lnTo>
                  <a:lnTo>
                    <a:pt x="704385" y="903612"/>
                  </a:lnTo>
                  <a:lnTo>
                    <a:pt x="662687" y="923859"/>
                  </a:lnTo>
                  <a:lnTo>
                    <a:pt x="618861" y="940027"/>
                  </a:lnTo>
                  <a:lnTo>
                    <a:pt x="573147" y="951875"/>
                  </a:lnTo>
                  <a:lnTo>
                    <a:pt x="525784" y="959161"/>
                  </a:lnTo>
                  <a:lnTo>
                    <a:pt x="477012" y="961643"/>
                  </a:lnTo>
                  <a:lnTo>
                    <a:pt x="428239" y="959161"/>
                  </a:lnTo>
                  <a:lnTo>
                    <a:pt x="380876" y="951875"/>
                  </a:lnTo>
                  <a:lnTo>
                    <a:pt x="335162" y="940027"/>
                  </a:lnTo>
                  <a:lnTo>
                    <a:pt x="291336" y="923859"/>
                  </a:lnTo>
                  <a:lnTo>
                    <a:pt x="249638" y="903612"/>
                  </a:lnTo>
                  <a:lnTo>
                    <a:pt x="210309" y="879528"/>
                  </a:lnTo>
                  <a:lnTo>
                    <a:pt x="173587" y="851849"/>
                  </a:lnTo>
                  <a:lnTo>
                    <a:pt x="139712" y="820816"/>
                  </a:lnTo>
                  <a:lnTo>
                    <a:pt x="108925" y="786672"/>
                  </a:lnTo>
                  <a:lnTo>
                    <a:pt x="81465" y="749656"/>
                  </a:lnTo>
                  <a:lnTo>
                    <a:pt x="57572" y="710013"/>
                  </a:lnTo>
                  <a:lnTo>
                    <a:pt x="37485" y="667982"/>
                  </a:lnTo>
                  <a:lnTo>
                    <a:pt x="21445" y="623806"/>
                  </a:lnTo>
                  <a:lnTo>
                    <a:pt x="9691" y="577726"/>
                  </a:lnTo>
                  <a:lnTo>
                    <a:pt x="2462" y="529984"/>
                  </a:lnTo>
                  <a:lnTo>
                    <a:pt x="0" y="4808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849373" y="5093969"/>
              <a:ext cx="474345" cy="104139"/>
            </a:xfrm>
            <a:custGeom>
              <a:avLst/>
              <a:gdLst/>
              <a:ahLst/>
              <a:cxnLst/>
              <a:rect l="l" t="t" r="r" b="b"/>
              <a:pathLst>
                <a:path w="474344" h="104139">
                  <a:moveTo>
                    <a:pt x="0" y="0"/>
                  </a:moveTo>
                  <a:lnTo>
                    <a:pt x="474065" y="103682"/>
                  </a:lnTo>
                </a:path>
              </a:pathLst>
            </a:custGeom>
            <a:ln w="38099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091433" y="4787676"/>
              <a:ext cx="454025" cy="430530"/>
            </a:xfrm>
            <a:custGeom>
              <a:avLst/>
              <a:gdLst/>
              <a:ahLst/>
              <a:cxnLst/>
              <a:rect l="l" t="t" r="r" b="b"/>
              <a:pathLst>
                <a:path w="454025" h="430529">
                  <a:moveTo>
                    <a:pt x="0" y="430250"/>
                  </a:moveTo>
                  <a:lnTo>
                    <a:pt x="453428" y="0"/>
                  </a:lnTo>
                </a:path>
              </a:pathLst>
            </a:custGeom>
            <a:ln w="38100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091433" y="5898641"/>
              <a:ext cx="833755" cy="484505"/>
            </a:xfrm>
            <a:custGeom>
              <a:avLst/>
              <a:gdLst/>
              <a:ahLst/>
              <a:cxnLst/>
              <a:rect l="l" t="t" r="r" b="b"/>
              <a:pathLst>
                <a:path w="833754" h="484504">
                  <a:moveTo>
                    <a:pt x="0" y="0"/>
                  </a:moveTo>
                  <a:lnTo>
                    <a:pt x="833348" y="484047"/>
                  </a:lnTo>
                </a:path>
              </a:pathLst>
            </a:custGeom>
            <a:ln w="38100">
              <a:solidFill>
                <a:srgbClr val="C55A1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231641" y="5086114"/>
              <a:ext cx="734060" cy="473075"/>
            </a:xfrm>
            <a:custGeom>
              <a:avLst/>
              <a:gdLst/>
              <a:ahLst/>
              <a:cxnLst/>
              <a:rect l="l" t="t" r="r" b="b"/>
              <a:pathLst>
                <a:path w="734060" h="473075">
                  <a:moveTo>
                    <a:pt x="0" y="472465"/>
                  </a:moveTo>
                  <a:lnTo>
                    <a:pt x="733577" y="0"/>
                  </a:lnTo>
                </a:path>
              </a:pathLst>
            </a:custGeom>
            <a:ln w="38100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231641" y="5558789"/>
              <a:ext cx="930275" cy="204470"/>
            </a:xfrm>
            <a:custGeom>
              <a:avLst/>
              <a:gdLst/>
              <a:ahLst/>
              <a:cxnLst/>
              <a:rect l="l" t="t" r="r" b="b"/>
              <a:pathLst>
                <a:path w="930275" h="204470">
                  <a:moveTo>
                    <a:pt x="0" y="0"/>
                  </a:moveTo>
                  <a:lnTo>
                    <a:pt x="930236" y="204279"/>
                  </a:lnTo>
                </a:path>
              </a:pathLst>
            </a:custGeom>
            <a:ln w="38100">
              <a:solidFill>
                <a:srgbClr val="C55A1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/>
          <p:nvPr/>
        </p:nvSpPr>
        <p:spPr>
          <a:xfrm>
            <a:off x="5417820" y="4721351"/>
            <a:ext cx="6213475" cy="1656714"/>
          </a:xfrm>
          <a:custGeom>
            <a:avLst/>
            <a:gdLst/>
            <a:ahLst/>
            <a:cxnLst/>
            <a:rect l="l" t="t" r="r" b="b"/>
            <a:pathLst>
              <a:path w="6213475" h="1656714">
                <a:moveTo>
                  <a:pt x="6213335" y="0"/>
                </a:moveTo>
                <a:lnTo>
                  <a:pt x="6096" y="0"/>
                </a:lnTo>
                <a:lnTo>
                  <a:pt x="6096" y="455676"/>
                </a:lnTo>
                <a:lnTo>
                  <a:pt x="0" y="455676"/>
                </a:lnTo>
                <a:lnTo>
                  <a:pt x="0" y="1656588"/>
                </a:lnTo>
                <a:lnTo>
                  <a:pt x="6207252" y="1656588"/>
                </a:lnTo>
                <a:lnTo>
                  <a:pt x="6207252" y="461772"/>
                </a:lnTo>
                <a:lnTo>
                  <a:pt x="6213335" y="461772"/>
                </a:lnTo>
                <a:lnTo>
                  <a:pt x="6213335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9" name="object 19" descr=""/>
          <p:cNvGraphicFramePr>
            <a:graphicFrameLocks noGrp="1"/>
          </p:cNvGraphicFramePr>
          <p:nvPr/>
        </p:nvGraphicFramePr>
        <p:xfrm>
          <a:off x="456945" y="2733801"/>
          <a:ext cx="11541760" cy="39516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610"/>
                <a:gridCol w="7464425"/>
                <a:gridCol w="3933190"/>
              </a:tblGrid>
              <a:tr h="522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2E528F"/>
                      </a:solidFill>
                      <a:prstDash val="solid"/>
                    </a:lnL>
                    <a:lnT w="12700">
                      <a:solidFill>
                        <a:srgbClr val="2E528F"/>
                      </a:solidFill>
                      <a:prstDash val="solid"/>
                    </a:lnT>
                    <a:solidFill>
                      <a:srgbClr val="FAE4D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2800" spc="-40">
                          <a:latin typeface="Franklin Gothic Medium"/>
                          <a:cs typeface="Franklin Gothic Medium"/>
                        </a:rPr>
                        <a:t>Tentative</a:t>
                      </a:r>
                      <a:r>
                        <a:rPr dirty="0" sz="2800" spc="-9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800" spc="-35">
                          <a:latin typeface="Franklin Gothic Medium"/>
                          <a:cs typeface="Franklin Gothic Medium"/>
                        </a:rPr>
                        <a:t>Approach:</a:t>
                      </a:r>
                      <a:r>
                        <a:rPr dirty="0" sz="2800" spc="-9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800" spc="-30">
                          <a:latin typeface="Franklin Gothic Medium"/>
                          <a:cs typeface="Franklin Gothic Medium"/>
                        </a:rPr>
                        <a:t>Combine</a:t>
                      </a:r>
                      <a:r>
                        <a:rPr dirty="0" sz="2800" spc="-11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800">
                          <a:latin typeface="Franklin Gothic Medium"/>
                          <a:cs typeface="Franklin Gothic Medium"/>
                        </a:rPr>
                        <a:t>the</a:t>
                      </a:r>
                      <a:r>
                        <a:rPr dirty="0" sz="2800" spc="-105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800" spc="-10">
                          <a:latin typeface="Franklin Gothic Medium"/>
                          <a:cs typeface="Franklin Gothic Medium"/>
                        </a:rPr>
                        <a:t>machines</a:t>
                      </a:r>
                      <a:endParaRPr sz="2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34290">
                    <a:lnT w="12700">
                      <a:solidFill>
                        <a:srgbClr val="2E528F"/>
                      </a:solidFill>
                      <a:prstDash val="solid"/>
                    </a:lnT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2E528F"/>
                      </a:solidFill>
                      <a:prstDash val="solid"/>
                    </a:lnR>
                    <a:lnT w="12700">
                      <a:solidFill>
                        <a:srgbClr val="2E528F"/>
                      </a:solidFill>
                      <a:prstDash val="solid"/>
                    </a:lnT>
                    <a:solidFill>
                      <a:srgbClr val="FAE4D5"/>
                    </a:solidFill>
                  </a:tcPr>
                </a:tc>
              </a:tr>
              <a:tr h="3429000">
                <a:tc gridSpan="3">
                  <a:txBody>
                    <a:bodyPr/>
                    <a:lstStyle/>
                    <a:p>
                      <a:pPr marL="42164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2800">
                          <a:latin typeface="Franklin Gothic Medium"/>
                          <a:cs typeface="Franklin Gothic Medium"/>
                        </a:rPr>
                        <a:t>First</a:t>
                      </a:r>
                      <a:r>
                        <a:rPr dirty="0" sz="2800" spc="-8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800" spc="-40">
                          <a:latin typeface="Franklin Gothic Medium"/>
                          <a:cs typeface="Franklin Gothic Medium"/>
                        </a:rPr>
                        <a:t>simulate</a:t>
                      </a:r>
                      <a:r>
                        <a:rPr dirty="0" sz="2800" spc="-95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800">
                          <a:solidFill>
                            <a:srgbClr val="6F2F9F"/>
                          </a:solidFill>
                          <a:latin typeface="Cambria Math"/>
                          <a:cs typeface="Cambria Math"/>
                        </a:rPr>
                        <a:t>𝑀</a:t>
                      </a:r>
                      <a:r>
                        <a:rPr dirty="0" baseline="-16260" sz="3075">
                          <a:latin typeface="Cambria Math"/>
                          <a:cs typeface="Cambria Math"/>
                        </a:rPr>
                        <a:t>1</a:t>
                      </a:r>
                      <a:r>
                        <a:rPr dirty="0" baseline="-16260" sz="3075" spc="397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2800">
                          <a:latin typeface="Franklin Gothic Medium"/>
                          <a:cs typeface="Franklin Gothic Medium"/>
                        </a:rPr>
                        <a:t>on</a:t>
                      </a:r>
                      <a:r>
                        <a:rPr dirty="0" sz="2800" spc="-10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800">
                          <a:latin typeface="Franklin Gothic Medium"/>
                          <a:cs typeface="Franklin Gothic Medium"/>
                        </a:rPr>
                        <a:t>the</a:t>
                      </a:r>
                      <a:r>
                        <a:rPr dirty="0" sz="2800" spc="-10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800">
                          <a:latin typeface="Franklin Gothic Medium"/>
                          <a:cs typeface="Franklin Gothic Medium"/>
                        </a:rPr>
                        <a:t>input</a:t>
                      </a:r>
                      <a:r>
                        <a:rPr dirty="0" sz="2800" spc="-95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800">
                          <a:latin typeface="Franklin Gothic Medium"/>
                          <a:cs typeface="Franklin Gothic Medium"/>
                        </a:rPr>
                        <a:t>and</a:t>
                      </a:r>
                      <a:r>
                        <a:rPr dirty="0" sz="2800" spc="-95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800">
                          <a:latin typeface="Franklin Gothic Medium"/>
                          <a:cs typeface="Franklin Gothic Medium"/>
                        </a:rPr>
                        <a:t>then</a:t>
                      </a:r>
                      <a:r>
                        <a:rPr dirty="0" sz="2800" spc="-10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800" spc="-40">
                          <a:latin typeface="Franklin Gothic Medium"/>
                          <a:cs typeface="Franklin Gothic Medium"/>
                        </a:rPr>
                        <a:t>simulate</a:t>
                      </a:r>
                      <a:r>
                        <a:rPr dirty="0" sz="2800" spc="-9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800">
                          <a:solidFill>
                            <a:srgbClr val="6F2F9F"/>
                          </a:solidFill>
                          <a:latin typeface="Cambria Math"/>
                          <a:cs typeface="Cambria Math"/>
                        </a:rPr>
                        <a:t>𝑀</a:t>
                      </a:r>
                      <a:r>
                        <a:rPr dirty="0" baseline="-16260" sz="3075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dirty="0" baseline="-16260" sz="3075" spc="39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2800">
                          <a:latin typeface="Franklin Gothic Medium"/>
                          <a:cs typeface="Franklin Gothic Medium"/>
                        </a:rPr>
                        <a:t>on</a:t>
                      </a:r>
                      <a:r>
                        <a:rPr dirty="0" sz="2800" spc="-11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800">
                          <a:latin typeface="Franklin Gothic Medium"/>
                          <a:cs typeface="Franklin Gothic Medium"/>
                        </a:rPr>
                        <a:t>the</a:t>
                      </a:r>
                      <a:r>
                        <a:rPr dirty="0" sz="2800" spc="-10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800" spc="-10">
                          <a:latin typeface="Franklin Gothic Medium"/>
                          <a:cs typeface="Franklin Gothic Medium"/>
                        </a:rPr>
                        <a:t>input.</a:t>
                      </a:r>
                      <a:endParaRPr sz="2800">
                        <a:latin typeface="Franklin Gothic Medium"/>
                        <a:cs typeface="Franklin Gothic Medium"/>
                      </a:endParaRPr>
                    </a:p>
                    <a:p>
                      <a:pPr marL="85026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2800">
                          <a:latin typeface="Franklin Gothic Medium"/>
                          <a:cs typeface="Franklin Gothic Medium"/>
                        </a:rPr>
                        <a:t>If</a:t>
                      </a:r>
                      <a:r>
                        <a:rPr dirty="0" sz="2800" spc="-125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800">
                          <a:latin typeface="Franklin Gothic Medium"/>
                          <a:cs typeface="Franklin Gothic Medium"/>
                        </a:rPr>
                        <a:t>either</a:t>
                      </a:r>
                      <a:r>
                        <a:rPr dirty="0" sz="2800" spc="-9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800">
                          <a:solidFill>
                            <a:srgbClr val="6F2F9F"/>
                          </a:solidFill>
                          <a:latin typeface="Cambria Math"/>
                          <a:cs typeface="Cambria Math"/>
                        </a:rPr>
                        <a:t>𝑀</a:t>
                      </a:r>
                      <a:r>
                        <a:rPr dirty="0" baseline="-16260" sz="3075">
                          <a:latin typeface="Cambria Math"/>
                          <a:cs typeface="Cambria Math"/>
                        </a:rPr>
                        <a:t>1</a:t>
                      </a:r>
                      <a:r>
                        <a:rPr dirty="0" baseline="-16260" sz="3075" spc="367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2800">
                          <a:latin typeface="Franklin Gothic Medium"/>
                          <a:cs typeface="Franklin Gothic Medium"/>
                        </a:rPr>
                        <a:t>or</a:t>
                      </a:r>
                      <a:r>
                        <a:rPr dirty="0" sz="2800" spc="-125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800">
                          <a:solidFill>
                            <a:srgbClr val="6F2F9F"/>
                          </a:solidFill>
                          <a:latin typeface="Cambria Math"/>
                          <a:cs typeface="Cambria Math"/>
                        </a:rPr>
                        <a:t>𝑀</a:t>
                      </a:r>
                      <a:r>
                        <a:rPr dirty="0" baseline="-16260" sz="3075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dirty="0" baseline="-16260" sz="3075" spc="382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2800">
                          <a:latin typeface="Franklin Gothic Medium"/>
                          <a:cs typeface="Franklin Gothic Medium"/>
                        </a:rPr>
                        <a:t>accept</a:t>
                      </a:r>
                      <a:r>
                        <a:rPr dirty="0" sz="2800" spc="-12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800">
                          <a:latin typeface="Franklin Gothic Medium"/>
                          <a:cs typeface="Franklin Gothic Medium"/>
                        </a:rPr>
                        <a:t>the</a:t>
                      </a:r>
                      <a:r>
                        <a:rPr dirty="0" sz="2800" spc="-12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800">
                          <a:latin typeface="Franklin Gothic Medium"/>
                          <a:cs typeface="Franklin Gothic Medium"/>
                        </a:rPr>
                        <a:t>input,</a:t>
                      </a:r>
                      <a:r>
                        <a:rPr dirty="0" sz="2800" spc="-10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800">
                          <a:solidFill>
                            <a:srgbClr val="6F2F9F"/>
                          </a:solidFill>
                          <a:latin typeface="Cambria Math"/>
                          <a:cs typeface="Cambria Math"/>
                        </a:rPr>
                        <a:t>𝑀</a:t>
                      </a:r>
                      <a:r>
                        <a:rPr dirty="0" sz="2800" spc="30">
                          <a:solidFill>
                            <a:srgbClr val="6F2F9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2800">
                          <a:latin typeface="Franklin Gothic Medium"/>
                          <a:cs typeface="Franklin Gothic Medium"/>
                        </a:rPr>
                        <a:t>accepts</a:t>
                      </a:r>
                      <a:r>
                        <a:rPr dirty="0" sz="2800" spc="-114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800">
                          <a:latin typeface="Franklin Gothic Medium"/>
                          <a:cs typeface="Franklin Gothic Medium"/>
                        </a:rPr>
                        <a:t>the</a:t>
                      </a:r>
                      <a:r>
                        <a:rPr dirty="0" sz="2800" spc="-114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800" spc="-10">
                          <a:latin typeface="Franklin Gothic Medium"/>
                          <a:cs typeface="Franklin Gothic Medium"/>
                        </a:rPr>
                        <a:t>input</a:t>
                      </a:r>
                      <a:endParaRPr sz="2800">
                        <a:latin typeface="Franklin Gothic Medium"/>
                        <a:cs typeface="Franklin Gothic Medium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algn="ctr" marL="655955">
                        <a:lnSpc>
                          <a:spcPts val="2545"/>
                        </a:lnSpc>
                        <a:spcBef>
                          <a:spcPts val="5"/>
                        </a:spcBef>
                        <a:tabLst>
                          <a:tab pos="1805939" algn="l"/>
                          <a:tab pos="4217670" algn="l"/>
                        </a:tabLst>
                      </a:pPr>
                      <a:r>
                        <a:rPr dirty="0" baseline="60185" sz="2700" spc="-75">
                          <a:solidFill>
                            <a:srgbClr val="6F2F9F"/>
                          </a:solidFill>
                          <a:latin typeface="Cambria Math"/>
                          <a:cs typeface="Cambria Math"/>
                        </a:rPr>
                        <a:t>𝑀</a:t>
                      </a:r>
                      <a:r>
                        <a:rPr dirty="0" baseline="60185" sz="2700">
                          <a:solidFill>
                            <a:srgbClr val="6F2F9F"/>
                          </a:solidFill>
                          <a:latin typeface="Cambria Math"/>
                          <a:cs typeface="Cambria Math"/>
                        </a:rPr>
                        <a:t>	</a:t>
                      </a:r>
                      <a:r>
                        <a:rPr dirty="0" baseline="37037" sz="2700" spc="-75">
                          <a:latin typeface="Cambria Math"/>
                          <a:cs typeface="Cambria Math"/>
                        </a:rPr>
                        <a:t>𝑎</a:t>
                      </a:r>
                      <a:r>
                        <a:rPr dirty="0" baseline="37037" sz="2700">
                          <a:latin typeface="Cambria Math"/>
                          <a:cs typeface="Cambria Math"/>
                        </a:rPr>
                        <a:t>	</a:t>
                      </a:r>
                      <a:r>
                        <a:rPr dirty="0" sz="2400">
                          <a:latin typeface="Franklin Gothic Medium"/>
                          <a:cs typeface="Franklin Gothic Medium"/>
                        </a:rPr>
                        <a:t>But</a:t>
                      </a:r>
                      <a:r>
                        <a:rPr dirty="0" sz="2400" spc="-10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400">
                          <a:latin typeface="Franklin Gothic Medium"/>
                          <a:cs typeface="Franklin Gothic Medium"/>
                        </a:rPr>
                        <a:t>we</a:t>
                      </a:r>
                      <a:r>
                        <a:rPr dirty="0" sz="2400" spc="-105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400" spc="-10">
                          <a:latin typeface="Franklin Gothic Medium"/>
                          <a:cs typeface="Franklin Gothic Medium"/>
                        </a:rPr>
                        <a:t>must</a:t>
                      </a:r>
                      <a:r>
                        <a:rPr dirty="0" sz="2400" spc="-10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400">
                          <a:latin typeface="Franklin Gothic Medium"/>
                          <a:cs typeface="Franklin Gothic Medium"/>
                        </a:rPr>
                        <a:t>be</a:t>
                      </a:r>
                      <a:r>
                        <a:rPr dirty="0" sz="2400" spc="-105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400" spc="-10">
                          <a:latin typeface="Franklin Gothic Medium"/>
                          <a:cs typeface="Franklin Gothic Medium"/>
                        </a:rPr>
                        <a:t>careful</a:t>
                      </a:r>
                      <a:r>
                        <a:rPr dirty="0" sz="2400" spc="-105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400">
                          <a:latin typeface="Franklin Gothic Medium"/>
                          <a:cs typeface="Franklin Gothic Medium"/>
                        </a:rPr>
                        <a:t>here!</a:t>
                      </a:r>
                      <a:r>
                        <a:rPr dirty="0" sz="2400" spc="-9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400">
                          <a:latin typeface="Franklin Gothic Medium"/>
                          <a:cs typeface="Franklin Gothic Medium"/>
                        </a:rPr>
                        <a:t>Not</a:t>
                      </a:r>
                      <a:r>
                        <a:rPr dirty="0" sz="2400" spc="-95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400" spc="-10">
                          <a:latin typeface="Franklin Gothic Medium"/>
                          <a:cs typeface="Franklin Gothic Medium"/>
                        </a:rPr>
                        <a:t>valid</a:t>
                      </a:r>
                      <a:r>
                        <a:rPr dirty="0" sz="2400" spc="-11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400" spc="-20">
                          <a:latin typeface="Franklin Gothic Medium"/>
                          <a:cs typeface="Franklin Gothic Medium"/>
                        </a:rPr>
                        <a:t>DFA!</a:t>
                      </a:r>
                      <a:endParaRPr sz="2400">
                        <a:latin typeface="Franklin Gothic Medium"/>
                        <a:cs typeface="Franklin Gothic Medium"/>
                      </a:endParaRPr>
                    </a:p>
                    <a:p>
                      <a:pPr marL="3026410">
                        <a:lnSpc>
                          <a:spcPts val="1435"/>
                        </a:lnSpc>
                      </a:pPr>
                      <a:r>
                        <a:rPr dirty="0" sz="1800" spc="-50">
                          <a:latin typeface="Cambria Math"/>
                          <a:cs typeface="Cambria Math"/>
                        </a:rPr>
                        <a:t>𝑏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  <a:p>
                      <a:pPr algn="r" marR="501650">
                        <a:lnSpc>
                          <a:spcPts val="2490"/>
                        </a:lnSpc>
                        <a:tabLst>
                          <a:tab pos="1786255" algn="l"/>
                        </a:tabLst>
                      </a:pPr>
                      <a:r>
                        <a:rPr dirty="0" baseline="-26234" sz="2700" spc="-75">
                          <a:latin typeface="Cambria Math"/>
                          <a:cs typeface="Cambria Math"/>
                        </a:rPr>
                        <a:t>𝑎</a:t>
                      </a:r>
                      <a:r>
                        <a:rPr dirty="0" baseline="-26234" sz="2700">
                          <a:latin typeface="Cambria Math"/>
                          <a:cs typeface="Cambria Math"/>
                        </a:rPr>
                        <a:t>	</a:t>
                      </a:r>
                      <a:r>
                        <a:rPr dirty="0" sz="2400">
                          <a:latin typeface="Franklin Gothic Medium"/>
                          <a:cs typeface="Franklin Gothic Medium"/>
                        </a:rPr>
                        <a:t>Once</a:t>
                      </a:r>
                      <a:r>
                        <a:rPr dirty="0" sz="2400" spc="-95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400">
                          <a:latin typeface="Franklin Gothic Medium"/>
                          <a:cs typeface="Franklin Gothic Medium"/>
                        </a:rPr>
                        <a:t>the</a:t>
                      </a:r>
                      <a:r>
                        <a:rPr dirty="0" sz="2400" spc="-95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400" spc="-25">
                          <a:latin typeface="Franklin Gothic Medium"/>
                          <a:cs typeface="Franklin Gothic Medium"/>
                        </a:rPr>
                        <a:t>symbols</a:t>
                      </a:r>
                      <a:r>
                        <a:rPr dirty="0" sz="2400" spc="-9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400">
                          <a:latin typeface="Franklin Gothic Medium"/>
                          <a:cs typeface="Franklin Gothic Medium"/>
                        </a:rPr>
                        <a:t>of</a:t>
                      </a:r>
                      <a:r>
                        <a:rPr dirty="0" sz="2400" spc="-9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400">
                          <a:latin typeface="Franklin Gothic Medium"/>
                          <a:cs typeface="Franklin Gothic Medium"/>
                        </a:rPr>
                        <a:t>the</a:t>
                      </a:r>
                      <a:r>
                        <a:rPr dirty="0" sz="2400" spc="-95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400">
                          <a:latin typeface="Franklin Gothic Medium"/>
                          <a:cs typeface="Franklin Gothic Medium"/>
                        </a:rPr>
                        <a:t>input</a:t>
                      </a:r>
                      <a:r>
                        <a:rPr dirty="0" sz="2400" spc="-75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400" spc="-10">
                          <a:latin typeface="Franklin Gothic Medium"/>
                          <a:cs typeface="Franklin Gothic Medium"/>
                        </a:rPr>
                        <a:t>have</a:t>
                      </a:r>
                      <a:r>
                        <a:rPr dirty="0" sz="2400" spc="-95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400">
                          <a:latin typeface="Franklin Gothic Medium"/>
                          <a:cs typeface="Franklin Gothic Medium"/>
                        </a:rPr>
                        <a:t>been</a:t>
                      </a:r>
                      <a:r>
                        <a:rPr dirty="0" sz="2400" spc="-85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400" spc="-20">
                          <a:latin typeface="Franklin Gothic Medium"/>
                          <a:cs typeface="Franklin Gothic Medium"/>
                        </a:rPr>
                        <a:t>read</a:t>
                      </a:r>
                      <a:endParaRPr sz="2400">
                        <a:latin typeface="Franklin Gothic Medium"/>
                        <a:cs typeface="Franklin Gothic Medium"/>
                      </a:endParaRPr>
                    </a:p>
                    <a:p>
                      <a:pPr algn="r" marR="476250">
                        <a:lnSpc>
                          <a:spcPct val="100000"/>
                        </a:lnSpc>
                      </a:pPr>
                      <a:r>
                        <a:rPr dirty="0" sz="2400">
                          <a:latin typeface="Franklin Gothic Medium"/>
                          <a:cs typeface="Franklin Gothic Medium"/>
                        </a:rPr>
                        <a:t>and</a:t>
                      </a:r>
                      <a:r>
                        <a:rPr dirty="0" sz="2400" spc="-8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400">
                          <a:latin typeface="Franklin Gothic Medium"/>
                          <a:cs typeface="Franklin Gothic Medium"/>
                        </a:rPr>
                        <a:t>used</a:t>
                      </a:r>
                      <a:r>
                        <a:rPr dirty="0" sz="2400" spc="-85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400">
                          <a:latin typeface="Franklin Gothic Medium"/>
                          <a:cs typeface="Franklin Gothic Medium"/>
                        </a:rPr>
                        <a:t>to</a:t>
                      </a:r>
                      <a:r>
                        <a:rPr dirty="0" sz="2400" spc="-75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400" spc="-35">
                          <a:latin typeface="Franklin Gothic Medium"/>
                          <a:cs typeface="Franklin Gothic Medium"/>
                        </a:rPr>
                        <a:t>simulate</a:t>
                      </a:r>
                      <a:r>
                        <a:rPr dirty="0" sz="2400" spc="-95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400">
                          <a:solidFill>
                            <a:srgbClr val="6F2F9F"/>
                          </a:solidFill>
                          <a:latin typeface="Cambria Math"/>
                          <a:cs typeface="Cambria Math"/>
                        </a:rPr>
                        <a:t>𝑀</a:t>
                      </a:r>
                      <a:r>
                        <a:rPr dirty="0" baseline="-15873" sz="2625">
                          <a:latin typeface="Cambria Math"/>
                          <a:cs typeface="Cambria Math"/>
                        </a:rPr>
                        <a:t>1</a:t>
                      </a:r>
                      <a:r>
                        <a:rPr dirty="0" sz="2400">
                          <a:latin typeface="Franklin Gothic Medium"/>
                          <a:cs typeface="Franklin Gothic Medium"/>
                        </a:rPr>
                        <a:t>,</a:t>
                      </a:r>
                      <a:r>
                        <a:rPr dirty="0" sz="2400" spc="-75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400">
                          <a:latin typeface="Franklin Gothic Medium"/>
                          <a:cs typeface="Franklin Gothic Medium"/>
                        </a:rPr>
                        <a:t>we</a:t>
                      </a:r>
                      <a:r>
                        <a:rPr dirty="0" sz="2400" spc="-7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400">
                          <a:latin typeface="Franklin Gothic Medium"/>
                          <a:cs typeface="Franklin Gothic Medium"/>
                        </a:rPr>
                        <a:t>can’t</a:t>
                      </a:r>
                      <a:r>
                        <a:rPr dirty="0" sz="2400" spc="-85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400" spc="-10">
                          <a:latin typeface="Franklin Gothic Medium"/>
                          <a:cs typeface="Franklin Gothic Medium"/>
                        </a:rPr>
                        <a:t>“rewind</a:t>
                      </a:r>
                      <a:r>
                        <a:rPr dirty="0" sz="2400" spc="-75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400" spc="-25">
                          <a:latin typeface="Franklin Gothic Medium"/>
                          <a:cs typeface="Franklin Gothic Medium"/>
                        </a:rPr>
                        <a:t>the</a:t>
                      </a:r>
                      <a:endParaRPr sz="2400">
                        <a:latin typeface="Franklin Gothic Medium"/>
                        <a:cs typeface="Franklin Gothic Medium"/>
                      </a:endParaRPr>
                    </a:p>
                    <a:p>
                      <a:pPr algn="ctr" marL="737870">
                        <a:lnSpc>
                          <a:spcPct val="100000"/>
                        </a:lnSpc>
                        <a:tabLst>
                          <a:tab pos="2992120" algn="l"/>
                        </a:tabLst>
                      </a:pPr>
                      <a:r>
                        <a:rPr dirty="0" baseline="6172" sz="2700" spc="-75">
                          <a:latin typeface="Cambria Math"/>
                          <a:cs typeface="Cambria Math"/>
                        </a:rPr>
                        <a:t>𝑏</a:t>
                      </a:r>
                      <a:r>
                        <a:rPr dirty="0" baseline="6172" sz="2700">
                          <a:latin typeface="Cambria Math"/>
                          <a:cs typeface="Cambria Math"/>
                        </a:rPr>
                        <a:t>	</a:t>
                      </a:r>
                      <a:r>
                        <a:rPr dirty="0" sz="2400">
                          <a:latin typeface="Franklin Gothic Medium"/>
                          <a:cs typeface="Franklin Gothic Medium"/>
                        </a:rPr>
                        <a:t>input”</a:t>
                      </a:r>
                      <a:r>
                        <a:rPr dirty="0" sz="2400" spc="-75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400">
                          <a:latin typeface="Franklin Gothic Medium"/>
                          <a:cs typeface="Franklin Gothic Medium"/>
                        </a:rPr>
                        <a:t>to</a:t>
                      </a:r>
                      <a:r>
                        <a:rPr dirty="0" sz="2400" spc="-7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400">
                          <a:latin typeface="Franklin Gothic Medium"/>
                          <a:cs typeface="Franklin Gothic Medium"/>
                        </a:rPr>
                        <a:t>try</a:t>
                      </a:r>
                      <a:r>
                        <a:rPr dirty="0" sz="2400" spc="-80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400">
                          <a:latin typeface="Franklin Gothic Medium"/>
                          <a:cs typeface="Franklin Gothic Medium"/>
                        </a:rPr>
                        <a:t>the</a:t>
                      </a:r>
                      <a:r>
                        <a:rPr dirty="0" sz="2400" spc="-75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400" spc="-30">
                          <a:latin typeface="Franklin Gothic Medium"/>
                          <a:cs typeface="Franklin Gothic Medium"/>
                        </a:rPr>
                        <a:t>simulation</a:t>
                      </a:r>
                      <a:r>
                        <a:rPr dirty="0" sz="2400" spc="-75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400">
                          <a:latin typeface="Franklin Gothic Medium"/>
                          <a:cs typeface="Franklin Gothic Medium"/>
                        </a:rPr>
                        <a:t>on</a:t>
                      </a:r>
                      <a:r>
                        <a:rPr dirty="0" sz="2400" spc="-75"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400" spc="-25">
                          <a:solidFill>
                            <a:srgbClr val="6F2F9F"/>
                          </a:solidFill>
                          <a:latin typeface="Cambria Math"/>
                          <a:cs typeface="Cambria Math"/>
                        </a:rPr>
                        <a:t>𝑀</a:t>
                      </a:r>
                      <a:r>
                        <a:rPr dirty="0" baseline="-15873" sz="2625" spc="-37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dirty="0" sz="2400" spc="-25">
                          <a:latin typeface="Franklin Gothic Medium"/>
                          <a:cs typeface="Franklin Gothic Medium"/>
                        </a:rPr>
                        <a:t>.</a:t>
                      </a:r>
                      <a:endParaRPr sz="24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75565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2E528F"/>
                      </a:solidFill>
                      <a:prstDash val="solid"/>
                    </a:lnR>
                    <a:lnB w="12700">
                      <a:solidFill>
                        <a:srgbClr val="2E528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20" name="object 20" descr=""/>
          <p:cNvGrpSpPr/>
          <p:nvPr/>
        </p:nvGrpSpPr>
        <p:grpSpPr>
          <a:xfrm>
            <a:off x="1827085" y="4544377"/>
            <a:ext cx="454659" cy="378460"/>
            <a:chOff x="1827085" y="4544377"/>
            <a:chExt cx="454659" cy="378460"/>
          </a:xfrm>
        </p:grpSpPr>
        <p:sp>
          <p:nvSpPr>
            <p:cNvPr id="21" name="object 21" descr=""/>
            <p:cNvSpPr/>
            <p:nvPr/>
          </p:nvSpPr>
          <p:spPr>
            <a:xfrm>
              <a:off x="1831848" y="4549140"/>
              <a:ext cx="445134" cy="368935"/>
            </a:xfrm>
            <a:custGeom>
              <a:avLst/>
              <a:gdLst/>
              <a:ahLst/>
              <a:cxnLst/>
              <a:rect l="l" t="t" r="r" b="b"/>
              <a:pathLst>
                <a:path w="445135" h="368935">
                  <a:moveTo>
                    <a:pt x="445007" y="0"/>
                  </a:moveTo>
                  <a:lnTo>
                    <a:pt x="0" y="0"/>
                  </a:lnTo>
                  <a:lnTo>
                    <a:pt x="0" y="368807"/>
                  </a:lnTo>
                  <a:lnTo>
                    <a:pt x="445007" y="368807"/>
                  </a:lnTo>
                  <a:lnTo>
                    <a:pt x="44500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831848" y="4549140"/>
              <a:ext cx="445134" cy="368935"/>
            </a:xfrm>
            <a:custGeom>
              <a:avLst/>
              <a:gdLst/>
              <a:ahLst/>
              <a:cxnLst/>
              <a:rect l="l" t="t" r="r" b="b"/>
              <a:pathLst>
                <a:path w="445135" h="368935">
                  <a:moveTo>
                    <a:pt x="0" y="0"/>
                  </a:moveTo>
                  <a:lnTo>
                    <a:pt x="445007" y="0"/>
                  </a:lnTo>
                  <a:lnTo>
                    <a:pt x="445007" y="368807"/>
                  </a:lnTo>
                  <a:lnTo>
                    <a:pt x="0" y="36880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/>
          <p:nvPr/>
        </p:nvSpPr>
        <p:spPr>
          <a:xfrm>
            <a:off x="2292621" y="5137744"/>
            <a:ext cx="124460" cy="111760"/>
          </a:xfrm>
          <a:custGeom>
            <a:avLst/>
            <a:gdLst/>
            <a:ahLst/>
            <a:cxnLst/>
            <a:rect l="l" t="t" r="r" b="b"/>
            <a:pathLst>
              <a:path w="124460" h="111760">
                <a:moveTo>
                  <a:pt x="24422" y="0"/>
                </a:moveTo>
                <a:lnTo>
                  <a:pt x="0" y="111658"/>
                </a:lnTo>
                <a:lnTo>
                  <a:pt x="123863" y="80251"/>
                </a:lnTo>
                <a:lnTo>
                  <a:pt x="24422" y="0"/>
                </a:lnTo>
                <a:close/>
              </a:path>
            </a:pathLst>
          </a:custGeom>
          <a:solidFill>
            <a:srgbClr val="2D75B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4" name="object 24" descr=""/>
          <p:cNvGrpSpPr/>
          <p:nvPr/>
        </p:nvGrpSpPr>
        <p:grpSpPr>
          <a:xfrm>
            <a:off x="3879605" y="6173470"/>
            <a:ext cx="628650" cy="513080"/>
            <a:chOff x="3879605" y="6173470"/>
            <a:chExt cx="628650" cy="513080"/>
          </a:xfrm>
        </p:grpSpPr>
        <p:sp>
          <p:nvSpPr>
            <p:cNvPr id="25" name="object 25" descr=""/>
            <p:cNvSpPr/>
            <p:nvPr/>
          </p:nvSpPr>
          <p:spPr>
            <a:xfrm>
              <a:off x="3879605" y="6323699"/>
              <a:ext cx="127635" cy="107314"/>
            </a:xfrm>
            <a:custGeom>
              <a:avLst/>
              <a:gdLst/>
              <a:ahLst/>
              <a:cxnLst/>
              <a:rect l="l" t="t" r="r" b="b"/>
              <a:pathLst>
                <a:path w="127635" h="107314">
                  <a:moveTo>
                    <a:pt x="57416" y="0"/>
                  </a:moveTo>
                  <a:lnTo>
                    <a:pt x="0" y="98831"/>
                  </a:lnTo>
                  <a:lnTo>
                    <a:pt x="127546" y="106832"/>
                  </a:lnTo>
                  <a:lnTo>
                    <a:pt x="57416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4006596" y="6179820"/>
              <a:ext cx="495300" cy="500380"/>
            </a:xfrm>
            <a:custGeom>
              <a:avLst/>
              <a:gdLst/>
              <a:ahLst/>
              <a:cxnLst/>
              <a:rect l="l" t="t" r="r" b="b"/>
              <a:pathLst>
                <a:path w="495300" h="500379">
                  <a:moveTo>
                    <a:pt x="0" y="249935"/>
                  </a:moveTo>
                  <a:lnTo>
                    <a:pt x="3989" y="205009"/>
                  </a:lnTo>
                  <a:lnTo>
                    <a:pt x="15492" y="162725"/>
                  </a:lnTo>
                  <a:lnTo>
                    <a:pt x="33810" y="123788"/>
                  </a:lnTo>
                  <a:lnTo>
                    <a:pt x="58242" y="88905"/>
                  </a:lnTo>
                  <a:lnTo>
                    <a:pt x="88089" y="58781"/>
                  </a:lnTo>
                  <a:lnTo>
                    <a:pt x="122653" y="34123"/>
                  </a:lnTo>
                  <a:lnTo>
                    <a:pt x="161234" y="15636"/>
                  </a:lnTo>
                  <a:lnTo>
                    <a:pt x="203133" y="4026"/>
                  </a:lnTo>
                  <a:lnTo>
                    <a:pt x="247650" y="0"/>
                  </a:lnTo>
                  <a:lnTo>
                    <a:pt x="292166" y="4026"/>
                  </a:lnTo>
                  <a:lnTo>
                    <a:pt x="334065" y="15636"/>
                  </a:lnTo>
                  <a:lnTo>
                    <a:pt x="372646" y="34123"/>
                  </a:lnTo>
                  <a:lnTo>
                    <a:pt x="407210" y="58781"/>
                  </a:lnTo>
                  <a:lnTo>
                    <a:pt x="437057" y="88905"/>
                  </a:lnTo>
                  <a:lnTo>
                    <a:pt x="461489" y="123788"/>
                  </a:lnTo>
                  <a:lnTo>
                    <a:pt x="479807" y="162725"/>
                  </a:lnTo>
                  <a:lnTo>
                    <a:pt x="491310" y="205009"/>
                  </a:lnTo>
                  <a:lnTo>
                    <a:pt x="495300" y="249935"/>
                  </a:lnTo>
                  <a:lnTo>
                    <a:pt x="491310" y="294862"/>
                  </a:lnTo>
                  <a:lnTo>
                    <a:pt x="479807" y="337146"/>
                  </a:lnTo>
                  <a:lnTo>
                    <a:pt x="461489" y="376083"/>
                  </a:lnTo>
                  <a:lnTo>
                    <a:pt x="437057" y="410966"/>
                  </a:lnTo>
                  <a:lnTo>
                    <a:pt x="407210" y="441090"/>
                  </a:lnTo>
                  <a:lnTo>
                    <a:pt x="372646" y="465748"/>
                  </a:lnTo>
                  <a:lnTo>
                    <a:pt x="334065" y="484235"/>
                  </a:lnTo>
                  <a:lnTo>
                    <a:pt x="292166" y="495845"/>
                  </a:lnTo>
                  <a:lnTo>
                    <a:pt x="247650" y="499871"/>
                  </a:lnTo>
                  <a:lnTo>
                    <a:pt x="203133" y="495845"/>
                  </a:lnTo>
                  <a:lnTo>
                    <a:pt x="161234" y="484235"/>
                  </a:lnTo>
                  <a:lnTo>
                    <a:pt x="122653" y="465748"/>
                  </a:lnTo>
                  <a:lnTo>
                    <a:pt x="88089" y="441090"/>
                  </a:lnTo>
                  <a:lnTo>
                    <a:pt x="58242" y="410966"/>
                  </a:lnTo>
                  <a:lnTo>
                    <a:pt x="33810" y="376083"/>
                  </a:lnTo>
                  <a:lnTo>
                    <a:pt x="15492" y="337146"/>
                  </a:lnTo>
                  <a:lnTo>
                    <a:pt x="3989" y="294862"/>
                  </a:lnTo>
                  <a:lnTo>
                    <a:pt x="0" y="24993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" name="object 27" descr=""/>
          <p:cNvGrpSpPr/>
          <p:nvPr/>
        </p:nvGrpSpPr>
        <p:grpSpPr>
          <a:xfrm>
            <a:off x="3491707" y="4289805"/>
            <a:ext cx="1054735" cy="998855"/>
            <a:chOff x="3491707" y="4289805"/>
            <a:chExt cx="1054735" cy="998855"/>
          </a:xfrm>
        </p:grpSpPr>
        <p:sp>
          <p:nvSpPr>
            <p:cNvPr id="28" name="object 28" descr=""/>
            <p:cNvSpPr/>
            <p:nvPr/>
          </p:nvSpPr>
          <p:spPr>
            <a:xfrm>
              <a:off x="3541775" y="4296155"/>
              <a:ext cx="494030" cy="498475"/>
            </a:xfrm>
            <a:custGeom>
              <a:avLst/>
              <a:gdLst/>
              <a:ahLst/>
              <a:cxnLst/>
              <a:rect l="l" t="t" r="r" b="b"/>
              <a:pathLst>
                <a:path w="494029" h="498475">
                  <a:moveTo>
                    <a:pt x="0" y="249174"/>
                  </a:moveTo>
                  <a:lnTo>
                    <a:pt x="5016" y="198956"/>
                  </a:lnTo>
                  <a:lnTo>
                    <a:pt x="19402" y="152183"/>
                  </a:lnTo>
                  <a:lnTo>
                    <a:pt x="42165" y="109857"/>
                  </a:lnTo>
                  <a:lnTo>
                    <a:pt x="72313" y="72980"/>
                  </a:lnTo>
                  <a:lnTo>
                    <a:pt x="108852" y="42554"/>
                  </a:lnTo>
                  <a:lnTo>
                    <a:pt x="150790" y="19581"/>
                  </a:lnTo>
                  <a:lnTo>
                    <a:pt x="197132" y="5062"/>
                  </a:lnTo>
                  <a:lnTo>
                    <a:pt x="246888" y="0"/>
                  </a:lnTo>
                  <a:lnTo>
                    <a:pt x="296643" y="5062"/>
                  </a:lnTo>
                  <a:lnTo>
                    <a:pt x="342985" y="19581"/>
                  </a:lnTo>
                  <a:lnTo>
                    <a:pt x="384923" y="42554"/>
                  </a:lnTo>
                  <a:lnTo>
                    <a:pt x="421462" y="72980"/>
                  </a:lnTo>
                  <a:lnTo>
                    <a:pt x="451610" y="109857"/>
                  </a:lnTo>
                  <a:lnTo>
                    <a:pt x="474373" y="152183"/>
                  </a:lnTo>
                  <a:lnTo>
                    <a:pt x="488759" y="198956"/>
                  </a:lnTo>
                  <a:lnTo>
                    <a:pt x="493776" y="249174"/>
                  </a:lnTo>
                  <a:lnTo>
                    <a:pt x="488759" y="299391"/>
                  </a:lnTo>
                  <a:lnTo>
                    <a:pt x="474373" y="346164"/>
                  </a:lnTo>
                  <a:lnTo>
                    <a:pt x="451610" y="388490"/>
                  </a:lnTo>
                  <a:lnTo>
                    <a:pt x="421462" y="425367"/>
                  </a:lnTo>
                  <a:lnTo>
                    <a:pt x="384923" y="455793"/>
                  </a:lnTo>
                  <a:lnTo>
                    <a:pt x="342985" y="478766"/>
                  </a:lnTo>
                  <a:lnTo>
                    <a:pt x="296643" y="493285"/>
                  </a:lnTo>
                  <a:lnTo>
                    <a:pt x="246888" y="498348"/>
                  </a:lnTo>
                  <a:lnTo>
                    <a:pt x="197132" y="493285"/>
                  </a:lnTo>
                  <a:lnTo>
                    <a:pt x="150790" y="478766"/>
                  </a:lnTo>
                  <a:lnTo>
                    <a:pt x="108852" y="455793"/>
                  </a:lnTo>
                  <a:lnTo>
                    <a:pt x="72313" y="425367"/>
                  </a:lnTo>
                  <a:lnTo>
                    <a:pt x="42165" y="388490"/>
                  </a:lnTo>
                  <a:lnTo>
                    <a:pt x="19402" y="346164"/>
                  </a:lnTo>
                  <a:lnTo>
                    <a:pt x="5016" y="299391"/>
                  </a:lnTo>
                  <a:lnTo>
                    <a:pt x="0" y="24917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491707" y="4722119"/>
              <a:ext cx="122555" cy="120650"/>
            </a:xfrm>
            <a:custGeom>
              <a:avLst/>
              <a:gdLst/>
              <a:ahLst/>
              <a:cxnLst/>
              <a:rect l="l" t="t" r="r" b="b"/>
              <a:pathLst>
                <a:path w="122554" h="120650">
                  <a:moveTo>
                    <a:pt x="122250" y="0"/>
                  </a:moveTo>
                  <a:lnTo>
                    <a:pt x="0" y="37223"/>
                  </a:lnTo>
                  <a:lnTo>
                    <a:pt x="78676" y="120129"/>
                  </a:lnTo>
                  <a:lnTo>
                    <a:pt x="122250" y="0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4044695" y="4783836"/>
              <a:ext cx="495300" cy="498475"/>
            </a:xfrm>
            <a:custGeom>
              <a:avLst/>
              <a:gdLst/>
              <a:ahLst/>
              <a:cxnLst/>
              <a:rect l="l" t="t" r="r" b="b"/>
              <a:pathLst>
                <a:path w="495300" h="498475">
                  <a:moveTo>
                    <a:pt x="0" y="249174"/>
                  </a:moveTo>
                  <a:lnTo>
                    <a:pt x="5031" y="198956"/>
                  </a:lnTo>
                  <a:lnTo>
                    <a:pt x="19460" y="152183"/>
                  </a:lnTo>
                  <a:lnTo>
                    <a:pt x="42293" y="109857"/>
                  </a:lnTo>
                  <a:lnTo>
                    <a:pt x="72532" y="72980"/>
                  </a:lnTo>
                  <a:lnTo>
                    <a:pt x="109184" y="42554"/>
                  </a:lnTo>
                  <a:lnTo>
                    <a:pt x="151251" y="19581"/>
                  </a:lnTo>
                  <a:lnTo>
                    <a:pt x="197738" y="5062"/>
                  </a:lnTo>
                  <a:lnTo>
                    <a:pt x="247650" y="0"/>
                  </a:lnTo>
                  <a:lnTo>
                    <a:pt x="297561" y="5062"/>
                  </a:lnTo>
                  <a:lnTo>
                    <a:pt x="344048" y="19581"/>
                  </a:lnTo>
                  <a:lnTo>
                    <a:pt x="386115" y="42554"/>
                  </a:lnTo>
                  <a:lnTo>
                    <a:pt x="422767" y="72980"/>
                  </a:lnTo>
                  <a:lnTo>
                    <a:pt x="453006" y="109857"/>
                  </a:lnTo>
                  <a:lnTo>
                    <a:pt x="475839" y="152183"/>
                  </a:lnTo>
                  <a:lnTo>
                    <a:pt x="490268" y="198956"/>
                  </a:lnTo>
                  <a:lnTo>
                    <a:pt x="495300" y="249174"/>
                  </a:lnTo>
                  <a:lnTo>
                    <a:pt x="490268" y="299391"/>
                  </a:lnTo>
                  <a:lnTo>
                    <a:pt x="475839" y="346164"/>
                  </a:lnTo>
                  <a:lnTo>
                    <a:pt x="453006" y="388490"/>
                  </a:lnTo>
                  <a:lnTo>
                    <a:pt x="422767" y="425367"/>
                  </a:lnTo>
                  <a:lnTo>
                    <a:pt x="386115" y="455793"/>
                  </a:lnTo>
                  <a:lnTo>
                    <a:pt x="344048" y="478766"/>
                  </a:lnTo>
                  <a:lnTo>
                    <a:pt x="297561" y="493285"/>
                  </a:lnTo>
                  <a:lnTo>
                    <a:pt x="247650" y="498348"/>
                  </a:lnTo>
                  <a:lnTo>
                    <a:pt x="197738" y="493285"/>
                  </a:lnTo>
                  <a:lnTo>
                    <a:pt x="151251" y="478766"/>
                  </a:lnTo>
                  <a:lnTo>
                    <a:pt x="109184" y="455793"/>
                  </a:lnTo>
                  <a:lnTo>
                    <a:pt x="72532" y="425367"/>
                  </a:lnTo>
                  <a:lnTo>
                    <a:pt x="42293" y="388490"/>
                  </a:lnTo>
                  <a:lnTo>
                    <a:pt x="19460" y="346164"/>
                  </a:lnTo>
                  <a:lnTo>
                    <a:pt x="5031" y="299391"/>
                  </a:lnTo>
                  <a:lnTo>
                    <a:pt x="0" y="24917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3918249" y="5034531"/>
              <a:ext cx="127635" cy="110489"/>
            </a:xfrm>
            <a:custGeom>
              <a:avLst/>
              <a:gdLst/>
              <a:ahLst/>
              <a:cxnLst/>
              <a:rect l="l" t="t" r="r" b="b"/>
              <a:pathLst>
                <a:path w="127635" h="110489">
                  <a:moveTo>
                    <a:pt x="127038" y="0"/>
                  </a:moveTo>
                  <a:lnTo>
                    <a:pt x="0" y="13855"/>
                  </a:lnTo>
                  <a:lnTo>
                    <a:pt x="61899" y="109943"/>
                  </a:lnTo>
                  <a:lnTo>
                    <a:pt x="127038" y="0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" name="object 32" descr=""/>
          <p:cNvGrpSpPr/>
          <p:nvPr/>
        </p:nvGrpSpPr>
        <p:grpSpPr>
          <a:xfrm>
            <a:off x="4131009" y="5525770"/>
            <a:ext cx="624205" cy="513080"/>
            <a:chOff x="4131009" y="5525770"/>
            <a:chExt cx="624205" cy="513080"/>
          </a:xfrm>
        </p:grpSpPr>
        <p:sp>
          <p:nvSpPr>
            <p:cNvPr id="33" name="object 33" descr=""/>
            <p:cNvSpPr/>
            <p:nvPr/>
          </p:nvSpPr>
          <p:spPr>
            <a:xfrm>
              <a:off x="4255008" y="5532120"/>
              <a:ext cx="494030" cy="500380"/>
            </a:xfrm>
            <a:custGeom>
              <a:avLst/>
              <a:gdLst/>
              <a:ahLst/>
              <a:cxnLst/>
              <a:rect l="l" t="t" r="r" b="b"/>
              <a:pathLst>
                <a:path w="494029" h="500379">
                  <a:moveTo>
                    <a:pt x="0" y="249935"/>
                  </a:moveTo>
                  <a:lnTo>
                    <a:pt x="5016" y="199565"/>
                  </a:lnTo>
                  <a:lnTo>
                    <a:pt x="19402" y="152649"/>
                  </a:lnTo>
                  <a:lnTo>
                    <a:pt x="42165" y="110194"/>
                  </a:lnTo>
                  <a:lnTo>
                    <a:pt x="72313" y="73204"/>
                  </a:lnTo>
                  <a:lnTo>
                    <a:pt x="108852" y="42685"/>
                  </a:lnTo>
                  <a:lnTo>
                    <a:pt x="150790" y="19641"/>
                  </a:lnTo>
                  <a:lnTo>
                    <a:pt x="197132" y="5077"/>
                  </a:lnTo>
                  <a:lnTo>
                    <a:pt x="246888" y="0"/>
                  </a:lnTo>
                  <a:lnTo>
                    <a:pt x="296643" y="5077"/>
                  </a:lnTo>
                  <a:lnTo>
                    <a:pt x="342985" y="19641"/>
                  </a:lnTo>
                  <a:lnTo>
                    <a:pt x="384923" y="42685"/>
                  </a:lnTo>
                  <a:lnTo>
                    <a:pt x="421462" y="73204"/>
                  </a:lnTo>
                  <a:lnTo>
                    <a:pt x="451610" y="110194"/>
                  </a:lnTo>
                  <a:lnTo>
                    <a:pt x="474373" y="152649"/>
                  </a:lnTo>
                  <a:lnTo>
                    <a:pt x="488759" y="199565"/>
                  </a:lnTo>
                  <a:lnTo>
                    <a:pt x="493776" y="249935"/>
                  </a:lnTo>
                  <a:lnTo>
                    <a:pt x="488759" y="300306"/>
                  </a:lnTo>
                  <a:lnTo>
                    <a:pt x="474373" y="347222"/>
                  </a:lnTo>
                  <a:lnTo>
                    <a:pt x="451610" y="389677"/>
                  </a:lnTo>
                  <a:lnTo>
                    <a:pt x="421462" y="426667"/>
                  </a:lnTo>
                  <a:lnTo>
                    <a:pt x="384923" y="457186"/>
                  </a:lnTo>
                  <a:lnTo>
                    <a:pt x="342985" y="480230"/>
                  </a:lnTo>
                  <a:lnTo>
                    <a:pt x="296643" y="494794"/>
                  </a:lnTo>
                  <a:lnTo>
                    <a:pt x="246888" y="499871"/>
                  </a:lnTo>
                  <a:lnTo>
                    <a:pt x="197132" y="494794"/>
                  </a:lnTo>
                  <a:lnTo>
                    <a:pt x="150790" y="480230"/>
                  </a:lnTo>
                  <a:lnTo>
                    <a:pt x="108852" y="457186"/>
                  </a:lnTo>
                  <a:lnTo>
                    <a:pt x="72313" y="426667"/>
                  </a:lnTo>
                  <a:lnTo>
                    <a:pt x="42165" y="389677"/>
                  </a:lnTo>
                  <a:lnTo>
                    <a:pt x="19402" y="347222"/>
                  </a:lnTo>
                  <a:lnTo>
                    <a:pt x="5016" y="300306"/>
                  </a:lnTo>
                  <a:lnTo>
                    <a:pt x="0" y="24993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4131009" y="5703153"/>
              <a:ext cx="124460" cy="111760"/>
            </a:xfrm>
            <a:custGeom>
              <a:avLst/>
              <a:gdLst/>
              <a:ahLst/>
              <a:cxnLst/>
              <a:rect l="l" t="t" r="r" b="b"/>
              <a:pathLst>
                <a:path w="124460" h="111760">
                  <a:moveTo>
                    <a:pt x="24523" y="0"/>
                  </a:moveTo>
                  <a:lnTo>
                    <a:pt x="0" y="111632"/>
                  </a:lnTo>
                  <a:lnTo>
                    <a:pt x="123901" y="80340"/>
                  </a:lnTo>
                  <a:lnTo>
                    <a:pt x="24523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 descr=""/>
          <p:cNvGrpSpPr/>
          <p:nvPr/>
        </p:nvGrpSpPr>
        <p:grpSpPr>
          <a:xfrm>
            <a:off x="1850135" y="5890743"/>
            <a:ext cx="567055" cy="259715"/>
            <a:chOff x="1850135" y="5890743"/>
            <a:chExt cx="567055" cy="259715"/>
          </a:xfrm>
        </p:grpSpPr>
        <p:sp>
          <p:nvSpPr>
            <p:cNvPr id="36" name="object 36" descr=""/>
            <p:cNvSpPr/>
            <p:nvPr/>
          </p:nvSpPr>
          <p:spPr>
            <a:xfrm>
              <a:off x="1869185" y="5935880"/>
              <a:ext cx="460375" cy="195580"/>
            </a:xfrm>
            <a:custGeom>
              <a:avLst/>
              <a:gdLst/>
              <a:ahLst/>
              <a:cxnLst/>
              <a:rect l="l" t="t" r="r" b="b"/>
              <a:pathLst>
                <a:path w="460375" h="195579">
                  <a:moveTo>
                    <a:pt x="0" y="195453"/>
                  </a:moveTo>
                  <a:lnTo>
                    <a:pt x="460070" y="0"/>
                  </a:lnTo>
                </a:path>
              </a:pathLst>
            </a:custGeom>
            <a:ln w="38100">
              <a:solidFill>
                <a:srgbClr val="C55A1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2289379" y="5890743"/>
              <a:ext cx="127635" cy="105410"/>
            </a:xfrm>
            <a:custGeom>
              <a:avLst/>
              <a:gdLst/>
              <a:ahLst/>
              <a:cxnLst/>
              <a:rect l="l" t="t" r="r" b="b"/>
              <a:pathLst>
                <a:path w="127635" h="105410">
                  <a:moveTo>
                    <a:pt x="0" y="0"/>
                  </a:moveTo>
                  <a:lnTo>
                    <a:pt x="44691" y="105194"/>
                  </a:lnTo>
                  <a:lnTo>
                    <a:pt x="127546" y="78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Closure</a:t>
            </a:r>
            <a:r>
              <a:rPr dirty="0" spc="-170"/>
              <a:t> </a:t>
            </a:r>
            <a:r>
              <a:rPr dirty="0" spc="-20"/>
              <a:t>Properties</a:t>
            </a:r>
            <a:r>
              <a:rPr dirty="0" spc="-160"/>
              <a:t> </a:t>
            </a:r>
            <a:r>
              <a:rPr dirty="0"/>
              <a:t>for</a:t>
            </a:r>
            <a:r>
              <a:rPr dirty="0" spc="-165"/>
              <a:t> </a:t>
            </a:r>
            <a:r>
              <a:rPr dirty="0" spc="-45"/>
              <a:t>RegEx</a:t>
            </a:r>
            <a:r>
              <a:rPr dirty="0" spc="-160"/>
              <a:t> </a:t>
            </a:r>
            <a:r>
              <a:rPr dirty="0"/>
              <a:t>-</a:t>
            </a:r>
            <a:r>
              <a:rPr dirty="0" spc="-140"/>
              <a:t> </a:t>
            </a:r>
            <a:r>
              <a:rPr dirty="0" spc="-10"/>
              <a:t>Union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84372" y="1347923"/>
            <a:ext cx="110959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1619250" algn="l"/>
                <a:tab pos="8469630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Theorem:</a:t>
            </a:r>
            <a:r>
              <a:rPr dirty="0" sz="2800">
                <a:latin typeface="Franklin Gothic Medium"/>
                <a:cs typeface="Franklin Gothic Medium"/>
              </a:rPr>
              <a:t>	If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2</a:t>
            </a:r>
            <a:r>
              <a:rPr dirty="0" baseline="-16260" sz="3075" spc="480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are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3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languages,</a:t>
            </a:r>
            <a:r>
              <a:rPr dirty="0" sz="2800" spc="-3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so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baseline="-16260" sz="3075" spc="345"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800" spc="-4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800" spc="-2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 spc="-37">
                <a:latin typeface="Cambria Math"/>
                <a:cs typeface="Cambria Math"/>
              </a:rPr>
              <a:t>2</a:t>
            </a:r>
            <a:r>
              <a:rPr dirty="0" baseline="-16260" sz="3075">
                <a:latin typeface="Cambria Math"/>
                <a:cs typeface="Cambria Math"/>
              </a:rPr>
              <a:t>	</a:t>
            </a:r>
            <a:r>
              <a:rPr dirty="0" sz="2800">
                <a:latin typeface="Franklin Gothic Medium"/>
                <a:cs typeface="Franklin Gothic Medium"/>
              </a:rPr>
              <a:t>(closure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under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800" spc="-25">
                <a:latin typeface="Franklin Gothic Medium"/>
                <a:cs typeface="Franklin Gothic Medium"/>
              </a:rPr>
              <a:t>)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935479" y="2107692"/>
            <a:ext cx="7774305" cy="5232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2540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00"/>
              </a:spcBef>
            </a:pPr>
            <a:r>
              <a:rPr dirty="0" sz="2800">
                <a:latin typeface="Calibri"/>
                <a:cs typeface="Calibri"/>
              </a:rPr>
              <a:t>How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make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machine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800" spc="5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Calibri"/>
                <a:cs typeface="Calibri"/>
              </a:rPr>
              <a:t>simulate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baseline="-16260" sz="3075" spc="337">
                <a:latin typeface="Cambria Math"/>
                <a:cs typeface="Cambria Math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6260" sz="3075" spc="-37">
                <a:latin typeface="Cambria Math"/>
                <a:cs typeface="Cambria Math"/>
              </a:rPr>
              <a:t>2</a:t>
            </a:r>
            <a:r>
              <a:rPr dirty="0" sz="2800" spc="-25">
                <a:latin typeface="Calibri"/>
                <a:cs typeface="Calibri"/>
              </a:rPr>
              <a:t>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18159" y="2740151"/>
            <a:ext cx="9356090" cy="5232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429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70"/>
              </a:spcBef>
            </a:pPr>
            <a:r>
              <a:rPr dirty="0" sz="2800">
                <a:latin typeface="Franklin Gothic Medium"/>
                <a:cs typeface="Franklin Gothic Medium"/>
              </a:rPr>
              <a:t>Correct</a:t>
            </a:r>
            <a:r>
              <a:rPr dirty="0" sz="2800" spc="-130">
                <a:latin typeface="Franklin Gothic Medium"/>
                <a:cs typeface="Franklin Gothic Medium"/>
              </a:rPr>
              <a:t> </a:t>
            </a:r>
            <a:r>
              <a:rPr dirty="0" sz="2800" spc="-35">
                <a:latin typeface="Franklin Gothic Medium"/>
                <a:cs typeface="Franklin Gothic Medium"/>
              </a:rPr>
              <a:t>Approach: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 spc="-45">
                <a:latin typeface="Franklin Gothic Medium"/>
                <a:cs typeface="Franklin Gothic Medium"/>
              </a:rPr>
              <a:t>Simulate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both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baseline="-16260" sz="3075" spc="352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and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6260" sz="3075">
                <a:latin typeface="Cambria Math"/>
                <a:cs typeface="Cambria Math"/>
              </a:rPr>
              <a:t>2</a:t>
            </a:r>
            <a:r>
              <a:rPr dirty="0" baseline="-16260" sz="3075" spc="337">
                <a:latin typeface="Cambria Math"/>
                <a:cs typeface="Cambria Math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simultaneously.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1671" y="3415691"/>
            <a:ext cx="101492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Franklin Gothic Medium"/>
                <a:cs typeface="Franklin Gothic Medium"/>
              </a:rPr>
              <a:t>Each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state</a:t>
            </a:r>
            <a:r>
              <a:rPr dirty="0" sz="2400" spc="-114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in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400" spc="3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corresponds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two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states,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one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 spc="-55">
                <a:latin typeface="Franklin Gothic Medium"/>
                <a:cs typeface="Franklin Gothic Medium"/>
              </a:rPr>
              <a:t>from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30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and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other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50">
                <a:latin typeface="Franklin Gothic Medium"/>
                <a:cs typeface="Franklin Gothic Medium"/>
              </a:rPr>
              <a:t>from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7705090" y="5021331"/>
            <a:ext cx="654685" cy="497840"/>
            <a:chOff x="7705090" y="5021331"/>
            <a:chExt cx="654685" cy="497840"/>
          </a:xfrm>
        </p:grpSpPr>
        <p:sp>
          <p:nvSpPr>
            <p:cNvPr id="8" name="object 8" descr=""/>
            <p:cNvSpPr/>
            <p:nvPr/>
          </p:nvSpPr>
          <p:spPr>
            <a:xfrm>
              <a:off x="7711440" y="5027681"/>
              <a:ext cx="641985" cy="485140"/>
            </a:xfrm>
            <a:custGeom>
              <a:avLst/>
              <a:gdLst/>
              <a:ahLst/>
              <a:cxnLst/>
              <a:rect l="l" t="t" r="r" b="b"/>
              <a:pathLst>
                <a:path w="641984" h="485139">
                  <a:moveTo>
                    <a:pt x="413804" y="0"/>
                  </a:moveTo>
                  <a:lnTo>
                    <a:pt x="413804" y="179209"/>
                  </a:lnTo>
                  <a:lnTo>
                    <a:pt x="0" y="179209"/>
                  </a:lnTo>
                  <a:lnTo>
                    <a:pt x="0" y="305409"/>
                  </a:lnTo>
                  <a:lnTo>
                    <a:pt x="413804" y="305409"/>
                  </a:lnTo>
                  <a:lnTo>
                    <a:pt x="413804" y="484631"/>
                  </a:lnTo>
                  <a:lnTo>
                    <a:pt x="641604" y="242315"/>
                  </a:lnTo>
                  <a:lnTo>
                    <a:pt x="4138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711440" y="5027681"/>
              <a:ext cx="641985" cy="485140"/>
            </a:xfrm>
            <a:custGeom>
              <a:avLst/>
              <a:gdLst/>
              <a:ahLst/>
              <a:cxnLst/>
              <a:rect l="l" t="t" r="r" b="b"/>
              <a:pathLst>
                <a:path w="641984" h="485139">
                  <a:moveTo>
                    <a:pt x="0" y="179209"/>
                  </a:moveTo>
                  <a:lnTo>
                    <a:pt x="413804" y="179209"/>
                  </a:lnTo>
                  <a:lnTo>
                    <a:pt x="413804" y="0"/>
                  </a:lnTo>
                  <a:lnTo>
                    <a:pt x="641604" y="242315"/>
                  </a:lnTo>
                  <a:lnTo>
                    <a:pt x="413804" y="484631"/>
                  </a:lnTo>
                  <a:lnTo>
                    <a:pt x="413804" y="305409"/>
                  </a:lnTo>
                  <a:lnTo>
                    <a:pt x="0" y="305409"/>
                  </a:lnTo>
                  <a:lnTo>
                    <a:pt x="0" y="17920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 descr=""/>
          <p:cNvGrpSpPr/>
          <p:nvPr/>
        </p:nvGrpSpPr>
        <p:grpSpPr>
          <a:xfrm>
            <a:off x="1124458" y="4841494"/>
            <a:ext cx="968375" cy="975994"/>
            <a:chOff x="1124458" y="4841494"/>
            <a:chExt cx="968375" cy="975994"/>
          </a:xfrm>
        </p:grpSpPr>
        <p:sp>
          <p:nvSpPr>
            <p:cNvPr id="11" name="object 11" descr=""/>
            <p:cNvSpPr/>
            <p:nvPr/>
          </p:nvSpPr>
          <p:spPr>
            <a:xfrm>
              <a:off x="1130808" y="4847844"/>
              <a:ext cx="955675" cy="963294"/>
            </a:xfrm>
            <a:custGeom>
              <a:avLst/>
              <a:gdLst/>
              <a:ahLst/>
              <a:cxnLst/>
              <a:rect l="l" t="t" r="r" b="b"/>
              <a:pathLst>
                <a:path w="955675" h="963295">
                  <a:moveTo>
                    <a:pt x="477773" y="0"/>
                  </a:moveTo>
                  <a:lnTo>
                    <a:pt x="428924" y="2486"/>
                  </a:lnTo>
                  <a:lnTo>
                    <a:pt x="381485" y="9783"/>
                  </a:lnTo>
                  <a:lnTo>
                    <a:pt x="335698" y="21650"/>
                  </a:lnTo>
                  <a:lnTo>
                    <a:pt x="291802" y="37844"/>
                  </a:lnTo>
                  <a:lnTo>
                    <a:pt x="250038" y="58123"/>
                  </a:lnTo>
                  <a:lnTo>
                    <a:pt x="210645" y="82245"/>
                  </a:lnTo>
                  <a:lnTo>
                    <a:pt x="173865" y="109968"/>
                  </a:lnTo>
                  <a:lnTo>
                    <a:pt x="139936" y="141050"/>
                  </a:lnTo>
                  <a:lnTo>
                    <a:pt x="109100" y="175249"/>
                  </a:lnTo>
                  <a:lnTo>
                    <a:pt x="81596" y="212323"/>
                  </a:lnTo>
                  <a:lnTo>
                    <a:pt x="57664" y="252030"/>
                  </a:lnTo>
                  <a:lnTo>
                    <a:pt x="37545" y="294127"/>
                  </a:lnTo>
                  <a:lnTo>
                    <a:pt x="21479" y="338373"/>
                  </a:lnTo>
                  <a:lnTo>
                    <a:pt x="9706" y="384526"/>
                  </a:lnTo>
                  <a:lnTo>
                    <a:pt x="2466" y="432344"/>
                  </a:lnTo>
                  <a:lnTo>
                    <a:pt x="0" y="481583"/>
                  </a:lnTo>
                  <a:lnTo>
                    <a:pt x="2466" y="530823"/>
                  </a:lnTo>
                  <a:lnTo>
                    <a:pt x="9706" y="578641"/>
                  </a:lnTo>
                  <a:lnTo>
                    <a:pt x="21479" y="624794"/>
                  </a:lnTo>
                  <a:lnTo>
                    <a:pt x="37545" y="669040"/>
                  </a:lnTo>
                  <a:lnTo>
                    <a:pt x="57664" y="711137"/>
                  </a:lnTo>
                  <a:lnTo>
                    <a:pt x="81596" y="750844"/>
                  </a:lnTo>
                  <a:lnTo>
                    <a:pt x="109100" y="787918"/>
                  </a:lnTo>
                  <a:lnTo>
                    <a:pt x="139936" y="822117"/>
                  </a:lnTo>
                  <a:lnTo>
                    <a:pt x="173865" y="853199"/>
                  </a:lnTo>
                  <a:lnTo>
                    <a:pt x="210645" y="880922"/>
                  </a:lnTo>
                  <a:lnTo>
                    <a:pt x="250038" y="905044"/>
                  </a:lnTo>
                  <a:lnTo>
                    <a:pt x="291802" y="925323"/>
                  </a:lnTo>
                  <a:lnTo>
                    <a:pt x="335698" y="941517"/>
                  </a:lnTo>
                  <a:lnTo>
                    <a:pt x="381485" y="953384"/>
                  </a:lnTo>
                  <a:lnTo>
                    <a:pt x="428924" y="960681"/>
                  </a:lnTo>
                  <a:lnTo>
                    <a:pt x="477773" y="963167"/>
                  </a:lnTo>
                  <a:lnTo>
                    <a:pt x="526623" y="960681"/>
                  </a:lnTo>
                  <a:lnTo>
                    <a:pt x="574062" y="953384"/>
                  </a:lnTo>
                  <a:lnTo>
                    <a:pt x="619849" y="941517"/>
                  </a:lnTo>
                  <a:lnTo>
                    <a:pt x="663745" y="925323"/>
                  </a:lnTo>
                  <a:lnTo>
                    <a:pt x="705509" y="905044"/>
                  </a:lnTo>
                  <a:lnTo>
                    <a:pt x="744902" y="880922"/>
                  </a:lnTo>
                  <a:lnTo>
                    <a:pt x="781682" y="853199"/>
                  </a:lnTo>
                  <a:lnTo>
                    <a:pt x="815611" y="822117"/>
                  </a:lnTo>
                  <a:lnTo>
                    <a:pt x="846447" y="787918"/>
                  </a:lnTo>
                  <a:lnTo>
                    <a:pt x="873951" y="750844"/>
                  </a:lnTo>
                  <a:lnTo>
                    <a:pt x="897883" y="711137"/>
                  </a:lnTo>
                  <a:lnTo>
                    <a:pt x="918002" y="669040"/>
                  </a:lnTo>
                  <a:lnTo>
                    <a:pt x="934068" y="624794"/>
                  </a:lnTo>
                  <a:lnTo>
                    <a:pt x="945841" y="578641"/>
                  </a:lnTo>
                  <a:lnTo>
                    <a:pt x="953081" y="530823"/>
                  </a:lnTo>
                  <a:lnTo>
                    <a:pt x="955547" y="481583"/>
                  </a:lnTo>
                  <a:lnTo>
                    <a:pt x="953081" y="432344"/>
                  </a:lnTo>
                  <a:lnTo>
                    <a:pt x="945841" y="384526"/>
                  </a:lnTo>
                  <a:lnTo>
                    <a:pt x="934068" y="338373"/>
                  </a:lnTo>
                  <a:lnTo>
                    <a:pt x="918002" y="294127"/>
                  </a:lnTo>
                  <a:lnTo>
                    <a:pt x="897883" y="252030"/>
                  </a:lnTo>
                  <a:lnTo>
                    <a:pt x="873951" y="212323"/>
                  </a:lnTo>
                  <a:lnTo>
                    <a:pt x="846447" y="175249"/>
                  </a:lnTo>
                  <a:lnTo>
                    <a:pt x="815611" y="141050"/>
                  </a:lnTo>
                  <a:lnTo>
                    <a:pt x="781682" y="109968"/>
                  </a:lnTo>
                  <a:lnTo>
                    <a:pt x="744902" y="82245"/>
                  </a:lnTo>
                  <a:lnTo>
                    <a:pt x="705509" y="58123"/>
                  </a:lnTo>
                  <a:lnTo>
                    <a:pt x="663745" y="37844"/>
                  </a:lnTo>
                  <a:lnTo>
                    <a:pt x="619849" y="21650"/>
                  </a:lnTo>
                  <a:lnTo>
                    <a:pt x="574062" y="9783"/>
                  </a:lnTo>
                  <a:lnTo>
                    <a:pt x="526623" y="2486"/>
                  </a:lnTo>
                  <a:lnTo>
                    <a:pt x="4777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130808" y="4847844"/>
              <a:ext cx="955675" cy="963294"/>
            </a:xfrm>
            <a:custGeom>
              <a:avLst/>
              <a:gdLst/>
              <a:ahLst/>
              <a:cxnLst/>
              <a:rect l="l" t="t" r="r" b="b"/>
              <a:pathLst>
                <a:path w="955675" h="963295">
                  <a:moveTo>
                    <a:pt x="0" y="481583"/>
                  </a:moveTo>
                  <a:lnTo>
                    <a:pt x="2466" y="432344"/>
                  </a:lnTo>
                  <a:lnTo>
                    <a:pt x="9706" y="384526"/>
                  </a:lnTo>
                  <a:lnTo>
                    <a:pt x="21479" y="338373"/>
                  </a:lnTo>
                  <a:lnTo>
                    <a:pt x="37545" y="294127"/>
                  </a:lnTo>
                  <a:lnTo>
                    <a:pt x="57664" y="252030"/>
                  </a:lnTo>
                  <a:lnTo>
                    <a:pt x="81596" y="212323"/>
                  </a:lnTo>
                  <a:lnTo>
                    <a:pt x="109100" y="175249"/>
                  </a:lnTo>
                  <a:lnTo>
                    <a:pt x="139936" y="141050"/>
                  </a:lnTo>
                  <a:lnTo>
                    <a:pt x="173865" y="109968"/>
                  </a:lnTo>
                  <a:lnTo>
                    <a:pt x="210645" y="82245"/>
                  </a:lnTo>
                  <a:lnTo>
                    <a:pt x="250038" y="58123"/>
                  </a:lnTo>
                  <a:lnTo>
                    <a:pt x="291802" y="37844"/>
                  </a:lnTo>
                  <a:lnTo>
                    <a:pt x="335698" y="21650"/>
                  </a:lnTo>
                  <a:lnTo>
                    <a:pt x="381485" y="9783"/>
                  </a:lnTo>
                  <a:lnTo>
                    <a:pt x="428924" y="2486"/>
                  </a:lnTo>
                  <a:lnTo>
                    <a:pt x="477773" y="0"/>
                  </a:lnTo>
                  <a:lnTo>
                    <a:pt x="526623" y="2486"/>
                  </a:lnTo>
                  <a:lnTo>
                    <a:pt x="574062" y="9783"/>
                  </a:lnTo>
                  <a:lnTo>
                    <a:pt x="619849" y="21650"/>
                  </a:lnTo>
                  <a:lnTo>
                    <a:pt x="663745" y="37844"/>
                  </a:lnTo>
                  <a:lnTo>
                    <a:pt x="705509" y="58123"/>
                  </a:lnTo>
                  <a:lnTo>
                    <a:pt x="744902" y="82245"/>
                  </a:lnTo>
                  <a:lnTo>
                    <a:pt x="781682" y="109968"/>
                  </a:lnTo>
                  <a:lnTo>
                    <a:pt x="815611" y="141050"/>
                  </a:lnTo>
                  <a:lnTo>
                    <a:pt x="846447" y="175249"/>
                  </a:lnTo>
                  <a:lnTo>
                    <a:pt x="873951" y="212323"/>
                  </a:lnTo>
                  <a:lnTo>
                    <a:pt x="897883" y="252030"/>
                  </a:lnTo>
                  <a:lnTo>
                    <a:pt x="918002" y="294127"/>
                  </a:lnTo>
                  <a:lnTo>
                    <a:pt x="934068" y="338373"/>
                  </a:lnTo>
                  <a:lnTo>
                    <a:pt x="945841" y="384526"/>
                  </a:lnTo>
                  <a:lnTo>
                    <a:pt x="953081" y="432344"/>
                  </a:lnTo>
                  <a:lnTo>
                    <a:pt x="955547" y="481583"/>
                  </a:lnTo>
                  <a:lnTo>
                    <a:pt x="953081" y="530823"/>
                  </a:lnTo>
                  <a:lnTo>
                    <a:pt x="945841" y="578641"/>
                  </a:lnTo>
                  <a:lnTo>
                    <a:pt x="934068" y="624794"/>
                  </a:lnTo>
                  <a:lnTo>
                    <a:pt x="918002" y="669040"/>
                  </a:lnTo>
                  <a:lnTo>
                    <a:pt x="897883" y="711137"/>
                  </a:lnTo>
                  <a:lnTo>
                    <a:pt x="873951" y="750844"/>
                  </a:lnTo>
                  <a:lnTo>
                    <a:pt x="846447" y="787918"/>
                  </a:lnTo>
                  <a:lnTo>
                    <a:pt x="815611" y="822117"/>
                  </a:lnTo>
                  <a:lnTo>
                    <a:pt x="781682" y="853199"/>
                  </a:lnTo>
                  <a:lnTo>
                    <a:pt x="744902" y="880922"/>
                  </a:lnTo>
                  <a:lnTo>
                    <a:pt x="705509" y="905044"/>
                  </a:lnTo>
                  <a:lnTo>
                    <a:pt x="663745" y="925323"/>
                  </a:lnTo>
                  <a:lnTo>
                    <a:pt x="619849" y="941517"/>
                  </a:lnTo>
                  <a:lnTo>
                    <a:pt x="574062" y="953384"/>
                  </a:lnTo>
                  <a:lnTo>
                    <a:pt x="526623" y="960681"/>
                  </a:lnTo>
                  <a:lnTo>
                    <a:pt x="477773" y="963167"/>
                  </a:lnTo>
                  <a:lnTo>
                    <a:pt x="428924" y="960681"/>
                  </a:lnTo>
                  <a:lnTo>
                    <a:pt x="381485" y="953384"/>
                  </a:lnTo>
                  <a:lnTo>
                    <a:pt x="335698" y="941517"/>
                  </a:lnTo>
                  <a:lnTo>
                    <a:pt x="291802" y="925323"/>
                  </a:lnTo>
                  <a:lnTo>
                    <a:pt x="250038" y="905044"/>
                  </a:lnTo>
                  <a:lnTo>
                    <a:pt x="210645" y="880922"/>
                  </a:lnTo>
                  <a:lnTo>
                    <a:pt x="173865" y="853199"/>
                  </a:lnTo>
                  <a:lnTo>
                    <a:pt x="139936" y="822117"/>
                  </a:lnTo>
                  <a:lnTo>
                    <a:pt x="109100" y="787918"/>
                  </a:lnTo>
                  <a:lnTo>
                    <a:pt x="81596" y="750844"/>
                  </a:lnTo>
                  <a:lnTo>
                    <a:pt x="57664" y="711137"/>
                  </a:lnTo>
                  <a:lnTo>
                    <a:pt x="37545" y="669040"/>
                  </a:lnTo>
                  <a:lnTo>
                    <a:pt x="21479" y="624794"/>
                  </a:lnTo>
                  <a:lnTo>
                    <a:pt x="9706" y="578641"/>
                  </a:lnTo>
                  <a:lnTo>
                    <a:pt x="2466" y="530823"/>
                  </a:lnTo>
                  <a:lnTo>
                    <a:pt x="0" y="48158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1403139" y="5124708"/>
            <a:ext cx="3213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𝑡</a:t>
            </a:r>
            <a:r>
              <a:rPr dirty="0" baseline="-15873" sz="2625" spc="-37">
                <a:latin typeface="Cambria Math"/>
                <a:cs typeface="Cambria Math"/>
              </a:rPr>
              <a:t>0</a:t>
            </a:r>
            <a:endParaRPr baseline="-15873" sz="2625">
              <a:latin typeface="Cambria Math"/>
              <a:cs typeface="Cambria Math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632459" y="4282185"/>
            <a:ext cx="2949575" cy="1105535"/>
            <a:chOff x="632459" y="4282185"/>
            <a:chExt cx="2949575" cy="1105535"/>
          </a:xfrm>
        </p:grpSpPr>
        <p:sp>
          <p:nvSpPr>
            <p:cNvPr id="15" name="object 15" descr=""/>
            <p:cNvSpPr/>
            <p:nvPr/>
          </p:nvSpPr>
          <p:spPr>
            <a:xfrm>
              <a:off x="651509" y="5330189"/>
              <a:ext cx="385445" cy="0"/>
            </a:xfrm>
            <a:custGeom>
              <a:avLst/>
              <a:gdLst/>
              <a:ahLst/>
              <a:cxnLst/>
              <a:rect l="l" t="t" r="r" b="b"/>
              <a:pathLst>
                <a:path w="385444" h="0">
                  <a:moveTo>
                    <a:pt x="0" y="0"/>
                  </a:moveTo>
                  <a:lnTo>
                    <a:pt x="385343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017807" y="5273034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299"/>
                  </a:lnTo>
                  <a:lnTo>
                    <a:pt x="114300" y="571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2619755" y="4288535"/>
              <a:ext cx="955675" cy="963294"/>
            </a:xfrm>
            <a:custGeom>
              <a:avLst/>
              <a:gdLst/>
              <a:ahLst/>
              <a:cxnLst/>
              <a:rect l="l" t="t" r="r" b="b"/>
              <a:pathLst>
                <a:path w="955675" h="963295">
                  <a:moveTo>
                    <a:pt x="0" y="481583"/>
                  </a:moveTo>
                  <a:lnTo>
                    <a:pt x="2466" y="432344"/>
                  </a:lnTo>
                  <a:lnTo>
                    <a:pt x="9706" y="384526"/>
                  </a:lnTo>
                  <a:lnTo>
                    <a:pt x="21479" y="338373"/>
                  </a:lnTo>
                  <a:lnTo>
                    <a:pt x="37545" y="294127"/>
                  </a:lnTo>
                  <a:lnTo>
                    <a:pt x="57664" y="252030"/>
                  </a:lnTo>
                  <a:lnTo>
                    <a:pt x="81596" y="212323"/>
                  </a:lnTo>
                  <a:lnTo>
                    <a:pt x="109100" y="175249"/>
                  </a:lnTo>
                  <a:lnTo>
                    <a:pt x="139936" y="141050"/>
                  </a:lnTo>
                  <a:lnTo>
                    <a:pt x="173865" y="109968"/>
                  </a:lnTo>
                  <a:lnTo>
                    <a:pt x="210645" y="82245"/>
                  </a:lnTo>
                  <a:lnTo>
                    <a:pt x="250038" y="58123"/>
                  </a:lnTo>
                  <a:lnTo>
                    <a:pt x="291802" y="37844"/>
                  </a:lnTo>
                  <a:lnTo>
                    <a:pt x="335698" y="21650"/>
                  </a:lnTo>
                  <a:lnTo>
                    <a:pt x="381485" y="9783"/>
                  </a:lnTo>
                  <a:lnTo>
                    <a:pt x="428924" y="2486"/>
                  </a:lnTo>
                  <a:lnTo>
                    <a:pt x="477773" y="0"/>
                  </a:lnTo>
                  <a:lnTo>
                    <a:pt x="526623" y="2486"/>
                  </a:lnTo>
                  <a:lnTo>
                    <a:pt x="574062" y="9783"/>
                  </a:lnTo>
                  <a:lnTo>
                    <a:pt x="619849" y="21650"/>
                  </a:lnTo>
                  <a:lnTo>
                    <a:pt x="663745" y="37844"/>
                  </a:lnTo>
                  <a:lnTo>
                    <a:pt x="705509" y="58123"/>
                  </a:lnTo>
                  <a:lnTo>
                    <a:pt x="744902" y="82245"/>
                  </a:lnTo>
                  <a:lnTo>
                    <a:pt x="781682" y="109968"/>
                  </a:lnTo>
                  <a:lnTo>
                    <a:pt x="815611" y="141050"/>
                  </a:lnTo>
                  <a:lnTo>
                    <a:pt x="846447" y="175249"/>
                  </a:lnTo>
                  <a:lnTo>
                    <a:pt x="873951" y="212323"/>
                  </a:lnTo>
                  <a:lnTo>
                    <a:pt x="897883" y="252030"/>
                  </a:lnTo>
                  <a:lnTo>
                    <a:pt x="918002" y="294127"/>
                  </a:lnTo>
                  <a:lnTo>
                    <a:pt x="934068" y="338373"/>
                  </a:lnTo>
                  <a:lnTo>
                    <a:pt x="945841" y="384526"/>
                  </a:lnTo>
                  <a:lnTo>
                    <a:pt x="953081" y="432344"/>
                  </a:lnTo>
                  <a:lnTo>
                    <a:pt x="955547" y="481583"/>
                  </a:lnTo>
                  <a:lnTo>
                    <a:pt x="953081" y="530823"/>
                  </a:lnTo>
                  <a:lnTo>
                    <a:pt x="945841" y="578641"/>
                  </a:lnTo>
                  <a:lnTo>
                    <a:pt x="934068" y="624794"/>
                  </a:lnTo>
                  <a:lnTo>
                    <a:pt x="918002" y="669040"/>
                  </a:lnTo>
                  <a:lnTo>
                    <a:pt x="897883" y="711137"/>
                  </a:lnTo>
                  <a:lnTo>
                    <a:pt x="873951" y="750844"/>
                  </a:lnTo>
                  <a:lnTo>
                    <a:pt x="846447" y="787918"/>
                  </a:lnTo>
                  <a:lnTo>
                    <a:pt x="815611" y="822117"/>
                  </a:lnTo>
                  <a:lnTo>
                    <a:pt x="781682" y="853199"/>
                  </a:lnTo>
                  <a:lnTo>
                    <a:pt x="744902" y="880922"/>
                  </a:lnTo>
                  <a:lnTo>
                    <a:pt x="705509" y="905044"/>
                  </a:lnTo>
                  <a:lnTo>
                    <a:pt x="663745" y="925323"/>
                  </a:lnTo>
                  <a:lnTo>
                    <a:pt x="619849" y="941517"/>
                  </a:lnTo>
                  <a:lnTo>
                    <a:pt x="574062" y="953384"/>
                  </a:lnTo>
                  <a:lnTo>
                    <a:pt x="526623" y="960681"/>
                  </a:lnTo>
                  <a:lnTo>
                    <a:pt x="477773" y="963167"/>
                  </a:lnTo>
                  <a:lnTo>
                    <a:pt x="428924" y="960681"/>
                  </a:lnTo>
                  <a:lnTo>
                    <a:pt x="381485" y="953384"/>
                  </a:lnTo>
                  <a:lnTo>
                    <a:pt x="335698" y="941517"/>
                  </a:lnTo>
                  <a:lnTo>
                    <a:pt x="291802" y="925323"/>
                  </a:lnTo>
                  <a:lnTo>
                    <a:pt x="250038" y="905044"/>
                  </a:lnTo>
                  <a:lnTo>
                    <a:pt x="210645" y="880922"/>
                  </a:lnTo>
                  <a:lnTo>
                    <a:pt x="173865" y="853199"/>
                  </a:lnTo>
                  <a:lnTo>
                    <a:pt x="139936" y="822117"/>
                  </a:lnTo>
                  <a:lnTo>
                    <a:pt x="109100" y="787918"/>
                  </a:lnTo>
                  <a:lnTo>
                    <a:pt x="81596" y="750844"/>
                  </a:lnTo>
                  <a:lnTo>
                    <a:pt x="57664" y="711137"/>
                  </a:lnTo>
                  <a:lnTo>
                    <a:pt x="37545" y="669040"/>
                  </a:lnTo>
                  <a:lnTo>
                    <a:pt x="21479" y="624794"/>
                  </a:lnTo>
                  <a:lnTo>
                    <a:pt x="9706" y="578641"/>
                  </a:lnTo>
                  <a:lnTo>
                    <a:pt x="2466" y="530823"/>
                  </a:lnTo>
                  <a:lnTo>
                    <a:pt x="0" y="48158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414527" y="4329684"/>
            <a:ext cx="527685" cy="36893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121285">
              <a:lnSpc>
                <a:spcPct val="100000"/>
              </a:lnSpc>
              <a:spcBef>
                <a:spcPts val="310"/>
              </a:spcBef>
            </a:pPr>
            <a:r>
              <a:rPr dirty="0" sz="18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957" sz="1950" spc="-37">
                <a:latin typeface="Cambria Math"/>
                <a:cs typeface="Cambria Math"/>
              </a:rPr>
              <a:t>1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2896411" y="4565352"/>
            <a:ext cx="3136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𝑡</a:t>
            </a:r>
            <a:r>
              <a:rPr dirty="0" baseline="-15873" sz="2625" spc="-37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2606039" y="5384291"/>
            <a:ext cx="954405" cy="963294"/>
          </a:xfrm>
          <a:custGeom>
            <a:avLst/>
            <a:gdLst/>
            <a:ahLst/>
            <a:cxnLst/>
            <a:rect l="l" t="t" r="r" b="b"/>
            <a:pathLst>
              <a:path w="954404" h="963295">
                <a:moveTo>
                  <a:pt x="0" y="481584"/>
                </a:moveTo>
                <a:lnTo>
                  <a:pt x="2462" y="432344"/>
                </a:lnTo>
                <a:lnTo>
                  <a:pt x="9691" y="384526"/>
                </a:lnTo>
                <a:lnTo>
                  <a:pt x="21445" y="338373"/>
                </a:lnTo>
                <a:lnTo>
                  <a:pt x="37485" y="294127"/>
                </a:lnTo>
                <a:lnTo>
                  <a:pt x="57572" y="252030"/>
                </a:lnTo>
                <a:lnTo>
                  <a:pt x="81465" y="212323"/>
                </a:lnTo>
                <a:lnTo>
                  <a:pt x="108925" y="175249"/>
                </a:lnTo>
                <a:lnTo>
                  <a:pt x="139712" y="141050"/>
                </a:lnTo>
                <a:lnTo>
                  <a:pt x="173587" y="109968"/>
                </a:lnTo>
                <a:lnTo>
                  <a:pt x="210309" y="82245"/>
                </a:lnTo>
                <a:lnTo>
                  <a:pt x="249638" y="58123"/>
                </a:lnTo>
                <a:lnTo>
                  <a:pt x="291336" y="37844"/>
                </a:lnTo>
                <a:lnTo>
                  <a:pt x="335162" y="21650"/>
                </a:lnTo>
                <a:lnTo>
                  <a:pt x="380876" y="9783"/>
                </a:lnTo>
                <a:lnTo>
                  <a:pt x="428239" y="2486"/>
                </a:lnTo>
                <a:lnTo>
                  <a:pt x="477012" y="0"/>
                </a:lnTo>
                <a:lnTo>
                  <a:pt x="525784" y="2486"/>
                </a:lnTo>
                <a:lnTo>
                  <a:pt x="573147" y="9783"/>
                </a:lnTo>
                <a:lnTo>
                  <a:pt x="618861" y="21650"/>
                </a:lnTo>
                <a:lnTo>
                  <a:pt x="662687" y="37844"/>
                </a:lnTo>
                <a:lnTo>
                  <a:pt x="704385" y="58123"/>
                </a:lnTo>
                <a:lnTo>
                  <a:pt x="743714" y="82245"/>
                </a:lnTo>
                <a:lnTo>
                  <a:pt x="780436" y="109968"/>
                </a:lnTo>
                <a:lnTo>
                  <a:pt x="814311" y="141050"/>
                </a:lnTo>
                <a:lnTo>
                  <a:pt x="845098" y="175249"/>
                </a:lnTo>
                <a:lnTo>
                  <a:pt x="872558" y="212323"/>
                </a:lnTo>
                <a:lnTo>
                  <a:pt x="896451" y="252030"/>
                </a:lnTo>
                <a:lnTo>
                  <a:pt x="916538" y="294127"/>
                </a:lnTo>
                <a:lnTo>
                  <a:pt x="932578" y="338373"/>
                </a:lnTo>
                <a:lnTo>
                  <a:pt x="944332" y="384526"/>
                </a:lnTo>
                <a:lnTo>
                  <a:pt x="951561" y="432344"/>
                </a:lnTo>
                <a:lnTo>
                  <a:pt x="954024" y="481584"/>
                </a:lnTo>
                <a:lnTo>
                  <a:pt x="951561" y="530823"/>
                </a:lnTo>
                <a:lnTo>
                  <a:pt x="944332" y="578641"/>
                </a:lnTo>
                <a:lnTo>
                  <a:pt x="932578" y="624794"/>
                </a:lnTo>
                <a:lnTo>
                  <a:pt x="916538" y="669040"/>
                </a:lnTo>
                <a:lnTo>
                  <a:pt x="896451" y="711137"/>
                </a:lnTo>
                <a:lnTo>
                  <a:pt x="872558" y="750844"/>
                </a:lnTo>
                <a:lnTo>
                  <a:pt x="845098" y="787918"/>
                </a:lnTo>
                <a:lnTo>
                  <a:pt x="814311" y="822117"/>
                </a:lnTo>
                <a:lnTo>
                  <a:pt x="780436" y="853199"/>
                </a:lnTo>
                <a:lnTo>
                  <a:pt x="743714" y="880922"/>
                </a:lnTo>
                <a:lnTo>
                  <a:pt x="704385" y="905044"/>
                </a:lnTo>
                <a:lnTo>
                  <a:pt x="662687" y="925323"/>
                </a:lnTo>
                <a:lnTo>
                  <a:pt x="618861" y="941517"/>
                </a:lnTo>
                <a:lnTo>
                  <a:pt x="573147" y="953384"/>
                </a:lnTo>
                <a:lnTo>
                  <a:pt x="525784" y="960681"/>
                </a:lnTo>
                <a:lnTo>
                  <a:pt x="477012" y="963168"/>
                </a:lnTo>
                <a:lnTo>
                  <a:pt x="428239" y="960681"/>
                </a:lnTo>
                <a:lnTo>
                  <a:pt x="380876" y="953384"/>
                </a:lnTo>
                <a:lnTo>
                  <a:pt x="335162" y="941517"/>
                </a:lnTo>
                <a:lnTo>
                  <a:pt x="291336" y="925323"/>
                </a:lnTo>
                <a:lnTo>
                  <a:pt x="249638" y="905044"/>
                </a:lnTo>
                <a:lnTo>
                  <a:pt x="210309" y="880922"/>
                </a:lnTo>
                <a:lnTo>
                  <a:pt x="173587" y="853199"/>
                </a:lnTo>
                <a:lnTo>
                  <a:pt x="139712" y="822117"/>
                </a:lnTo>
                <a:lnTo>
                  <a:pt x="108925" y="787918"/>
                </a:lnTo>
                <a:lnTo>
                  <a:pt x="81465" y="750844"/>
                </a:lnTo>
                <a:lnTo>
                  <a:pt x="57572" y="711137"/>
                </a:lnTo>
                <a:lnTo>
                  <a:pt x="37485" y="669040"/>
                </a:lnTo>
                <a:lnTo>
                  <a:pt x="21445" y="624794"/>
                </a:lnTo>
                <a:lnTo>
                  <a:pt x="9691" y="578641"/>
                </a:lnTo>
                <a:lnTo>
                  <a:pt x="2462" y="530823"/>
                </a:lnTo>
                <a:lnTo>
                  <a:pt x="0" y="481584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2877016" y="5661435"/>
            <a:ext cx="3213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𝑡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1927860" y="4751861"/>
            <a:ext cx="693420" cy="1137285"/>
            <a:chOff x="1927860" y="4751861"/>
            <a:chExt cx="693420" cy="1137285"/>
          </a:xfrm>
        </p:grpSpPr>
        <p:sp>
          <p:nvSpPr>
            <p:cNvPr id="23" name="object 23" descr=""/>
            <p:cNvSpPr/>
            <p:nvPr/>
          </p:nvSpPr>
          <p:spPr>
            <a:xfrm>
              <a:off x="1946910" y="4800314"/>
              <a:ext cx="583565" cy="189865"/>
            </a:xfrm>
            <a:custGeom>
              <a:avLst/>
              <a:gdLst/>
              <a:ahLst/>
              <a:cxnLst/>
              <a:rect l="l" t="t" r="r" b="b"/>
              <a:pathLst>
                <a:path w="583564" h="189864">
                  <a:moveTo>
                    <a:pt x="0" y="189585"/>
                  </a:moveTo>
                  <a:lnTo>
                    <a:pt x="58345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2494581" y="4751861"/>
              <a:ext cx="127000" cy="109220"/>
            </a:xfrm>
            <a:custGeom>
              <a:avLst/>
              <a:gdLst/>
              <a:ahLst/>
              <a:cxnLst/>
              <a:rect l="l" t="t" r="r" b="b"/>
              <a:pathLst>
                <a:path w="127000" h="109220">
                  <a:moveTo>
                    <a:pt x="0" y="0"/>
                  </a:moveTo>
                  <a:lnTo>
                    <a:pt x="35331" y="108699"/>
                  </a:lnTo>
                  <a:lnTo>
                    <a:pt x="126377" y="19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946910" y="5670041"/>
              <a:ext cx="568325" cy="169545"/>
            </a:xfrm>
            <a:custGeom>
              <a:avLst/>
              <a:gdLst/>
              <a:ahLst/>
              <a:cxnLst/>
              <a:rect l="l" t="t" r="r" b="b"/>
              <a:pathLst>
                <a:path w="568325" h="169545">
                  <a:moveTo>
                    <a:pt x="0" y="0"/>
                  </a:moveTo>
                  <a:lnTo>
                    <a:pt x="567905" y="169189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2480238" y="5779018"/>
              <a:ext cx="126364" cy="109855"/>
            </a:xfrm>
            <a:custGeom>
              <a:avLst/>
              <a:gdLst/>
              <a:ahLst/>
              <a:cxnLst/>
              <a:rect l="l" t="t" r="r" b="b"/>
              <a:pathLst>
                <a:path w="126364" h="109854">
                  <a:moveTo>
                    <a:pt x="32638" y="0"/>
                  </a:moveTo>
                  <a:lnTo>
                    <a:pt x="0" y="109537"/>
                  </a:lnTo>
                  <a:lnTo>
                    <a:pt x="125856" y="87414"/>
                  </a:lnTo>
                  <a:lnTo>
                    <a:pt x="326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2123075" y="4484106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2099585" y="5753262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2699004" y="4381500"/>
            <a:ext cx="771525" cy="777240"/>
          </a:xfrm>
          <a:custGeom>
            <a:avLst/>
            <a:gdLst/>
            <a:ahLst/>
            <a:cxnLst/>
            <a:rect l="l" t="t" r="r" b="b"/>
            <a:pathLst>
              <a:path w="771525" h="777239">
                <a:moveTo>
                  <a:pt x="0" y="388619"/>
                </a:moveTo>
                <a:lnTo>
                  <a:pt x="3004" y="339872"/>
                </a:lnTo>
                <a:lnTo>
                  <a:pt x="11776" y="292931"/>
                </a:lnTo>
                <a:lnTo>
                  <a:pt x="25953" y="248161"/>
                </a:lnTo>
                <a:lnTo>
                  <a:pt x="45176" y="205927"/>
                </a:lnTo>
                <a:lnTo>
                  <a:pt x="69082" y="166592"/>
                </a:lnTo>
                <a:lnTo>
                  <a:pt x="97311" y="130521"/>
                </a:lnTo>
                <a:lnTo>
                  <a:pt x="129500" y="98078"/>
                </a:lnTo>
                <a:lnTo>
                  <a:pt x="165288" y="69627"/>
                </a:lnTo>
                <a:lnTo>
                  <a:pt x="204314" y="45532"/>
                </a:lnTo>
                <a:lnTo>
                  <a:pt x="246217" y="26158"/>
                </a:lnTo>
                <a:lnTo>
                  <a:pt x="290635" y="11868"/>
                </a:lnTo>
                <a:lnTo>
                  <a:pt x="337207" y="3027"/>
                </a:lnTo>
                <a:lnTo>
                  <a:pt x="385572" y="0"/>
                </a:lnTo>
                <a:lnTo>
                  <a:pt x="433936" y="3027"/>
                </a:lnTo>
                <a:lnTo>
                  <a:pt x="480508" y="11868"/>
                </a:lnTo>
                <a:lnTo>
                  <a:pt x="524926" y="26158"/>
                </a:lnTo>
                <a:lnTo>
                  <a:pt x="566829" y="45532"/>
                </a:lnTo>
                <a:lnTo>
                  <a:pt x="605855" y="69627"/>
                </a:lnTo>
                <a:lnTo>
                  <a:pt x="641643" y="98078"/>
                </a:lnTo>
                <a:lnTo>
                  <a:pt x="673832" y="130521"/>
                </a:lnTo>
                <a:lnTo>
                  <a:pt x="702061" y="166592"/>
                </a:lnTo>
                <a:lnTo>
                  <a:pt x="725967" y="205927"/>
                </a:lnTo>
                <a:lnTo>
                  <a:pt x="745190" y="248161"/>
                </a:lnTo>
                <a:lnTo>
                  <a:pt x="759367" y="292931"/>
                </a:lnTo>
                <a:lnTo>
                  <a:pt x="768139" y="339872"/>
                </a:lnTo>
                <a:lnTo>
                  <a:pt x="771144" y="388619"/>
                </a:lnTo>
                <a:lnTo>
                  <a:pt x="768139" y="437367"/>
                </a:lnTo>
                <a:lnTo>
                  <a:pt x="759367" y="484308"/>
                </a:lnTo>
                <a:lnTo>
                  <a:pt x="745190" y="529078"/>
                </a:lnTo>
                <a:lnTo>
                  <a:pt x="725967" y="571312"/>
                </a:lnTo>
                <a:lnTo>
                  <a:pt x="702061" y="610647"/>
                </a:lnTo>
                <a:lnTo>
                  <a:pt x="673832" y="646718"/>
                </a:lnTo>
                <a:lnTo>
                  <a:pt x="641643" y="679161"/>
                </a:lnTo>
                <a:lnTo>
                  <a:pt x="605855" y="707612"/>
                </a:lnTo>
                <a:lnTo>
                  <a:pt x="566829" y="731707"/>
                </a:lnTo>
                <a:lnTo>
                  <a:pt x="524926" y="751081"/>
                </a:lnTo>
                <a:lnTo>
                  <a:pt x="480508" y="765371"/>
                </a:lnTo>
                <a:lnTo>
                  <a:pt x="433936" y="774212"/>
                </a:lnTo>
                <a:lnTo>
                  <a:pt x="385572" y="777240"/>
                </a:lnTo>
                <a:lnTo>
                  <a:pt x="337207" y="774212"/>
                </a:lnTo>
                <a:lnTo>
                  <a:pt x="290635" y="765371"/>
                </a:lnTo>
                <a:lnTo>
                  <a:pt x="246217" y="751081"/>
                </a:lnTo>
                <a:lnTo>
                  <a:pt x="204314" y="731707"/>
                </a:lnTo>
                <a:lnTo>
                  <a:pt x="165288" y="707612"/>
                </a:lnTo>
                <a:lnTo>
                  <a:pt x="129500" y="679161"/>
                </a:lnTo>
                <a:lnTo>
                  <a:pt x="97311" y="646718"/>
                </a:lnTo>
                <a:lnTo>
                  <a:pt x="69082" y="610647"/>
                </a:lnTo>
                <a:lnTo>
                  <a:pt x="45176" y="571312"/>
                </a:lnTo>
                <a:lnTo>
                  <a:pt x="25953" y="529078"/>
                </a:lnTo>
                <a:lnTo>
                  <a:pt x="11776" y="484308"/>
                </a:lnTo>
                <a:lnTo>
                  <a:pt x="3004" y="437367"/>
                </a:lnTo>
                <a:lnTo>
                  <a:pt x="0" y="388619"/>
                </a:lnTo>
                <a:close/>
              </a:path>
            </a:pathLst>
          </a:custGeom>
          <a:ln w="12699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4448555" y="4329684"/>
            <a:ext cx="533400" cy="36893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121920">
              <a:lnSpc>
                <a:spcPct val="100000"/>
              </a:lnSpc>
              <a:spcBef>
                <a:spcPts val="310"/>
              </a:spcBef>
            </a:pPr>
            <a:r>
              <a:rPr dirty="0" sz="18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957" sz="1950" spc="-37">
                <a:latin typeface="Cambria Math"/>
                <a:cs typeface="Cambria Math"/>
              </a:rPr>
              <a:t>2</a:t>
            </a:r>
            <a:endParaRPr baseline="-14957" sz="1950">
              <a:latin typeface="Cambria Math"/>
              <a:cs typeface="Cambria Math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5003038" y="4835397"/>
            <a:ext cx="967105" cy="975994"/>
            <a:chOff x="5003038" y="4835397"/>
            <a:chExt cx="967105" cy="975994"/>
          </a:xfrm>
        </p:grpSpPr>
        <p:sp>
          <p:nvSpPr>
            <p:cNvPr id="32" name="object 32" descr=""/>
            <p:cNvSpPr/>
            <p:nvPr/>
          </p:nvSpPr>
          <p:spPr>
            <a:xfrm>
              <a:off x="5009388" y="4841747"/>
              <a:ext cx="954405" cy="963294"/>
            </a:xfrm>
            <a:custGeom>
              <a:avLst/>
              <a:gdLst/>
              <a:ahLst/>
              <a:cxnLst/>
              <a:rect l="l" t="t" r="r" b="b"/>
              <a:pathLst>
                <a:path w="954404" h="963295">
                  <a:moveTo>
                    <a:pt x="477012" y="0"/>
                  </a:moveTo>
                  <a:lnTo>
                    <a:pt x="428239" y="2486"/>
                  </a:lnTo>
                  <a:lnTo>
                    <a:pt x="380876" y="9783"/>
                  </a:lnTo>
                  <a:lnTo>
                    <a:pt x="335162" y="21650"/>
                  </a:lnTo>
                  <a:lnTo>
                    <a:pt x="291336" y="37844"/>
                  </a:lnTo>
                  <a:lnTo>
                    <a:pt x="249638" y="58123"/>
                  </a:lnTo>
                  <a:lnTo>
                    <a:pt x="210309" y="82245"/>
                  </a:lnTo>
                  <a:lnTo>
                    <a:pt x="173587" y="109968"/>
                  </a:lnTo>
                  <a:lnTo>
                    <a:pt x="139712" y="141050"/>
                  </a:lnTo>
                  <a:lnTo>
                    <a:pt x="108925" y="175249"/>
                  </a:lnTo>
                  <a:lnTo>
                    <a:pt x="81465" y="212323"/>
                  </a:lnTo>
                  <a:lnTo>
                    <a:pt x="57572" y="252030"/>
                  </a:lnTo>
                  <a:lnTo>
                    <a:pt x="37485" y="294127"/>
                  </a:lnTo>
                  <a:lnTo>
                    <a:pt x="21445" y="338373"/>
                  </a:lnTo>
                  <a:lnTo>
                    <a:pt x="9691" y="384526"/>
                  </a:lnTo>
                  <a:lnTo>
                    <a:pt x="2462" y="432344"/>
                  </a:lnTo>
                  <a:lnTo>
                    <a:pt x="0" y="481583"/>
                  </a:lnTo>
                  <a:lnTo>
                    <a:pt x="2462" y="530823"/>
                  </a:lnTo>
                  <a:lnTo>
                    <a:pt x="9691" y="578641"/>
                  </a:lnTo>
                  <a:lnTo>
                    <a:pt x="21445" y="624794"/>
                  </a:lnTo>
                  <a:lnTo>
                    <a:pt x="37485" y="669040"/>
                  </a:lnTo>
                  <a:lnTo>
                    <a:pt x="57572" y="711137"/>
                  </a:lnTo>
                  <a:lnTo>
                    <a:pt x="81465" y="750844"/>
                  </a:lnTo>
                  <a:lnTo>
                    <a:pt x="108925" y="787918"/>
                  </a:lnTo>
                  <a:lnTo>
                    <a:pt x="139712" y="822117"/>
                  </a:lnTo>
                  <a:lnTo>
                    <a:pt x="173587" y="853199"/>
                  </a:lnTo>
                  <a:lnTo>
                    <a:pt x="210309" y="880922"/>
                  </a:lnTo>
                  <a:lnTo>
                    <a:pt x="249638" y="905044"/>
                  </a:lnTo>
                  <a:lnTo>
                    <a:pt x="291336" y="925323"/>
                  </a:lnTo>
                  <a:lnTo>
                    <a:pt x="335162" y="941517"/>
                  </a:lnTo>
                  <a:lnTo>
                    <a:pt x="380876" y="953384"/>
                  </a:lnTo>
                  <a:lnTo>
                    <a:pt x="428239" y="960681"/>
                  </a:lnTo>
                  <a:lnTo>
                    <a:pt x="477012" y="963167"/>
                  </a:lnTo>
                  <a:lnTo>
                    <a:pt x="525784" y="960681"/>
                  </a:lnTo>
                  <a:lnTo>
                    <a:pt x="573147" y="953384"/>
                  </a:lnTo>
                  <a:lnTo>
                    <a:pt x="618861" y="941517"/>
                  </a:lnTo>
                  <a:lnTo>
                    <a:pt x="662687" y="925323"/>
                  </a:lnTo>
                  <a:lnTo>
                    <a:pt x="704385" y="905044"/>
                  </a:lnTo>
                  <a:lnTo>
                    <a:pt x="743714" y="880922"/>
                  </a:lnTo>
                  <a:lnTo>
                    <a:pt x="780436" y="853199"/>
                  </a:lnTo>
                  <a:lnTo>
                    <a:pt x="814311" y="822117"/>
                  </a:lnTo>
                  <a:lnTo>
                    <a:pt x="845098" y="787918"/>
                  </a:lnTo>
                  <a:lnTo>
                    <a:pt x="872558" y="750844"/>
                  </a:lnTo>
                  <a:lnTo>
                    <a:pt x="896451" y="711137"/>
                  </a:lnTo>
                  <a:lnTo>
                    <a:pt x="916538" y="669040"/>
                  </a:lnTo>
                  <a:lnTo>
                    <a:pt x="932578" y="624794"/>
                  </a:lnTo>
                  <a:lnTo>
                    <a:pt x="944332" y="578641"/>
                  </a:lnTo>
                  <a:lnTo>
                    <a:pt x="951561" y="530823"/>
                  </a:lnTo>
                  <a:lnTo>
                    <a:pt x="954024" y="481583"/>
                  </a:lnTo>
                  <a:lnTo>
                    <a:pt x="951561" y="432344"/>
                  </a:lnTo>
                  <a:lnTo>
                    <a:pt x="944332" y="384526"/>
                  </a:lnTo>
                  <a:lnTo>
                    <a:pt x="932578" y="338373"/>
                  </a:lnTo>
                  <a:lnTo>
                    <a:pt x="916538" y="294127"/>
                  </a:lnTo>
                  <a:lnTo>
                    <a:pt x="896451" y="252030"/>
                  </a:lnTo>
                  <a:lnTo>
                    <a:pt x="872558" y="212323"/>
                  </a:lnTo>
                  <a:lnTo>
                    <a:pt x="845098" y="175249"/>
                  </a:lnTo>
                  <a:lnTo>
                    <a:pt x="814311" y="141050"/>
                  </a:lnTo>
                  <a:lnTo>
                    <a:pt x="780436" y="109968"/>
                  </a:lnTo>
                  <a:lnTo>
                    <a:pt x="743714" y="82245"/>
                  </a:lnTo>
                  <a:lnTo>
                    <a:pt x="704385" y="58123"/>
                  </a:lnTo>
                  <a:lnTo>
                    <a:pt x="662687" y="37844"/>
                  </a:lnTo>
                  <a:lnTo>
                    <a:pt x="618861" y="21650"/>
                  </a:lnTo>
                  <a:lnTo>
                    <a:pt x="573147" y="9783"/>
                  </a:lnTo>
                  <a:lnTo>
                    <a:pt x="525784" y="2486"/>
                  </a:lnTo>
                  <a:lnTo>
                    <a:pt x="4770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5009388" y="4841747"/>
              <a:ext cx="954405" cy="963294"/>
            </a:xfrm>
            <a:custGeom>
              <a:avLst/>
              <a:gdLst/>
              <a:ahLst/>
              <a:cxnLst/>
              <a:rect l="l" t="t" r="r" b="b"/>
              <a:pathLst>
                <a:path w="954404" h="963295">
                  <a:moveTo>
                    <a:pt x="0" y="481583"/>
                  </a:moveTo>
                  <a:lnTo>
                    <a:pt x="2462" y="432344"/>
                  </a:lnTo>
                  <a:lnTo>
                    <a:pt x="9691" y="384526"/>
                  </a:lnTo>
                  <a:lnTo>
                    <a:pt x="21445" y="338373"/>
                  </a:lnTo>
                  <a:lnTo>
                    <a:pt x="37485" y="294127"/>
                  </a:lnTo>
                  <a:lnTo>
                    <a:pt x="57572" y="252030"/>
                  </a:lnTo>
                  <a:lnTo>
                    <a:pt x="81465" y="212323"/>
                  </a:lnTo>
                  <a:lnTo>
                    <a:pt x="108925" y="175249"/>
                  </a:lnTo>
                  <a:lnTo>
                    <a:pt x="139712" y="141050"/>
                  </a:lnTo>
                  <a:lnTo>
                    <a:pt x="173587" y="109968"/>
                  </a:lnTo>
                  <a:lnTo>
                    <a:pt x="210309" y="82245"/>
                  </a:lnTo>
                  <a:lnTo>
                    <a:pt x="249638" y="58123"/>
                  </a:lnTo>
                  <a:lnTo>
                    <a:pt x="291336" y="37844"/>
                  </a:lnTo>
                  <a:lnTo>
                    <a:pt x="335162" y="21650"/>
                  </a:lnTo>
                  <a:lnTo>
                    <a:pt x="380876" y="9783"/>
                  </a:lnTo>
                  <a:lnTo>
                    <a:pt x="428239" y="2486"/>
                  </a:lnTo>
                  <a:lnTo>
                    <a:pt x="477012" y="0"/>
                  </a:lnTo>
                  <a:lnTo>
                    <a:pt x="525784" y="2486"/>
                  </a:lnTo>
                  <a:lnTo>
                    <a:pt x="573147" y="9783"/>
                  </a:lnTo>
                  <a:lnTo>
                    <a:pt x="618861" y="21650"/>
                  </a:lnTo>
                  <a:lnTo>
                    <a:pt x="662687" y="37844"/>
                  </a:lnTo>
                  <a:lnTo>
                    <a:pt x="704385" y="58123"/>
                  </a:lnTo>
                  <a:lnTo>
                    <a:pt x="743714" y="82245"/>
                  </a:lnTo>
                  <a:lnTo>
                    <a:pt x="780436" y="109968"/>
                  </a:lnTo>
                  <a:lnTo>
                    <a:pt x="814311" y="141050"/>
                  </a:lnTo>
                  <a:lnTo>
                    <a:pt x="845098" y="175249"/>
                  </a:lnTo>
                  <a:lnTo>
                    <a:pt x="872558" y="212323"/>
                  </a:lnTo>
                  <a:lnTo>
                    <a:pt x="896451" y="252030"/>
                  </a:lnTo>
                  <a:lnTo>
                    <a:pt x="916538" y="294127"/>
                  </a:lnTo>
                  <a:lnTo>
                    <a:pt x="932578" y="338373"/>
                  </a:lnTo>
                  <a:lnTo>
                    <a:pt x="944332" y="384526"/>
                  </a:lnTo>
                  <a:lnTo>
                    <a:pt x="951561" y="432344"/>
                  </a:lnTo>
                  <a:lnTo>
                    <a:pt x="954024" y="481583"/>
                  </a:lnTo>
                  <a:lnTo>
                    <a:pt x="951561" y="530823"/>
                  </a:lnTo>
                  <a:lnTo>
                    <a:pt x="944332" y="578641"/>
                  </a:lnTo>
                  <a:lnTo>
                    <a:pt x="932578" y="624794"/>
                  </a:lnTo>
                  <a:lnTo>
                    <a:pt x="916538" y="669040"/>
                  </a:lnTo>
                  <a:lnTo>
                    <a:pt x="896451" y="711137"/>
                  </a:lnTo>
                  <a:lnTo>
                    <a:pt x="872558" y="750844"/>
                  </a:lnTo>
                  <a:lnTo>
                    <a:pt x="845098" y="787918"/>
                  </a:lnTo>
                  <a:lnTo>
                    <a:pt x="814311" y="822117"/>
                  </a:lnTo>
                  <a:lnTo>
                    <a:pt x="780436" y="853199"/>
                  </a:lnTo>
                  <a:lnTo>
                    <a:pt x="743714" y="880922"/>
                  </a:lnTo>
                  <a:lnTo>
                    <a:pt x="704385" y="905044"/>
                  </a:lnTo>
                  <a:lnTo>
                    <a:pt x="662687" y="925323"/>
                  </a:lnTo>
                  <a:lnTo>
                    <a:pt x="618861" y="941517"/>
                  </a:lnTo>
                  <a:lnTo>
                    <a:pt x="573147" y="953384"/>
                  </a:lnTo>
                  <a:lnTo>
                    <a:pt x="525784" y="960681"/>
                  </a:lnTo>
                  <a:lnTo>
                    <a:pt x="477012" y="963167"/>
                  </a:lnTo>
                  <a:lnTo>
                    <a:pt x="428239" y="960681"/>
                  </a:lnTo>
                  <a:lnTo>
                    <a:pt x="380876" y="953384"/>
                  </a:lnTo>
                  <a:lnTo>
                    <a:pt x="335162" y="941517"/>
                  </a:lnTo>
                  <a:lnTo>
                    <a:pt x="291336" y="925323"/>
                  </a:lnTo>
                  <a:lnTo>
                    <a:pt x="249638" y="905044"/>
                  </a:lnTo>
                  <a:lnTo>
                    <a:pt x="210309" y="880922"/>
                  </a:lnTo>
                  <a:lnTo>
                    <a:pt x="173587" y="853199"/>
                  </a:lnTo>
                  <a:lnTo>
                    <a:pt x="139712" y="822117"/>
                  </a:lnTo>
                  <a:lnTo>
                    <a:pt x="108925" y="787918"/>
                  </a:lnTo>
                  <a:lnTo>
                    <a:pt x="81465" y="750844"/>
                  </a:lnTo>
                  <a:lnTo>
                    <a:pt x="57572" y="711137"/>
                  </a:lnTo>
                  <a:lnTo>
                    <a:pt x="37485" y="669040"/>
                  </a:lnTo>
                  <a:lnTo>
                    <a:pt x="21445" y="624794"/>
                  </a:lnTo>
                  <a:lnTo>
                    <a:pt x="9691" y="578641"/>
                  </a:lnTo>
                  <a:lnTo>
                    <a:pt x="2462" y="530823"/>
                  </a:lnTo>
                  <a:lnTo>
                    <a:pt x="0" y="48158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5251608" y="5118729"/>
            <a:ext cx="3803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𝑔</a:t>
            </a:r>
            <a:r>
              <a:rPr dirty="0" baseline="-15873" sz="2625" spc="-37">
                <a:latin typeface="Cambria Math"/>
                <a:cs typeface="Cambria Math"/>
              </a:rPr>
              <a:t>0</a:t>
            </a:r>
            <a:endParaRPr baseline="-15873" sz="2625">
              <a:latin typeface="Cambria Math"/>
              <a:cs typeface="Cambria Math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4509515" y="4276090"/>
            <a:ext cx="2949575" cy="1105535"/>
            <a:chOff x="4509515" y="4276090"/>
            <a:chExt cx="2949575" cy="1105535"/>
          </a:xfrm>
        </p:grpSpPr>
        <p:sp>
          <p:nvSpPr>
            <p:cNvPr id="36" name="object 36" descr=""/>
            <p:cNvSpPr/>
            <p:nvPr/>
          </p:nvSpPr>
          <p:spPr>
            <a:xfrm>
              <a:off x="4528565" y="5324094"/>
              <a:ext cx="385445" cy="0"/>
            </a:xfrm>
            <a:custGeom>
              <a:avLst/>
              <a:gdLst/>
              <a:ahLst/>
              <a:cxnLst/>
              <a:rect l="l" t="t" r="r" b="b"/>
              <a:pathLst>
                <a:path w="385445" h="0">
                  <a:moveTo>
                    <a:pt x="0" y="0"/>
                  </a:moveTo>
                  <a:lnTo>
                    <a:pt x="385343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4894863" y="5266939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299"/>
                  </a:lnTo>
                  <a:lnTo>
                    <a:pt x="114300" y="571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6498335" y="4282440"/>
              <a:ext cx="954405" cy="963294"/>
            </a:xfrm>
            <a:custGeom>
              <a:avLst/>
              <a:gdLst/>
              <a:ahLst/>
              <a:cxnLst/>
              <a:rect l="l" t="t" r="r" b="b"/>
              <a:pathLst>
                <a:path w="954404" h="963295">
                  <a:moveTo>
                    <a:pt x="0" y="481584"/>
                  </a:moveTo>
                  <a:lnTo>
                    <a:pt x="2462" y="432344"/>
                  </a:lnTo>
                  <a:lnTo>
                    <a:pt x="9691" y="384526"/>
                  </a:lnTo>
                  <a:lnTo>
                    <a:pt x="21445" y="338373"/>
                  </a:lnTo>
                  <a:lnTo>
                    <a:pt x="37485" y="294127"/>
                  </a:lnTo>
                  <a:lnTo>
                    <a:pt x="57572" y="252030"/>
                  </a:lnTo>
                  <a:lnTo>
                    <a:pt x="81465" y="212323"/>
                  </a:lnTo>
                  <a:lnTo>
                    <a:pt x="108925" y="175249"/>
                  </a:lnTo>
                  <a:lnTo>
                    <a:pt x="139712" y="141050"/>
                  </a:lnTo>
                  <a:lnTo>
                    <a:pt x="173587" y="109968"/>
                  </a:lnTo>
                  <a:lnTo>
                    <a:pt x="210309" y="82245"/>
                  </a:lnTo>
                  <a:lnTo>
                    <a:pt x="249638" y="58123"/>
                  </a:lnTo>
                  <a:lnTo>
                    <a:pt x="291336" y="37844"/>
                  </a:lnTo>
                  <a:lnTo>
                    <a:pt x="335162" y="21650"/>
                  </a:lnTo>
                  <a:lnTo>
                    <a:pt x="380876" y="9783"/>
                  </a:lnTo>
                  <a:lnTo>
                    <a:pt x="428239" y="2486"/>
                  </a:lnTo>
                  <a:lnTo>
                    <a:pt x="477012" y="0"/>
                  </a:lnTo>
                  <a:lnTo>
                    <a:pt x="525784" y="2486"/>
                  </a:lnTo>
                  <a:lnTo>
                    <a:pt x="573147" y="9783"/>
                  </a:lnTo>
                  <a:lnTo>
                    <a:pt x="618861" y="21650"/>
                  </a:lnTo>
                  <a:lnTo>
                    <a:pt x="662687" y="37844"/>
                  </a:lnTo>
                  <a:lnTo>
                    <a:pt x="704385" y="58123"/>
                  </a:lnTo>
                  <a:lnTo>
                    <a:pt x="743714" y="82245"/>
                  </a:lnTo>
                  <a:lnTo>
                    <a:pt x="780436" y="109968"/>
                  </a:lnTo>
                  <a:lnTo>
                    <a:pt x="814311" y="141050"/>
                  </a:lnTo>
                  <a:lnTo>
                    <a:pt x="845098" y="175249"/>
                  </a:lnTo>
                  <a:lnTo>
                    <a:pt x="872558" y="212323"/>
                  </a:lnTo>
                  <a:lnTo>
                    <a:pt x="896451" y="252030"/>
                  </a:lnTo>
                  <a:lnTo>
                    <a:pt x="916538" y="294127"/>
                  </a:lnTo>
                  <a:lnTo>
                    <a:pt x="932578" y="338373"/>
                  </a:lnTo>
                  <a:lnTo>
                    <a:pt x="944332" y="384526"/>
                  </a:lnTo>
                  <a:lnTo>
                    <a:pt x="951561" y="432344"/>
                  </a:lnTo>
                  <a:lnTo>
                    <a:pt x="954024" y="481584"/>
                  </a:lnTo>
                  <a:lnTo>
                    <a:pt x="951561" y="530823"/>
                  </a:lnTo>
                  <a:lnTo>
                    <a:pt x="944332" y="578641"/>
                  </a:lnTo>
                  <a:lnTo>
                    <a:pt x="932578" y="624794"/>
                  </a:lnTo>
                  <a:lnTo>
                    <a:pt x="916538" y="669040"/>
                  </a:lnTo>
                  <a:lnTo>
                    <a:pt x="896451" y="711137"/>
                  </a:lnTo>
                  <a:lnTo>
                    <a:pt x="872558" y="750844"/>
                  </a:lnTo>
                  <a:lnTo>
                    <a:pt x="845098" y="787918"/>
                  </a:lnTo>
                  <a:lnTo>
                    <a:pt x="814311" y="822117"/>
                  </a:lnTo>
                  <a:lnTo>
                    <a:pt x="780436" y="853199"/>
                  </a:lnTo>
                  <a:lnTo>
                    <a:pt x="743714" y="880922"/>
                  </a:lnTo>
                  <a:lnTo>
                    <a:pt x="704385" y="905044"/>
                  </a:lnTo>
                  <a:lnTo>
                    <a:pt x="662687" y="925323"/>
                  </a:lnTo>
                  <a:lnTo>
                    <a:pt x="618861" y="941517"/>
                  </a:lnTo>
                  <a:lnTo>
                    <a:pt x="573147" y="953384"/>
                  </a:lnTo>
                  <a:lnTo>
                    <a:pt x="525784" y="960681"/>
                  </a:lnTo>
                  <a:lnTo>
                    <a:pt x="477012" y="963168"/>
                  </a:lnTo>
                  <a:lnTo>
                    <a:pt x="428239" y="960681"/>
                  </a:lnTo>
                  <a:lnTo>
                    <a:pt x="380876" y="953384"/>
                  </a:lnTo>
                  <a:lnTo>
                    <a:pt x="335162" y="941517"/>
                  </a:lnTo>
                  <a:lnTo>
                    <a:pt x="291336" y="925323"/>
                  </a:lnTo>
                  <a:lnTo>
                    <a:pt x="249638" y="905044"/>
                  </a:lnTo>
                  <a:lnTo>
                    <a:pt x="210309" y="880922"/>
                  </a:lnTo>
                  <a:lnTo>
                    <a:pt x="173587" y="853199"/>
                  </a:lnTo>
                  <a:lnTo>
                    <a:pt x="139712" y="822117"/>
                  </a:lnTo>
                  <a:lnTo>
                    <a:pt x="108925" y="787918"/>
                  </a:lnTo>
                  <a:lnTo>
                    <a:pt x="81465" y="750844"/>
                  </a:lnTo>
                  <a:lnTo>
                    <a:pt x="57572" y="711137"/>
                  </a:lnTo>
                  <a:lnTo>
                    <a:pt x="37485" y="669040"/>
                  </a:lnTo>
                  <a:lnTo>
                    <a:pt x="21445" y="624794"/>
                  </a:lnTo>
                  <a:lnTo>
                    <a:pt x="9691" y="578641"/>
                  </a:lnTo>
                  <a:lnTo>
                    <a:pt x="2462" y="530823"/>
                  </a:lnTo>
                  <a:lnTo>
                    <a:pt x="0" y="48158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>
            <a:off x="6743420" y="4559372"/>
            <a:ext cx="372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𝑔</a:t>
            </a:r>
            <a:r>
              <a:rPr dirty="0" baseline="-15873" sz="2625" spc="-37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40" name="object 40" descr=""/>
          <p:cNvSpPr/>
          <p:nvPr/>
        </p:nvSpPr>
        <p:spPr>
          <a:xfrm>
            <a:off x="6483096" y="5378196"/>
            <a:ext cx="954405" cy="963294"/>
          </a:xfrm>
          <a:custGeom>
            <a:avLst/>
            <a:gdLst/>
            <a:ahLst/>
            <a:cxnLst/>
            <a:rect l="l" t="t" r="r" b="b"/>
            <a:pathLst>
              <a:path w="954404" h="963295">
                <a:moveTo>
                  <a:pt x="0" y="481583"/>
                </a:moveTo>
                <a:lnTo>
                  <a:pt x="2462" y="432344"/>
                </a:lnTo>
                <a:lnTo>
                  <a:pt x="9691" y="384526"/>
                </a:lnTo>
                <a:lnTo>
                  <a:pt x="21445" y="338373"/>
                </a:lnTo>
                <a:lnTo>
                  <a:pt x="37485" y="294127"/>
                </a:lnTo>
                <a:lnTo>
                  <a:pt x="57572" y="252030"/>
                </a:lnTo>
                <a:lnTo>
                  <a:pt x="81465" y="212323"/>
                </a:lnTo>
                <a:lnTo>
                  <a:pt x="108925" y="175249"/>
                </a:lnTo>
                <a:lnTo>
                  <a:pt x="139712" y="141050"/>
                </a:lnTo>
                <a:lnTo>
                  <a:pt x="173587" y="109968"/>
                </a:lnTo>
                <a:lnTo>
                  <a:pt x="210309" y="82245"/>
                </a:lnTo>
                <a:lnTo>
                  <a:pt x="249638" y="58123"/>
                </a:lnTo>
                <a:lnTo>
                  <a:pt x="291336" y="37844"/>
                </a:lnTo>
                <a:lnTo>
                  <a:pt x="335162" y="21650"/>
                </a:lnTo>
                <a:lnTo>
                  <a:pt x="380876" y="9783"/>
                </a:lnTo>
                <a:lnTo>
                  <a:pt x="428239" y="2486"/>
                </a:lnTo>
                <a:lnTo>
                  <a:pt x="477012" y="0"/>
                </a:lnTo>
                <a:lnTo>
                  <a:pt x="525784" y="2486"/>
                </a:lnTo>
                <a:lnTo>
                  <a:pt x="573147" y="9783"/>
                </a:lnTo>
                <a:lnTo>
                  <a:pt x="618861" y="21650"/>
                </a:lnTo>
                <a:lnTo>
                  <a:pt x="662687" y="37844"/>
                </a:lnTo>
                <a:lnTo>
                  <a:pt x="704385" y="58123"/>
                </a:lnTo>
                <a:lnTo>
                  <a:pt x="743714" y="82245"/>
                </a:lnTo>
                <a:lnTo>
                  <a:pt x="780436" y="109968"/>
                </a:lnTo>
                <a:lnTo>
                  <a:pt x="814311" y="141050"/>
                </a:lnTo>
                <a:lnTo>
                  <a:pt x="845098" y="175249"/>
                </a:lnTo>
                <a:lnTo>
                  <a:pt x="872558" y="212323"/>
                </a:lnTo>
                <a:lnTo>
                  <a:pt x="896451" y="252030"/>
                </a:lnTo>
                <a:lnTo>
                  <a:pt x="916538" y="294127"/>
                </a:lnTo>
                <a:lnTo>
                  <a:pt x="932578" y="338373"/>
                </a:lnTo>
                <a:lnTo>
                  <a:pt x="944332" y="384526"/>
                </a:lnTo>
                <a:lnTo>
                  <a:pt x="951561" y="432344"/>
                </a:lnTo>
                <a:lnTo>
                  <a:pt x="954024" y="481583"/>
                </a:lnTo>
                <a:lnTo>
                  <a:pt x="951561" y="530823"/>
                </a:lnTo>
                <a:lnTo>
                  <a:pt x="944332" y="578641"/>
                </a:lnTo>
                <a:lnTo>
                  <a:pt x="932578" y="624794"/>
                </a:lnTo>
                <a:lnTo>
                  <a:pt x="916538" y="669040"/>
                </a:lnTo>
                <a:lnTo>
                  <a:pt x="896451" y="711137"/>
                </a:lnTo>
                <a:lnTo>
                  <a:pt x="872558" y="750844"/>
                </a:lnTo>
                <a:lnTo>
                  <a:pt x="845098" y="787918"/>
                </a:lnTo>
                <a:lnTo>
                  <a:pt x="814311" y="822117"/>
                </a:lnTo>
                <a:lnTo>
                  <a:pt x="780436" y="853199"/>
                </a:lnTo>
                <a:lnTo>
                  <a:pt x="743714" y="880922"/>
                </a:lnTo>
                <a:lnTo>
                  <a:pt x="704385" y="905044"/>
                </a:lnTo>
                <a:lnTo>
                  <a:pt x="662687" y="925323"/>
                </a:lnTo>
                <a:lnTo>
                  <a:pt x="618861" y="941517"/>
                </a:lnTo>
                <a:lnTo>
                  <a:pt x="573147" y="953384"/>
                </a:lnTo>
                <a:lnTo>
                  <a:pt x="525784" y="960681"/>
                </a:lnTo>
                <a:lnTo>
                  <a:pt x="477012" y="963167"/>
                </a:lnTo>
                <a:lnTo>
                  <a:pt x="428239" y="960681"/>
                </a:lnTo>
                <a:lnTo>
                  <a:pt x="380876" y="953384"/>
                </a:lnTo>
                <a:lnTo>
                  <a:pt x="335162" y="941517"/>
                </a:lnTo>
                <a:lnTo>
                  <a:pt x="291336" y="925323"/>
                </a:lnTo>
                <a:lnTo>
                  <a:pt x="249638" y="905044"/>
                </a:lnTo>
                <a:lnTo>
                  <a:pt x="210309" y="880922"/>
                </a:lnTo>
                <a:lnTo>
                  <a:pt x="173587" y="853199"/>
                </a:lnTo>
                <a:lnTo>
                  <a:pt x="139712" y="822117"/>
                </a:lnTo>
                <a:lnTo>
                  <a:pt x="108925" y="787918"/>
                </a:lnTo>
                <a:lnTo>
                  <a:pt x="81465" y="750844"/>
                </a:lnTo>
                <a:lnTo>
                  <a:pt x="57572" y="711137"/>
                </a:lnTo>
                <a:lnTo>
                  <a:pt x="37485" y="669040"/>
                </a:lnTo>
                <a:lnTo>
                  <a:pt x="21445" y="624794"/>
                </a:lnTo>
                <a:lnTo>
                  <a:pt x="9691" y="578641"/>
                </a:lnTo>
                <a:lnTo>
                  <a:pt x="2462" y="530823"/>
                </a:lnTo>
                <a:lnTo>
                  <a:pt x="0" y="481583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 txBox="1"/>
          <p:nvPr/>
        </p:nvSpPr>
        <p:spPr>
          <a:xfrm>
            <a:off x="6725485" y="5655455"/>
            <a:ext cx="3803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𝑔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5804915" y="4745765"/>
            <a:ext cx="693420" cy="1137285"/>
            <a:chOff x="5804915" y="4745765"/>
            <a:chExt cx="693420" cy="1137285"/>
          </a:xfrm>
        </p:grpSpPr>
        <p:sp>
          <p:nvSpPr>
            <p:cNvPr id="43" name="object 43" descr=""/>
            <p:cNvSpPr/>
            <p:nvPr/>
          </p:nvSpPr>
          <p:spPr>
            <a:xfrm>
              <a:off x="5823965" y="4794218"/>
              <a:ext cx="583565" cy="189865"/>
            </a:xfrm>
            <a:custGeom>
              <a:avLst/>
              <a:gdLst/>
              <a:ahLst/>
              <a:cxnLst/>
              <a:rect l="l" t="t" r="r" b="b"/>
              <a:pathLst>
                <a:path w="583564" h="189864">
                  <a:moveTo>
                    <a:pt x="0" y="189585"/>
                  </a:moveTo>
                  <a:lnTo>
                    <a:pt x="58345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6371636" y="4745765"/>
              <a:ext cx="127000" cy="109220"/>
            </a:xfrm>
            <a:custGeom>
              <a:avLst/>
              <a:gdLst/>
              <a:ahLst/>
              <a:cxnLst/>
              <a:rect l="l" t="t" r="r" b="b"/>
              <a:pathLst>
                <a:path w="127000" h="109220">
                  <a:moveTo>
                    <a:pt x="0" y="0"/>
                  </a:moveTo>
                  <a:lnTo>
                    <a:pt x="35331" y="108699"/>
                  </a:lnTo>
                  <a:lnTo>
                    <a:pt x="126377" y="19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5823965" y="5663946"/>
              <a:ext cx="568325" cy="169545"/>
            </a:xfrm>
            <a:custGeom>
              <a:avLst/>
              <a:gdLst/>
              <a:ahLst/>
              <a:cxnLst/>
              <a:rect l="l" t="t" r="r" b="b"/>
              <a:pathLst>
                <a:path w="568325" h="169545">
                  <a:moveTo>
                    <a:pt x="0" y="0"/>
                  </a:moveTo>
                  <a:lnTo>
                    <a:pt x="567905" y="169189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6357294" y="5772922"/>
              <a:ext cx="126364" cy="109855"/>
            </a:xfrm>
            <a:custGeom>
              <a:avLst/>
              <a:gdLst/>
              <a:ahLst/>
              <a:cxnLst/>
              <a:rect l="l" t="t" r="r" b="b"/>
              <a:pathLst>
                <a:path w="126364" h="109854">
                  <a:moveTo>
                    <a:pt x="32638" y="0"/>
                  </a:moveTo>
                  <a:lnTo>
                    <a:pt x="0" y="109537"/>
                  </a:lnTo>
                  <a:lnTo>
                    <a:pt x="125856" y="87414"/>
                  </a:lnTo>
                  <a:lnTo>
                    <a:pt x="326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 txBox="1"/>
          <p:nvPr/>
        </p:nvSpPr>
        <p:spPr>
          <a:xfrm>
            <a:off x="5998019" y="4552783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5974528" y="5748989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9" name="object 49" descr=""/>
          <p:cNvSpPr/>
          <p:nvPr/>
        </p:nvSpPr>
        <p:spPr>
          <a:xfrm>
            <a:off x="6569964" y="5477255"/>
            <a:ext cx="771525" cy="777240"/>
          </a:xfrm>
          <a:custGeom>
            <a:avLst/>
            <a:gdLst/>
            <a:ahLst/>
            <a:cxnLst/>
            <a:rect l="l" t="t" r="r" b="b"/>
            <a:pathLst>
              <a:path w="771525" h="777239">
                <a:moveTo>
                  <a:pt x="0" y="388620"/>
                </a:moveTo>
                <a:lnTo>
                  <a:pt x="3004" y="339872"/>
                </a:lnTo>
                <a:lnTo>
                  <a:pt x="11776" y="292931"/>
                </a:lnTo>
                <a:lnTo>
                  <a:pt x="25953" y="248161"/>
                </a:lnTo>
                <a:lnTo>
                  <a:pt x="45176" y="205927"/>
                </a:lnTo>
                <a:lnTo>
                  <a:pt x="69082" y="166592"/>
                </a:lnTo>
                <a:lnTo>
                  <a:pt x="97311" y="130521"/>
                </a:lnTo>
                <a:lnTo>
                  <a:pt x="129500" y="98078"/>
                </a:lnTo>
                <a:lnTo>
                  <a:pt x="165288" y="69627"/>
                </a:lnTo>
                <a:lnTo>
                  <a:pt x="204314" y="45532"/>
                </a:lnTo>
                <a:lnTo>
                  <a:pt x="246217" y="26158"/>
                </a:lnTo>
                <a:lnTo>
                  <a:pt x="290635" y="11868"/>
                </a:lnTo>
                <a:lnTo>
                  <a:pt x="337207" y="3027"/>
                </a:lnTo>
                <a:lnTo>
                  <a:pt x="385572" y="0"/>
                </a:lnTo>
                <a:lnTo>
                  <a:pt x="433936" y="3027"/>
                </a:lnTo>
                <a:lnTo>
                  <a:pt x="480508" y="11868"/>
                </a:lnTo>
                <a:lnTo>
                  <a:pt x="524926" y="26158"/>
                </a:lnTo>
                <a:lnTo>
                  <a:pt x="566829" y="45532"/>
                </a:lnTo>
                <a:lnTo>
                  <a:pt x="605855" y="69627"/>
                </a:lnTo>
                <a:lnTo>
                  <a:pt x="641643" y="98078"/>
                </a:lnTo>
                <a:lnTo>
                  <a:pt x="673832" y="130521"/>
                </a:lnTo>
                <a:lnTo>
                  <a:pt x="702061" y="166592"/>
                </a:lnTo>
                <a:lnTo>
                  <a:pt x="725967" y="205927"/>
                </a:lnTo>
                <a:lnTo>
                  <a:pt x="745190" y="248161"/>
                </a:lnTo>
                <a:lnTo>
                  <a:pt x="759367" y="292931"/>
                </a:lnTo>
                <a:lnTo>
                  <a:pt x="768139" y="339872"/>
                </a:lnTo>
                <a:lnTo>
                  <a:pt x="771144" y="388620"/>
                </a:lnTo>
                <a:lnTo>
                  <a:pt x="768139" y="437367"/>
                </a:lnTo>
                <a:lnTo>
                  <a:pt x="759367" y="484308"/>
                </a:lnTo>
                <a:lnTo>
                  <a:pt x="745190" y="529078"/>
                </a:lnTo>
                <a:lnTo>
                  <a:pt x="725967" y="571312"/>
                </a:lnTo>
                <a:lnTo>
                  <a:pt x="702061" y="610647"/>
                </a:lnTo>
                <a:lnTo>
                  <a:pt x="673832" y="646718"/>
                </a:lnTo>
                <a:lnTo>
                  <a:pt x="641643" y="679161"/>
                </a:lnTo>
                <a:lnTo>
                  <a:pt x="605855" y="707612"/>
                </a:lnTo>
                <a:lnTo>
                  <a:pt x="566829" y="731707"/>
                </a:lnTo>
                <a:lnTo>
                  <a:pt x="524926" y="751081"/>
                </a:lnTo>
                <a:lnTo>
                  <a:pt x="480508" y="765371"/>
                </a:lnTo>
                <a:lnTo>
                  <a:pt x="433936" y="774212"/>
                </a:lnTo>
                <a:lnTo>
                  <a:pt x="385572" y="777240"/>
                </a:lnTo>
                <a:lnTo>
                  <a:pt x="337207" y="774212"/>
                </a:lnTo>
                <a:lnTo>
                  <a:pt x="290635" y="765371"/>
                </a:lnTo>
                <a:lnTo>
                  <a:pt x="246217" y="751081"/>
                </a:lnTo>
                <a:lnTo>
                  <a:pt x="204314" y="731707"/>
                </a:lnTo>
                <a:lnTo>
                  <a:pt x="165288" y="707612"/>
                </a:lnTo>
                <a:lnTo>
                  <a:pt x="129500" y="679161"/>
                </a:lnTo>
                <a:lnTo>
                  <a:pt x="97311" y="646718"/>
                </a:lnTo>
                <a:lnTo>
                  <a:pt x="69082" y="610647"/>
                </a:lnTo>
                <a:lnTo>
                  <a:pt x="45176" y="571312"/>
                </a:lnTo>
                <a:lnTo>
                  <a:pt x="25953" y="529078"/>
                </a:lnTo>
                <a:lnTo>
                  <a:pt x="11776" y="484308"/>
                </a:lnTo>
                <a:lnTo>
                  <a:pt x="3004" y="437367"/>
                </a:lnTo>
                <a:lnTo>
                  <a:pt x="0" y="388620"/>
                </a:lnTo>
                <a:close/>
              </a:path>
            </a:pathLst>
          </a:custGeom>
          <a:ln w="12699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 txBox="1"/>
          <p:nvPr/>
        </p:nvSpPr>
        <p:spPr>
          <a:xfrm>
            <a:off x="8522207" y="4329684"/>
            <a:ext cx="445134" cy="36893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121920">
              <a:lnSpc>
                <a:spcPct val="100000"/>
              </a:lnSpc>
              <a:spcBef>
                <a:spcPts val="310"/>
              </a:spcBef>
            </a:pPr>
            <a:r>
              <a:rPr dirty="0" sz="1800" spc="-5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51" name="object 51" descr=""/>
          <p:cNvGrpSpPr/>
          <p:nvPr/>
        </p:nvGrpSpPr>
        <p:grpSpPr>
          <a:xfrm>
            <a:off x="9331197" y="4888738"/>
            <a:ext cx="968375" cy="975994"/>
            <a:chOff x="9331197" y="4888738"/>
            <a:chExt cx="968375" cy="975994"/>
          </a:xfrm>
        </p:grpSpPr>
        <p:sp>
          <p:nvSpPr>
            <p:cNvPr id="52" name="object 52" descr=""/>
            <p:cNvSpPr/>
            <p:nvPr/>
          </p:nvSpPr>
          <p:spPr>
            <a:xfrm>
              <a:off x="9337547" y="4895088"/>
              <a:ext cx="955675" cy="963294"/>
            </a:xfrm>
            <a:custGeom>
              <a:avLst/>
              <a:gdLst/>
              <a:ahLst/>
              <a:cxnLst/>
              <a:rect l="l" t="t" r="r" b="b"/>
              <a:pathLst>
                <a:path w="955675" h="963295">
                  <a:moveTo>
                    <a:pt x="477773" y="0"/>
                  </a:moveTo>
                  <a:lnTo>
                    <a:pt x="428924" y="2486"/>
                  </a:lnTo>
                  <a:lnTo>
                    <a:pt x="381485" y="9783"/>
                  </a:lnTo>
                  <a:lnTo>
                    <a:pt x="335698" y="21650"/>
                  </a:lnTo>
                  <a:lnTo>
                    <a:pt x="291802" y="37844"/>
                  </a:lnTo>
                  <a:lnTo>
                    <a:pt x="250038" y="58123"/>
                  </a:lnTo>
                  <a:lnTo>
                    <a:pt x="210645" y="82245"/>
                  </a:lnTo>
                  <a:lnTo>
                    <a:pt x="173865" y="109968"/>
                  </a:lnTo>
                  <a:lnTo>
                    <a:pt x="139936" y="141050"/>
                  </a:lnTo>
                  <a:lnTo>
                    <a:pt x="109100" y="175249"/>
                  </a:lnTo>
                  <a:lnTo>
                    <a:pt x="81596" y="212323"/>
                  </a:lnTo>
                  <a:lnTo>
                    <a:pt x="57664" y="252030"/>
                  </a:lnTo>
                  <a:lnTo>
                    <a:pt x="37545" y="294127"/>
                  </a:lnTo>
                  <a:lnTo>
                    <a:pt x="21479" y="338373"/>
                  </a:lnTo>
                  <a:lnTo>
                    <a:pt x="9706" y="384526"/>
                  </a:lnTo>
                  <a:lnTo>
                    <a:pt x="2466" y="432344"/>
                  </a:lnTo>
                  <a:lnTo>
                    <a:pt x="0" y="481584"/>
                  </a:lnTo>
                  <a:lnTo>
                    <a:pt x="2466" y="530823"/>
                  </a:lnTo>
                  <a:lnTo>
                    <a:pt x="9706" y="578641"/>
                  </a:lnTo>
                  <a:lnTo>
                    <a:pt x="21479" y="624794"/>
                  </a:lnTo>
                  <a:lnTo>
                    <a:pt x="37545" y="669040"/>
                  </a:lnTo>
                  <a:lnTo>
                    <a:pt x="57664" y="711137"/>
                  </a:lnTo>
                  <a:lnTo>
                    <a:pt x="81596" y="750844"/>
                  </a:lnTo>
                  <a:lnTo>
                    <a:pt x="109100" y="787918"/>
                  </a:lnTo>
                  <a:lnTo>
                    <a:pt x="139936" y="822117"/>
                  </a:lnTo>
                  <a:lnTo>
                    <a:pt x="173865" y="853199"/>
                  </a:lnTo>
                  <a:lnTo>
                    <a:pt x="210645" y="880922"/>
                  </a:lnTo>
                  <a:lnTo>
                    <a:pt x="250038" y="905044"/>
                  </a:lnTo>
                  <a:lnTo>
                    <a:pt x="291802" y="925323"/>
                  </a:lnTo>
                  <a:lnTo>
                    <a:pt x="335698" y="941517"/>
                  </a:lnTo>
                  <a:lnTo>
                    <a:pt x="381485" y="953384"/>
                  </a:lnTo>
                  <a:lnTo>
                    <a:pt x="428924" y="960681"/>
                  </a:lnTo>
                  <a:lnTo>
                    <a:pt x="477773" y="963168"/>
                  </a:lnTo>
                  <a:lnTo>
                    <a:pt x="526623" y="960681"/>
                  </a:lnTo>
                  <a:lnTo>
                    <a:pt x="574062" y="953384"/>
                  </a:lnTo>
                  <a:lnTo>
                    <a:pt x="619849" y="941517"/>
                  </a:lnTo>
                  <a:lnTo>
                    <a:pt x="663745" y="925323"/>
                  </a:lnTo>
                  <a:lnTo>
                    <a:pt x="705509" y="905044"/>
                  </a:lnTo>
                  <a:lnTo>
                    <a:pt x="744902" y="880922"/>
                  </a:lnTo>
                  <a:lnTo>
                    <a:pt x="781682" y="853199"/>
                  </a:lnTo>
                  <a:lnTo>
                    <a:pt x="815611" y="822117"/>
                  </a:lnTo>
                  <a:lnTo>
                    <a:pt x="846447" y="787918"/>
                  </a:lnTo>
                  <a:lnTo>
                    <a:pt x="873951" y="750844"/>
                  </a:lnTo>
                  <a:lnTo>
                    <a:pt x="897883" y="711137"/>
                  </a:lnTo>
                  <a:lnTo>
                    <a:pt x="918002" y="669040"/>
                  </a:lnTo>
                  <a:lnTo>
                    <a:pt x="934068" y="624794"/>
                  </a:lnTo>
                  <a:lnTo>
                    <a:pt x="945841" y="578641"/>
                  </a:lnTo>
                  <a:lnTo>
                    <a:pt x="953081" y="530823"/>
                  </a:lnTo>
                  <a:lnTo>
                    <a:pt x="955547" y="481584"/>
                  </a:lnTo>
                  <a:lnTo>
                    <a:pt x="953081" y="432344"/>
                  </a:lnTo>
                  <a:lnTo>
                    <a:pt x="945841" y="384526"/>
                  </a:lnTo>
                  <a:lnTo>
                    <a:pt x="934068" y="338373"/>
                  </a:lnTo>
                  <a:lnTo>
                    <a:pt x="918002" y="294127"/>
                  </a:lnTo>
                  <a:lnTo>
                    <a:pt x="897883" y="252030"/>
                  </a:lnTo>
                  <a:lnTo>
                    <a:pt x="873951" y="212323"/>
                  </a:lnTo>
                  <a:lnTo>
                    <a:pt x="846447" y="175249"/>
                  </a:lnTo>
                  <a:lnTo>
                    <a:pt x="815611" y="141050"/>
                  </a:lnTo>
                  <a:lnTo>
                    <a:pt x="781682" y="109968"/>
                  </a:lnTo>
                  <a:lnTo>
                    <a:pt x="744902" y="82245"/>
                  </a:lnTo>
                  <a:lnTo>
                    <a:pt x="705509" y="58123"/>
                  </a:lnTo>
                  <a:lnTo>
                    <a:pt x="663745" y="37844"/>
                  </a:lnTo>
                  <a:lnTo>
                    <a:pt x="619849" y="21650"/>
                  </a:lnTo>
                  <a:lnTo>
                    <a:pt x="574062" y="9783"/>
                  </a:lnTo>
                  <a:lnTo>
                    <a:pt x="526623" y="2486"/>
                  </a:lnTo>
                  <a:lnTo>
                    <a:pt x="4777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9337547" y="4895088"/>
              <a:ext cx="955675" cy="963294"/>
            </a:xfrm>
            <a:custGeom>
              <a:avLst/>
              <a:gdLst/>
              <a:ahLst/>
              <a:cxnLst/>
              <a:rect l="l" t="t" r="r" b="b"/>
              <a:pathLst>
                <a:path w="955675" h="963295">
                  <a:moveTo>
                    <a:pt x="0" y="481584"/>
                  </a:moveTo>
                  <a:lnTo>
                    <a:pt x="2466" y="432344"/>
                  </a:lnTo>
                  <a:lnTo>
                    <a:pt x="9706" y="384526"/>
                  </a:lnTo>
                  <a:lnTo>
                    <a:pt x="21479" y="338373"/>
                  </a:lnTo>
                  <a:lnTo>
                    <a:pt x="37545" y="294127"/>
                  </a:lnTo>
                  <a:lnTo>
                    <a:pt x="57664" y="252030"/>
                  </a:lnTo>
                  <a:lnTo>
                    <a:pt x="81596" y="212323"/>
                  </a:lnTo>
                  <a:lnTo>
                    <a:pt x="109100" y="175249"/>
                  </a:lnTo>
                  <a:lnTo>
                    <a:pt x="139936" y="141050"/>
                  </a:lnTo>
                  <a:lnTo>
                    <a:pt x="173865" y="109968"/>
                  </a:lnTo>
                  <a:lnTo>
                    <a:pt x="210645" y="82245"/>
                  </a:lnTo>
                  <a:lnTo>
                    <a:pt x="250038" y="58123"/>
                  </a:lnTo>
                  <a:lnTo>
                    <a:pt x="291802" y="37844"/>
                  </a:lnTo>
                  <a:lnTo>
                    <a:pt x="335698" y="21650"/>
                  </a:lnTo>
                  <a:lnTo>
                    <a:pt x="381485" y="9783"/>
                  </a:lnTo>
                  <a:lnTo>
                    <a:pt x="428924" y="2486"/>
                  </a:lnTo>
                  <a:lnTo>
                    <a:pt x="477773" y="0"/>
                  </a:lnTo>
                  <a:lnTo>
                    <a:pt x="526623" y="2486"/>
                  </a:lnTo>
                  <a:lnTo>
                    <a:pt x="574062" y="9783"/>
                  </a:lnTo>
                  <a:lnTo>
                    <a:pt x="619849" y="21650"/>
                  </a:lnTo>
                  <a:lnTo>
                    <a:pt x="663745" y="37844"/>
                  </a:lnTo>
                  <a:lnTo>
                    <a:pt x="705509" y="58123"/>
                  </a:lnTo>
                  <a:lnTo>
                    <a:pt x="744902" y="82245"/>
                  </a:lnTo>
                  <a:lnTo>
                    <a:pt x="781682" y="109968"/>
                  </a:lnTo>
                  <a:lnTo>
                    <a:pt x="815611" y="141050"/>
                  </a:lnTo>
                  <a:lnTo>
                    <a:pt x="846447" y="175249"/>
                  </a:lnTo>
                  <a:lnTo>
                    <a:pt x="873951" y="212323"/>
                  </a:lnTo>
                  <a:lnTo>
                    <a:pt x="897883" y="252030"/>
                  </a:lnTo>
                  <a:lnTo>
                    <a:pt x="918002" y="294127"/>
                  </a:lnTo>
                  <a:lnTo>
                    <a:pt x="934068" y="338373"/>
                  </a:lnTo>
                  <a:lnTo>
                    <a:pt x="945841" y="384526"/>
                  </a:lnTo>
                  <a:lnTo>
                    <a:pt x="953081" y="432344"/>
                  </a:lnTo>
                  <a:lnTo>
                    <a:pt x="955547" y="481584"/>
                  </a:lnTo>
                  <a:lnTo>
                    <a:pt x="953081" y="530823"/>
                  </a:lnTo>
                  <a:lnTo>
                    <a:pt x="945841" y="578641"/>
                  </a:lnTo>
                  <a:lnTo>
                    <a:pt x="934068" y="624794"/>
                  </a:lnTo>
                  <a:lnTo>
                    <a:pt x="918002" y="669040"/>
                  </a:lnTo>
                  <a:lnTo>
                    <a:pt x="897883" y="711137"/>
                  </a:lnTo>
                  <a:lnTo>
                    <a:pt x="873951" y="750844"/>
                  </a:lnTo>
                  <a:lnTo>
                    <a:pt x="846447" y="787918"/>
                  </a:lnTo>
                  <a:lnTo>
                    <a:pt x="815611" y="822117"/>
                  </a:lnTo>
                  <a:lnTo>
                    <a:pt x="781682" y="853199"/>
                  </a:lnTo>
                  <a:lnTo>
                    <a:pt x="744902" y="880922"/>
                  </a:lnTo>
                  <a:lnTo>
                    <a:pt x="705509" y="905044"/>
                  </a:lnTo>
                  <a:lnTo>
                    <a:pt x="663745" y="925323"/>
                  </a:lnTo>
                  <a:lnTo>
                    <a:pt x="619849" y="941517"/>
                  </a:lnTo>
                  <a:lnTo>
                    <a:pt x="574062" y="953384"/>
                  </a:lnTo>
                  <a:lnTo>
                    <a:pt x="526623" y="960681"/>
                  </a:lnTo>
                  <a:lnTo>
                    <a:pt x="477773" y="963168"/>
                  </a:lnTo>
                  <a:lnTo>
                    <a:pt x="428924" y="960681"/>
                  </a:lnTo>
                  <a:lnTo>
                    <a:pt x="381485" y="953384"/>
                  </a:lnTo>
                  <a:lnTo>
                    <a:pt x="335698" y="941517"/>
                  </a:lnTo>
                  <a:lnTo>
                    <a:pt x="291802" y="925323"/>
                  </a:lnTo>
                  <a:lnTo>
                    <a:pt x="250038" y="905044"/>
                  </a:lnTo>
                  <a:lnTo>
                    <a:pt x="210645" y="880922"/>
                  </a:lnTo>
                  <a:lnTo>
                    <a:pt x="173865" y="853199"/>
                  </a:lnTo>
                  <a:lnTo>
                    <a:pt x="139936" y="822117"/>
                  </a:lnTo>
                  <a:lnTo>
                    <a:pt x="109100" y="787918"/>
                  </a:lnTo>
                  <a:lnTo>
                    <a:pt x="81596" y="750844"/>
                  </a:lnTo>
                  <a:lnTo>
                    <a:pt x="57664" y="711137"/>
                  </a:lnTo>
                  <a:lnTo>
                    <a:pt x="37545" y="669040"/>
                  </a:lnTo>
                  <a:lnTo>
                    <a:pt x="21479" y="624794"/>
                  </a:lnTo>
                  <a:lnTo>
                    <a:pt x="9706" y="578641"/>
                  </a:lnTo>
                  <a:lnTo>
                    <a:pt x="2466" y="530823"/>
                  </a:lnTo>
                  <a:lnTo>
                    <a:pt x="0" y="48158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 descr=""/>
          <p:cNvSpPr txBox="1"/>
          <p:nvPr/>
        </p:nvSpPr>
        <p:spPr>
          <a:xfrm>
            <a:off x="9418856" y="5171778"/>
            <a:ext cx="7048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𝑡</a:t>
            </a:r>
            <a:r>
              <a:rPr dirty="0" baseline="-15873" sz="2625">
                <a:latin typeface="Cambria Math"/>
                <a:cs typeface="Cambria Math"/>
              </a:rPr>
              <a:t>0</a:t>
            </a:r>
            <a:r>
              <a:rPr dirty="0" baseline="-15873" sz="2625" spc="330">
                <a:latin typeface="Cambria Math"/>
                <a:cs typeface="Cambria Math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𝑔</a:t>
            </a:r>
            <a:r>
              <a:rPr dirty="0" baseline="-15873" sz="2625" spc="-37">
                <a:latin typeface="Cambria Math"/>
                <a:cs typeface="Cambria Math"/>
              </a:rPr>
              <a:t>0</a:t>
            </a:r>
            <a:endParaRPr baseline="-15873" sz="2625">
              <a:latin typeface="Cambria Math"/>
              <a:cs typeface="Cambria Math"/>
            </a:endParaRPr>
          </a:p>
        </p:txBody>
      </p:sp>
      <p:grpSp>
        <p:nvGrpSpPr>
          <p:cNvPr id="55" name="object 55" descr=""/>
          <p:cNvGrpSpPr/>
          <p:nvPr/>
        </p:nvGrpSpPr>
        <p:grpSpPr>
          <a:xfrm>
            <a:off x="8839200" y="4329429"/>
            <a:ext cx="2949575" cy="1105535"/>
            <a:chOff x="8839200" y="4329429"/>
            <a:chExt cx="2949575" cy="1105535"/>
          </a:xfrm>
        </p:grpSpPr>
        <p:sp>
          <p:nvSpPr>
            <p:cNvPr id="56" name="object 56" descr=""/>
            <p:cNvSpPr/>
            <p:nvPr/>
          </p:nvSpPr>
          <p:spPr>
            <a:xfrm>
              <a:off x="8858250" y="5377433"/>
              <a:ext cx="385445" cy="0"/>
            </a:xfrm>
            <a:custGeom>
              <a:avLst/>
              <a:gdLst/>
              <a:ahLst/>
              <a:cxnLst/>
              <a:rect l="l" t="t" r="r" b="b"/>
              <a:pathLst>
                <a:path w="385445" h="0">
                  <a:moveTo>
                    <a:pt x="0" y="0"/>
                  </a:moveTo>
                  <a:lnTo>
                    <a:pt x="385343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9224547" y="5320278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10826495" y="4335779"/>
              <a:ext cx="955675" cy="963294"/>
            </a:xfrm>
            <a:custGeom>
              <a:avLst/>
              <a:gdLst/>
              <a:ahLst/>
              <a:cxnLst/>
              <a:rect l="l" t="t" r="r" b="b"/>
              <a:pathLst>
                <a:path w="955675" h="963295">
                  <a:moveTo>
                    <a:pt x="0" y="481584"/>
                  </a:moveTo>
                  <a:lnTo>
                    <a:pt x="2466" y="432344"/>
                  </a:lnTo>
                  <a:lnTo>
                    <a:pt x="9706" y="384526"/>
                  </a:lnTo>
                  <a:lnTo>
                    <a:pt x="21479" y="338373"/>
                  </a:lnTo>
                  <a:lnTo>
                    <a:pt x="37545" y="294127"/>
                  </a:lnTo>
                  <a:lnTo>
                    <a:pt x="57664" y="252030"/>
                  </a:lnTo>
                  <a:lnTo>
                    <a:pt x="81596" y="212323"/>
                  </a:lnTo>
                  <a:lnTo>
                    <a:pt x="109100" y="175249"/>
                  </a:lnTo>
                  <a:lnTo>
                    <a:pt x="139936" y="141050"/>
                  </a:lnTo>
                  <a:lnTo>
                    <a:pt x="173865" y="109968"/>
                  </a:lnTo>
                  <a:lnTo>
                    <a:pt x="210645" y="82245"/>
                  </a:lnTo>
                  <a:lnTo>
                    <a:pt x="250038" y="58123"/>
                  </a:lnTo>
                  <a:lnTo>
                    <a:pt x="291802" y="37844"/>
                  </a:lnTo>
                  <a:lnTo>
                    <a:pt x="335698" y="21650"/>
                  </a:lnTo>
                  <a:lnTo>
                    <a:pt x="381485" y="9783"/>
                  </a:lnTo>
                  <a:lnTo>
                    <a:pt x="428924" y="2486"/>
                  </a:lnTo>
                  <a:lnTo>
                    <a:pt x="477773" y="0"/>
                  </a:lnTo>
                  <a:lnTo>
                    <a:pt x="526623" y="2486"/>
                  </a:lnTo>
                  <a:lnTo>
                    <a:pt x="574062" y="9783"/>
                  </a:lnTo>
                  <a:lnTo>
                    <a:pt x="619849" y="21650"/>
                  </a:lnTo>
                  <a:lnTo>
                    <a:pt x="663745" y="37844"/>
                  </a:lnTo>
                  <a:lnTo>
                    <a:pt x="705509" y="58123"/>
                  </a:lnTo>
                  <a:lnTo>
                    <a:pt x="744902" y="82245"/>
                  </a:lnTo>
                  <a:lnTo>
                    <a:pt x="781682" y="109968"/>
                  </a:lnTo>
                  <a:lnTo>
                    <a:pt x="815611" y="141050"/>
                  </a:lnTo>
                  <a:lnTo>
                    <a:pt x="846447" y="175249"/>
                  </a:lnTo>
                  <a:lnTo>
                    <a:pt x="873951" y="212323"/>
                  </a:lnTo>
                  <a:lnTo>
                    <a:pt x="897883" y="252030"/>
                  </a:lnTo>
                  <a:lnTo>
                    <a:pt x="918002" y="294127"/>
                  </a:lnTo>
                  <a:lnTo>
                    <a:pt x="934068" y="338373"/>
                  </a:lnTo>
                  <a:lnTo>
                    <a:pt x="945841" y="384526"/>
                  </a:lnTo>
                  <a:lnTo>
                    <a:pt x="953081" y="432344"/>
                  </a:lnTo>
                  <a:lnTo>
                    <a:pt x="955547" y="481584"/>
                  </a:lnTo>
                  <a:lnTo>
                    <a:pt x="953081" y="530823"/>
                  </a:lnTo>
                  <a:lnTo>
                    <a:pt x="945841" y="578641"/>
                  </a:lnTo>
                  <a:lnTo>
                    <a:pt x="934068" y="624794"/>
                  </a:lnTo>
                  <a:lnTo>
                    <a:pt x="918002" y="669040"/>
                  </a:lnTo>
                  <a:lnTo>
                    <a:pt x="897883" y="711137"/>
                  </a:lnTo>
                  <a:lnTo>
                    <a:pt x="873951" y="750844"/>
                  </a:lnTo>
                  <a:lnTo>
                    <a:pt x="846447" y="787918"/>
                  </a:lnTo>
                  <a:lnTo>
                    <a:pt x="815611" y="822117"/>
                  </a:lnTo>
                  <a:lnTo>
                    <a:pt x="781682" y="853199"/>
                  </a:lnTo>
                  <a:lnTo>
                    <a:pt x="744902" y="880922"/>
                  </a:lnTo>
                  <a:lnTo>
                    <a:pt x="705509" y="905044"/>
                  </a:lnTo>
                  <a:lnTo>
                    <a:pt x="663745" y="925323"/>
                  </a:lnTo>
                  <a:lnTo>
                    <a:pt x="619849" y="941517"/>
                  </a:lnTo>
                  <a:lnTo>
                    <a:pt x="574062" y="953384"/>
                  </a:lnTo>
                  <a:lnTo>
                    <a:pt x="526623" y="960681"/>
                  </a:lnTo>
                  <a:lnTo>
                    <a:pt x="477773" y="963168"/>
                  </a:lnTo>
                  <a:lnTo>
                    <a:pt x="428924" y="960681"/>
                  </a:lnTo>
                  <a:lnTo>
                    <a:pt x="381485" y="953384"/>
                  </a:lnTo>
                  <a:lnTo>
                    <a:pt x="335698" y="941517"/>
                  </a:lnTo>
                  <a:lnTo>
                    <a:pt x="291802" y="925323"/>
                  </a:lnTo>
                  <a:lnTo>
                    <a:pt x="250038" y="905044"/>
                  </a:lnTo>
                  <a:lnTo>
                    <a:pt x="210645" y="880922"/>
                  </a:lnTo>
                  <a:lnTo>
                    <a:pt x="173865" y="853199"/>
                  </a:lnTo>
                  <a:lnTo>
                    <a:pt x="139936" y="822117"/>
                  </a:lnTo>
                  <a:lnTo>
                    <a:pt x="109100" y="787918"/>
                  </a:lnTo>
                  <a:lnTo>
                    <a:pt x="81596" y="750844"/>
                  </a:lnTo>
                  <a:lnTo>
                    <a:pt x="57664" y="711137"/>
                  </a:lnTo>
                  <a:lnTo>
                    <a:pt x="37545" y="669040"/>
                  </a:lnTo>
                  <a:lnTo>
                    <a:pt x="21479" y="624794"/>
                  </a:lnTo>
                  <a:lnTo>
                    <a:pt x="9706" y="578641"/>
                  </a:lnTo>
                  <a:lnTo>
                    <a:pt x="2466" y="530823"/>
                  </a:lnTo>
                  <a:lnTo>
                    <a:pt x="0" y="48158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 descr=""/>
          <p:cNvSpPr txBox="1"/>
          <p:nvPr/>
        </p:nvSpPr>
        <p:spPr>
          <a:xfrm>
            <a:off x="10914636" y="4612423"/>
            <a:ext cx="6896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𝑡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240">
                <a:latin typeface="Cambria Math"/>
                <a:cs typeface="Cambria Math"/>
              </a:rPr>
              <a:t> </a:t>
            </a:r>
            <a:r>
              <a:rPr dirty="0" sz="2400" spc="-35">
                <a:latin typeface="Cambria Math"/>
                <a:cs typeface="Cambria Math"/>
              </a:rPr>
              <a:t>𝑔</a:t>
            </a:r>
            <a:r>
              <a:rPr dirty="0" baseline="-15873" sz="2625" spc="-52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60" name="object 60" descr=""/>
          <p:cNvSpPr/>
          <p:nvPr/>
        </p:nvSpPr>
        <p:spPr>
          <a:xfrm>
            <a:off x="10812780" y="5431535"/>
            <a:ext cx="954405" cy="963294"/>
          </a:xfrm>
          <a:custGeom>
            <a:avLst/>
            <a:gdLst/>
            <a:ahLst/>
            <a:cxnLst/>
            <a:rect l="l" t="t" r="r" b="b"/>
            <a:pathLst>
              <a:path w="954404" h="963295">
                <a:moveTo>
                  <a:pt x="0" y="481583"/>
                </a:moveTo>
                <a:lnTo>
                  <a:pt x="2462" y="432344"/>
                </a:lnTo>
                <a:lnTo>
                  <a:pt x="9691" y="384526"/>
                </a:lnTo>
                <a:lnTo>
                  <a:pt x="21445" y="338373"/>
                </a:lnTo>
                <a:lnTo>
                  <a:pt x="37485" y="294127"/>
                </a:lnTo>
                <a:lnTo>
                  <a:pt x="57572" y="252030"/>
                </a:lnTo>
                <a:lnTo>
                  <a:pt x="81465" y="212323"/>
                </a:lnTo>
                <a:lnTo>
                  <a:pt x="108925" y="175249"/>
                </a:lnTo>
                <a:lnTo>
                  <a:pt x="139712" y="141050"/>
                </a:lnTo>
                <a:lnTo>
                  <a:pt x="173587" y="109968"/>
                </a:lnTo>
                <a:lnTo>
                  <a:pt x="210309" y="82245"/>
                </a:lnTo>
                <a:lnTo>
                  <a:pt x="249638" y="58123"/>
                </a:lnTo>
                <a:lnTo>
                  <a:pt x="291336" y="37844"/>
                </a:lnTo>
                <a:lnTo>
                  <a:pt x="335162" y="21650"/>
                </a:lnTo>
                <a:lnTo>
                  <a:pt x="380876" y="9783"/>
                </a:lnTo>
                <a:lnTo>
                  <a:pt x="428239" y="2486"/>
                </a:lnTo>
                <a:lnTo>
                  <a:pt x="477012" y="0"/>
                </a:lnTo>
                <a:lnTo>
                  <a:pt x="525784" y="2486"/>
                </a:lnTo>
                <a:lnTo>
                  <a:pt x="573147" y="9783"/>
                </a:lnTo>
                <a:lnTo>
                  <a:pt x="618861" y="21650"/>
                </a:lnTo>
                <a:lnTo>
                  <a:pt x="662687" y="37844"/>
                </a:lnTo>
                <a:lnTo>
                  <a:pt x="704385" y="58123"/>
                </a:lnTo>
                <a:lnTo>
                  <a:pt x="743714" y="82245"/>
                </a:lnTo>
                <a:lnTo>
                  <a:pt x="780436" y="109968"/>
                </a:lnTo>
                <a:lnTo>
                  <a:pt x="814311" y="141050"/>
                </a:lnTo>
                <a:lnTo>
                  <a:pt x="845098" y="175249"/>
                </a:lnTo>
                <a:lnTo>
                  <a:pt x="872558" y="212323"/>
                </a:lnTo>
                <a:lnTo>
                  <a:pt x="896451" y="252030"/>
                </a:lnTo>
                <a:lnTo>
                  <a:pt x="916538" y="294127"/>
                </a:lnTo>
                <a:lnTo>
                  <a:pt x="932578" y="338373"/>
                </a:lnTo>
                <a:lnTo>
                  <a:pt x="944332" y="384526"/>
                </a:lnTo>
                <a:lnTo>
                  <a:pt x="951561" y="432344"/>
                </a:lnTo>
                <a:lnTo>
                  <a:pt x="954024" y="481583"/>
                </a:lnTo>
                <a:lnTo>
                  <a:pt x="951561" y="530823"/>
                </a:lnTo>
                <a:lnTo>
                  <a:pt x="944332" y="578641"/>
                </a:lnTo>
                <a:lnTo>
                  <a:pt x="932578" y="624794"/>
                </a:lnTo>
                <a:lnTo>
                  <a:pt x="916538" y="669040"/>
                </a:lnTo>
                <a:lnTo>
                  <a:pt x="896451" y="711137"/>
                </a:lnTo>
                <a:lnTo>
                  <a:pt x="872558" y="750844"/>
                </a:lnTo>
                <a:lnTo>
                  <a:pt x="845098" y="787918"/>
                </a:lnTo>
                <a:lnTo>
                  <a:pt x="814311" y="822117"/>
                </a:lnTo>
                <a:lnTo>
                  <a:pt x="780436" y="853199"/>
                </a:lnTo>
                <a:lnTo>
                  <a:pt x="743714" y="880922"/>
                </a:lnTo>
                <a:lnTo>
                  <a:pt x="704385" y="905044"/>
                </a:lnTo>
                <a:lnTo>
                  <a:pt x="662687" y="925323"/>
                </a:lnTo>
                <a:lnTo>
                  <a:pt x="618861" y="941517"/>
                </a:lnTo>
                <a:lnTo>
                  <a:pt x="573147" y="953384"/>
                </a:lnTo>
                <a:lnTo>
                  <a:pt x="525784" y="960681"/>
                </a:lnTo>
                <a:lnTo>
                  <a:pt x="477012" y="963167"/>
                </a:lnTo>
                <a:lnTo>
                  <a:pt x="428239" y="960681"/>
                </a:lnTo>
                <a:lnTo>
                  <a:pt x="380876" y="953384"/>
                </a:lnTo>
                <a:lnTo>
                  <a:pt x="335162" y="941517"/>
                </a:lnTo>
                <a:lnTo>
                  <a:pt x="291336" y="925323"/>
                </a:lnTo>
                <a:lnTo>
                  <a:pt x="249638" y="905044"/>
                </a:lnTo>
                <a:lnTo>
                  <a:pt x="210309" y="880922"/>
                </a:lnTo>
                <a:lnTo>
                  <a:pt x="173587" y="853199"/>
                </a:lnTo>
                <a:lnTo>
                  <a:pt x="139712" y="822117"/>
                </a:lnTo>
                <a:lnTo>
                  <a:pt x="108925" y="787918"/>
                </a:lnTo>
                <a:lnTo>
                  <a:pt x="81465" y="750844"/>
                </a:lnTo>
                <a:lnTo>
                  <a:pt x="57572" y="711137"/>
                </a:lnTo>
                <a:lnTo>
                  <a:pt x="37485" y="669040"/>
                </a:lnTo>
                <a:lnTo>
                  <a:pt x="21445" y="624794"/>
                </a:lnTo>
                <a:lnTo>
                  <a:pt x="9691" y="578641"/>
                </a:lnTo>
                <a:lnTo>
                  <a:pt x="2462" y="530823"/>
                </a:lnTo>
                <a:lnTo>
                  <a:pt x="0" y="481583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 descr=""/>
          <p:cNvSpPr txBox="1"/>
          <p:nvPr/>
        </p:nvSpPr>
        <p:spPr>
          <a:xfrm>
            <a:off x="10892732" y="5708505"/>
            <a:ext cx="7048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𝑡</a:t>
            </a:r>
            <a:r>
              <a:rPr dirty="0" baseline="-15873" sz="2625">
                <a:latin typeface="Cambria Math"/>
                <a:cs typeface="Cambria Math"/>
              </a:rPr>
              <a:t>2</a:t>
            </a:r>
            <a:r>
              <a:rPr dirty="0" baseline="-15873" sz="2625" spc="330">
                <a:latin typeface="Cambria Math"/>
                <a:cs typeface="Cambria Math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𝑔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grpSp>
        <p:nvGrpSpPr>
          <p:cNvPr id="62" name="object 62" descr=""/>
          <p:cNvGrpSpPr/>
          <p:nvPr/>
        </p:nvGrpSpPr>
        <p:grpSpPr>
          <a:xfrm>
            <a:off x="10134600" y="4799105"/>
            <a:ext cx="693420" cy="1137285"/>
            <a:chOff x="10134600" y="4799105"/>
            <a:chExt cx="693420" cy="1137285"/>
          </a:xfrm>
        </p:grpSpPr>
        <p:sp>
          <p:nvSpPr>
            <p:cNvPr id="63" name="object 63" descr=""/>
            <p:cNvSpPr/>
            <p:nvPr/>
          </p:nvSpPr>
          <p:spPr>
            <a:xfrm>
              <a:off x="10153650" y="4847558"/>
              <a:ext cx="583565" cy="189865"/>
            </a:xfrm>
            <a:custGeom>
              <a:avLst/>
              <a:gdLst/>
              <a:ahLst/>
              <a:cxnLst/>
              <a:rect l="l" t="t" r="r" b="b"/>
              <a:pathLst>
                <a:path w="583565" h="189864">
                  <a:moveTo>
                    <a:pt x="0" y="189585"/>
                  </a:moveTo>
                  <a:lnTo>
                    <a:pt x="58345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0701320" y="4799105"/>
              <a:ext cx="127000" cy="109220"/>
            </a:xfrm>
            <a:custGeom>
              <a:avLst/>
              <a:gdLst/>
              <a:ahLst/>
              <a:cxnLst/>
              <a:rect l="l" t="t" r="r" b="b"/>
              <a:pathLst>
                <a:path w="127000" h="109220">
                  <a:moveTo>
                    <a:pt x="0" y="0"/>
                  </a:moveTo>
                  <a:lnTo>
                    <a:pt x="35331" y="108699"/>
                  </a:lnTo>
                  <a:lnTo>
                    <a:pt x="126377" y="19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10153650" y="5717285"/>
              <a:ext cx="568325" cy="169545"/>
            </a:xfrm>
            <a:custGeom>
              <a:avLst/>
              <a:gdLst/>
              <a:ahLst/>
              <a:cxnLst/>
              <a:rect l="l" t="t" r="r" b="b"/>
              <a:pathLst>
                <a:path w="568325" h="169545">
                  <a:moveTo>
                    <a:pt x="0" y="0"/>
                  </a:moveTo>
                  <a:lnTo>
                    <a:pt x="567905" y="169189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10686978" y="5826262"/>
              <a:ext cx="126364" cy="109855"/>
            </a:xfrm>
            <a:custGeom>
              <a:avLst/>
              <a:gdLst/>
              <a:ahLst/>
              <a:cxnLst/>
              <a:rect l="l" t="t" r="r" b="b"/>
              <a:pathLst>
                <a:path w="126365" h="109854">
                  <a:moveTo>
                    <a:pt x="32639" y="0"/>
                  </a:moveTo>
                  <a:lnTo>
                    <a:pt x="0" y="109537"/>
                  </a:lnTo>
                  <a:lnTo>
                    <a:pt x="125857" y="87414"/>
                  </a:lnTo>
                  <a:lnTo>
                    <a:pt x="326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7" name="object 67" descr=""/>
          <p:cNvSpPr txBox="1"/>
          <p:nvPr/>
        </p:nvSpPr>
        <p:spPr>
          <a:xfrm>
            <a:off x="10327191" y="4605833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10303700" y="5802039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69" name="object 69" descr=""/>
          <p:cNvGrpSpPr/>
          <p:nvPr/>
        </p:nvGrpSpPr>
        <p:grpSpPr>
          <a:xfrm>
            <a:off x="10885678" y="4422394"/>
            <a:ext cx="810260" cy="1893570"/>
            <a:chOff x="10885678" y="4422394"/>
            <a:chExt cx="810260" cy="1893570"/>
          </a:xfrm>
        </p:grpSpPr>
        <p:sp>
          <p:nvSpPr>
            <p:cNvPr id="70" name="object 70" descr=""/>
            <p:cNvSpPr/>
            <p:nvPr/>
          </p:nvSpPr>
          <p:spPr>
            <a:xfrm>
              <a:off x="10919460" y="4428744"/>
              <a:ext cx="769620" cy="777240"/>
            </a:xfrm>
            <a:custGeom>
              <a:avLst/>
              <a:gdLst/>
              <a:ahLst/>
              <a:cxnLst/>
              <a:rect l="l" t="t" r="r" b="b"/>
              <a:pathLst>
                <a:path w="769620" h="777239">
                  <a:moveTo>
                    <a:pt x="0" y="388619"/>
                  </a:moveTo>
                  <a:lnTo>
                    <a:pt x="2998" y="339872"/>
                  </a:lnTo>
                  <a:lnTo>
                    <a:pt x="11752" y="292931"/>
                  </a:lnTo>
                  <a:lnTo>
                    <a:pt x="25902" y="248161"/>
                  </a:lnTo>
                  <a:lnTo>
                    <a:pt x="45087" y="205927"/>
                  </a:lnTo>
                  <a:lnTo>
                    <a:pt x="68945" y="166592"/>
                  </a:lnTo>
                  <a:lnTo>
                    <a:pt x="97118" y="130521"/>
                  </a:lnTo>
                  <a:lnTo>
                    <a:pt x="129243" y="98078"/>
                  </a:lnTo>
                  <a:lnTo>
                    <a:pt x="164961" y="69627"/>
                  </a:lnTo>
                  <a:lnTo>
                    <a:pt x="203910" y="45532"/>
                  </a:lnTo>
                  <a:lnTo>
                    <a:pt x="245730" y="26158"/>
                  </a:lnTo>
                  <a:lnTo>
                    <a:pt x="290060" y="11868"/>
                  </a:lnTo>
                  <a:lnTo>
                    <a:pt x="336540" y="3027"/>
                  </a:lnTo>
                  <a:lnTo>
                    <a:pt x="384810" y="0"/>
                  </a:lnTo>
                  <a:lnTo>
                    <a:pt x="433079" y="3027"/>
                  </a:lnTo>
                  <a:lnTo>
                    <a:pt x="479559" y="11868"/>
                  </a:lnTo>
                  <a:lnTo>
                    <a:pt x="523889" y="26158"/>
                  </a:lnTo>
                  <a:lnTo>
                    <a:pt x="565709" y="45532"/>
                  </a:lnTo>
                  <a:lnTo>
                    <a:pt x="604658" y="69627"/>
                  </a:lnTo>
                  <a:lnTo>
                    <a:pt x="640376" y="98078"/>
                  </a:lnTo>
                  <a:lnTo>
                    <a:pt x="672501" y="130521"/>
                  </a:lnTo>
                  <a:lnTo>
                    <a:pt x="700674" y="166592"/>
                  </a:lnTo>
                  <a:lnTo>
                    <a:pt x="724532" y="205927"/>
                  </a:lnTo>
                  <a:lnTo>
                    <a:pt x="743717" y="248161"/>
                  </a:lnTo>
                  <a:lnTo>
                    <a:pt x="757867" y="292931"/>
                  </a:lnTo>
                  <a:lnTo>
                    <a:pt x="766621" y="339872"/>
                  </a:lnTo>
                  <a:lnTo>
                    <a:pt x="769620" y="388619"/>
                  </a:lnTo>
                  <a:lnTo>
                    <a:pt x="766621" y="437367"/>
                  </a:lnTo>
                  <a:lnTo>
                    <a:pt x="757867" y="484308"/>
                  </a:lnTo>
                  <a:lnTo>
                    <a:pt x="743717" y="529078"/>
                  </a:lnTo>
                  <a:lnTo>
                    <a:pt x="724532" y="571312"/>
                  </a:lnTo>
                  <a:lnTo>
                    <a:pt x="700674" y="610647"/>
                  </a:lnTo>
                  <a:lnTo>
                    <a:pt x="672501" y="646718"/>
                  </a:lnTo>
                  <a:lnTo>
                    <a:pt x="640376" y="679161"/>
                  </a:lnTo>
                  <a:lnTo>
                    <a:pt x="604658" y="707612"/>
                  </a:lnTo>
                  <a:lnTo>
                    <a:pt x="565709" y="731707"/>
                  </a:lnTo>
                  <a:lnTo>
                    <a:pt x="523889" y="751081"/>
                  </a:lnTo>
                  <a:lnTo>
                    <a:pt x="479559" y="765371"/>
                  </a:lnTo>
                  <a:lnTo>
                    <a:pt x="433079" y="774212"/>
                  </a:lnTo>
                  <a:lnTo>
                    <a:pt x="384810" y="777239"/>
                  </a:lnTo>
                  <a:lnTo>
                    <a:pt x="336540" y="774212"/>
                  </a:lnTo>
                  <a:lnTo>
                    <a:pt x="290060" y="765371"/>
                  </a:lnTo>
                  <a:lnTo>
                    <a:pt x="245730" y="751081"/>
                  </a:lnTo>
                  <a:lnTo>
                    <a:pt x="203910" y="731707"/>
                  </a:lnTo>
                  <a:lnTo>
                    <a:pt x="164961" y="707612"/>
                  </a:lnTo>
                  <a:lnTo>
                    <a:pt x="129243" y="679161"/>
                  </a:lnTo>
                  <a:lnTo>
                    <a:pt x="97118" y="646718"/>
                  </a:lnTo>
                  <a:lnTo>
                    <a:pt x="68945" y="610647"/>
                  </a:lnTo>
                  <a:lnTo>
                    <a:pt x="45087" y="571312"/>
                  </a:lnTo>
                  <a:lnTo>
                    <a:pt x="25902" y="529078"/>
                  </a:lnTo>
                  <a:lnTo>
                    <a:pt x="11752" y="484308"/>
                  </a:lnTo>
                  <a:lnTo>
                    <a:pt x="2998" y="437367"/>
                  </a:lnTo>
                  <a:lnTo>
                    <a:pt x="0" y="388619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10892028" y="5532119"/>
              <a:ext cx="771525" cy="777240"/>
            </a:xfrm>
            <a:custGeom>
              <a:avLst/>
              <a:gdLst/>
              <a:ahLst/>
              <a:cxnLst/>
              <a:rect l="l" t="t" r="r" b="b"/>
              <a:pathLst>
                <a:path w="771525" h="777239">
                  <a:moveTo>
                    <a:pt x="0" y="388619"/>
                  </a:moveTo>
                  <a:lnTo>
                    <a:pt x="3004" y="339872"/>
                  </a:lnTo>
                  <a:lnTo>
                    <a:pt x="11776" y="292931"/>
                  </a:lnTo>
                  <a:lnTo>
                    <a:pt x="25953" y="248161"/>
                  </a:lnTo>
                  <a:lnTo>
                    <a:pt x="45176" y="205927"/>
                  </a:lnTo>
                  <a:lnTo>
                    <a:pt x="69082" y="166592"/>
                  </a:lnTo>
                  <a:lnTo>
                    <a:pt x="97311" y="130521"/>
                  </a:lnTo>
                  <a:lnTo>
                    <a:pt x="129500" y="98078"/>
                  </a:lnTo>
                  <a:lnTo>
                    <a:pt x="165288" y="69627"/>
                  </a:lnTo>
                  <a:lnTo>
                    <a:pt x="204314" y="45532"/>
                  </a:lnTo>
                  <a:lnTo>
                    <a:pt x="246217" y="26158"/>
                  </a:lnTo>
                  <a:lnTo>
                    <a:pt x="290635" y="11868"/>
                  </a:lnTo>
                  <a:lnTo>
                    <a:pt x="337207" y="3027"/>
                  </a:lnTo>
                  <a:lnTo>
                    <a:pt x="385572" y="0"/>
                  </a:lnTo>
                  <a:lnTo>
                    <a:pt x="433936" y="3027"/>
                  </a:lnTo>
                  <a:lnTo>
                    <a:pt x="480508" y="11868"/>
                  </a:lnTo>
                  <a:lnTo>
                    <a:pt x="524926" y="26158"/>
                  </a:lnTo>
                  <a:lnTo>
                    <a:pt x="566829" y="45532"/>
                  </a:lnTo>
                  <a:lnTo>
                    <a:pt x="605855" y="69627"/>
                  </a:lnTo>
                  <a:lnTo>
                    <a:pt x="641643" y="98078"/>
                  </a:lnTo>
                  <a:lnTo>
                    <a:pt x="673832" y="130521"/>
                  </a:lnTo>
                  <a:lnTo>
                    <a:pt x="702061" y="166592"/>
                  </a:lnTo>
                  <a:lnTo>
                    <a:pt x="725967" y="205927"/>
                  </a:lnTo>
                  <a:lnTo>
                    <a:pt x="745190" y="248161"/>
                  </a:lnTo>
                  <a:lnTo>
                    <a:pt x="759367" y="292931"/>
                  </a:lnTo>
                  <a:lnTo>
                    <a:pt x="768139" y="339872"/>
                  </a:lnTo>
                  <a:lnTo>
                    <a:pt x="771144" y="388619"/>
                  </a:lnTo>
                  <a:lnTo>
                    <a:pt x="768139" y="437367"/>
                  </a:lnTo>
                  <a:lnTo>
                    <a:pt x="759367" y="484308"/>
                  </a:lnTo>
                  <a:lnTo>
                    <a:pt x="745190" y="529078"/>
                  </a:lnTo>
                  <a:lnTo>
                    <a:pt x="725967" y="571312"/>
                  </a:lnTo>
                  <a:lnTo>
                    <a:pt x="702061" y="610647"/>
                  </a:lnTo>
                  <a:lnTo>
                    <a:pt x="673832" y="646718"/>
                  </a:lnTo>
                  <a:lnTo>
                    <a:pt x="641643" y="679161"/>
                  </a:lnTo>
                  <a:lnTo>
                    <a:pt x="605855" y="707612"/>
                  </a:lnTo>
                  <a:lnTo>
                    <a:pt x="566829" y="731707"/>
                  </a:lnTo>
                  <a:lnTo>
                    <a:pt x="524926" y="751081"/>
                  </a:lnTo>
                  <a:lnTo>
                    <a:pt x="480508" y="765371"/>
                  </a:lnTo>
                  <a:lnTo>
                    <a:pt x="433936" y="774212"/>
                  </a:lnTo>
                  <a:lnTo>
                    <a:pt x="385572" y="777239"/>
                  </a:lnTo>
                  <a:lnTo>
                    <a:pt x="337207" y="774212"/>
                  </a:lnTo>
                  <a:lnTo>
                    <a:pt x="290635" y="765371"/>
                  </a:lnTo>
                  <a:lnTo>
                    <a:pt x="246217" y="751081"/>
                  </a:lnTo>
                  <a:lnTo>
                    <a:pt x="204314" y="731707"/>
                  </a:lnTo>
                  <a:lnTo>
                    <a:pt x="165288" y="707612"/>
                  </a:lnTo>
                  <a:lnTo>
                    <a:pt x="129500" y="679161"/>
                  </a:lnTo>
                  <a:lnTo>
                    <a:pt x="97311" y="646718"/>
                  </a:lnTo>
                  <a:lnTo>
                    <a:pt x="69082" y="610647"/>
                  </a:lnTo>
                  <a:lnTo>
                    <a:pt x="45176" y="571312"/>
                  </a:lnTo>
                  <a:lnTo>
                    <a:pt x="25953" y="529078"/>
                  </a:lnTo>
                  <a:lnTo>
                    <a:pt x="11776" y="484308"/>
                  </a:lnTo>
                  <a:lnTo>
                    <a:pt x="3004" y="437367"/>
                  </a:lnTo>
                  <a:lnTo>
                    <a:pt x="0" y="388619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Closure</a:t>
            </a:r>
            <a:r>
              <a:rPr dirty="0" spc="-170"/>
              <a:t> </a:t>
            </a:r>
            <a:r>
              <a:rPr dirty="0" spc="-20"/>
              <a:t>Properties</a:t>
            </a:r>
            <a:r>
              <a:rPr dirty="0" spc="-160"/>
              <a:t> </a:t>
            </a:r>
            <a:r>
              <a:rPr dirty="0"/>
              <a:t>for</a:t>
            </a:r>
            <a:r>
              <a:rPr dirty="0" spc="-165"/>
              <a:t> </a:t>
            </a:r>
            <a:r>
              <a:rPr dirty="0" spc="-45"/>
              <a:t>RegEx</a:t>
            </a:r>
            <a:r>
              <a:rPr dirty="0" spc="-160"/>
              <a:t> </a:t>
            </a:r>
            <a:r>
              <a:rPr dirty="0"/>
              <a:t>-</a:t>
            </a:r>
            <a:r>
              <a:rPr dirty="0" spc="-140"/>
              <a:t> </a:t>
            </a:r>
            <a:r>
              <a:rPr dirty="0" spc="-10"/>
              <a:t>Union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58972" y="1218847"/>
            <a:ext cx="11134090" cy="1057275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110"/>
              </a:spcBef>
              <a:tabLst>
                <a:tab pos="1644650" algn="l"/>
                <a:tab pos="8495030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Theorem:</a:t>
            </a:r>
            <a:r>
              <a:rPr dirty="0" sz="2800">
                <a:latin typeface="Franklin Gothic Medium"/>
                <a:cs typeface="Franklin Gothic Medium"/>
              </a:rPr>
              <a:t>	If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2</a:t>
            </a:r>
            <a:r>
              <a:rPr dirty="0" baseline="-16260" sz="3075" spc="480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are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3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languages,</a:t>
            </a:r>
            <a:r>
              <a:rPr dirty="0" sz="2800" spc="-3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so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baseline="-16260" sz="3075" spc="345"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800" spc="-4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800" spc="-2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 spc="-37">
                <a:latin typeface="Cambria Math"/>
                <a:cs typeface="Cambria Math"/>
              </a:rPr>
              <a:t>2</a:t>
            </a:r>
            <a:r>
              <a:rPr dirty="0" baseline="-16260" sz="3075">
                <a:latin typeface="Cambria Math"/>
                <a:cs typeface="Cambria Math"/>
              </a:rPr>
              <a:t>	</a:t>
            </a:r>
            <a:r>
              <a:rPr dirty="0" sz="2800">
                <a:latin typeface="Franklin Gothic Medium"/>
                <a:cs typeface="Franklin Gothic Medium"/>
              </a:rPr>
              <a:t>(closure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under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800" spc="-25">
                <a:latin typeface="Franklin Gothic Medium"/>
                <a:cs typeface="Franklin Gothic Medium"/>
              </a:rPr>
              <a:t>)</a:t>
            </a:r>
            <a:endParaRPr sz="2800">
              <a:latin typeface="Franklin Gothic Medium"/>
              <a:cs typeface="Franklin Gothic Medium"/>
            </a:endParaRPr>
          </a:p>
          <a:p>
            <a:pPr marL="50800">
              <a:lnSpc>
                <a:spcPct val="100000"/>
              </a:lnSpc>
              <a:spcBef>
                <a:spcPts val="869"/>
              </a:spcBef>
            </a:pPr>
            <a:r>
              <a:rPr dirty="0" sz="2400" spc="-25">
                <a:latin typeface="Franklin Gothic Medium"/>
                <a:cs typeface="Franklin Gothic Medium"/>
              </a:rPr>
              <a:t>Proof:</a:t>
            </a:r>
            <a:r>
              <a:rPr dirty="0" sz="2400" spc="-114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by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Construction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39226" y="2364271"/>
            <a:ext cx="53200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Franklin Gothic Medium"/>
                <a:cs typeface="Franklin Gothic Medium"/>
              </a:rPr>
              <a:t>Let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509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05">
                <a:latin typeface="Cambria Math"/>
                <a:cs typeface="Cambria Math"/>
              </a:rPr>
              <a:t> </a:t>
            </a:r>
            <a:r>
              <a:rPr dirty="0" sz="2400" spc="-365">
                <a:latin typeface="Cambria Math"/>
                <a:cs typeface="Cambria Math"/>
              </a:rPr>
              <a:t>(</a:t>
            </a:r>
            <a:r>
              <a:rPr dirty="0" sz="2400" spc="-36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547">
                <a:solidFill>
                  <a:srgbClr val="C55A11"/>
                </a:solidFill>
                <a:latin typeface="Cambria Math"/>
                <a:cs typeface="Cambria Math"/>
              </a:rPr>
              <a:t>1</a:t>
            </a:r>
            <a:r>
              <a:rPr dirty="0" sz="2400" spc="-365">
                <a:latin typeface="Cambria Math"/>
                <a:cs typeface="Cambria Math"/>
              </a:rPr>
              <a:t>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120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sz="2400" spc="120">
                <a:latin typeface="Cambria Math"/>
                <a:cs typeface="Cambria Math"/>
              </a:rPr>
              <a:t>,</a:t>
            </a:r>
            <a:r>
              <a:rPr dirty="0" sz="2400" spc="155">
                <a:latin typeface="Cambria Math"/>
                <a:cs typeface="Cambria Math"/>
              </a:rPr>
              <a:t> </a:t>
            </a:r>
            <a:r>
              <a:rPr dirty="0" sz="2400" spc="-509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baseline="-15873" sz="2625" spc="-765">
                <a:solidFill>
                  <a:srgbClr val="538235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-142">
                <a:solidFill>
                  <a:srgbClr val="538235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170">
                <a:latin typeface="Cambria Math"/>
                <a:cs typeface="Cambria Math"/>
              </a:rPr>
              <a:t> </a:t>
            </a:r>
            <a:r>
              <a:rPr dirty="0" sz="2400" spc="-45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15873" sz="2625" spc="-67">
                <a:solidFill>
                  <a:srgbClr val="BE9000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-157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165">
                <a:latin typeface="Cambria Math"/>
                <a:cs typeface="Cambria Math"/>
              </a:rPr>
              <a:t> </a:t>
            </a:r>
            <a:r>
              <a:rPr dirty="0" sz="2400" spc="-155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baseline="-15873" sz="2625" spc="-232">
                <a:solidFill>
                  <a:srgbClr val="8496AF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-142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)</a:t>
            </a:r>
            <a:r>
              <a:rPr dirty="0" sz="2400" spc="55">
                <a:latin typeface="Cambria Math"/>
                <a:cs typeface="Cambria Math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recognize</a:t>
            </a:r>
            <a:r>
              <a:rPr dirty="0" sz="2400" spc="-40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 spc="-37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416890" y="2349602"/>
            <a:ext cx="48856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>
                <a:latin typeface="Cambria Math"/>
                <a:cs typeface="Cambria Math"/>
              </a:rPr>
              <a:t>2</a:t>
            </a:r>
            <a:r>
              <a:rPr dirty="0" baseline="-15873" sz="2625" spc="487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0">
                <a:latin typeface="Cambria Math"/>
                <a:cs typeface="Cambria Math"/>
              </a:rPr>
              <a:t> </a:t>
            </a:r>
            <a:r>
              <a:rPr dirty="0" sz="2400" spc="-325">
                <a:latin typeface="Cambria Math"/>
                <a:cs typeface="Cambria Math"/>
              </a:rPr>
              <a:t>(</a:t>
            </a:r>
            <a:r>
              <a:rPr dirty="0" sz="2400" spc="-32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487">
                <a:solidFill>
                  <a:srgbClr val="C55A11"/>
                </a:solidFill>
                <a:latin typeface="Cambria Math"/>
                <a:cs typeface="Cambria Math"/>
              </a:rPr>
              <a:t>2</a:t>
            </a:r>
            <a:r>
              <a:rPr dirty="0" sz="2400" spc="-325">
                <a:latin typeface="Cambria Math"/>
                <a:cs typeface="Cambria Math"/>
              </a:rPr>
              <a:t>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120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sz="2400" spc="120">
                <a:latin typeface="Cambria Math"/>
                <a:cs typeface="Cambria Math"/>
              </a:rPr>
              <a:t>,</a:t>
            </a:r>
            <a:r>
              <a:rPr dirty="0" sz="2400" spc="170">
                <a:latin typeface="Cambria Math"/>
                <a:cs typeface="Cambria Math"/>
              </a:rPr>
              <a:t> </a:t>
            </a:r>
            <a:r>
              <a:rPr dirty="0" sz="2400" spc="-445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baseline="-15873" sz="2625" spc="-667">
                <a:solidFill>
                  <a:srgbClr val="538235"/>
                </a:solidFill>
                <a:latin typeface="Cambria Math"/>
                <a:cs typeface="Cambria Math"/>
              </a:rPr>
              <a:t>2</a:t>
            </a:r>
            <a:r>
              <a:rPr dirty="0" baseline="-15873" sz="2625" spc="-142">
                <a:solidFill>
                  <a:srgbClr val="538235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175">
                <a:latin typeface="Cambria Math"/>
                <a:cs typeface="Cambria Math"/>
              </a:rPr>
              <a:t> </a:t>
            </a:r>
            <a:r>
              <a:rPr dirty="0" sz="2400" spc="-1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15873" sz="2625" spc="-15">
                <a:solidFill>
                  <a:srgbClr val="BE9000"/>
                </a:solidFill>
                <a:latin typeface="Cambria Math"/>
                <a:cs typeface="Cambria Math"/>
              </a:rPr>
              <a:t>2</a:t>
            </a:r>
            <a:r>
              <a:rPr dirty="0" baseline="-15873" sz="2625" spc="-157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180">
                <a:latin typeface="Cambria Math"/>
                <a:cs typeface="Cambria Math"/>
              </a:rPr>
              <a:t> </a:t>
            </a:r>
            <a:r>
              <a:rPr dirty="0" sz="2400" spc="-125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baseline="-15873" sz="2625" spc="-187">
                <a:solidFill>
                  <a:srgbClr val="8496AF"/>
                </a:solidFill>
                <a:latin typeface="Cambria Math"/>
                <a:cs typeface="Cambria Math"/>
              </a:rPr>
              <a:t>2</a:t>
            </a:r>
            <a:r>
              <a:rPr dirty="0" baseline="-15873" sz="2625" spc="-142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)</a:t>
            </a:r>
            <a:r>
              <a:rPr dirty="0" sz="2400" spc="55">
                <a:latin typeface="Cambria Math"/>
                <a:cs typeface="Cambria Math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recognize</a:t>
            </a:r>
            <a:r>
              <a:rPr dirty="0" sz="2400" spc="-2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7705090" y="5396234"/>
            <a:ext cx="654685" cy="497840"/>
            <a:chOff x="7705090" y="5396234"/>
            <a:chExt cx="654685" cy="497840"/>
          </a:xfrm>
        </p:grpSpPr>
        <p:sp>
          <p:nvSpPr>
            <p:cNvPr id="7" name="object 7" descr=""/>
            <p:cNvSpPr/>
            <p:nvPr/>
          </p:nvSpPr>
          <p:spPr>
            <a:xfrm>
              <a:off x="7711440" y="5402584"/>
              <a:ext cx="641985" cy="485140"/>
            </a:xfrm>
            <a:custGeom>
              <a:avLst/>
              <a:gdLst/>
              <a:ahLst/>
              <a:cxnLst/>
              <a:rect l="l" t="t" r="r" b="b"/>
              <a:pathLst>
                <a:path w="641984" h="485139">
                  <a:moveTo>
                    <a:pt x="413804" y="0"/>
                  </a:moveTo>
                  <a:lnTo>
                    <a:pt x="413804" y="179209"/>
                  </a:lnTo>
                  <a:lnTo>
                    <a:pt x="0" y="179209"/>
                  </a:lnTo>
                  <a:lnTo>
                    <a:pt x="0" y="305409"/>
                  </a:lnTo>
                  <a:lnTo>
                    <a:pt x="413804" y="305409"/>
                  </a:lnTo>
                  <a:lnTo>
                    <a:pt x="413804" y="484632"/>
                  </a:lnTo>
                  <a:lnTo>
                    <a:pt x="641604" y="242316"/>
                  </a:lnTo>
                  <a:lnTo>
                    <a:pt x="4138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711440" y="5402584"/>
              <a:ext cx="641985" cy="485140"/>
            </a:xfrm>
            <a:custGeom>
              <a:avLst/>
              <a:gdLst/>
              <a:ahLst/>
              <a:cxnLst/>
              <a:rect l="l" t="t" r="r" b="b"/>
              <a:pathLst>
                <a:path w="641984" h="485139">
                  <a:moveTo>
                    <a:pt x="0" y="179209"/>
                  </a:moveTo>
                  <a:lnTo>
                    <a:pt x="413804" y="179209"/>
                  </a:lnTo>
                  <a:lnTo>
                    <a:pt x="413804" y="0"/>
                  </a:lnTo>
                  <a:lnTo>
                    <a:pt x="641604" y="242316"/>
                  </a:lnTo>
                  <a:lnTo>
                    <a:pt x="413804" y="484632"/>
                  </a:lnTo>
                  <a:lnTo>
                    <a:pt x="413804" y="305409"/>
                  </a:lnTo>
                  <a:lnTo>
                    <a:pt x="0" y="305409"/>
                  </a:lnTo>
                  <a:lnTo>
                    <a:pt x="0" y="17920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1124458" y="5217921"/>
            <a:ext cx="968375" cy="974725"/>
            <a:chOff x="1124458" y="5217921"/>
            <a:chExt cx="968375" cy="974725"/>
          </a:xfrm>
        </p:grpSpPr>
        <p:sp>
          <p:nvSpPr>
            <p:cNvPr id="10" name="object 10" descr=""/>
            <p:cNvSpPr/>
            <p:nvPr/>
          </p:nvSpPr>
          <p:spPr>
            <a:xfrm>
              <a:off x="1130808" y="5224271"/>
              <a:ext cx="955675" cy="962025"/>
            </a:xfrm>
            <a:custGeom>
              <a:avLst/>
              <a:gdLst/>
              <a:ahLst/>
              <a:cxnLst/>
              <a:rect l="l" t="t" r="r" b="b"/>
              <a:pathLst>
                <a:path w="955675" h="962025">
                  <a:moveTo>
                    <a:pt x="477773" y="0"/>
                  </a:moveTo>
                  <a:lnTo>
                    <a:pt x="428924" y="2482"/>
                  </a:lnTo>
                  <a:lnTo>
                    <a:pt x="381485" y="9768"/>
                  </a:lnTo>
                  <a:lnTo>
                    <a:pt x="335698" y="21616"/>
                  </a:lnTo>
                  <a:lnTo>
                    <a:pt x="291802" y="37784"/>
                  </a:lnTo>
                  <a:lnTo>
                    <a:pt x="250038" y="58031"/>
                  </a:lnTo>
                  <a:lnTo>
                    <a:pt x="210645" y="82115"/>
                  </a:lnTo>
                  <a:lnTo>
                    <a:pt x="173865" y="109794"/>
                  </a:lnTo>
                  <a:lnTo>
                    <a:pt x="139936" y="140827"/>
                  </a:lnTo>
                  <a:lnTo>
                    <a:pt x="109100" y="174971"/>
                  </a:lnTo>
                  <a:lnTo>
                    <a:pt x="81596" y="211987"/>
                  </a:lnTo>
                  <a:lnTo>
                    <a:pt x="57664" y="251630"/>
                  </a:lnTo>
                  <a:lnTo>
                    <a:pt x="37545" y="293661"/>
                  </a:lnTo>
                  <a:lnTo>
                    <a:pt x="21479" y="337837"/>
                  </a:lnTo>
                  <a:lnTo>
                    <a:pt x="9706" y="383917"/>
                  </a:lnTo>
                  <a:lnTo>
                    <a:pt x="2466" y="431659"/>
                  </a:lnTo>
                  <a:lnTo>
                    <a:pt x="0" y="480821"/>
                  </a:lnTo>
                  <a:lnTo>
                    <a:pt x="2466" y="529984"/>
                  </a:lnTo>
                  <a:lnTo>
                    <a:pt x="9706" y="577726"/>
                  </a:lnTo>
                  <a:lnTo>
                    <a:pt x="21479" y="623806"/>
                  </a:lnTo>
                  <a:lnTo>
                    <a:pt x="37545" y="667982"/>
                  </a:lnTo>
                  <a:lnTo>
                    <a:pt x="57664" y="710013"/>
                  </a:lnTo>
                  <a:lnTo>
                    <a:pt x="81596" y="749656"/>
                  </a:lnTo>
                  <a:lnTo>
                    <a:pt x="109100" y="786672"/>
                  </a:lnTo>
                  <a:lnTo>
                    <a:pt x="139936" y="820816"/>
                  </a:lnTo>
                  <a:lnTo>
                    <a:pt x="173865" y="851849"/>
                  </a:lnTo>
                  <a:lnTo>
                    <a:pt x="210645" y="879528"/>
                  </a:lnTo>
                  <a:lnTo>
                    <a:pt x="250038" y="903612"/>
                  </a:lnTo>
                  <a:lnTo>
                    <a:pt x="291802" y="923859"/>
                  </a:lnTo>
                  <a:lnTo>
                    <a:pt x="335698" y="940027"/>
                  </a:lnTo>
                  <a:lnTo>
                    <a:pt x="381485" y="951875"/>
                  </a:lnTo>
                  <a:lnTo>
                    <a:pt x="428924" y="959161"/>
                  </a:lnTo>
                  <a:lnTo>
                    <a:pt x="477773" y="961643"/>
                  </a:lnTo>
                  <a:lnTo>
                    <a:pt x="526623" y="959161"/>
                  </a:lnTo>
                  <a:lnTo>
                    <a:pt x="574062" y="951875"/>
                  </a:lnTo>
                  <a:lnTo>
                    <a:pt x="619849" y="940027"/>
                  </a:lnTo>
                  <a:lnTo>
                    <a:pt x="663745" y="923859"/>
                  </a:lnTo>
                  <a:lnTo>
                    <a:pt x="705509" y="903612"/>
                  </a:lnTo>
                  <a:lnTo>
                    <a:pt x="744902" y="879528"/>
                  </a:lnTo>
                  <a:lnTo>
                    <a:pt x="781682" y="851849"/>
                  </a:lnTo>
                  <a:lnTo>
                    <a:pt x="815611" y="820816"/>
                  </a:lnTo>
                  <a:lnTo>
                    <a:pt x="846447" y="786672"/>
                  </a:lnTo>
                  <a:lnTo>
                    <a:pt x="873951" y="749656"/>
                  </a:lnTo>
                  <a:lnTo>
                    <a:pt x="897883" y="710013"/>
                  </a:lnTo>
                  <a:lnTo>
                    <a:pt x="918002" y="667982"/>
                  </a:lnTo>
                  <a:lnTo>
                    <a:pt x="934068" y="623806"/>
                  </a:lnTo>
                  <a:lnTo>
                    <a:pt x="945841" y="577726"/>
                  </a:lnTo>
                  <a:lnTo>
                    <a:pt x="953081" y="529984"/>
                  </a:lnTo>
                  <a:lnTo>
                    <a:pt x="955547" y="480821"/>
                  </a:lnTo>
                  <a:lnTo>
                    <a:pt x="953081" y="431659"/>
                  </a:lnTo>
                  <a:lnTo>
                    <a:pt x="945841" y="383917"/>
                  </a:lnTo>
                  <a:lnTo>
                    <a:pt x="934068" y="337837"/>
                  </a:lnTo>
                  <a:lnTo>
                    <a:pt x="918002" y="293661"/>
                  </a:lnTo>
                  <a:lnTo>
                    <a:pt x="897883" y="251630"/>
                  </a:lnTo>
                  <a:lnTo>
                    <a:pt x="873951" y="211987"/>
                  </a:lnTo>
                  <a:lnTo>
                    <a:pt x="846447" y="174971"/>
                  </a:lnTo>
                  <a:lnTo>
                    <a:pt x="815611" y="140827"/>
                  </a:lnTo>
                  <a:lnTo>
                    <a:pt x="781682" y="109794"/>
                  </a:lnTo>
                  <a:lnTo>
                    <a:pt x="744902" y="82115"/>
                  </a:lnTo>
                  <a:lnTo>
                    <a:pt x="705509" y="58031"/>
                  </a:lnTo>
                  <a:lnTo>
                    <a:pt x="663745" y="37784"/>
                  </a:lnTo>
                  <a:lnTo>
                    <a:pt x="619849" y="21616"/>
                  </a:lnTo>
                  <a:lnTo>
                    <a:pt x="574062" y="9768"/>
                  </a:lnTo>
                  <a:lnTo>
                    <a:pt x="526623" y="2482"/>
                  </a:lnTo>
                  <a:lnTo>
                    <a:pt x="4777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130808" y="5224271"/>
              <a:ext cx="955675" cy="962025"/>
            </a:xfrm>
            <a:custGeom>
              <a:avLst/>
              <a:gdLst/>
              <a:ahLst/>
              <a:cxnLst/>
              <a:rect l="l" t="t" r="r" b="b"/>
              <a:pathLst>
                <a:path w="955675" h="962025">
                  <a:moveTo>
                    <a:pt x="0" y="480821"/>
                  </a:moveTo>
                  <a:lnTo>
                    <a:pt x="2466" y="431659"/>
                  </a:lnTo>
                  <a:lnTo>
                    <a:pt x="9706" y="383917"/>
                  </a:lnTo>
                  <a:lnTo>
                    <a:pt x="21479" y="337837"/>
                  </a:lnTo>
                  <a:lnTo>
                    <a:pt x="37545" y="293661"/>
                  </a:lnTo>
                  <a:lnTo>
                    <a:pt x="57664" y="251630"/>
                  </a:lnTo>
                  <a:lnTo>
                    <a:pt x="81596" y="211987"/>
                  </a:lnTo>
                  <a:lnTo>
                    <a:pt x="109100" y="174971"/>
                  </a:lnTo>
                  <a:lnTo>
                    <a:pt x="139936" y="140827"/>
                  </a:lnTo>
                  <a:lnTo>
                    <a:pt x="173865" y="109794"/>
                  </a:lnTo>
                  <a:lnTo>
                    <a:pt x="210645" y="82115"/>
                  </a:lnTo>
                  <a:lnTo>
                    <a:pt x="250038" y="58031"/>
                  </a:lnTo>
                  <a:lnTo>
                    <a:pt x="291802" y="37784"/>
                  </a:lnTo>
                  <a:lnTo>
                    <a:pt x="335698" y="21616"/>
                  </a:lnTo>
                  <a:lnTo>
                    <a:pt x="381485" y="9768"/>
                  </a:lnTo>
                  <a:lnTo>
                    <a:pt x="428924" y="2482"/>
                  </a:lnTo>
                  <a:lnTo>
                    <a:pt x="477773" y="0"/>
                  </a:lnTo>
                  <a:lnTo>
                    <a:pt x="526623" y="2482"/>
                  </a:lnTo>
                  <a:lnTo>
                    <a:pt x="574062" y="9768"/>
                  </a:lnTo>
                  <a:lnTo>
                    <a:pt x="619849" y="21616"/>
                  </a:lnTo>
                  <a:lnTo>
                    <a:pt x="663745" y="37784"/>
                  </a:lnTo>
                  <a:lnTo>
                    <a:pt x="705509" y="58031"/>
                  </a:lnTo>
                  <a:lnTo>
                    <a:pt x="744902" y="82115"/>
                  </a:lnTo>
                  <a:lnTo>
                    <a:pt x="781682" y="109794"/>
                  </a:lnTo>
                  <a:lnTo>
                    <a:pt x="815611" y="140827"/>
                  </a:lnTo>
                  <a:lnTo>
                    <a:pt x="846447" y="174971"/>
                  </a:lnTo>
                  <a:lnTo>
                    <a:pt x="873951" y="211987"/>
                  </a:lnTo>
                  <a:lnTo>
                    <a:pt x="897883" y="251630"/>
                  </a:lnTo>
                  <a:lnTo>
                    <a:pt x="918002" y="293661"/>
                  </a:lnTo>
                  <a:lnTo>
                    <a:pt x="934068" y="337837"/>
                  </a:lnTo>
                  <a:lnTo>
                    <a:pt x="945841" y="383917"/>
                  </a:lnTo>
                  <a:lnTo>
                    <a:pt x="953081" y="431659"/>
                  </a:lnTo>
                  <a:lnTo>
                    <a:pt x="955547" y="480821"/>
                  </a:lnTo>
                  <a:lnTo>
                    <a:pt x="953081" y="529984"/>
                  </a:lnTo>
                  <a:lnTo>
                    <a:pt x="945841" y="577726"/>
                  </a:lnTo>
                  <a:lnTo>
                    <a:pt x="934068" y="623806"/>
                  </a:lnTo>
                  <a:lnTo>
                    <a:pt x="918002" y="667982"/>
                  </a:lnTo>
                  <a:lnTo>
                    <a:pt x="897883" y="710013"/>
                  </a:lnTo>
                  <a:lnTo>
                    <a:pt x="873951" y="749656"/>
                  </a:lnTo>
                  <a:lnTo>
                    <a:pt x="846447" y="786672"/>
                  </a:lnTo>
                  <a:lnTo>
                    <a:pt x="815611" y="820816"/>
                  </a:lnTo>
                  <a:lnTo>
                    <a:pt x="781682" y="851849"/>
                  </a:lnTo>
                  <a:lnTo>
                    <a:pt x="744902" y="879528"/>
                  </a:lnTo>
                  <a:lnTo>
                    <a:pt x="705509" y="903612"/>
                  </a:lnTo>
                  <a:lnTo>
                    <a:pt x="663745" y="923859"/>
                  </a:lnTo>
                  <a:lnTo>
                    <a:pt x="619849" y="940027"/>
                  </a:lnTo>
                  <a:lnTo>
                    <a:pt x="574062" y="951875"/>
                  </a:lnTo>
                  <a:lnTo>
                    <a:pt x="526623" y="959161"/>
                  </a:lnTo>
                  <a:lnTo>
                    <a:pt x="477773" y="961643"/>
                  </a:lnTo>
                  <a:lnTo>
                    <a:pt x="428924" y="959161"/>
                  </a:lnTo>
                  <a:lnTo>
                    <a:pt x="381485" y="951875"/>
                  </a:lnTo>
                  <a:lnTo>
                    <a:pt x="335698" y="940027"/>
                  </a:lnTo>
                  <a:lnTo>
                    <a:pt x="291802" y="923859"/>
                  </a:lnTo>
                  <a:lnTo>
                    <a:pt x="250038" y="903612"/>
                  </a:lnTo>
                  <a:lnTo>
                    <a:pt x="210645" y="879528"/>
                  </a:lnTo>
                  <a:lnTo>
                    <a:pt x="173865" y="851849"/>
                  </a:lnTo>
                  <a:lnTo>
                    <a:pt x="139936" y="820816"/>
                  </a:lnTo>
                  <a:lnTo>
                    <a:pt x="109100" y="786672"/>
                  </a:lnTo>
                  <a:lnTo>
                    <a:pt x="81596" y="749656"/>
                  </a:lnTo>
                  <a:lnTo>
                    <a:pt x="57664" y="710013"/>
                  </a:lnTo>
                  <a:lnTo>
                    <a:pt x="37545" y="667982"/>
                  </a:lnTo>
                  <a:lnTo>
                    <a:pt x="21479" y="623806"/>
                  </a:lnTo>
                  <a:lnTo>
                    <a:pt x="9706" y="577726"/>
                  </a:lnTo>
                  <a:lnTo>
                    <a:pt x="2466" y="529984"/>
                  </a:lnTo>
                  <a:lnTo>
                    <a:pt x="0" y="4808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1403139" y="5500569"/>
            <a:ext cx="3213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𝑡</a:t>
            </a:r>
            <a:r>
              <a:rPr dirty="0" baseline="-15873" sz="2625" spc="-37">
                <a:latin typeface="Cambria Math"/>
                <a:cs typeface="Cambria Math"/>
              </a:rPr>
              <a:t>0</a:t>
            </a:r>
            <a:endParaRPr baseline="-15873" sz="2625">
              <a:latin typeface="Cambria Math"/>
              <a:cs typeface="Cambria Math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632459" y="4658614"/>
            <a:ext cx="2949575" cy="1105535"/>
            <a:chOff x="632459" y="4658614"/>
            <a:chExt cx="2949575" cy="1105535"/>
          </a:xfrm>
        </p:grpSpPr>
        <p:sp>
          <p:nvSpPr>
            <p:cNvPr id="14" name="object 14" descr=""/>
            <p:cNvSpPr/>
            <p:nvPr/>
          </p:nvSpPr>
          <p:spPr>
            <a:xfrm>
              <a:off x="651509" y="5706618"/>
              <a:ext cx="385445" cy="0"/>
            </a:xfrm>
            <a:custGeom>
              <a:avLst/>
              <a:gdLst/>
              <a:ahLst/>
              <a:cxnLst/>
              <a:rect l="l" t="t" r="r" b="b"/>
              <a:pathLst>
                <a:path w="385444" h="0">
                  <a:moveTo>
                    <a:pt x="0" y="0"/>
                  </a:moveTo>
                  <a:lnTo>
                    <a:pt x="385343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017807" y="5649463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299"/>
                  </a:lnTo>
                  <a:lnTo>
                    <a:pt x="114300" y="571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619755" y="4664964"/>
              <a:ext cx="955675" cy="962025"/>
            </a:xfrm>
            <a:custGeom>
              <a:avLst/>
              <a:gdLst/>
              <a:ahLst/>
              <a:cxnLst/>
              <a:rect l="l" t="t" r="r" b="b"/>
              <a:pathLst>
                <a:path w="955675" h="962025">
                  <a:moveTo>
                    <a:pt x="0" y="480822"/>
                  </a:moveTo>
                  <a:lnTo>
                    <a:pt x="2466" y="431659"/>
                  </a:lnTo>
                  <a:lnTo>
                    <a:pt x="9706" y="383917"/>
                  </a:lnTo>
                  <a:lnTo>
                    <a:pt x="21479" y="337837"/>
                  </a:lnTo>
                  <a:lnTo>
                    <a:pt x="37545" y="293661"/>
                  </a:lnTo>
                  <a:lnTo>
                    <a:pt x="57664" y="251630"/>
                  </a:lnTo>
                  <a:lnTo>
                    <a:pt x="81596" y="211987"/>
                  </a:lnTo>
                  <a:lnTo>
                    <a:pt x="109100" y="174971"/>
                  </a:lnTo>
                  <a:lnTo>
                    <a:pt x="139936" y="140827"/>
                  </a:lnTo>
                  <a:lnTo>
                    <a:pt x="173865" y="109794"/>
                  </a:lnTo>
                  <a:lnTo>
                    <a:pt x="210645" y="82115"/>
                  </a:lnTo>
                  <a:lnTo>
                    <a:pt x="250038" y="58031"/>
                  </a:lnTo>
                  <a:lnTo>
                    <a:pt x="291802" y="37784"/>
                  </a:lnTo>
                  <a:lnTo>
                    <a:pt x="335698" y="21616"/>
                  </a:lnTo>
                  <a:lnTo>
                    <a:pt x="381485" y="9768"/>
                  </a:lnTo>
                  <a:lnTo>
                    <a:pt x="428924" y="2482"/>
                  </a:lnTo>
                  <a:lnTo>
                    <a:pt x="477773" y="0"/>
                  </a:lnTo>
                  <a:lnTo>
                    <a:pt x="526623" y="2482"/>
                  </a:lnTo>
                  <a:lnTo>
                    <a:pt x="574062" y="9768"/>
                  </a:lnTo>
                  <a:lnTo>
                    <a:pt x="619849" y="21616"/>
                  </a:lnTo>
                  <a:lnTo>
                    <a:pt x="663745" y="37784"/>
                  </a:lnTo>
                  <a:lnTo>
                    <a:pt x="705509" y="58031"/>
                  </a:lnTo>
                  <a:lnTo>
                    <a:pt x="744902" y="82115"/>
                  </a:lnTo>
                  <a:lnTo>
                    <a:pt x="781682" y="109794"/>
                  </a:lnTo>
                  <a:lnTo>
                    <a:pt x="815611" y="140827"/>
                  </a:lnTo>
                  <a:lnTo>
                    <a:pt x="846447" y="174971"/>
                  </a:lnTo>
                  <a:lnTo>
                    <a:pt x="873951" y="211987"/>
                  </a:lnTo>
                  <a:lnTo>
                    <a:pt x="897883" y="251630"/>
                  </a:lnTo>
                  <a:lnTo>
                    <a:pt x="918002" y="293661"/>
                  </a:lnTo>
                  <a:lnTo>
                    <a:pt x="934068" y="337837"/>
                  </a:lnTo>
                  <a:lnTo>
                    <a:pt x="945841" y="383917"/>
                  </a:lnTo>
                  <a:lnTo>
                    <a:pt x="953081" y="431659"/>
                  </a:lnTo>
                  <a:lnTo>
                    <a:pt x="955547" y="480822"/>
                  </a:lnTo>
                  <a:lnTo>
                    <a:pt x="953081" y="529984"/>
                  </a:lnTo>
                  <a:lnTo>
                    <a:pt x="945841" y="577726"/>
                  </a:lnTo>
                  <a:lnTo>
                    <a:pt x="934068" y="623806"/>
                  </a:lnTo>
                  <a:lnTo>
                    <a:pt x="918002" y="667982"/>
                  </a:lnTo>
                  <a:lnTo>
                    <a:pt x="897883" y="710013"/>
                  </a:lnTo>
                  <a:lnTo>
                    <a:pt x="873951" y="749656"/>
                  </a:lnTo>
                  <a:lnTo>
                    <a:pt x="846447" y="786672"/>
                  </a:lnTo>
                  <a:lnTo>
                    <a:pt x="815611" y="820816"/>
                  </a:lnTo>
                  <a:lnTo>
                    <a:pt x="781682" y="851849"/>
                  </a:lnTo>
                  <a:lnTo>
                    <a:pt x="744902" y="879528"/>
                  </a:lnTo>
                  <a:lnTo>
                    <a:pt x="705509" y="903612"/>
                  </a:lnTo>
                  <a:lnTo>
                    <a:pt x="663745" y="923859"/>
                  </a:lnTo>
                  <a:lnTo>
                    <a:pt x="619849" y="940027"/>
                  </a:lnTo>
                  <a:lnTo>
                    <a:pt x="574062" y="951875"/>
                  </a:lnTo>
                  <a:lnTo>
                    <a:pt x="526623" y="959161"/>
                  </a:lnTo>
                  <a:lnTo>
                    <a:pt x="477773" y="961644"/>
                  </a:lnTo>
                  <a:lnTo>
                    <a:pt x="428924" y="959161"/>
                  </a:lnTo>
                  <a:lnTo>
                    <a:pt x="381485" y="951875"/>
                  </a:lnTo>
                  <a:lnTo>
                    <a:pt x="335698" y="940027"/>
                  </a:lnTo>
                  <a:lnTo>
                    <a:pt x="291802" y="923859"/>
                  </a:lnTo>
                  <a:lnTo>
                    <a:pt x="250038" y="903612"/>
                  </a:lnTo>
                  <a:lnTo>
                    <a:pt x="210645" y="879528"/>
                  </a:lnTo>
                  <a:lnTo>
                    <a:pt x="173865" y="851849"/>
                  </a:lnTo>
                  <a:lnTo>
                    <a:pt x="139936" y="820816"/>
                  </a:lnTo>
                  <a:lnTo>
                    <a:pt x="109100" y="786672"/>
                  </a:lnTo>
                  <a:lnTo>
                    <a:pt x="81596" y="749656"/>
                  </a:lnTo>
                  <a:lnTo>
                    <a:pt x="57664" y="710013"/>
                  </a:lnTo>
                  <a:lnTo>
                    <a:pt x="37545" y="667982"/>
                  </a:lnTo>
                  <a:lnTo>
                    <a:pt x="21479" y="623806"/>
                  </a:lnTo>
                  <a:lnTo>
                    <a:pt x="9706" y="577726"/>
                  </a:lnTo>
                  <a:lnTo>
                    <a:pt x="2466" y="529984"/>
                  </a:lnTo>
                  <a:lnTo>
                    <a:pt x="0" y="4808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414527" y="4706111"/>
            <a:ext cx="527685" cy="36893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marL="121285">
              <a:lnSpc>
                <a:spcPct val="100000"/>
              </a:lnSpc>
              <a:spcBef>
                <a:spcPts val="305"/>
              </a:spcBef>
            </a:pPr>
            <a:r>
              <a:rPr dirty="0" sz="18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957" sz="1950" spc="-37">
                <a:latin typeface="Cambria Math"/>
                <a:cs typeface="Cambria Math"/>
              </a:rPr>
              <a:t>1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896411" y="4941211"/>
            <a:ext cx="3136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𝑡</a:t>
            </a:r>
            <a:r>
              <a:rPr dirty="0" baseline="-15873" sz="2625" spc="-37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2606039" y="5760720"/>
            <a:ext cx="954405" cy="963294"/>
          </a:xfrm>
          <a:custGeom>
            <a:avLst/>
            <a:gdLst/>
            <a:ahLst/>
            <a:cxnLst/>
            <a:rect l="l" t="t" r="r" b="b"/>
            <a:pathLst>
              <a:path w="954404" h="963295">
                <a:moveTo>
                  <a:pt x="0" y="481583"/>
                </a:moveTo>
                <a:lnTo>
                  <a:pt x="2462" y="432344"/>
                </a:lnTo>
                <a:lnTo>
                  <a:pt x="9691" y="384526"/>
                </a:lnTo>
                <a:lnTo>
                  <a:pt x="21445" y="338373"/>
                </a:lnTo>
                <a:lnTo>
                  <a:pt x="37485" y="294127"/>
                </a:lnTo>
                <a:lnTo>
                  <a:pt x="57572" y="252030"/>
                </a:lnTo>
                <a:lnTo>
                  <a:pt x="81465" y="212323"/>
                </a:lnTo>
                <a:lnTo>
                  <a:pt x="108925" y="175249"/>
                </a:lnTo>
                <a:lnTo>
                  <a:pt x="139712" y="141050"/>
                </a:lnTo>
                <a:lnTo>
                  <a:pt x="173587" y="109968"/>
                </a:lnTo>
                <a:lnTo>
                  <a:pt x="210309" y="82245"/>
                </a:lnTo>
                <a:lnTo>
                  <a:pt x="249638" y="58123"/>
                </a:lnTo>
                <a:lnTo>
                  <a:pt x="291336" y="37844"/>
                </a:lnTo>
                <a:lnTo>
                  <a:pt x="335162" y="21650"/>
                </a:lnTo>
                <a:lnTo>
                  <a:pt x="380876" y="9783"/>
                </a:lnTo>
                <a:lnTo>
                  <a:pt x="428239" y="2486"/>
                </a:lnTo>
                <a:lnTo>
                  <a:pt x="477012" y="0"/>
                </a:lnTo>
                <a:lnTo>
                  <a:pt x="525784" y="2486"/>
                </a:lnTo>
                <a:lnTo>
                  <a:pt x="573147" y="9783"/>
                </a:lnTo>
                <a:lnTo>
                  <a:pt x="618861" y="21650"/>
                </a:lnTo>
                <a:lnTo>
                  <a:pt x="662687" y="37844"/>
                </a:lnTo>
                <a:lnTo>
                  <a:pt x="704385" y="58123"/>
                </a:lnTo>
                <a:lnTo>
                  <a:pt x="743714" y="82245"/>
                </a:lnTo>
                <a:lnTo>
                  <a:pt x="780436" y="109968"/>
                </a:lnTo>
                <a:lnTo>
                  <a:pt x="814311" y="141050"/>
                </a:lnTo>
                <a:lnTo>
                  <a:pt x="845098" y="175249"/>
                </a:lnTo>
                <a:lnTo>
                  <a:pt x="872558" y="212323"/>
                </a:lnTo>
                <a:lnTo>
                  <a:pt x="896451" y="252030"/>
                </a:lnTo>
                <a:lnTo>
                  <a:pt x="916538" y="294127"/>
                </a:lnTo>
                <a:lnTo>
                  <a:pt x="932578" y="338373"/>
                </a:lnTo>
                <a:lnTo>
                  <a:pt x="944332" y="384526"/>
                </a:lnTo>
                <a:lnTo>
                  <a:pt x="951561" y="432344"/>
                </a:lnTo>
                <a:lnTo>
                  <a:pt x="954024" y="481583"/>
                </a:lnTo>
                <a:lnTo>
                  <a:pt x="951561" y="530823"/>
                </a:lnTo>
                <a:lnTo>
                  <a:pt x="944332" y="578641"/>
                </a:lnTo>
                <a:lnTo>
                  <a:pt x="932578" y="624794"/>
                </a:lnTo>
                <a:lnTo>
                  <a:pt x="916538" y="669040"/>
                </a:lnTo>
                <a:lnTo>
                  <a:pt x="896451" y="711137"/>
                </a:lnTo>
                <a:lnTo>
                  <a:pt x="872558" y="750844"/>
                </a:lnTo>
                <a:lnTo>
                  <a:pt x="845098" y="787918"/>
                </a:lnTo>
                <a:lnTo>
                  <a:pt x="814311" y="822117"/>
                </a:lnTo>
                <a:lnTo>
                  <a:pt x="780436" y="853199"/>
                </a:lnTo>
                <a:lnTo>
                  <a:pt x="743714" y="880922"/>
                </a:lnTo>
                <a:lnTo>
                  <a:pt x="704385" y="905044"/>
                </a:lnTo>
                <a:lnTo>
                  <a:pt x="662687" y="925323"/>
                </a:lnTo>
                <a:lnTo>
                  <a:pt x="618861" y="941517"/>
                </a:lnTo>
                <a:lnTo>
                  <a:pt x="573147" y="953384"/>
                </a:lnTo>
                <a:lnTo>
                  <a:pt x="525784" y="960681"/>
                </a:lnTo>
                <a:lnTo>
                  <a:pt x="477012" y="963167"/>
                </a:lnTo>
                <a:lnTo>
                  <a:pt x="428239" y="960681"/>
                </a:lnTo>
                <a:lnTo>
                  <a:pt x="380876" y="953384"/>
                </a:lnTo>
                <a:lnTo>
                  <a:pt x="335162" y="941517"/>
                </a:lnTo>
                <a:lnTo>
                  <a:pt x="291336" y="925323"/>
                </a:lnTo>
                <a:lnTo>
                  <a:pt x="249638" y="905044"/>
                </a:lnTo>
                <a:lnTo>
                  <a:pt x="210309" y="880922"/>
                </a:lnTo>
                <a:lnTo>
                  <a:pt x="173587" y="853199"/>
                </a:lnTo>
                <a:lnTo>
                  <a:pt x="139712" y="822117"/>
                </a:lnTo>
                <a:lnTo>
                  <a:pt x="108925" y="787918"/>
                </a:lnTo>
                <a:lnTo>
                  <a:pt x="81465" y="750844"/>
                </a:lnTo>
                <a:lnTo>
                  <a:pt x="57572" y="711137"/>
                </a:lnTo>
                <a:lnTo>
                  <a:pt x="37485" y="669040"/>
                </a:lnTo>
                <a:lnTo>
                  <a:pt x="21445" y="624794"/>
                </a:lnTo>
                <a:lnTo>
                  <a:pt x="9691" y="578641"/>
                </a:lnTo>
                <a:lnTo>
                  <a:pt x="2462" y="530823"/>
                </a:lnTo>
                <a:lnTo>
                  <a:pt x="0" y="481583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2877016" y="6037294"/>
            <a:ext cx="3213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𝑡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1927860" y="5128289"/>
            <a:ext cx="693420" cy="1137285"/>
            <a:chOff x="1927860" y="5128289"/>
            <a:chExt cx="693420" cy="1137285"/>
          </a:xfrm>
        </p:grpSpPr>
        <p:sp>
          <p:nvSpPr>
            <p:cNvPr id="22" name="object 22" descr=""/>
            <p:cNvSpPr/>
            <p:nvPr/>
          </p:nvSpPr>
          <p:spPr>
            <a:xfrm>
              <a:off x="1946910" y="5176742"/>
              <a:ext cx="583565" cy="189865"/>
            </a:xfrm>
            <a:custGeom>
              <a:avLst/>
              <a:gdLst/>
              <a:ahLst/>
              <a:cxnLst/>
              <a:rect l="l" t="t" r="r" b="b"/>
              <a:pathLst>
                <a:path w="583564" h="189864">
                  <a:moveTo>
                    <a:pt x="0" y="189585"/>
                  </a:moveTo>
                  <a:lnTo>
                    <a:pt x="58345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494581" y="5128289"/>
              <a:ext cx="127000" cy="109220"/>
            </a:xfrm>
            <a:custGeom>
              <a:avLst/>
              <a:gdLst/>
              <a:ahLst/>
              <a:cxnLst/>
              <a:rect l="l" t="t" r="r" b="b"/>
              <a:pathLst>
                <a:path w="127000" h="109220">
                  <a:moveTo>
                    <a:pt x="0" y="0"/>
                  </a:moveTo>
                  <a:lnTo>
                    <a:pt x="35331" y="108699"/>
                  </a:lnTo>
                  <a:lnTo>
                    <a:pt x="126377" y="19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946910" y="6046470"/>
              <a:ext cx="568325" cy="169545"/>
            </a:xfrm>
            <a:custGeom>
              <a:avLst/>
              <a:gdLst/>
              <a:ahLst/>
              <a:cxnLst/>
              <a:rect l="l" t="t" r="r" b="b"/>
              <a:pathLst>
                <a:path w="568325" h="169545">
                  <a:moveTo>
                    <a:pt x="0" y="0"/>
                  </a:moveTo>
                  <a:lnTo>
                    <a:pt x="567905" y="169189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2480238" y="6155446"/>
              <a:ext cx="126364" cy="109855"/>
            </a:xfrm>
            <a:custGeom>
              <a:avLst/>
              <a:gdLst/>
              <a:ahLst/>
              <a:cxnLst/>
              <a:rect l="l" t="t" r="r" b="b"/>
              <a:pathLst>
                <a:path w="126364" h="109854">
                  <a:moveTo>
                    <a:pt x="32638" y="0"/>
                  </a:moveTo>
                  <a:lnTo>
                    <a:pt x="0" y="109537"/>
                  </a:lnTo>
                  <a:lnTo>
                    <a:pt x="125856" y="87414"/>
                  </a:lnTo>
                  <a:lnTo>
                    <a:pt x="326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2123075" y="4859967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2099585" y="6129121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2699004" y="4757928"/>
            <a:ext cx="771525" cy="777240"/>
          </a:xfrm>
          <a:custGeom>
            <a:avLst/>
            <a:gdLst/>
            <a:ahLst/>
            <a:cxnLst/>
            <a:rect l="l" t="t" r="r" b="b"/>
            <a:pathLst>
              <a:path w="771525" h="777239">
                <a:moveTo>
                  <a:pt x="0" y="388620"/>
                </a:moveTo>
                <a:lnTo>
                  <a:pt x="3004" y="339872"/>
                </a:lnTo>
                <a:lnTo>
                  <a:pt x="11776" y="292931"/>
                </a:lnTo>
                <a:lnTo>
                  <a:pt x="25953" y="248161"/>
                </a:lnTo>
                <a:lnTo>
                  <a:pt x="45176" y="205927"/>
                </a:lnTo>
                <a:lnTo>
                  <a:pt x="69082" y="166592"/>
                </a:lnTo>
                <a:lnTo>
                  <a:pt x="97311" y="130521"/>
                </a:lnTo>
                <a:lnTo>
                  <a:pt x="129500" y="98078"/>
                </a:lnTo>
                <a:lnTo>
                  <a:pt x="165288" y="69627"/>
                </a:lnTo>
                <a:lnTo>
                  <a:pt x="204314" y="45532"/>
                </a:lnTo>
                <a:lnTo>
                  <a:pt x="246217" y="26158"/>
                </a:lnTo>
                <a:lnTo>
                  <a:pt x="290635" y="11868"/>
                </a:lnTo>
                <a:lnTo>
                  <a:pt x="337207" y="3027"/>
                </a:lnTo>
                <a:lnTo>
                  <a:pt x="385572" y="0"/>
                </a:lnTo>
                <a:lnTo>
                  <a:pt x="433936" y="3027"/>
                </a:lnTo>
                <a:lnTo>
                  <a:pt x="480508" y="11868"/>
                </a:lnTo>
                <a:lnTo>
                  <a:pt x="524926" y="26158"/>
                </a:lnTo>
                <a:lnTo>
                  <a:pt x="566829" y="45532"/>
                </a:lnTo>
                <a:lnTo>
                  <a:pt x="605855" y="69627"/>
                </a:lnTo>
                <a:lnTo>
                  <a:pt x="641643" y="98078"/>
                </a:lnTo>
                <a:lnTo>
                  <a:pt x="673832" y="130521"/>
                </a:lnTo>
                <a:lnTo>
                  <a:pt x="702061" y="166592"/>
                </a:lnTo>
                <a:lnTo>
                  <a:pt x="725967" y="205927"/>
                </a:lnTo>
                <a:lnTo>
                  <a:pt x="745190" y="248161"/>
                </a:lnTo>
                <a:lnTo>
                  <a:pt x="759367" y="292931"/>
                </a:lnTo>
                <a:lnTo>
                  <a:pt x="768139" y="339872"/>
                </a:lnTo>
                <a:lnTo>
                  <a:pt x="771144" y="388620"/>
                </a:lnTo>
                <a:lnTo>
                  <a:pt x="768139" y="437367"/>
                </a:lnTo>
                <a:lnTo>
                  <a:pt x="759367" y="484308"/>
                </a:lnTo>
                <a:lnTo>
                  <a:pt x="745190" y="529078"/>
                </a:lnTo>
                <a:lnTo>
                  <a:pt x="725967" y="571312"/>
                </a:lnTo>
                <a:lnTo>
                  <a:pt x="702061" y="610647"/>
                </a:lnTo>
                <a:lnTo>
                  <a:pt x="673832" y="646718"/>
                </a:lnTo>
                <a:lnTo>
                  <a:pt x="641643" y="679161"/>
                </a:lnTo>
                <a:lnTo>
                  <a:pt x="605855" y="707612"/>
                </a:lnTo>
                <a:lnTo>
                  <a:pt x="566829" y="731707"/>
                </a:lnTo>
                <a:lnTo>
                  <a:pt x="524926" y="751081"/>
                </a:lnTo>
                <a:lnTo>
                  <a:pt x="480508" y="765371"/>
                </a:lnTo>
                <a:lnTo>
                  <a:pt x="433936" y="774212"/>
                </a:lnTo>
                <a:lnTo>
                  <a:pt x="385572" y="777240"/>
                </a:lnTo>
                <a:lnTo>
                  <a:pt x="337207" y="774212"/>
                </a:lnTo>
                <a:lnTo>
                  <a:pt x="290635" y="765371"/>
                </a:lnTo>
                <a:lnTo>
                  <a:pt x="246217" y="751081"/>
                </a:lnTo>
                <a:lnTo>
                  <a:pt x="204314" y="731707"/>
                </a:lnTo>
                <a:lnTo>
                  <a:pt x="165288" y="707612"/>
                </a:lnTo>
                <a:lnTo>
                  <a:pt x="129500" y="679161"/>
                </a:lnTo>
                <a:lnTo>
                  <a:pt x="97311" y="646718"/>
                </a:lnTo>
                <a:lnTo>
                  <a:pt x="69082" y="610647"/>
                </a:lnTo>
                <a:lnTo>
                  <a:pt x="45176" y="571312"/>
                </a:lnTo>
                <a:lnTo>
                  <a:pt x="25953" y="529078"/>
                </a:lnTo>
                <a:lnTo>
                  <a:pt x="11776" y="484308"/>
                </a:lnTo>
                <a:lnTo>
                  <a:pt x="3004" y="437367"/>
                </a:lnTo>
                <a:lnTo>
                  <a:pt x="0" y="388620"/>
                </a:lnTo>
                <a:close/>
              </a:path>
            </a:pathLst>
          </a:custGeom>
          <a:ln w="12699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4448555" y="4706111"/>
            <a:ext cx="533400" cy="36893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marL="121920">
              <a:lnSpc>
                <a:spcPct val="100000"/>
              </a:lnSpc>
              <a:spcBef>
                <a:spcPts val="305"/>
              </a:spcBef>
            </a:pPr>
            <a:r>
              <a:rPr dirty="0" sz="18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957" sz="1950" spc="-37">
                <a:latin typeface="Cambria Math"/>
                <a:cs typeface="Cambria Math"/>
              </a:rPr>
              <a:t>2</a:t>
            </a:r>
            <a:endParaRPr baseline="-14957" sz="1950">
              <a:latin typeface="Cambria Math"/>
              <a:cs typeface="Cambria Math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5003038" y="5211826"/>
            <a:ext cx="967105" cy="975994"/>
            <a:chOff x="5003038" y="5211826"/>
            <a:chExt cx="967105" cy="975994"/>
          </a:xfrm>
        </p:grpSpPr>
        <p:sp>
          <p:nvSpPr>
            <p:cNvPr id="31" name="object 31" descr=""/>
            <p:cNvSpPr/>
            <p:nvPr/>
          </p:nvSpPr>
          <p:spPr>
            <a:xfrm>
              <a:off x="5009388" y="5218176"/>
              <a:ext cx="954405" cy="963294"/>
            </a:xfrm>
            <a:custGeom>
              <a:avLst/>
              <a:gdLst/>
              <a:ahLst/>
              <a:cxnLst/>
              <a:rect l="l" t="t" r="r" b="b"/>
              <a:pathLst>
                <a:path w="954404" h="963295">
                  <a:moveTo>
                    <a:pt x="477012" y="0"/>
                  </a:moveTo>
                  <a:lnTo>
                    <a:pt x="428239" y="2486"/>
                  </a:lnTo>
                  <a:lnTo>
                    <a:pt x="380876" y="9783"/>
                  </a:lnTo>
                  <a:lnTo>
                    <a:pt x="335162" y="21650"/>
                  </a:lnTo>
                  <a:lnTo>
                    <a:pt x="291336" y="37844"/>
                  </a:lnTo>
                  <a:lnTo>
                    <a:pt x="249638" y="58123"/>
                  </a:lnTo>
                  <a:lnTo>
                    <a:pt x="210309" y="82245"/>
                  </a:lnTo>
                  <a:lnTo>
                    <a:pt x="173587" y="109968"/>
                  </a:lnTo>
                  <a:lnTo>
                    <a:pt x="139712" y="141050"/>
                  </a:lnTo>
                  <a:lnTo>
                    <a:pt x="108925" y="175249"/>
                  </a:lnTo>
                  <a:lnTo>
                    <a:pt x="81465" y="212323"/>
                  </a:lnTo>
                  <a:lnTo>
                    <a:pt x="57572" y="252030"/>
                  </a:lnTo>
                  <a:lnTo>
                    <a:pt x="37485" y="294127"/>
                  </a:lnTo>
                  <a:lnTo>
                    <a:pt x="21445" y="338373"/>
                  </a:lnTo>
                  <a:lnTo>
                    <a:pt x="9691" y="384526"/>
                  </a:lnTo>
                  <a:lnTo>
                    <a:pt x="2462" y="432344"/>
                  </a:lnTo>
                  <a:lnTo>
                    <a:pt x="0" y="481584"/>
                  </a:lnTo>
                  <a:lnTo>
                    <a:pt x="2462" y="530823"/>
                  </a:lnTo>
                  <a:lnTo>
                    <a:pt x="9691" y="578641"/>
                  </a:lnTo>
                  <a:lnTo>
                    <a:pt x="21445" y="624794"/>
                  </a:lnTo>
                  <a:lnTo>
                    <a:pt x="37485" y="669040"/>
                  </a:lnTo>
                  <a:lnTo>
                    <a:pt x="57572" y="711137"/>
                  </a:lnTo>
                  <a:lnTo>
                    <a:pt x="81465" y="750844"/>
                  </a:lnTo>
                  <a:lnTo>
                    <a:pt x="108925" y="787918"/>
                  </a:lnTo>
                  <a:lnTo>
                    <a:pt x="139712" y="822117"/>
                  </a:lnTo>
                  <a:lnTo>
                    <a:pt x="173587" y="853199"/>
                  </a:lnTo>
                  <a:lnTo>
                    <a:pt x="210309" y="880922"/>
                  </a:lnTo>
                  <a:lnTo>
                    <a:pt x="249638" y="905044"/>
                  </a:lnTo>
                  <a:lnTo>
                    <a:pt x="291336" y="925323"/>
                  </a:lnTo>
                  <a:lnTo>
                    <a:pt x="335162" y="941517"/>
                  </a:lnTo>
                  <a:lnTo>
                    <a:pt x="380876" y="953384"/>
                  </a:lnTo>
                  <a:lnTo>
                    <a:pt x="428239" y="960681"/>
                  </a:lnTo>
                  <a:lnTo>
                    <a:pt x="477012" y="963168"/>
                  </a:lnTo>
                  <a:lnTo>
                    <a:pt x="525784" y="960681"/>
                  </a:lnTo>
                  <a:lnTo>
                    <a:pt x="573147" y="953384"/>
                  </a:lnTo>
                  <a:lnTo>
                    <a:pt x="618861" y="941517"/>
                  </a:lnTo>
                  <a:lnTo>
                    <a:pt x="662687" y="925323"/>
                  </a:lnTo>
                  <a:lnTo>
                    <a:pt x="704385" y="905044"/>
                  </a:lnTo>
                  <a:lnTo>
                    <a:pt x="743714" y="880922"/>
                  </a:lnTo>
                  <a:lnTo>
                    <a:pt x="780436" y="853199"/>
                  </a:lnTo>
                  <a:lnTo>
                    <a:pt x="814311" y="822117"/>
                  </a:lnTo>
                  <a:lnTo>
                    <a:pt x="845098" y="787918"/>
                  </a:lnTo>
                  <a:lnTo>
                    <a:pt x="872558" y="750844"/>
                  </a:lnTo>
                  <a:lnTo>
                    <a:pt x="896451" y="711137"/>
                  </a:lnTo>
                  <a:lnTo>
                    <a:pt x="916538" y="669040"/>
                  </a:lnTo>
                  <a:lnTo>
                    <a:pt x="932578" y="624794"/>
                  </a:lnTo>
                  <a:lnTo>
                    <a:pt x="944332" y="578641"/>
                  </a:lnTo>
                  <a:lnTo>
                    <a:pt x="951561" y="530823"/>
                  </a:lnTo>
                  <a:lnTo>
                    <a:pt x="954024" y="481584"/>
                  </a:lnTo>
                  <a:lnTo>
                    <a:pt x="951561" y="432344"/>
                  </a:lnTo>
                  <a:lnTo>
                    <a:pt x="944332" y="384526"/>
                  </a:lnTo>
                  <a:lnTo>
                    <a:pt x="932578" y="338373"/>
                  </a:lnTo>
                  <a:lnTo>
                    <a:pt x="916538" y="294127"/>
                  </a:lnTo>
                  <a:lnTo>
                    <a:pt x="896451" y="252030"/>
                  </a:lnTo>
                  <a:lnTo>
                    <a:pt x="872558" y="212323"/>
                  </a:lnTo>
                  <a:lnTo>
                    <a:pt x="845098" y="175249"/>
                  </a:lnTo>
                  <a:lnTo>
                    <a:pt x="814311" y="141050"/>
                  </a:lnTo>
                  <a:lnTo>
                    <a:pt x="780436" y="109968"/>
                  </a:lnTo>
                  <a:lnTo>
                    <a:pt x="743714" y="82245"/>
                  </a:lnTo>
                  <a:lnTo>
                    <a:pt x="704385" y="58123"/>
                  </a:lnTo>
                  <a:lnTo>
                    <a:pt x="662687" y="37844"/>
                  </a:lnTo>
                  <a:lnTo>
                    <a:pt x="618861" y="21650"/>
                  </a:lnTo>
                  <a:lnTo>
                    <a:pt x="573147" y="9783"/>
                  </a:lnTo>
                  <a:lnTo>
                    <a:pt x="525784" y="2486"/>
                  </a:lnTo>
                  <a:lnTo>
                    <a:pt x="4770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5009388" y="5218176"/>
              <a:ext cx="954405" cy="963294"/>
            </a:xfrm>
            <a:custGeom>
              <a:avLst/>
              <a:gdLst/>
              <a:ahLst/>
              <a:cxnLst/>
              <a:rect l="l" t="t" r="r" b="b"/>
              <a:pathLst>
                <a:path w="954404" h="963295">
                  <a:moveTo>
                    <a:pt x="0" y="481584"/>
                  </a:moveTo>
                  <a:lnTo>
                    <a:pt x="2462" y="432344"/>
                  </a:lnTo>
                  <a:lnTo>
                    <a:pt x="9691" y="384526"/>
                  </a:lnTo>
                  <a:lnTo>
                    <a:pt x="21445" y="338373"/>
                  </a:lnTo>
                  <a:lnTo>
                    <a:pt x="37485" y="294127"/>
                  </a:lnTo>
                  <a:lnTo>
                    <a:pt x="57572" y="252030"/>
                  </a:lnTo>
                  <a:lnTo>
                    <a:pt x="81465" y="212323"/>
                  </a:lnTo>
                  <a:lnTo>
                    <a:pt x="108925" y="175249"/>
                  </a:lnTo>
                  <a:lnTo>
                    <a:pt x="139712" y="141050"/>
                  </a:lnTo>
                  <a:lnTo>
                    <a:pt x="173587" y="109968"/>
                  </a:lnTo>
                  <a:lnTo>
                    <a:pt x="210309" y="82245"/>
                  </a:lnTo>
                  <a:lnTo>
                    <a:pt x="249638" y="58123"/>
                  </a:lnTo>
                  <a:lnTo>
                    <a:pt x="291336" y="37844"/>
                  </a:lnTo>
                  <a:lnTo>
                    <a:pt x="335162" y="21650"/>
                  </a:lnTo>
                  <a:lnTo>
                    <a:pt x="380876" y="9783"/>
                  </a:lnTo>
                  <a:lnTo>
                    <a:pt x="428239" y="2486"/>
                  </a:lnTo>
                  <a:lnTo>
                    <a:pt x="477012" y="0"/>
                  </a:lnTo>
                  <a:lnTo>
                    <a:pt x="525784" y="2486"/>
                  </a:lnTo>
                  <a:lnTo>
                    <a:pt x="573147" y="9783"/>
                  </a:lnTo>
                  <a:lnTo>
                    <a:pt x="618861" y="21650"/>
                  </a:lnTo>
                  <a:lnTo>
                    <a:pt x="662687" y="37844"/>
                  </a:lnTo>
                  <a:lnTo>
                    <a:pt x="704385" y="58123"/>
                  </a:lnTo>
                  <a:lnTo>
                    <a:pt x="743714" y="82245"/>
                  </a:lnTo>
                  <a:lnTo>
                    <a:pt x="780436" y="109968"/>
                  </a:lnTo>
                  <a:lnTo>
                    <a:pt x="814311" y="141050"/>
                  </a:lnTo>
                  <a:lnTo>
                    <a:pt x="845098" y="175249"/>
                  </a:lnTo>
                  <a:lnTo>
                    <a:pt x="872558" y="212323"/>
                  </a:lnTo>
                  <a:lnTo>
                    <a:pt x="896451" y="252030"/>
                  </a:lnTo>
                  <a:lnTo>
                    <a:pt x="916538" y="294127"/>
                  </a:lnTo>
                  <a:lnTo>
                    <a:pt x="932578" y="338373"/>
                  </a:lnTo>
                  <a:lnTo>
                    <a:pt x="944332" y="384526"/>
                  </a:lnTo>
                  <a:lnTo>
                    <a:pt x="951561" y="432344"/>
                  </a:lnTo>
                  <a:lnTo>
                    <a:pt x="954024" y="481584"/>
                  </a:lnTo>
                  <a:lnTo>
                    <a:pt x="951561" y="530823"/>
                  </a:lnTo>
                  <a:lnTo>
                    <a:pt x="944332" y="578641"/>
                  </a:lnTo>
                  <a:lnTo>
                    <a:pt x="932578" y="624794"/>
                  </a:lnTo>
                  <a:lnTo>
                    <a:pt x="916538" y="669040"/>
                  </a:lnTo>
                  <a:lnTo>
                    <a:pt x="896451" y="711137"/>
                  </a:lnTo>
                  <a:lnTo>
                    <a:pt x="872558" y="750844"/>
                  </a:lnTo>
                  <a:lnTo>
                    <a:pt x="845098" y="787918"/>
                  </a:lnTo>
                  <a:lnTo>
                    <a:pt x="814311" y="822117"/>
                  </a:lnTo>
                  <a:lnTo>
                    <a:pt x="780436" y="853199"/>
                  </a:lnTo>
                  <a:lnTo>
                    <a:pt x="743714" y="880922"/>
                  </a:lnTo>
                  <a:lnTo>
                    <a:pt x="704385" y="905044"/>
                  </a:lnTo>
                  <a:lnTo>
                    <a:pt x="662687" y="925323"/>
                  </a:lnTo>
                  <a:lnTo>
                    <a:pt x="618861" y="941517"/>
                  </a:lnTo>
                  <a:lnTo>
                    <a:pt x="573147" y="953384"/>
                  </a:lnTo>
                  <a:lnTo>
                    <a:pt x="525784" y="960681"/>
                  </a:lnTo>
                  <a:lnTo>
                    <a:pt x="477012" y="963168"/>
                  </a:lnTo>
                  <a:lnTo>
                    <a:pt x="428239" y="960681"/>
                  </a:lnTo>
                  <a:lnTo>
                    <a:pt x="380876" y="953384"/>
                  </a:lnTo>
                  <a:lnTo>
                    <a:pt x="335162" y="941517"/>
                  </a:lnTo>
                  <a:lnTo>
                    <a:pt x="291336" y="925323"/>
                  </a:lnTo>
                  <a:lnTo>
                    <a:pt x="249638" y="905044"/>
                  </a:lnTo>
                  <a:lnTo>
                    <a:pt x="210309" y="880922"/>
                  </a:lnTo>
                  <a:lnTo>
                    <a:pt x="173587" y="853199"/>
                  </a:lnTo>
                  <a:lnTo>
                    <a:pt x="139712" y="822117"/>
                  </a:lnTo>
                  <a:lnTo>
                    <a:pt x="108925" y="787918"/>
                  </a:lnTo>
                  <a:lnTo>
                    <a:pt x="81465" y="750844"/>
                  </a:lnTo>
                  <a:lnTo>
                    <a:pt x="57572" y="711137"/>
                  </a:lnTo>
                  <a:lnTo>
                    <a:pt x="37485" y="669040"/>
                  </a:lnTo>
                  <a:lnTo>
                    <a:pt x="21445" y="624794"/>
                  </a:lnTo>
                  <a:lnTo>
                    <a:pt x="9691" y="578641"/>
                  </a:lnTo>
                  <a:lnTo>
                    <a:pt x="2462" y="530823"/>
                  </a:lnTo>
                  <a:lnTo>
                    <a:pt x="0" y="48158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5251608" y="5494589"/>
            <a:ext cx="3803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𝑔</a:t>
            </a:r>
            <a:r>
              <a:rPr dirty="0" baseline="-15873" sz="2625" spc="-37">
                <a:latin typeface="Cambria Math"/>
                <a:cs typeface="Cambria Math"/>
              </a:rPr>
              <a:t>0</a:t>
            </a:r>
            <a:endParaRPr baseline="-15873" sz="2625">
              <a:latin typeface="Cambria Math"/>
              <a:cs typeface="Cambria Math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4509515" y="4652517"/>
            <a:ext cx="2949575" cy="1105535"/>
            <a:chOff x="4509515" y="4652517"/>
            <a:chExt cx="2949575" cy="1105535"/>
          </a:xfrm>
        </p:grpSpPr>
        <p:sp>
          <p:nvSpPr>
            <p:cNvPr id="35" name="object 35" descr=""/>
            <p:cNvSpPr/>
            <p:nvPr/>
          </p:nvSpPr>
          <p:spPr>
            <a:xfrm>
              <a:off x="4528565" y="5700521"/>
              <a:ext cx="385445" cy="0"/>
            </a:xfrm>
            <a:custGeom>
              <a:avLst/>
              <a:gdLst/>
              <a:ahLst/>
              <a:cxnLst/>
              <a:rect l="l" t="t" r="r" b="b"/>
              <a:pathLst>
                <a:path w="385445" h="0">
                  <a:moveTo>
                    <a:pt x="0" y="0"/>
                  </a:moveTo>
                  <a:lnTo>
                    <a:pt x="385343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4894863" y="5643366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6498335" y="4658867"/>
              <a:ext cx="954405" cy="962025"/>
            </a:xfrm>
            <a:custGeom>
              <a:avLst/>
              <a:gdLst/>
              <a:ahLst/>
              <a:cxnLst/>
              <a:rect l="l" t="t" r="r" b="b"/>
              <a:pathLst>
                <a:path w="954404" h="962025">
                  <a:moveTo>
                    <a:pt x="0" y="480822"/>
                  </a:moveTo>
                  <a:lnTo>
                    <a:pt x="2462" y="431659"/>
                  </a:lnTo>
                  <a:lnTo>
                    <a:pt x="9691" y="383917"/>
                  </a:lnTo>
                  <a:lnTo>
                    <a:pt x="21445" y="337837"/>
                  </a:lnTo>
                  <a:lnTo>
                    <a:pt x="37485" y="293661"/>
                  </a:lnTo>
                  <a:lnTo>
                    <a:pt x="57572" y="251630"/>
                  </a:lnTo>
                  <a:lnTo>
                    <a:pt x="81465" y="211987"/>
                  </a:lnTo>
                  <a:lnTo>
                    <a:pt x="108925" y="174971"/>
                  </a:lnTo>
                  <a:lnTo>
                    <a:pt x="139712" y="140827"/>
                  </a:lnTo>
                  <a:lnTo>
                    <a:pt x="173587" y="109794"/>
                  </a:lnTo>
                  <a:lnTo>
                    <a:pt x="210309" y="82115"/>
                  </a:lnTo>
                  <a:lnTo>
                    <a:pt x="249638" y="58031"/>
                  </a:lnTo>
                  <a:lnTo>
                    <a:pt x="291336" y="37784"/>
                  </a:lnTo>
                  <a:lnTo>
                    <a:pt x="335162" y="21616"/>
                  </a:lnTo>
                  <a:lnTo>
                    <a:pt x="380876" y="9768"/>
                  </a:lnTo>
                  <a:lnTo>
                    <a:pt x="428239" y="2482"/>
                  </a:lnTo>
                  <a:lnTo>
                    <a:pt x="477012" y="0"/>
                  </a:lnTo>
                  <a:lnTo>
                    <a:pt x="525784" y="2482"/>
                  </a:lnTo>
                  <a:lnTo>
                    <a:pt x="573147" y="9768"/>
                  </a:lnTo>
                  <a:lnTo>
                    <a:pt x="618861" y="21616"/>
                  </a:lnTo>
                  <a:lnTo>
                    <a:pt x="662687" y="37784"/>
                  </a:lnTo>
                  <a:lnTo>
                    <a:pt x="704385" y="58031"/>
                  </a:lnTo>
                  <a:lnTo>
                    <a:pt x="743714" y="82115"/>
                  </a:lnTo>
                  <a:lnTo>
                    <a:pt x="780436" y="109794"/>
                  </a:lnTo>
                  <a:lnTo>
                    <a:pt x="814311" y="140827"/>
                  </a:lnTo>
                  <a:lnTo>
                    <a:pt x="845098" y="174971"/>
                  </a:lnTo>
                  <a:lnTo>
                    <a:pt x="872558" y="211987"/>
                  </a:lnTo>
                  <a:lnTo>
                    <a:pt x="896451" y="251630"/>
                  </a:lnTo>
                  <a:lnTo>
                    <a:pt x="916538" y="293661"/>
                  </a:lnTo>
                  <a:lnTo>
                    <a:pt x="932578" y="337837"/>
                  </a:lnTo>
                  <a:lnTo>
                    <a:pt x="944332" y="383917"/>
                  </a:lnTo>
                  <a:lnTo>
                    <a:pt x="951561" y="431659"/>
                  </a:lnTo>
                  <a:lnTo>
                    <a:pt x="954024" y="480822"/>
                  </a:lnTo>
                  <a:lnTo>
                    <a:pt x="951561" y="529984"/>
                  </a:lnTo>
                  <a:lnTo>
                    <a:pt x="944332" y="577726"/>
                  </a:lnTo>
                  <a:lnTo>
                    <a:pt x="932578" y="623806"/>
                  </a:lnTo>
                  <a:lnTo>
                    <a:pt x="916538" y="667982"/>
                  </a:lnTo>
                  <a:lnTo>
                    <a:pt x="896451" y="710013"/>
                  </a:lnTo>
                  <a:lnTo>
                    <a:pt x="872558" y="749656"/>
                  </a:lnTo>
                  <a:lnTo>
                    <a:pt x="845098" y="786672"/>
                  </a:lnTo>
                  <a:lnTo>
                    <a:pt x="814311" y="820816"/>
                  </a:lnTo>
                  <a:lnTo>
                    <a:pt x="780436" y="851849"/>
                  </a:lnTo>
                  <a:lnTo>
                    <a:pt x="743714" y="879528"/>
                  </a:lnTo>
                  <a:lnTo>
                    <a:pt x="704385" y="903612"/>
                  </a:lnTo>
                  <a:lnTo>
                    <a:pt x="662687" y="923859"/>
                  </a:lnTo>
                  <a:lnTo>
                    <a:pt x="618861" y="940027"/>
                  </a:lnTo>
                  <a:lnTo>
                    <a:pt x="573147" y="951875"/>
                  </a:lnTo>
                  <a:lnTo>
                    <a:pt x="525784" y="959161"/>
                  </a:lnTo>
                  <a:lnTo>
                    <a:pt x="477012" y="961644"/>
                  </a:lnTo>
                  <a:lnTo>
                    <a:pt x="428239" y="959161"/>
                  </a:lnTo>
                  <a:lnTo>
                    <a:pt x="380876" y="951875"/>
                  </a:lnTo>
                  <a:lnTo>
                    <a:pt x="335162" y="940027"/>
                  </a:lnTo>
                  <a:lnTo>
                    <a:pt x="291336" y="923859"/>
                  </a:lnTo>
                  <a:lnTo>
                    <a:pt x="249638" y="903612"/>
                  </a:lnTo>
                  <a:lnTo>
                    <a:pt x="210309" y="879528"/>
                  </a:lnTo>
                  <a:lnTo>
                    <a:pt x="173587" y="851849"/>
                  </a:lnTo>
                  <a:lnTo>
                    <a:pt x="139712" y="820816"/>
                  </a:lnTo>
                  <a:lnTo>
                    <a:pt x="108925" y="786672"/>
                  </a:lnTo>
                  <a:lnTo>
                    <a:pt x="81465" y="749656"/>
                  </a:lnTo>
                  <a:lnTo>
                    <a:pt x="57572" y="710013"/>
                  </a:lnTo>
                  <a:lnTo>
                    <a:pt x="37485" y="667982"/>
                  </a:lnTo>
                  <a:lnTo>
                    <a:pt x="21445" y="623806"/>
                  </a:lnTo>
                  <a:lnTo>
                    <a:pt x="9691" y="577726"/>
                  </a:lnTo>
                  <a:lnTo>
                    <a:pt x="2462" y="529984"/>
                  </a:lnTo>
                  <a:lnTo>
                    <a:pt x="0" y="4808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6743420" y="4935232"/>
            <a:ext cx="372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𝑔</a:t>
            </a:r>
            <a:r>
              <a:rPr dirty="0" baseline="-15873" sz="2625" spc="-37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39" name="object 39" descr=""/>
          <p:cNvSpPr/>
          <p:nvPr/>
        </p:nvSpPr>
        <p:spPr>
          <a:xfrm>
            <a:off x="6483096" y="5754623"/>
            <a:ext cx="954405" cy="963294"/>
          </a:xfrm>
          <a:custGeom>
            <a:avLst/>
            <a:gdLst/>
            <a:ahLst/>
            <a:cxnLst/>
            <a:rect l="l" t="t" r="r" b="b"/>
            <a:pathLst>
              <a:path w="954404" h="963295">
                <a:moveTo>
                  <a:pt x="0" y="481583"/>
                </a:moveTo>
                <a:lnTo>
                  <a:pt x="2462" y="432344"/>
                </a:lnTo>
                <a:lnTo>
                  <a:pt x="9691" y="384526"/>
                </a:lnTo>
                <a:lnTo>
                  <a:pt x="21445" y="338373"/>
                </a:lnTo>
                <a:lnTo>
                  <a:pt x="37485" y="294127"/>
                </a:lnTo>
                <a:lnTo>
                  <a:pt x="57572" y="252030"/>
                </a:lnTo>
                <a:lnTo>
                  <a:pt x="81465" y="212323"/>
                </a:lnTo>
                <a:lnTo>
                  <a:pt x="108925" y="175249"/>
                </a:lnTo>
                <a:lnTo>
                  <a:pt x="139712" y="141050"/>
                </a:lnTo>
                <a:lnTo>
                  <a:pt x="173587" y="109968"/>
                </a:lnTo>
                <a:lnTo>
                  <a:pt x="210309" y="82245"/>
                </a:lnTo>
                <a:lnTo>
                  <a:pt x="249638" y="58123"/>
                </a:lnTo>
                <a:lnTo>
                  <a:pt x="291336" y="37844"/>
                </a:lnTo>
                <a:lnTo>
                  <a:pt x="335162" y="21650"/>
                </a:lnTo>
                <a:lnTo>
                  <a:pt x="380876" y="9783"/>
                </a:lnTo>
                <a:lnTo>
                  <a:pt x="428239" y="2486"/>
                </a:lnTo>
                <a:lnTo>
                  <a:pt x="477012" y="0"/>
                </a:lnTo>
                <a:lnTo>
                  <a:pt x="525784" y="2486"/>
                </a:lnTo>
                <a:lnTo>
                  <a:pt x="573147" y="9783"/>
                </a:lnTo>
                <a:lnTo>
                  <a:pt x="618861" y="21650"/>
                </a:lnTo>
                <a:lnTo>
                  <a:pt x="662687" y="37844"/>
                </a:lnTo>
                <a:lnTo>
                  <a:pt x="704385" y="58123"/>
                </a:lnTo>
                <a:lnTo>
                  <a:pt x="743714" y="82245"/>
                </a:lnTo>
                <a:lnTo>
                  <a:pt x="780436" y="109968"/>
                </a:lnTo>
                <a:lnTo>
                  <a:pt x="814311" y="141050"/>
                </a:lnTo>
                <a:lnTo>
                  <a:pt x="845098" y="175249"/>
                </a:lnTo>
                <a:lnTo>
                  <a:pt x="872558" y="212323"/>
                </a:lnTo>
                <a:lnTo>
                  <a:pt x="896451" y="252030"/>
                </a:lnTo>
                <a:lnTo>
                  <a:pt x="916538" y="294127"/>
                </a:lnTo>
                <a:lnTo>
                  <a:pt x="932578" y="338373"/>
                </a:lnTo>
                <a:lnTo>
                  <a:pt x="944332" y="384526"/>
                </a:lnTo>
                <a:lnTo>
                  <a:pt x="951561" y="432344"/>
                </a:lnTo>
                <a:lnTo>
                  <a:pt x="954024" y="481583"/>
                </a:lnTo>
                <a:lnTo>
                  <a:pt x="951561" y="530823"/>
                </a:lnTo>
                <a:lnTo>
                  <a:pt x="944332" y="578641"/>
                </a:lnTo>
                <a:lnTo>
                  <a:pt x="932578" y="624794"/>
                </a:lnTo>
                <a:lnTo>
                  <a:pt x="916538" y="669040"/>
                </a:lnTo>
                <a:lnTo>
                  <a:pt x="896451" y="711137"/>
                </a:lnTo>
                <a:lnTo>
                  <a:pt x="872558" y="750844"/>
                </a:lnTo>
                <a:lnTo>
                  <a:pt x="845098" y="787918"/>
                </a:lnTo>
                <a:lnTo>
                  <a:pt x="814311" y="822117"/>
                </a:lnTo>
                <a:lnTo>
                  <a:pt x="780436" y="853199"/>
                </a:lnTo>
                <a:lnTo>
                  <a:pt x="743714" y="880922"/>
                </a:lnTo>
                <a:lnTo>
                  <a:pt x="704385" y="905044"/>
                </a:lnTo>
                <a:lnTo>
                  <a:pt x="662687" y="925323"/>
                </a:lnTo>
                <a:lnTo>
                  <a:pt x="618861" y="941517"/>
                </a:lnTo>
                <a:lnTo>
                  <a:pt x="573147" y="953384"/>
                </a:lnTo>
                <a:lnTo>
                  <a:pt x="525784" y="960681"/>
                </a:lnTo>
                <a:lnTo>
                  <a:pt x="477012" y="963168"/>
                </a:lnTo>
                <a:lnTo>
                  <a:pt x="428239" y="960681"/>
                </a:lnTo>
                <a:lnTo>
                  <a:pt x="380876" y="953384"/>
                </a:lnTo>
                <a:lnTo>
                  <a:pt x="335162" y="941517"/>
                </a:lnTo>
                <a:lnTo>
                  <a:pt x="291336" y="925323"/>
                </a:lnTo>
                <a:lnTo>
                  <a:pt x="249638" y="905044"/>
                </a:lnTo>
                <a:lnTo>
                  <a:pt x="210309" y="880922"/>
                </a:lnTo>
                <a:lnTo>
                  <a:pt x="173587" y="853199"/>
                </a:lnTo>
                <a:lnTo>
                  <a:pt x="139712" y="822117"/>
                </a:lnTo>
                <a:lnTo>
                  <a:pt x="108925" y="787918"/>
                </a:lnTo>
                <a:lnTo>
                  <a:pt x="81465" y="750844"/>
                </a:lnTo>
                <a:lnTo>
                  <a:pt x="57572" y="711137"/>
                </a:lnTo>
                <a:lnTo>
                  <a:pt x="37485" y="669040"/>
                </a:lnTo>
                <a:lnTo>
                  <a:pt x="21445" y="624794"/>
                </a:lnTo>
                <a:lnTo>
                  <a:pt x="9691" y="578641"/>
                </a:lnTo>
                <a:lnTo>
                  <a:pt x="2462" y="530823"/>
                </a:lnTo>
                <a:lnTo>
                  <a:pt x="0" y="481583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 txBox="1"/>
          <p:nvPr/>
        </p:nvSpPr>
        <p:spPr>
          <a:xfrm>
            <a:off x="6725485" y="6031315"/>
            <a:ext cx="3803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𝑔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5804915" y="5122193"/>
            <a:ext cx="693420" cy="1137285"/>
            <a:chOff x="5804915" y="5122193"/>
            <a:chExt cx="693420" cy="1137285"/>
          </a:xfrm>
        </p:grpSpPr>
        <p:sp>
          <p:nvSpPr>
            <p:cNvPr id="42" name="object 42" descr=""/>
            <p:cNvSpPr/>
            <p:nvPr/>
          </p:nvSpPr>
          <p:spPr>
            <a:xfrm>
              <a:off x="5823965" y="5170646"/>
              <a:ext cx="583565" cy="189865"/>
            </a:xfrm>
            <a:custGeom>
              <a:avLst/>
              <a:gdLst/>
              <a:ahLst/>
              <a:cxnLst/>
              <a:rect l="l" t="t" r="r" b="b"/>
              <a:pathLst>
                <a:path w="583564" h="189864">
                  <a:moveTo>
                    <a:pt x="0" y="189585"/>
                  </a:moveTo>
                  <a:lnTo>
                    <a:pt x="58345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6371636" y="5122193"/>
              <a:ext cx="127000" cy="109220"/>
            </a:xfrm>
            <a:custGeom>
              <a:avLst/>
              <a:gdLst/>
              <a:ahLst/>
              <a:cxnLst/>
              <a:rect l="l" t="t" r="r" b="b"/>
              <a:pathLst>
                <a:path w="127000" h="109220">
                  <a:moveTo>
                    <a:pt x="0" y="0"/>
                  </a:moveTo>
                  <a:lnTo>
                    <a:pt x="35331" y="108699"/>
                  </a:lnTo>
                  <a:lnTo>
                    <a:pt x="126377" y="19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5823965" y="6040373"/>
              <a:ext cx="568325" cy="169545"/>
            </a:xfrm>
            <a:custGeom>
              <a:avLst/>
              <a:gdLst/>
              <a:ahLst/>
              <a:cxnLst/>
              <a:rect l="l" t="t" r="r" b="b"/>
              <a:pathLst>
                <a:path w="568325" h="169545">
                  <a:moveTo>
                    <a:pt x="0" y="0"/>
                  </a:moveTo>
                  <a:lnTo>
                    <a:pt x="567905" y="169189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6357294" y="6149350"/>
              <a:ext cx="126364" cy="109855"/>
            </a:xfrm>
            <a:custGeom>
              <a:avLst/>
              <a:gdLst/>
              <a:ahLst/>
              <a:cxnLst/>
              <a:rect l="l" t="t" r="r" b="b"/>
              <a:pathLst>
                <a:path w="126364" h="109854">
                  <a:moveTo>
                    <a:pt x="32638" y="0"/>
                  </a:moveTo>
                  <a:lnTo>
                    <a:pt x="0" y="109537"/>
                  </a:lnTo>
                  <a:lnTo>
                    <a:pt x="125856" y="87414"/>
                  </a:lnTo>
                  <a:lnTo>
                    <a:pt x="326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 txBox="1"/>
          <p:nvPr/>
        </p:nvSpPr>
        <p:spPr>
          <a:xfrm>
            <a:off x="5998019" y="4928642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5974528" y="6124847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8" name="object 48" descr=""/>
          <p:cNvSpPr/>
          <p:nvPr/>
        </p:nvSpPr>
        <p:spPr>
          <a:xfrm>
            <a:off x="6569964" y="5853684"/>
            <a:ext cx="771525" cy="777240"/>
          </a:xfrm>
          <a:custGeom>
            <a:avLst/>
            <a:gdLst/>
            <a:ahLst/>
            <a:cxnLst/>
            <a:rect l="l" t="t" r="r" b="b"/>
            <a:pathLst>
              <a:path w="771525" h="777240">
                <a:moveTo>
                  <a:pt x="0" y="388619"/>
                </a:moveTo>
                <a:lnTo>
                  <a:pt x="3004" y="339872"/>
                </a:lnTo>
                <a:lnTo>
                  <a:pt x="11776" y="292931"/>
                </a:lnTo>
                <a:lnTo>
                  <a:pt x="25953" y="248161"/>
                </a:lnTo>
                <a:lnTo>
                  <a:pt x="45176" y="205927"/>
                </a:lnTo>
                <a:lnTo>
                  <a:pt x="69082" y="166592"/>
                </a:lnTo>
                <a:lnTo>
                  <a:pt x="97311" y="130521"/>
                </a:lnTo>
                <a:lnTo>
                  <a:pt x="129500" y="98078"/>
                </a:lnTo>
                <a:lnTo>
                  <a:pt x="165288" y="69627"/>
                </a:lnTo>
                <a:lnTo>
                  <a:pt x="204314" y="45532"/>
                </a:lnTo>
                <a:lnTo>
                  <a:pt x="246217" y="26158"/>
                </a:lnTo>
                <a:lnTo>
                  <a:pt x="290635" y="11868"/>
                </a:lnTo>
                <a:lnTo>
                  <a:pt x="337207" y="3027"/>
                </a:lnTo>
                <a:lnTo>
                  <a:pt x="385572" y="0"/>
                </a:lnTo>
                <a:lnTo>
                  <a:pt x="433936" y="3027"/>
                </a:lnTo>
                <a:lnTo>
                  <a:pt x="480508" y="11868"/>
                </a:lnTo>
                <a:lnTo>
                  <a:pt x="524926" y="26158"/>
                </a:lnTo>
                <a:lnTo>
                  <a:pt x="566829" y="45532"/>
                </a:lnTo>
                <a:lnTo>
                  <a:pt x="605855" y="69627"/>
                </a:lnTo>
                <a:lnTo>
                  <a:pt x="641643" y="98078"/>
                </a:lnTo>
                <a:lnTo>
                  <a:pt x="673832" y="130521"/>
                </a:lnTo>
                <a:lnTo>
                  <a:pt x="702061" y="166592"/>
                </a:lnTo>
                <a:lnTo>
                  <a:pt x="725967" y="205927"/>
                </a:lnTo>
                <a:lnTo>
                  <a:pt x="745190" y="248161"/>
                </a:lnTo>
                <a:lnTo>
                  <a:pt x="759367" y="292931"/>
                </a:lnTo>
                <a:lnTo>
                  <a:pt x="768139" y="339872"/>
                </a:lnTo>
                <a:lnTo>
                  <a:pt x="771144" y="388619"/>
                </a:lnTo>
                <a:lnTo>
                  <a:pt x="768139" y="437367"/>
                </a:lnTo>
                <a:lnTo>
                  <a:pt x="759367" y="484308"/>
                </a:lnTo>
                <a:lnTo>
                  <a:pt x="745190" y="529078"/>
                </a:lnTo>
                <a:lnTo>
                  <a:pt x="725967" y="571312"/>
                </a:lnTo>
                <a:lnTo>
                  <a:pt x="702061" y="610647"/>
                </a:lnTo>
                <a:lnTo>
                  <a:pt x="673832" y="646718"/>
                </a:lnTo>
                <a:lnTo>
                  <a:pt x="641643" y="679161"/>
                </a:lnTo>
                <a:lnTo>
                  <a:pt x="605855" y="707612"/>
                </a:lnTo>
                <a:lnTo>
                  <a:pt x="566829" y="731707"/>
                </a:lnTo>
                <a:lnTo>
                  <a:pt x="524926" y="751081"/>
                </a:lnTo>
                <a:lnTo>
                  <a:pt x="480508" y="765371"/>
                </a:lnTo>
                <a:lnTo>
                  <a:pt x="433936" y="774212"/>
                </a:lnTo>
                <a:lnTo>
                  <a:pt x="385572" y="777239"/>
                </a:lnTo>
                <a:lnTo>
                  <a:pt x="337207" y="774212"/>
                </a:lnTo>
                <a:lnTo>
                  <a:pt x="290635" y="765371"/>
                </a:lnTo>
                <a:lnTo>
                  <a:pt x="246217" y="751081"/>
                </a:lnTo>
                <a:lnTo>
                  <a:pt x="204314" y="731707"/>
                </a:lnTo>
                <a:lnTo>
                  <a:pt x="165288" y="707612"/>
                </a:lnTo>
                <a:lnTo>
                  <a:pt x="129500" y="679161"/>
                </a:lnTo>
                <a:lnTo>
                  <a:pt x="97311" y="646718"/>
                </a:lnTo>
                <a:lnTo>
                  <a:pt x="69082" y="610647"/>
                </a:lnTo>
                <a:lnTo>
                  <a:pt x="45176" y="571312"/>
                </a:lnTo>
                <a:lnTo>
                  <a:pt x="25953" y="529078"/>
                </a:lnTo>
                <a:lnTo>
                  <a:pt x="11776" y="484308"/>
                </a:lnTo>
                <a:lnTo>
                  <a:pt x="3004" y="437367"/>
                </a:lnTo>
                <a:lnTo>
                  <a:pt x="0" y="388619"/>
                </a:lnTo>
                <a:close/>
              </a:path>
            </a:pathLst>
          </a:custGeom>
          <a:ln w="12699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 txBox="1"/>
          <p:nvPr/>
        </p:nvSpPr>
        <p:spPr>
          <a:xfrm>
            <a:off x="8522207" y="4706111"/>
            <a:ext cx="445134" cy="36893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marL="121920">
              <a:lnSpc>
                <a:spcPct val="100000"/>
              </a:lnSpc>
              <a:spcBef>
                <a:spcPts val="305"/>
              </a:spcBef>
            </a:pPr>
            <a:r>
              <a:rPr dirty="0" sz="1800" spc="-5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50" name="object 50" descr=""/>
          <p:cNvGrpSpPr/>
          <p:nvPr/>
        </p:nvGrpSpPr>
        <p:grpSpPr>
          <a:xfrm>
            <a:off x="9331197" y="5265165"/>
            <a:ext cx="968375" cy="974725"/>
            <a:chOff x="9331197" y="5265165"/>
            <a:chExt cx="968375" cy="974725"/>
          </a:xfrm>
        </p:grpSpPr>
        <p:sp>
          <p:nvSpPr>
            <p:cNvPr id="51" name="object 51" descr=""/>
            <p:cNvSpPr/>
            <p:nvPr/>
          </p:nvSpPr>
          <p:spPr>
            <a:xfrm>
              <a:off x="9337547" y="5271515"/>
              <a:ext cx="955675" cy="962025"/>
            </a:xfrm>
            <a:custGeom>
              <a:avLst/>
              <a:gdLst/>
              <a:ahLst/>
              <a:cxnLst/>
              <a:rect l="l" t="t" r="r" b="b"/>
              <a:pathLst>
                <a:path w="955675" h="962025">
                  <a:moveTo>
                    <a:pt x="477773" y="0"/>
                  </a:moveTo>
                  <a:lnTo>
                    <a:pt x="428924" y="2482"/>
                  </a:lnTo>
                  <a:lnTo>
                    <a:pt x="381485" y="9768"/>
                  </a:lnTo>
                  <a:lnTo>
                    <a:pt x="335698" y="21616"/>
                  </a:lnTo>
                  <a:lnTo>
                    <a:pt x="291802" y="37784"/>
                  </a:lnTo>
                  <a:lnTo>
                    <a:pt x="250038" y="58031"/>
                  </a:lnTo>
                  <a:lnTo>
                    <a:pt x="210645" y="82115"/>
                  </a:lnTo>
                  <a:lnTo>
                    <a:pt x="173865" y="109794"/>
                  </a:lnTo>
                  <a:lnTo>
                    <a:pt x="139936" y="140827"/>
                  </a:lnTo>
                  <a:lnTo>
                    <a:pt x="109100" y="174971"/>
                  </a:lnTo>
                  <a:lnTo>
                    <a:pt x="81596" y="211987"/>
                  </a:lnTo>
                  <a:lnTo>
                    <a:pt x="57664" y="251630"/>
                  </a:lnTo>
                  <a:lnTo>
                    <a:pt x="37545" y="293661"/>
                  </a:lnTo>
                  <a:lnTo>
                    <a:pt x="21479" y="337837"/>
                  </a:lnTo>
                  <a:lnTo>
                    <a:pt x="9706" y="383917"/>
                  </a:lnTo>
                  <a:lnTo>
                    <a:pt x="2466" y="431659"/>
                  </a:lnTo>
                  <a:lnTo>
                    <a:pt x="0" y="480822"/>
                  </a:lnTo>
                  <a:lnTo>
                    <a:pt x="2466" y="529984"/>
                  </a:lnTo>
                  <a:lnTo>
                    <a:pt x="9706" y="577726"/>
                  </a:lnTo>
                  <a:lnTo>
                    <a:pt x="21479" y="623806"/>
                  </a:lnTo>
                  <a:lnTo>
                    <a:pt x="37545" y="667982"/>
                  </a:lnTo>
                  <a:lnTo>
                    <a:pt x="57664" y="710013"/>
                  </a:lnTo>
                  <a:lnTo>
                    <a:pt x="81596" y="749656"/>
                  </a:lnTo>
                  <a:lnTo>
                    <a:pt x="109100" y="786672"/>
                  </a:lnTo>
                  <a:lnTo>
                    <a:pt x="139936" y="820816"/>
                  </a:lnTo>
                  <a:lnTo>
                    <a:pt x="173865" y="851849"/>
                  </a:lnTo>
                  <a:lnTo>
                    <a:pt x="210645" y="879528"/>
                  </a:lnTo>
                  <a:lnTo>
                    <a:pt x="250038" y="903612"/>
                  </a:lnTo>
                  <a:lnTo>
                    <a:pt x="291802" y="923859"/>
                  </a:lnTo>
                  <a:lnTo>
                    <a:pt x="335698" y="940027"/>
                  </a:lnTo>
                  <a:lnTo>
                    <a:pt x="381485" y="951875"/>
                  </a:lnTo>
                  <a:lnTo>
                    <a:pt x="428924" y="959161"/>
                  </a:lnTo>
                  <a:lnTo>
                    <a:pt x="477773" y="961644"/>
                  </a:lnTo>
                  <a:lnTo>
                    <a:pt x="526623" y="959161"/>
                  </a:lnTo>
                  <a:lnTo>
                    <a:pt x="574062" y="951875"/>
                  </a:lnTo>
                  <a:lnTo>
                    <a:pt x="619849" y="940027"/>
                  </a:lnTo>
                  <a:lnTo>
                    <a:pt x="663745" y="923859"/>
                  </a:lnTo>
                  <a:lnTo>
                    <a:pt x="705509" y="903612"/>
                  </a:lnTo>
                  <a:lnTo>
                    <a:pt x="744902" y="879528"/>
                  </a:lnTo>
                  <a:lnTo>
                    <a:pt x="781682" y="851849"/>
                  </a:lnTo>
                  <a:lnTo>
                    <a:pt x="815611" y="820816"/>
                  </a:lnTo>
                  <a:lnTo>
                    <a:pt x="846447" y="786672"/>
                  </a:lnTo>
                  <a:lnTo>
                    <a:pt x="873951" y="749656"/>
                  </a:lnTo>
                  <a:lnTo>
                    <a:pt x="897883" y="710013"/>
                  </a:lnTo>
                  <a:lnTo>
                    <a:pt x="918002" y="667982"/>
                  </a:lnTo>
                  <a:lnTo>
                    <a:pt x="934068" y="623806"/>
                  </a:lnTo>
                  <a:lnTo>
                    <a:pt x="945841" y="577726"/>
                  </a:lnTo>
                  <a:lnTo>
                    <a:pt x="953081" y="529984"/>
                  </a:lnTo>
                  <a:lnTo>
                    <a:pt x="955547" y="480822"/>
                  </a:lnTo>
                  <a:lnTo>
                    <a:pt x="953081" y="431659"/>
                  </a:lnTo>
                  <a:lnTo>
                    <a:pt x="945841" y="383917"/>
                  </a:lnTo>
                  <a:lnTo>
                    <a:pt x="934068" y="337837"/>
                  </a:lnTo>
                  <a:lnTo>
                    <a:pt x="918002" y="293661"/>
                  </a:lnTo>
                  <a:lnTo>
                    <a:pt x="897883" y="251630"/>
                  </a:lnTo>
                  <a:lnTo>
                    <a:pt x="873951" y="211987"/>
                  </a:lnTo>
                  <a:lnTo>
                    <a:pt x="846447" y="174971"/>
                  </a:lnTo>
                  <a:lnTo>
                    <a:pt x="815611" y="140827"/>
                  </a:lnTo>
                  <a:lnTo>
                    <a:pt x="781682" y="109794"/>
                  </a:lnTo>
                  <a:lnTo>
                    <a:pt x="744902" y="82115"/>
                  </a:lnTo>
                  <a:lnTo>
                    <a:pt x="705509" y="58031"/>
                  </a:lnTo>
                  <a:lnTo>
                    <a:pt x="663745" y="37784"/>
                  </a:lnTo>
                  <a:lnTo>
                    <a:pt x="619849" y="21616"/>
                  </a:lnTo>
                  <a:lnTo>
                    <a:pt x="574062" y="9768"/>
                  </a:lnTo>
                  <a:lnTo>
                    <a:pt x="526623" y="2482"/>
                  </a:lnTo>
                  <a:lnTo>
                    <a:pt x="4777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9337547" y="5271515"/>
              <a:ext cx="955675" cy="962025"/>
            </a:xfrm>
            <a:custGeom>
              <a:avLst/>
              <a:gdLst/>
              <a:ahLst/>
              <a:cxnLst/>
              <a:rect l="l" t="t" r="r" b="b"/>
              <a:pathLst>
                <a:path w="955675" h="962025">
                  <a:moveTo>
                    <a:pt x="0" y="480822"/>
                  </a:moveTo>
                  <a:lnTo>
                    <a:pt x="2466" y="431659"/>
                  </a:lnTo>
                  <a:lnTo>
                    <a:pt x="9706" y="383917"/>
                  </a:lnTo>
                  <a:lnTo>
                    <a:pt x="21479" y="337837"/>
                  </a:lnTo>
                  <a:lnTo>
                    <a:pt x="37545" y="293661"/>
                  </a:lnTo>
                  <a:lnTo>
                    <a:pt x="57664" y="251630"/>
                  </a:lnTo>
                  <a:lnTo>
                    <a:pt x="81596" y="211987"/>
                  </a:lnTo>
                  <a:lnTo>
                    <a:pt x="109100" y="174971"/>
                  </a:lnTo>
                  <a:lnTo>
                    <a:pt x="139936" y="140827"/>
                  </a:lnTo>
                  <a:lnTo>
                    <a:pt x="173865" y="109794"/>
                  </a:lnTo>
                  <a:lnTo>
                    <a:pt x="210645" y="82115"/>
                  </a:lnTo>
                  <a:lnTo>
                    <a:pt x="250038" y="58031"/>
                  </a:lnTo>
                  <a:lnTo>
                    <a:pt x="291802" y="37784"/>
                  </a:lnTo>
                  <a:lnTo>
                    <a:pt x="335698" y="21616"/>
                  </a:lnTo>
                  <a:lnTo>
                    <a:pt x="381485" y="9768"/>
                  </a:lnTo>
                  <a:lnTo>
                    <a:pt x="428924" y="2482"/>
                  </a:lnTo>
                  <a:lnTo>
                    <a:pt x="477773" y="0"/>
                  </a:lnTo>
                  <a:lnTo>
                    <a:pt x="526623" y="2482"/>
                  </a:lnTo>
                  <a:lnTo>
                    <a:pt x="574062" y="9768"/>
                  </a:lnTo>
                  <a:lnTo>
                    <a:pt x="619849" y="21616"/>
                  </a:lnTo>
                  <a:lnTo>
                    <a:pt x="663745" y="37784"/>
                  </a:lnTo>
                  <a:lnTo>
                    <a:pt x="705509" y="58031"/>
                  </a:lnTo>
                  <a:lnTo>
                    <a:pt x="744902" y="82115"/>
                  </a:lnTo>
                  <a:lnTo>
                    <a:pt x="781682" y="109794"/>
                  </a:lnTo>
                  <a:lnTo>
                    <a:pt x="815611" y="140827"/>
                  </a:lnTo>
                  <a:lnTo>
                    <a:pt x="846447" y="174971"/>
                  </a:lnTo>
                  <a:lnTo>
                    <a:pt x="873951" y="211987"/>
                  </a:lnTo>
                  <a:lnTo>
                    <a:pt x="897883" y="251630"/>
                  </a:lnTo>
                  <a:lnTo>
                    <a:pt x="918002" y="293661"/>
                  </a:lnTo>
                  <a:lnTo>
                    <a:pt x="934068" y="337837"/>
                  </a:lnTo>
                  <a:lnTo>
                    <a:pt x="945841" y="383917"/>
                  </a:lnTo>
                  <a:lnTo>
                    <a:pt x="953081" y="431659"/>
                  </a:lnTo>
                  <a:lnTo>
                    <a:pt x="955547" y="480822"/>
                  </a:lnTo>
                  <a:lnTo>
                    <a:pt x="953081" y="529984"/>
                  </a:lnTo>
                  <a:lnTo>
                    <a:pt x="945841" y="577726"/>
                  </a:lnTo>
                  <a:lnTo>
                    <a:pt x="934068" y="623806"/>
                  </a:lnTo>
                  <a:lnTo>
                    <a:pt x="918002" y="667982"/>
                  </a:lnTo>
                  <a:lnTo>
                    <a:pt x="897883" y="710013"/>
                  </a:lnTo>
                  <a:lnTo>
                    <a:pt x="873951" y="749656"/>
                  </a:lnTo>
                  <a:lnTo>
                    <a:pt x="846447" y="786672"/>
                  </a:lnTo>
                  <a:lnTo>
                    <a:pt x="815611" y="820816"/>
                  </a:lnTo>
                  <a:lnTo>
                    <a:pt x="781682" y="851849"/>
                  </a:lnTo>
                  <a:lnTo>
                    <a:pt x="744902" y="879528"/>
                  </a:lnTo>
                  <a:lnTo>
                    <a:pt x="705509" y="903612"/>
                  </a:lnTo>
                  <a:lnTo>
                    <a:pt x="663745" y="923859"/>
                  </a:lnTo>
                  <a:lnTo>
                    <a:pt x="619849" y="940027"/>
                  </a:lnTo>
                  <a:lnTo>
                    <a:pt x="574062" y="951875"/>
                  </a:lnTo>
                  <a:lnTo>
                    <a:pt x="526623" y="959161"/>
                  </a:lnTo>
                  <a:lnTo>
                    <a:pt x="477773" y="961644"/>
                  </a:lnTo>
                  <a:lnTo>
                    <a:pt x="428924" y="959161"/>
                  </a:lnTo>
                  <a:lnTo>
                    <a:pt x="381485" y="951875"/>
                  </a:lnTo>
                  <a:lnTo>
                    <a:pt x="335698" y="940027"/>
                  </a:lnTo>
                  <a:lnTo>
                    <a:pt x="291802" y="923859"/>
                  </a:lnTo>
                  <a:lnTo>
                    <a:pt x="250038" y="903612"/>
                  </a:lnTo>
                  <a:lnTo>
                    <a:pt x="210645" y="879528"/>
                  </a:lnTo>
                  <a:lnTo>
                    <a:pt x="173865" y="851849"/>
                  </a:lnTo>
                  <a:lnTo>
                    <a:pt x="139936" y="820816"/>
                  </a:lnTo>
                  <a:lnTo>
                    <a:pt x="109100" y="786672"/>
                  </a:lnTo>
                  <a:lnTo>
                    <a:pt x="81596" y="749656"/>
                  </a:lnTo>
                  <a:lnTo>
                    <a:pt x="57664" y="710013"/>
                  </a:lnTo>
                  <a:lnTo>
                    <a:pt x="37545" y="667982"/>
                  </a:lnTo>
                  <a:lnTo>
                    <a:pt x="21479" y="623806"/>
                  </a:lnTo>
                  <a:lnTo>
                    <a:pt x="9706" y="577726"/>
                  </a:lnTo>
                  <a:lnTo>
                    <a:pt x="2466" y="529984"/>
                  </a:lnTo>
                  <a:lnTo>
                    <a:pt x="0" y="4808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 descr=""/>
          <p:cNvSpPr txBox="1"/>
          <p:nvPr/>
        </p:nvSpPr>
        <p:spPr>
          <a:xfrm>
            <a:off x="9418856" y="5547639"/>
            <a:ext cx="7048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𝑡</a:t>
            </a:r>
            <a:r>
              <a:rPr dirty="0" baseline="-15873" sz="2625">
                <a:latin typeface="Cambria Math"/>
                <a:cs typeface="Cambria Math"/>
              </a:rPr>
              <a:t>0</a:t>
            </a:r>
            <a:r>
              <a:rPr dirty="0" baseline="-15873" sz="2625" spc="330">
                <a:latin typeface="Cambria Math"/>
                <a:cs typeface="Cambria Math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𝑔</a:t>
            </a:r>
            <a:r>
              <a:rPr dirty="0" baseline="-15873" sz="2625" spc="-37">
                <a:latin typeface="Cambria Math"/>
                <a:cs typeface="Cambria Math"/>
              </a:rPr>
              <a:t>0</a:t>
            </a:r>
            <a:endParaRPr baseline="-15873" sz="2625">
              <a:latin typeface="Cambria Math"/>
              <a:cs typeface="Cambria Math"/>
            </a:endParaRPr>
          </a:p>
        </p:txBody>
      </p:sp>
      <p:grpSp>
        <p:nvGrpSpPr>
          <p:cNvPr id="54" name="object 54" descr=""/>
          <p:cNvGrpSpPr/>
          <p:nvPr/>
        </p:nvGrpSpPr>
        <p:grpSpPr>
          <a:xfrm>
            <a:off x="8839200" y="4705858"/>
            <a:ext cx="2949575" cy="1105535"/>
            <a:chOff x="8839200" y="4705858"/>
            <a:chExt cx="2949575" cy="1105535"/>
          </a:xfrm>
        </p:grpSpPr>
        <p:sp>
          <p:nvSpPr>
            <p:cNvPr id="55" name="object 55" descr=""/>
            <p:cNvSpPr/>
            <p:nvPr/>
          </p:nvSpPr>
          <p:spPr>
            <a:xfrm>
              <a:off x="8858250" y="5753862"/>
              <a:ext cx="385445" cy="0"/>
            </a:xfrm>
            <a:custGeom>
              <a:avLst/>
              <a:gdLst/>
              <a:ahLst/>
              <a:cxnLst/>
              <a:rect l="l" t="t" r="r" b="b"/>
              <a:pathLst>
                <a:path w="385445" h="0">
                  <a:moveTo>
                    <a:pt x="0" y="0"/>
                  </a:moveTo>
                  <a:lnTo>
                    <a:pt x="385343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9224547" y="5696707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0826495" y="4712208"/>
              <a:ext cx="955675" cy="962025"/>
            </a:xfrm>
            <a:custGeom>
              <a:avLst/>
              <a:gdLst/>
              <a:ahLst/>
              <a:cxnLst/>
              <a:rect l="l" t="t" r="r" b="b"/>
              <a:pathLst>
                <a:path w="955675" h="962025">
                  <a:moveTo>
                    <a:pt x="0" y="480821"/>
                  </a:moveTo>
                  <a:lnTo>
                    <a:pt x="2466" y="431659"/>
                  </a:lnTo>
                  <a:lnTo>
                    <a:pt x="9706" y="383917"/>
                  </a:lnTo>
                  <a:lnTo>
                    <a:pt x="21479" y="337837"/>
                  </a:lnTo>
                  <a:lnTo>
                    <a:pt x="37545" y="293661"/>
                  </a:lnTo>
                  <a:lnTo>
                    <a:pt x="57664" y="251630"/>
                  </a:lnTo>
                  <a:lnTo>
                    <a:pt x="81596" y="211987"/>
                  </a:lnTo>
                  <a:lnTo>
                    <a:pt x="109100" y="174971"/>
                  </a:lnTo>
                  <a:lnTo>
                    <a:pt x="139936" y="140827"/>
                  </a:lnTo>
                  <a:lnTo>
                    <a:pt x="173865" y="109794"/>
                  </a:lnTo>
                  <a:lnTo>
                    <a:pt x="210645" y="82115"/>
                  </a:lnTo>
                  <a:lnTo>
                    <a:pt x="250038" y="58031"/>
                  </a:lnTo>
                  <a:lnTo>
                    <a:pt x="291802" y="37784"/>
                  </a:lnTo>
                  <a:lnTo>
                    <a:pt x="335698" y="21616"/>
                  </a:lnTo>
                  <a:lnTo>
                    <a:pt x="381485" y="9768"/>
                  </a:lnTo>
                  <a:lnTo>
                    <a:pt x="428924" y="2482"/>
                  </a:lnTo>
                  <a:lnTo>
                    <a:pt x="477773" y="0"/>
                  </a:lnTo>
                  <a:lnTo>
                    <a:pt x="526623" y="2482"/>
                  </a:lnTo>
                  <a:lnTo>
                    <a:pt x="574062" y="9768"/>
                  </a:lnTo>
                  <a:lnTo>
                    <a:pt x="619849" y="21616"/>
                  </a:lnTo>
                  <a:lnTo>
                    <a:pt x="663745" y="37784"/>
                  </a:lnTo>
                  <a:lnTo>
                    <a:pt x="705509" y="58031"/>
                  </a:lnTo>
                  <a:lnTo>
                    <a:pt x="744902" y="82115"/>
                  </a:lnTo>
                  <a:lnTo>
                    <a:pt x="781682" y="109794"/>
                  </a:lnTo>
                  <a:lnTo>
                    <a:pt x="815611" y="140827"/>
                  </a:lnTo>
                  <a:lnTo>
                    <a:pt x="846447" y="174971"/>
                  </a:lnTo>
                  <a:lnTo>
                    <a:pt x="873951" y="211987"/>
                  </a:lnTo>
                  <a:lnTo>
                    <a:pt x="897883" y="251630"/>
                  </a:lnTo>
                  <a:lnTo>
                    <a:pt x="918002" y="293661"/>
                  </a:lnTo>
                  <a:lnTo>
                    <a:pt x="934068" y="337837"/>
                  </a:lnTo>
                  <a:lnTo>
                    <a:pt x="945841" y="383917"/>
                  </a:lnTo>
                  <a:lnTo>
                    <a:pt x="953081" y="431659"/>
                  </a:lnTo>
                  <a:lnTo>
                    <a:pt x="955547" y="480821"/>
                  </a:lnTo>
                  <a:lnTo>
                    <a:pt x="953081" y="529984"/>
                  </a:lnTo>
                  <a:lnTo>
                    <a:pt x="945841" y="577726"/>
                  </a:lnTo>
                  <a:lnTo>
                    <a:pt x="934068" y="623806"/>
                  </a:lnTo>
                  <a:lnTo>
                    <a:pt x="918002" y="667982"/>
                  </a:lnTo>
                  <a:lnTo>
                    <a:pt x="897883" y="710013"/>
                  </a:lnTo>
                  <a:lnTo>
                    <a:pt x="873951" y="749656"/>
                  </a:lnTo>
                  <a:lnTo>
                    <a:pt x="846447" y="786672"/>
                  </a:lnTo>
                  <a:lnTo>
                    <a:pt x="815611" y="820816"/>
                  </a:lnTo>
                  <a:lnTo>
                    <a:pt x="781682" y="851849"/>
                  </a:lnTo>
                  <a:lnTo>
                    <a:pt x="744902" y="879528"/>
                  </a:lnTo>
                  <a:lnTo>
                    <a:pt x="705509" y="903612"/>
                  </a:lnTo>
                  <a:lnTo>
                    <a:pt x="663745" y="923859"/>
                  </a:lnTo>
                  <a:lnTo>
                    <a:pt x="619849" y="940027"/>
                  </a:lnTo>
                  <a:lnTo>
                    <a:pt x="574062" y="951875"/>
                  </a:lnTo>
                  <a:lnTo>
                    <a:pt x="526623" y="959161"/>
                  </a:lnTo>
                  <a:lnTo>
                    <a:pt x="477773" y="961643"/>
                  </a:lnTo>
                  <a:lnTo>
                    <a:pt x="428924" y="959161"/>
                  </a:lnTo>
                  <a:lnTo>
                    <a:pt x="381485" y="951875"/>
                  </a:lnTo>
                  <a:lnTo>
                    <a:pt x="335698" y="940027"/>
                  </a:lnTo>
                  <a:lnTo>
                    <a:pt x="291802" y="923859"/>
                  </a:lnTo>
                  <a:lnTo>
                    <a:pt x="250038" y="903612"/>
                  </a:lnTo>
                  <a:lnTo>
                    <a:pt x="210645" y="879528"/>
                  </a:lnTo>
                  <a:lnTo>
                    <a:pt x="173865" y="851849"/>
                  </a:lnTo>
                  <a:lnTo>
                    <a:pt x="139936" y="820816"/>
                  </a:lnTo>
                  <a:lnTo>
                    <a:pt x="109100" y="786672"/>
                  </a:lnTo>
                  <a:lnTo>
                    <a:pt x="81596" y="749656"/>
                  </a:lnTo>
                  <a:lnTo>
                    <a:pt x="57664" y="710013"/>
                  </a:lnTo>
                  <a:lnTo>
                    <a:pt x="37545" y="667982"/>
                  </a:lnTo>
                  <a:lnTo>
                    <a:pt x="21479" y="623806"/>
                  </a:lnTo>
                  <a:lnTo>
                    <a:pt x="9706" y="577726"/>
                  </a:lnTo>
                  <a:lnTo>
                    <a:pt x="2466" y="529984"/>
                  </a:lnTo>
                  <a:lnTo>
                    <a:pt x="0" y="4808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 descr=""/>
          <p:cNvSpPr txBox="1"/>
          <p:nvPr/>
        </p:nvSpPr>
        <p:spPr>
          <a:xfrm>
            <a:off x="10914636" y="4988281"/>
            <a:ext cx="6896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𝑡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240">
                <a:latin typeface="Cambria Math"/>
                <a:cs typeface="Cambria Math"/>
              </a:rPr>
              <a:t> </a:t>
            </a:r>
            <a:r>
              <a:rPr dirty="0" sz="2400" spc="-35">
                <a:latin typeface="Cambria Math"/>
                <a:cs typeface="Cambria Math"/>
              </a:rPr>
              <a:t>𝑔</a:t>
            </a:r>
            <a:r>
              <a:rPr dirty="0" baseline="-15873" sz="2625" spc="-52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59" name="object 59" descr=""/>
          <p:cNvSpPr/>
          <p:nvPr/>
        </p:nvSpPr>
        <p:spPr>
          <a:xfrm>
            <a:off x="10812780" y="5807964"/>
            <a:ext cx="954405" cy="963294"/>
          </a:xfrm>
          <a:custGeom>
            <a:avLst/>
            <a:gdLst/>
            <a:ahLst/>
            <a:cxnLst/>
            <a:rect l="l" t="t" r="r" b="b"/>
            <a:pathLst>
              <a:path w="954404" h="963295">
                <a:moveTo>
                  <a:pt x="0" y="481584"/>
                </a:moveTo>
                <a:lnTo>
                  <a:pt x="2462" y="432344"/>
                </a:lnTo>
                <a:lnTo>
                  <a:pt x="9691" y="384526"/>
                </a:lnTo>
                <a:lnTo>
                  <a:pt x="21445" y="338373"/>
                </a:lnTo>
                <a:lnTo>
                  <a:pt x="37485" y="294127"/>
                </a:lnTo>
                <a:lnTo>
                  <a:pt x="57572" y="252030"/>
                </a:lnTo>
                <a:lnTo>
                  <a:pt x="81465" y="212323"/>
                </a:lnTo>
                <a:lnTo>
                  <a:pt x="108925" y="175249"/>
                </a:lnTo>
                <a:lnTo>
                  <a:pt x="139712" y="141050"/>
                </a:lnTo>
                <a:lnTo>
                  <a:pt x="173587" y="109968"/>
                </a:lnTo>
                <a:lnTo>
                  <a:pt x="210309" y="82245"/>
                </a:lnTo>
                <a:lnTo>
                  <a:pt x="249638" y="58123"/>
                </a:lnTo>
                <a:lnTo>
                  <a:pt x="291336" y="37844"/>
                </a:lnTo>
                <a:lnTo>
                  <a:pt x="335162" y="21650"/>
                </a:lnTo>
                <a:lnTo>
                  <a:pt x="380876" y="9783"/>
                </a:lnTo>
                <a:lnTo>
                  <a:pt x="428239" y="2486"/>
                </a:lnTo>
                <a:lnTo>
                  <a:pt x="477012" y="0"/>
                </a:lnTo>
                <a:lnTo>
                  <a:pt x="525784" y="2486"/>
                </a:lnTo>
                <a:lnTo>
                  <a:pt x="573147" y="9783"/>
                </a:lnTo>
                <a:lnTo>
                  <a:pt x="618861" y="21650"/>
                </a:lnTo>
                <a:lnTo>
                  <a:pt x="662687" y="37844"/>
                </a:lnTo>
                <a:lnTo>
                  <a:pt x="704385" y="58123"/>
                </a:lnTo>
                <a:lnTo>
                  <a:pt x="743714" y="82245"/>
                </a:lnTo>
                <a:lnTo>
                  <a:pt x="780436" y="109968"/>
                </a:lnTo>
                <a:lnTo>
                  <a:pt x="814311" y="141050"/>
                </a:lnTo>
                <a:lnTo>
                  <a:pt x="845098" y="175249"/>
                </a:lnTo>
                <a:lnTo>
                  <a:pt x="872558" y="212323"/>
                </a:lnTo>
                <a:lnTo>
                  <a:pt x="896451" y="252030"/>
                </a:lnTo>
                <a:lnTo>
                  <a:pt x="916538" y="294127"/>
                </a:lnTo>
                <a:lnTo>
                  <a:pt x="932578" y="338373"/>
                </a:lnTo>
                <a:lnTo>
                  <a:pt x="944332" y="384526"/>
                </a:lnTo>
                <a:lnTo>
                  <a:pt x="951561" y="432344"/>
                </a:lnTo>
                <a:lnTo>
                  <a:pt x="954024" y="481584"/>
                </a:lnTo>
                <a:lnTo>
                  <a:pt x="951561" y="530823"/>
                </a:lnTo>
                <a:lnTo>
                  <a:pt x="944332" y="578641"/>
                </a:lnTo>
                <a:lnTo>
                  <a:pt x="932578" y="624794"/>
                </a:lnTo>
                <a:lnTo>
                  <a:pt x="916538" y="669040"/>
                </a:lnTo>
                <a:lnTo>
                  <a:pt x="896451" y="711137"/>
                </a:lnTo>
                <a:lnTo>
                  <a:pt x="872558" y="750844"/>
                </a:lnTo>
                <a:lnTo>
                  <a:pt x="845098" y="787918"/>
                </a:lnTo>
                <a:lnTo>
                  <a:pt x="814311" y="822117"/>
                </a:lnTo>
                <a:lnTo>
                  <a:pt x="780436" y="853199"/>
                </a:lnTo>
                <a:lnTo>
                  <a:pt x="743714" y="880922"/>
                </a:lnTo>
                <a:lnTo>
                  <a:pt x="704385" y="905044"/>
                </a:lnTo>
                <a:lnTo>
                  <a:pt x="662687" y="925323"/>
                </a:lnTo>
                <a:lnTo>
                  <a:pt x="618861" y="941517"/>
                </a:lnTo>
                <a:lnTo>
                  <a:pt x="573147" y="953384"/>
                </a:lnTo>
                <a:lnTo>
                  <a:pt x="525784" y="960681"/>
                </a:lnTo>
                <a:lnTo>
                  <a:pt x="477012" y="963168"/>
                </a:lnTo>
                <a:lnTo>
                  <a:pt x="428239" y="960681"/>
                </a:lnTo>
                <a:lnTo>
                  <a:pt x="380876" y="953384"/>
                </a:lnTo>
                <a:lnTo>
                  <a:pt x="335162" y="941517"/>
                </a:lnTo>
                <a:lnTo>
                  <a:pt x="291336" y="925323"/>
                </a:lnTo>
                <a:lnTo>
                  <a:pt x="249638" y="905044"/>
                </a:lnTo>
                <a:lnTo>
                  <a:pt x="210309" y="880922"/>
                </a:lnTo>
                <a:lnTo>
                  <a:pt x="173587" y="853199"/>
                </a:lnTo>
                <a:lnTo>
                  <a:pt x="139712" y="822117"/>
                </a:lnTo>
                <a:lnTo>
                  <a:pt x="108925" y="787918"/>
                </a:lnTo>
                <a:lnTo>
                  <a:pt x="81465" y="750844"/>
                </a:lnTo>
                <a:lnTo>
                  <a:pt x="57572" y="711137"/>
                </a:lnTo>
                <a:lnTo>
                  <a:pt x="37485" y="669040"/>
                </a:lnTo>
                <a:lnTo>
                  <a:pt x="21445" y="624794"/>
                </a:lnTo>
                <a:lnTo>
                  <a:pt x="9691" y="578641"/>
                </a:lnTo>
                <a:lnTo>
                  <a:pt x="2462" y="530823"/>
                </a:lnTo>
                <a:lnTo>
                  <a:pt x="0" y="481584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 txBox="1"/>
          <p:nvPr/>
        </p:nvSpPr>
        <p:spPr>
          <a:xfrm>
            <a:off x="10892732" y="6084364"/>
            <a:ext cx="7048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𝑡</a:t>
            </a:r>
            <a:r>
              <a:rPr dirty="0" baseline="-15873" sz="2625">
                <a:latin typeface="Cambria Math"/>
                <a:cs typeface="Cambria Math"/>
              </a:rPr>
              <a:t>2</a:t>
            </a:r>
            <a:r>
              <a:rPr dirty="0" baseline="-15873" sz="2625" spc="330">
                <a:latin typeface="Cambria Math"/>
                <a:cs typeface="Cambria Math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𝑔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grpSp>
        <p:nvGrpSpPr>
          <p:cNvPr id="61" name="object 61" descr=""/>
          <p:cNvGrpSpPr/>
          <p:nvPr/>
        </p:nvGrpSpPr>
        <p:grpSpPr>
          <a:xfrm>
            <a:off x="10134600" y="5174009"/>
            <a:ext cx="693420" cy="1138555"/>
            <a:chOff x="10134600" y="5174009"/>
            <a:chExt cx="693420" cy="1138555"/>
          </a:xfrm>
        </p:grpSpPr>
        <p:sp>
          <p:nvSpPr>
            <p:cNvPr id="62" name="object 62" descr=""/>
            <p:cNvSpPr/>
            <p:nvPr/>
          </p:nvSpPr>
          <p:spPr>
            <a:xfrm>
              <a:off x="10153650" y="5222462"/>
              <a:ext cx="583565" cy="189865"/>
            </a:xfrm>
            <a:custGeom>
              <a:avLst/>
              <a:gdLst/>
              <a:ahLst/>
              <a:cxnLst/>
              <a:rect l="l" t="t" r="r" b="b"/>
              <a:pathLst>
                <a:path w="583565" h="189864">
                  <a:moveTo>
                    <a:pt x="0" y="189585"/>
                  </a:moveTo>
                  <a:lnTo>
                    <a:pt x="58345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10701320" y="5174009"/>
              <a:ext cx="127000" cy="109220"/>
            </a:xfrm>
            <a:custGeom>
              <a:avLst/>
              <a:gdLst/>
              <a:ahLst/>
              <a:cxnLst/>
              <a:rect l="l" t="t" r="r" b="b"/>
              <a:pathLst>
                <a:path w="127000" h="109220">
                  <a:moveTo>
                    <a:pt x="0" y="0"/>
                  </a:moveTo>
                  <a:lnTo>
                    <a:pt x="35331" y="108699"/>
                  </a:lnTo>
                  <a:lnTo>
                    <a:pt x="126377" y="19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0153650" y="6093714"/>
              <a:ext cx="568325" cy="169545"/>
            </a:xfrm>
            <a:custGeom>
              <a:avLst/>
              <a:gdLst/>
              <a:ahLst/>
              <a:cxnLst/>
              <a:rect l="l" t="t" r="r" b="b"/>
              <a:pathLst>
                <a:path w="568325" h="169545">
                  <a:moveTo>
                    <a:pt x="0" y="0"/>
                  </a:moveTo>
                  <a:lnTo>
                    <a:pt x="567905" y="169189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10686978" y="6202690"/>
              <a:ext cx="126364" cy="109855"/>
            </a:xfrm>
            <a:custGeom>
              <a:avLst/>
              <a:gdLst/>
              <a:ahLst/>
              <a:cxnLst/>
              <a:rect l="l" t="t" r="r" b="b"/>
              <a:pathLst>
                <a:path w="126365" h="109854">
                  <a:moveTo>
                    <a:pt x="32639" y="0"/>
                  </a:moveTo>
                  <a:lnTo>
                    <a:pt x="0" y="109537"/>
                  </a:lnTo>
                  <a:lnTo>
                    <a:pt x="125857" y="87414"/>
                  </a:lnTo>
                  <a:lnTo>
                    <a:pt x="326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 descr=""/>
          <p:cNvSpPr txBox="1"/>
          <p:nvPr/>
        </p:nvSpPr>
        <p:spPr>
          <a:xfrm>
            <a:off x="10327191" y="4981692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10303700" y="6177898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68" name="object 68" descr=""/>
          <p:cNvGrpSpPr/>
          <p:nvPr/>
        </p:nvGrpSpPr>
        <p:grpSpPr>
          <a:xfrm>
            <a:off x="10885678" y="4797297"/>
            <a:ext cx="1313180" cy="1894839"/>
            <a:chOff x="10885678" y="4797297"/>
            <a:chExt cx="1313180" cy="1894839"/>
          </a:xfrm>
        </p:grpSpPr>
        <p:sp>
          <p:nvSpPr>
            <p:cNvPr id="69" name="object 69" descr=""/>
            <p:cNvSpPr/>
            <p:nvPr/>
          </p:nvSpPr>
          <p:spPr>
            <a:xfrm>
              <a:off x="10919460" y="4803647"/>
              <a:ext cx="769620" cy="779145"/>
            </a:xfrm>
            <a:custGeom>
              <a:avLst/>
              <a:gdLst/>
              <a:ahLst/>
              <a:cxnLst/>
              <a:rect l="l" t="t" r="r" b="b"/>
              <a:pathLst>
                <a:path w="769620" h="779145">
                  <a:moveTo>
                    <a:pt x="0" y="389381"/>
                  </a:moveTo>
                  <a:lnTo>
                    <a:pt x="2998" y="340538"/>
                  </a:lnTo>
                  <a:lnTo>
                    <a:pt x="11752" y="293506"/>
                  </a:lnTo>
                  <a:lnTo>
                    <a:pt x="25902" y="248648"/>
                  </a:lnTo>
                  <a:lnTo>
                    <a:pt x="45087" y="206331"/>
                  </a:lnTo>
                  <a:lnTo>
                    <a:pt x="68945" y="166919"/>
                  </a:lnTo>
                  <a:lnTo>
                    <a:pt x="97118" y="130778"/>
                  </a:lnTo>
                  <a:lnTo>
                    <a:pt x="129243" y="98271"/>
                  </a:lnTo>
                  <a:lnTo>
                    <a:pt x="164961" y="69764"/>
                  </a:lnTo>
                  <a:lnTo>
                    <a:pt x="203910" y="45622"/>
                  </a:lnTo>
                  <a:lnTo>
                    <a:pt x="245730" y="26209"/>
                  </a:lnTo>
                  <a:lnTo>
                    <a:pt x="290060" y="11892"/>
                  </a:lnTo>
                  <a:lnTo>
                    <a:pt x="336540" y="3033"/>
                  </a:lnTo>
                  <a:lnTo>
                    <a:pt x="384810" y="0"/>
                  </a:lnTo>
                  <a:lnTo>
                    <a:pt x="433079" y="3033"/>
                  </a:lnTo>
                  <a:lnTo>
                    <a:pt x="479559" y="11892"/>
                  </a:lnTo>
                  <a:lnTo>
                    <a:pt x="523889" y="26209"/>
                  </a:lnTo>
                  <a:lnTo>
                    <a:pt x="565709" y="45622"/>
                  </a:lnTo>
                  <a:lnTo>
                    <a:pt x="604658" y="69764"/>
                  </a:lnTo>
                  <a:lnTo>
                    <a:pt x="640376" y="98271"/>
                  </a:lnTo>
                  <a:lnTo>
                    <a:pt x="672501" y="130778"/>
                  </a:lnTo>
                  <a:lnTo>
                    <a:pt x="700674" y="166919"/>
                  </a:lnTo>
                  <a:lnTo>
                    <a:pt x="724532" y="206331"/>
                  </a:lnTo>
                  <a:lnTo>
                    <a:pt x="743717" y="248648"/>
                  </a:lnTo>
                  <a:lnTo>
                    <a:pt x="757867" y="293506"/>
                  </a:lnTo>
                  <a:lnTo>
                    <a:pt x="766621" y="340538"/>
                  </a:lnTo>
                  <a:lnTo>
                    <a:pt x="769620" y="389381"/>
                  </a:lnTo>
                  <a:lnTo>
                    <a:pt x="766621" y="438225"/>
                  </a:lnTo>
                  <a:lnTo>
                    <a:pt x="757867" y="485257"/>
                  </a:lnTo>
                  <a:lnTo>
                    <a:pt x="743717" y="530115"/>
                  </a:lnTo>
                  <a:lnTo>
                    <a:pt x="724532" y="572432"/>
                  </a:lnTo>
                  <a:lnTo>
                    <a:pt x="700674" y="611844"/>
                  </a:lnTo>
                  <a:lnTo>
                    <a:pt x="672501" y="647985"/>
                  </a:lnTo>
                  <a:lnTo>
                    <a:pt x="640376" y="680492"/>
                  </a:lnTo>
                  <a:lnTo>
                    <a:pt x="604658" y="708999"/>
                  </a:lnTo>
                  <a:lnTo>
                    <a:pt x="565709" y="733141"/>
                  </a:lnTo>
                  <a:lnTo>
                    <a:pt x="523889" y="752554"/>
                  </a:lnTo>
                  <a:lnTo>
                    <a:pt x="479559" y="766871"/>
                  </a:lnTo>
                  <a:lnTo>
                    <a:pt x="433079" y="775730"/>
                  </a:lnTo>
                  <a:lnTo>
                    <a:pt x="384810" y="778763"/>
                  </a:lnTo>
                  <a:lnTo>
                    <a:pt x="336540" y="775730"/>
                  </a:lnTo>
                  <a:lnTo>
                    <a:pt x="290060" y="766871"/>
                  </a:lnTo>
                  <a:lnTo>
                    <a:pt x="245730" y="752554"/>
                  </a:lnTo>
                  <a:lnTo>
                    <a:pt x="203910" y="733141"/>
                  </a:lnTo>
                  <a:lnTo>
                    <a:pt x="164961" y="708999"/>
                  </a:lnTo>
                  <a:lnTo>
                    <a:pt x="129243" y="680492"/>
                  </a:lnTo>
                  <a:lnTo>
                    <a:pt x="97118" y="647985"/>
                  </a:lnTo>
                  <a:lnTo>
                    <a:pt x="68945" y="611844"/>
                  </a:lnTo>
                  <a:lnTo>
                    <a:pt x="45087" y="572432"/>
                  </a:lnTo>
                  <a:lnTo>
                    <a:pt x="25902" y="530115"/>
                  </a:lnTo>
                  <a:lnTo>
                    <a:pt x="11752" y="485257"/>
                  </a:lnTo>
                  <a:lnTo>
                    <a:pt x="2998" y="438225"/>
                  </a:lnTo>
                  <a:lnTo>
                    <a:pt x="0" y="38938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10892028" y="5908547"/>
              <a:ext cx="771525" cy="777240"/>
            </a:xfrm>
            <a:custGeom>
              <a:avLst/>
              <a:gdLst/>
              <a:ahLst/>
              <a:cxnLst/>
              <a:rect l="l" t="t" r="r" b="b"/>
              <a:pathLst>
                <a:path w="771525" h="777240">
                  <a:moveTo>
                    <a:pt x="0" y="388619"/>
                  </a:moveTo>
                  <a:lnTo>
                    <a:pt x="3004" y="339872"/>
                  </a:lnTo>
                  <a:lnTo>
                    <a:pt x="11776" y="292931"/>
                  </a:lnTo>
                  <a:lnTo>
                    <a:pt x="25953" y="248161"/>
                  </a:lnTo>
                  <a:lnTo>
                    <a:pt x="45176" y="205927"/>
                  </a:lnTo>
                  <a:lnTo>
                    <a:pt x="69082" y="166592"/>
                  </a:lnTo>
                  <a:lnTo>
                    <a:pt x="97311" y="130521"/>
                  </a:lnTo>
                  <a:lnTo>
                    <a:pt x="129500" y="98078"/>
                  </a:lnTo>
                  <a:lnTo>
                    <a:pt x="165288" y="69627"/>
                  </a:lnTo>
                  <a:lnTo>
                    <a:pt x="204314" y="45532"/>
                  </a:lnTo>
                  <a:lnTo>
                    <a:pt x="246217" y="26158"/>
                  </a:lnTo>
                  <a:lnTo>
                    <a:pt x="290635" y="11868"/>
                  </a:lnTo>
                  <a:lnTo>
                    <a:pt x="337207" y="3027"/>
                  </a:lnTo>
                  <a:lnTo>
                    <a:pt x="385572" y="0"/>
                  </a:lnTo>
                  <a:lnTo>
                    <a:pt x="433936" y="3027"/>
                  </a:lnTo>
                  <a:lnTo>
                    <a:pt x="480508" y="11868"/>
                  </a:lnTo>
                  <a:lnTo>
                    <a:pt x="524926" y="26158"/>
                  </a:lnTo>
                  <a:lnTo>
                    <a:pt x="566829" y="45532"/>
                  </a:lnTo>
                  <a:lnTo>
                    <a:pt x="605855" y="69627"/>
                  </a:lnTo>
                  <a:lnTo>
                    <a:pt x="641643" y="98078"/>
                  </a:lnTo>
                  <a:lnTo>
                    <a:pt x="673832" y="130521"/>
                  </a:lnTo>
                  <a:lnTo>
                    <a:pt x="702061" y="166592"/>
                  </a:lnTo>
                  <a:lnTo>
                    <a:pt x="725967" y="205927"/>
                  </a:lnTo>
                  <a:lnTo>
                    <a:pt x="745190" y="248161"/>
                  </a:lnTo>
                  <a:lnTo>
                    <a:pt x="759367" y="292931"/>
                  </a:lnTo>
                  <a:lnTo>
                    <a:pt x="768139" y="339872"/>
                  </a:lnTo>
                  <a:lnTo>
                    <a:pt x="771144" y="388619"/>
                  </a:lnTo>
                  <a:lnTo>
                    <a:pt x="768139" y="437367"/>
                  </a:lnTo>
                  <a:lnTo>
                    <a:pt x="759367" y="484308"/>
                  </a:lnTo>
                  <a:lnTo>
                    <a:pt x="745190" y="529078"/>
                  </a:lnTo>
                  <a:lnTo>
                    <a:pt x="725967" y="571312"/>
                  </a:lnTo>
                  <a:lnTo>
                    <a:pt x="702061" y="610647"/>
                  </a:lnTo>
                  <a:lnTo>
                    <a:pt x="673832" y="646718"/>
                  </a:lnTo>
                  <a:lnTo>
                    <a:pt x="641643" y="679161"/>
                  </a:lnTo>
                  <a:lnTo>
                    <a:pt x="605855" y="707612"/>
                  </a:lnTo>
                  <a:lnTo>
                    <a:pt x="566829" y="731707"/>
                  </a:lnTo>
                  <a:lnTo>
                    <a:pt x="524926" y="751081"/>
                  </a:lnTo>
                  <a:lnTo>
                    <a:pt x="480508" y="765371"/>
                  </a:lnTo>
                  <a:lnTo>
                    <a:pt x="433936" y="774212"/>
                  </a:lnTo>
                  <a:lnTo>
                    <a:pt x="385572" y="777240"/>
                  </a:lnTo>
                  <a:lnTo>
                    <a:pt x="337207" y="774212"/>
                  </a:lnTo>
                  <a:lnTo>
                    <a:pt x="290635" y="765371"/>
                  </a:lnTo>
                  <a:lnTo>
                    <a:pt x="246217" y="751081"/>
                  </a:lnTo>
                  <a:lnTo>
                    <a:pt x="204314" y="731707"/>
                  </a:lnTo>
                  <a:lnTo>
                    <a:pt x="165288" y="707612"/>
                  </a:lnTo>
                  <a:lnTo>
                    <a:pt x="129500" y="679161"/>
                  </a:lnTo>
                  <a:lnTo>
                    <a:pt x="97311" y="646718"/>
                  </a:lnTo>
                  <a:lnTo>
                    <a:pt x="69082" y="610647"/>
                  </a:lnTo>
                  <a:lnTo>
                    <a:pt x="45176" y="571312"/>
                  </a:lnTo>
                  <a:lnTo>
                    <a:pt x="25953" y="529078"/>
                  </a:lnTo>
                  <a:lnTo>
                    <a:pt x="11776" y="484308"/>
                  </a:lnTo>
                  <a:lnTo>
                    <a:pt x="3004" y="437367"/>
                  </a:lnTo>
                  <a:lnTo>
                    <a:pt x="0" y="388619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11743944" y="5548883"/>
              <a:ext cx="448309" cy="748665"/>
            </a:xfrm>
            <a:custGeom>
              <a:avLst/>
              <a:gdLst/>
              <a:ahLst/>
              <a:cxnLst/>
              <a:rect l="l" t="t" r="r" b="b"/>
              <a:pathLst>
                <a:path w="448309" h="748664">
                  <a:moveTo>
                    <a:pt x="448055" y="739593"/>
                  </a:moveTo>
                  <a:lnTo>
                    <a:pt x="417643" y="745368"/>
                  </a:lnTo>
                  <a:lnTo>
                    <a:pt x="371094" y="748284"/>
                  </a:lnTo>
                  <a:lnTo>
                    <a:pt x="324544" y="745368"/>
                  </a:lnTo>
                  <a:lnTo>
                    <a:pt x="279719" y="736857"/>
                  </a:lnTo>
                  <a:lnTo>
                    <a:pt x="236969" y="723099"/>
                  </a:lnTo>
                  <a:lnTo>
                    <a:pt x="196639" y="704446"/>
                  </a:lnTo>
                  <a:lnTo>
                    <a:pt x="159078" y="681249"/>
                  </a:lnTo>
                  <a:lnTo>
                    <a:pt x="124634" y="653857"/>
                  </a:lnTo>
                  <a:lnTo>
                    <a:pt x="93654" y="622623"/>
                  </a:lnTo>
                  <a:lnTo>
                    <a:pt x="66486" y="587895"/>
                  </a:lnTo>
                  <a:lnTo>
                    <a:pt x="43478" y="550026"/>
                  </a:lnTo>
                  <a:lnTo>
                    <a:pt x="24978" y="509365"/>
                  </a:lnTo>
                  <a:lnTo>
                    <a:pt x="11333" y="466264"/>
                  </a:lnTo>
                  <a:lnTo>
                    <a:pt x="2891" y="421072"/>
                  </a:lnTo>
                  <a:lnTo>
                    <a:pt x="0" y="374142"/>
                  </a:lnTo>
                  <a:lnTo>
                    <a:pt x="2891" y="327211"/>
                  </a:lnTo>
                  <a:lnTo>
                    <a:pt x="11333" y="282019"/>
                  </a:lnTo>
                  <a:lnTo>
                    <a:pt x="24978" y="238918"/>
                  </a:lnTo>
                  <a:lnTo>
                    <a:pt x="43478" y="198257"/>
                  </a:lnTo>
                  <a:lnTo>
                    <a:pt x="66486" y="160388"/>
                  </a:lnTo>
                  <a:lnTo>
                    <a:pt x="93654" y="125660"/>
                  </a:lnTo>
                  <a:lnTo>
                    <a:pt x="124634" y="94426"/>
                  </a:lnTo>
                  <a:lnTo>
                    <a:pt x="159078" y="67034"/>
                  </a:lnTo>
                  <a:lnTo>
                    <a:pt x="196639" y="43837"/>
                  </a:lnTo>
                  <a:lnTo>
                    <a:pt x="236969" y="25184"/>
                  </a:lnTo>
                  <a:lnTo>
                    <a:pt x="279719" y="11426"/>
                  </a:lnTo>
                  <a:lnTo>
                    <a:pt x="324544" y="2915"/>
                  </a:lnTo>
                  <a:lnTo>
                    <a:pt x="371094" y="0"/>
                  </a:lnTo>
                  <a:lnTo>
                    <a:pt x="417643" y="2915"/>
                  </a:lnTo>
                  <a:lnTo>
                    <a:pt x="448055" y="8690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 descr=""/>
          <p:cNvSpPr txBox="1"/>
          <p:nvPr/>
        </p:nvSpPr>
        <p:spPr>
          <a:xfrm>
            <a:off x="11863058" y="5863216"/>
            <a:ext cx="154305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50">
                <a:latin typeface="Cambria Math"/>
                <a:cs typeface="Cambria Math"/>
              </a:rPr>
              <a:t>0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11747234" y="5718436"/>
            <a:ext cx="5365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7185" algn="l"/>
              </a:tabLst>
            </a:pPr>
            <a:r>
              <a:rPr dirty="0" sz="2400" spc="-50">
                <a:latin typeface="Cambria Math"/>
                <a:cs typeface="Cambria Math"/>
              </a:rPr>
              <a:t>𝑡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50">
                <a:latin typeface="Cambria Math"/>
                <a:cs typeface="Cambria Math"/>
              </a:rPr>
              <a:t>𝑔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4" name="object 74" descr=""/>
          <p:cNvSpPr/>
          <p:nvPr/>
        </p:nvSpPr>
        <p:spPr>
          <a:xfrm>
            <a:off x="11637264" y="4207764"/>
            <a:ext cx="554990" cy="746760"/>
          </a:xfrm>
          <a:custGeom>
            <a:avLst/>
            <a:gdLst/>
            <a:ahLst/>
            <a:cxnLst/>
            <a:rect l="l" t="t" r="r" b="b"/>
            <a:pathLst>
              <a:path w="554990" h="746760">
                <a:moveTo>
                  <a:pt x="554735" y="696646"/>
                </a:moveTo>
                <a:lnTo>
                  <a:pt x="504182" y="721627"/>
                </a:lnTo>
                <a:lnTo>
                  <a:pt x="461518" y="735356"/>
                </a:lnTo>
                <a:lnTo>
                  <a:pt x="416786" y="743850"/>
                </a:lnTo>
                <a:lnTo>
                  <a:pt x="370331" y="746760"/>
                </a:lnTo>
                <a:lnTo>
                  <a:pt x="323877" y="743850"/>
                </a:lnTo>
                <a:lnTo>
                  <a:pt x="279145" y="735356"/>
                </a:lnTo>
                <a:lnTo>
                  <a:pt x="236481" y="721627"/>
                </a:lnTo>
                <a:lnTo>
                  <a:pt x="196234" y="703012"/>
                </a:lnTo>
                <a:lnTo>
                  <a:pt x="158751" y="679862"/>
                </a:lnTo>
                <a:lnTo>
                  <a:pt x="124377" y="652526"/>
                </a:lnTo>
                <a:lnTo>
                  <a:pt x="93461" y="621355"/>
                </a:lnTo>
                <a:lnTo>
                  <a:pt x="66349" y="586699"/>
                </a:lnTo>
                <a:lnTo>
                  <a:pt x="43389" y="548906"/>
                </a:lnTo>
                <a:lnTo>
                  <a:pt x="24926" y="508328"/>
                </a:lnTo>
                <a:lnTo>
                  <a:pt x="11309" y="465315"/>
                </a:lnTo>
                <a:lnTo>
                  <a:pt x="2885" y="420215"/>
                </a:lnTo>
                <a:lnTo>
                  <a:pt x="0" y="373380"/>
                </a:lnTo>
                <a:lnTo>
                  <a:pt x="2885" y="326544"/>
                </a:lnTo>
                <a:lnTo>
                  <a:pt x="11309" y="281444"/>
                </a:lnTo>
                <a:lnTo>
                  <a:pt x="24926" y="238431"/>
                </a:lnTo>
                <a:lnTo>
                  <a:pt x="43389" y="197853"/>
                </a:lnTo>
                <a:lnTo>
                  <a:pt x="66349" y="160060"/>
                </a:lnTo>
                <a:lnTo>
                  <a:pt x="93461" y="125404"/>
                </a:lnTo>
                <a:lnTo>
                  <a:pt x="124377" y="94233"/>
                </a:lnTo>
                <a:lnTo>
                  <a:pt x="158751" y="66897"/>
                </a:lnTo>
                <a:lnTo>
                  <a:pt x="196234" y="43747"/>
                </a:lnTo>
                <a:lnTo>
                  <a:pt x="236481" y="25132"/>
                </a:lnTo>
                <a:lnTo>
                  <a:pt x="279145" y="11403"/>
                </a:lnTo>
                <a:lnTo>
                  <a:pt x="323877" y="2909"/>
                </a:lnTo>
                <a:lnTo>
                  <a:pt x="370331" y="0"/>
                </a:lnTo>
                <a:lnTo>
                  <a:pt x="416786" y="2909"/>
                </a:lnTo>
                <a:lnTo>
                  <a:pt x="461518" y="11403"/>
                </a:lnTo>
                <a:lnTo>
                  <a:pt x="504182" y="25132"/>
                </a:lnTo>
                <a:lnTo>
                  <a:pt x="544429" y="43747"/>
                </a:lnTo>
                <a:lnTo>
                  <a:pt x="554735" y="50113"/>
                </a:lnTo>
              </a:path>
            </a:pathLst>
          </a:custGeom>
          <a:ln w="1270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 txBox="1"/>
          <p:nvPr/>
        </p:nvSpPr>
        <p:spPr>
          <a:xfrm>
            <a:off x="826526" y="2693222"/>
            <a:ext cx="11384915" cy="2074545"/>
          </a:xfrm>
          <a:prstGeom prst="rect">
            <a:avLst/>
          </a:prstGeom>
        </p:spPr>
        <p:txBody>
          <a:bodyPr wrap="square" lIns="0" tIns="1517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195"/>
              </a:spcBef>
              <a:tabLst>
                <a:tab pos="1778635" algn="l"/>
              </a:tabLst>
            </a:pPr>
            <a:r>
              <a:rPr dirty="0" sz="2400">
                <a:latin typeface="Franklin Gothic Medium"/>
                <a:cs typeface="Franklin Gothic Medium"/>
              </a:rPr>
              <a:t>Construct</a:t>
            </a:r>
            <a:r>
              <a:rPr dirty="0" sz="2400" spc="-145">
                <a:latin typeface="Franklin Gothic Medium"/>
                <a:cs typeface="Franklin Gothic Medium"/>
              </a:rPr>
              <a:t> </a:t>
            </a:r>
            <a:r>
              <a:rPr dirty="0" sz="2400" spc="-5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10">
                <a:latin typeface="Cambria Math"/>
                <a:cs typeface="Cambria Math"/>
              </a:rPr>
              <a:t> </a:t>
            </a:r>
            <a:r>
              <a:rPr dirty="0" sz="2400" spc="-560">
                <a:latin typeface="Cambria Math"/>
                <a:cs typeface="Cambria Math"/>
              </a:rPr>
              <a:t>(</a:t>
            </a:r>
            <a:r>
              <a:rPr dirty="0" sz="2400" spc="-560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sz="2400" spc="-26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60">
                <a:latin typeface="Cambria Math"/>
                <a:cs typeface="Cambria Math"/>
              </a:rPr>
              <a:t> </a:t>
            </a:r>
            <a:r>
              <a:rPr dirty="0" sz="2400" spc="215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sz="2400" spc="215">
                <a:latin typeface="Cambria Math"/>
                <a:cs typeface="Cambria Math"/>
              </a:rPr>
              <a:t>,</a:t>
            </a:r>
            <a:r>
              <a:rPr dirty="0" sz="2400" spc="55">
                <a:latin typeface="Cambria Math"/>
                <a:cs typeface="Cambria Math"/>
              </a:rPr>
              <a:t> </a:t>
            </a:r>
            <a:r>
              <a:rPr dirty="0" sz="2400" spc="-645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sz="2400" spc="-235">
                <a:solidFill>
                  <a:srgbClr val="538235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45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20833" sz="2400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45">
                <a:latin typeface="Cambria Math"/>
                <a:cs typeface="Cambria Math"/>
              </a:rPr>
              <a:t> </a:t>
            </a:r>
            <a:r>
              <a:rPr dirty="0" sz="2400" spc="14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sz="2400" spc="140">
                <a:latin typeface="Cambria Math"/>
                <a:cs typeface="Cambria Math"/>
              </a:rPr>
              <a:t>)</a:t>
            </a:r>
            <a:r>
              <a:rPr dirty="0" sz="2400" spc="245">
                <a:latin typeface="Cambria Math"/>
                <a:cs typeface="Cambria Math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recognizing</a:t>
            </a:r>
            <a:r>
              <a:rPr dirty="0" sz="2400" spc="-15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37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  <a:spcBef>
                <a:spcPts val="1100"/>
              </a:spcBef>
              <a:tabLst>
                <a:tab pos="5233670" algn="l"/>
              </a:tabLst>
            </a:pP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400" spc="3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should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accept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input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𝑤</a:t>
            </a:r>
            <a:r>
              <a:rPr dirty="0" sz="2400" spc="50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if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either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22">
                <a:latin typeface="Cambria Math"/>
                <a:cs typeface="Cambria Math"/>
              </a:rPr>
              <a:t> </a:t>
            </a:r>
            <a:r>
              <a:rPr dirty="0" u="sng" sz="2400" spc="-25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or</a:t>
            </a:r>
            <a:r>
              <a:rPr dirty="0" sz="2400">
                <a:latin typeface="Franklin Gothic Medium"/>
                <a:cs typeface="Franklin Gothic Medium"/>
              </a:rPr>
              <a:t>	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>
                <a:latin typeface="Cambria Math"/>
                <a:cs typeface="Cambria Math"/>
              </a:rPr>
              <a:t>2</a:t>
            </a:r>
            <a:r>
              <a:rPr dirty="0" baseline="-15873" sz="2625" spc="254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accept</a:t>
            </a:r>
            <a:r>
              <a:rPr dirty="0" sz="2400" spc="-114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𝑤</a:t>
            </a:r>
            <a:r>
              <a:rPr dirty="0" sz="2400" spc="-25">
                <a:latin typeface="Franklin Gothic Medium"/>
                <a:cs typeface="Franklin Gothic Medium"/>
              </a:rPr>
              <a:t>.</a:t>
            </a:r>
            <a:endParaRPr sz="2400">
              <a:latin typeface="Franklin Gothic Medium"/>
              <a:cs typeface="Franklin Gothic Medium"/>
            </a:endParaRPr>
          </a:p>
          <a:p>
            <a:pPr marL="50800">
              <a:lnSpc>
                <a:spcPct val="100000"/>
              </a:lnSpc>
              <a:spcBef>
                <a:spcPts val="1005"/>
              </a:spcBef>
            </a:pP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possibilities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we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have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keep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track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in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400" spc="2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are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all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pair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of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states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of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00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and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  <a:p>
            <a:pPr algn="r" marR="43180">
              <a:lnSpc>
                <a:spcPct val="100000"/>
              </a:lnSpc>
              <a:spcBef>
                <a:spcPts val="1410"/>
              </a:spcBef>
            </a:pPr>
            <a:r>
              <a:rPr dirty="0" sz="2400">
                <a:latin typeface="Cambria Math"/>
                <a:cs typeface="Cambria Math"/>
              </a:rPr>
              <a:t>𝑡</a:t>
            </a:r>
            <a:r>
              <a:rPr dirty="0" baseline="-15873" sz="2625">
                <a:latin typeface="Cambria Math"/>
                <a:cs typeface="Cambria Math"/>
              </a:rPr>
              <a:t>0</a:t>
            </a:r>
            <a:r>
              <a:rPr dirty="0" baseline="-15873" sz="2625" spc="330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𝑔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Closure</a:t>
            </a:r>
            <a:r>
              <a:rPr dirty="0" spc="-170"/>
              <a:t> </a:t>
            </a:r>
            <a:r>
              <a:rPr dirty="0" spc="-20"/>
              <a:t>Properties</a:t>
            </a:r>
            <a:r>
              <a:rPr dirty="0" spc="-160"/>
              <a:t> </a:t>
            </a:r>
            <a:r>
              <a:rPr dirty="0"/>
              <a:t>for</a:t>
            </a:r>
            <a:r>
              <a:rPr dirty="0" spc="-165"/>
              <a:t> </a:t>
            </a:r>
            <a:r>
              <a:rPr dirty="0" spc="-45"/>
              <a:t>RegEx</a:t>
            </a:r>
            <a:r>
              <a:rPr dirty="0" spc="-160"/>
              <a:t> </a:t>
            </a:r>
            <a:r>
              <a:rPr dirty="0"/>
              <a:t>-</a:t>
            </a:r>
            <a:r>
              <a:rPr dirty="0" spc="-140"/>
              <a:t> </a:t>
            </a:r>
            <a:r>
              <a:rPr dirty="0" spc="-10"/>
              <a:t>Union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041556" y="1347923"/>
            <a:ext cx="26263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(closure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under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800" spc="-25">
                <a:latin typeface="Franklin Gothic Medium"/>
                <a:cs typeface="Franklin Gothic Medium"/>
              </a:rPr>
              <a:t>)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64107" y="2912329"/>
            <a:ext cx="5537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830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sz="2400" spc="21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 spc="-6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3278644" y="3019970"/>
            <a:ext cx="1120140" cy="283845"/>
          </a:xfrm>
          <a:custGeom>
            <a:avLst/>
            <a:gdLst/>
            <a:ahLst/>
            <a:cxnLst/>
            <a:rect l="l" t="t" r="r" b="b"/>
            <a:pathLst>
              <a:path w="1120139" h="283845">
                <a:moveTo>
                  <a:pt x="94945" y="0"/>
                </a:moveTo>
                <a:lnTo>
                  <a:pt x="91084" y="0"/>
                </a:lnTo>
                <a:lnTo>
                  <a:pt x="74688" y="1231"/>
                </a:lnTo>
                <a:lnTo>
                  <a:pt x="38773" y="16002"/>
                </a:lnTo>
                <a:lnTo>
                  <a:pt x="21615" y="59537"/>
                </a:lnTo>
                <a:lnTo>
                  <a:pt x="21640" y="68618"/>
                </a:lnTo>
                <a:lnTo>
                  <a:pt x="22301" y="75425"/>
                </a:lnTo>
                <a:lnTo>
                  <a:pt x="23393" y="82677"/>
                </a:lnTo>
                <a:lnTo>
                  <a:pt x="24930" y="90347"/>
                </a:lnTo>
                <a:lnTo>
                  <a:pt x="27254" y="100863"/>
                </a:lnTo>
                <a:lnTo>
                  <a:pt x="28422" y="107899"/>
                </a:lnTo>
                <a:lnTo>
                  <a:pt x="28422" y="118325"/>
                </a:lnTo>
                <a:lnTo>
                  <a:pt x="26073" y="123901"/>
                </a:lnTo>
                <a:lnTo>
                  <a:pt x="16637" y="132537"/>
                </a:lnTo>
                <a:lnTo>
                  <a:pt x="9525" y="134848"/>
                </a:lnTo>
                <a:lnTo>
                  <a:pt x="0" y="135140"/>
                </a:lnTo>
                <a:lnTo>
                  <a:pt x="0" y="147345"/>
                </a:lnTo>
                <a:lnTo>
                  <a:pt x="9525" y="147637"/>
                </a:lnTo>
                <a:lnTo>
                  <a:pt x="16637" y="149948"/>
                </a:lnTo>
                <a:lnTo>
                  <a:pt x="26073" y="158584"/>
                </a:lnTo>
                <a:lnTo>
                  <a:pt x="28422" y="164160"/>
                </a:lnTo>
                <a:lnTo>
                  <a:pt x="28422" y="174574"/>
                </a:lnTo>
                <a:lnTo>
                  <a:pt x="27254" y="181622"/>
                </a:lnTo>
                <a:lnTo>
                  <a:pt x="24930" y="192138"/>
                </a:lnTo>
                <a:lnTo>
                  <a:pt x="23393" y="199821"/>
                </a:lnTo>
                <a:lnTo>
                  <a:pt x="22288" y="207073"/>
                </a:lnTo>
                <a:lnTo>
                  <a:pt x="21640" y="213880"/>
                </a:lnTo>
                <a:lnTo>
                  <a:pt x="21513" y="217436"/>
                </a:lnTo>
                <a:lnTo>
                  <a:pt x="21424" y="220268"/>
                </a:lnTo>
                <a:lnTo>
                  <a:pt x="22504" y="235305"/>
                </a:lnTo>
                <a:lnTo>
                  <a:pt x="48539" y="274599"/>
                </a:lnTo>
                <a:lnTo>
                  <a:pt x="91084" y="283819"/>
                </a:lnTo>
                <a:lnTo>
                  <a:pt x="94945" y="283819"/>
                </a:lnTo>
                <a:lnTo>
                  <a:pt x="94945" y="272503"/>
                </a:lnTo>
                <a:lnTo>
                  <a:pt x="92722" y="272503"/>
                </a:lnTo>
                <a:lnTo>
                  <a:pt x="82511" y="271805"/>
                </a:lnTo>
                <a:lnTo>
                  <a:pt x="49784" y="246075"/>
                </a:lnTo>
                <a:lnTo>
                  <a:pt x="46736" y="222948"/>
                </a:lnTo>
                <a:lnTo>
                  <a:pt x="46824" y="220268"/>
                </a:lnTo>
                <a:lnTo>
                  <a:pt x="46913" y="217436"/>
                </a:lnTo>
                <a:lnTo>
                  <a:pt x="47472" y="211302"/>
                </a:lnTo>
                <a:lnTo>
                  <a:pt x="48399" y="204558"/>
                </a:lnTo>
                <a:lnTo>
                  <a:pt x="49707" y="197205"/>
                </a:lnTo>
                <a:lnTo>
                  <a:pt x="51689" y="186982"/>
                </a:lnTo>
                <a:lnTo>
                  <a:pt x="52679" y="179692"/>
                </a:lnTo>
                <a:lnTo>
                  <a:pt x="52679" y="166890"/>
                </a:lnTo>
                <a:lnTo>
                  <a:pt x="50190" y="159969"/>
                </a:lnTo>
                <a:lnTo>
                  <a:pt x="40284" y="149161"/>
                </a:lnTo>
                <a:lnTo>
                  <a:pt x="34378" y="145161"/>
                </a:lnTo>
                <a:lnTo>
                  <a:pt x="27533" y="142582"/>
                </a:lnTo>
                <a:lnTo>
                  <a:pt x="27533" y="139903"/>
                </a:lnTo>
                <a:lnTo>
                  <a:pt x="34378" y="137325"/>
                </a:lnTo>
                <a:lnTo>
                  <a:pt x="40284" y="133324"/>
                </a:lnTo>
                <a:lnTo>
                  <a:pt x="50190" y="122516"/>
                </a:lnTo>
                <a:lnTo>
                  <a:pt x="52679" y="115595"/>
                </a:lnTo>
                <a:lnTo>
                  <a:pt x="52679" y="102793"/>
                </a:lnTo>
                <a:lnTo>
                  <a:pt x="51689" y="95504"/>
                </a:lnTo>
                <a:lnTo>
                  <a:pt x="49707" y="85280"/>
                </a:lnTo>
                <a:lnTo>
                  <a:pt x="48399" y="77939"/>
                </a:lnTo>
                <a:lnTo>
                  <a:pt x="47472" y="71196"/>
                </a:lnTo>
                <a:lnTo>
                  <a:pt x="46913" y="65062"/>
                </a:lnTo>
                <a:lnTo>
                  <a:pt x="46824" y="62217"/>
                </a:lnTo>
                <a:lnTo>
                  <a:pt x="46736" y="59537"/>
                </a:lnTo>
                <a:lnTo>
                  <a:pt x="58940" y="22555"/>
                </a:lnTo>
                <a:lnTo>
                  <a:pt x="92722" y="11315"/>
                </a:lnTo>
                <a:lnTo>
                  <a:pt x="94945" y="11315"/>
                </a:lnTo>
                <a:lnTo>
                  <a:pt x="94945" y="0"/>
                </a:lnTo>
                <a:close/>
              </a:path>
              <a:path w="1120139" h="283845">
                <a:moveTo>
                  <a:pt x="225577" y="12065"/>
                </a:moveTo>
                <a:lnTo>
                  <a:pt x="221564" y="609"/>
                </a:lnTo>
                <a:lnTo>
                  <a:pt x="201091" y="8001"/>
                </a:lnTo>
                <a:lnTo>
                  <a:pt x="183134" y="18707"/>
                </a:lnTo>
                <a:lnTo>
                  <a:pt x="154813" y="50088"/>
                </a:lnTo>
                <a:lnTo>
                  <a:pt x="137337" y="92049"/>
                </a:lnTo>
                <a:lnTo>
                  <a:pt x="131597" y="140360"/>
                </a:lnTo>
                <a:lnTo>
                  <a:pt x="131521" y="141846"/>
                </a:lnTo>
                <a:lnTo>
                  <a:pt x="132969" y="167779"/>
                </a:lnTo>
                <a:lnTo>
                  <a:pt x="144576" y="213652"/>
                </a:lnTo>
                <a:lnTo>
                  <a:pt x="167614" y="250888"/>
                </a:lnTo>
                <a:lnTo>
                  <a:pt x="201028" y="275551"/>
                </a:lnTo>
                <a:lnTo>
                  <a:pt x="221564" y="282930"/>
                </a:lnTo>
                <a:lnTo>
                  <a:pt x="225132" y="271475"/>
                </a:lnTo>
                <a:lnTo>
                  <a:pt x="209042" y="264350"/>
                </a:lnTo>
                <a:lnTo>
                  <a:pt x="195160" y="254431"/>
                </a:lnTo>
                <a:lnTo>
                  <a:pt x="166674" y="208191"/>
                </a:lnTo>
                <a:lnTo>
                  <a:pt x="158305" y="165252"/>
                </a:lnTo>
                <a:lnTo>
                  <a:pt x="157327" y="141846"/>
                </a:lnTo>
                <a:lnTo>
                  <a:pt x="157264" y="140360"/>
                </a:lnTo>
                <a:lnTo>
                  <a:pt x="161442" y="94310"/>
                </a:lnTo>
                <a:lnTo>
                  <a:pt x="174002" y="56794"/>
                </a:lnTo>
                <a:lnTo>
                  <a:pt x="209296" y="19151"/>
                </a:lnTo>
                <a:lnTo>
                  <a:pt x="225577" y="12065"/>
                </a:lnTo>
                <a:close/>
              </a:path>
              <a:path w="1120139" h="283845">
                <a:moveTo>
                  <a:pt x="1033500" y="141846"/>
                </a:moveTo>
                <a:lnTo>
                  <a:pt x="1027671" y="92049"/>
                </a:lnTo>
                <a:lnTo>
                  <a:pt x="1010208" y="50088"/>
                </a:lnTo>
                <a:lnTo>
                  <a:pt x="981875" y="18707"/>
                </a:lnTo>
                <a:lnTo>
                  <a:pt x="943457" y="609"/>
                </a:lnTo>
                <a:lnTo>
                  <a:pt x="939444" y="12065"/>
                </a:lnTo>
                <a:lnTo>
                  <a:pt x="955789" y="19151"/>
                </a:lnTo>
                <a:lnTo>
                  <a:pt x="969835" y="28981"/>
                </a:lnTo>
                <a:lnTo>
                  <a:pt x="998372" y="74485"/>
                </a:lnTo>
                <a:lnTo>
                  <a:pt x="1006652" y="115963"/>
                </a:lnTo>
                <a:lnTo>
                  <a:pt x="1006703" y="116268"/>
                </a:lnTo>
                <a:lnTo>
                  <a:pt x="1006690" y="165252"/>
                </a:lnTo>
                <a:lnTo>
                  <a:pt x="998334" y="208191"/>
                </a:lnTo>
                <a:lnTo>
                  <a:pt x="969848" y="254431"/>
                </a:lnTo>
                <a:lnTo>
                  <a:pt x="939888" y="271475"/>
                </a:lnTo>
                <a:lnTo>
                  <a:pt x="943457" y="282930"/>
                </a:lnTo>
                <a:lnTo>
                  <a:pt x="981964" y="264871"/>
                </a:lnTo>
                <a:lnTo>
                  <a:pt x="1010285" y="233603"/>
                </a:lnTo>
                <a:lnTo>
                  <a:pt x="1027696" y="191719"/>
                </a:lnTo>
                <a:lnTo>
                  <a:pt x="1032040" y="167779"/>
                </a:lnTo>
                <a:lnTo>
                  <a:pt x="1033500" y="141846"/>
                </a:lnTo>
                <a:close/>
              </a:path>
              <a:path w="1120139" h="283845">
                <a:moveTo>
                  <a:pt x="1119962" y="2679"/>
                </a:moveTo>
                <a:lnTo>
                  <a:pt x="1097038" y="2679"/>
                </a:lnTo>
                <a:lnTo>
                  <a:pt x="1097038" y="279666"/>
                </a:lnTo>
                <a:lnTo>
                  <a:pt x="1119962" y="279666"/>
                </a:lnTo>
                <a:lnTo>
                  <a:pt x="1119962" y="26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2902808" y="2930320"/>
            <a:ext cx="44564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606425" algn="l"/>
                <a:tab pos="1531620" algn="l"/>
                <a:tab pos="2658110" algn="l"/>
                <a:tab pos="3291840" algn="l"/>
              </a:tabLst>
            </a:pPr>
            <a:r>
              <a:rPr dirty="0" sz="2400" spc="-50">
                <a:latin typeface="Cambria Math"/>
                <a:cs typeface="Cambria Math"/>
              </a:rPr>
              <a:t>=</a:t>
            </a:r>
            <a:r>
              <a:rPr dirty="0" sz="2400">
                <a:latin typeface="Cambria Math"/>
                <a:cs typeface="Cambria Math"/>
              </a:rPr>
              <a:t>	𝑞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125">
                <a:latin typeface="Cambria Math"/>
                <a:cs typeface="Cambria Math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r>
              <a:rPr dirty="0" baseline="-15873" sz="2625"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𝑞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487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∈</a:t>
            </a:r>
            <a:r>
              <a:rPr dirty="0" sz="2400" spc="100">
                <a:latin typeface="Cambria Math"/>
                <a:cs typeface="Cambria Math"/>
              </a:rPr>
              <a:t> </a:t>
            </a:r>
            <a:r>
              <a:rPr dirty="0" sz="2400" spc="-660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989">
                <a:solidFill>
                  <a:srgbClr val="C55A11"/>
                </a:solidFill>
                <a:latin typeface="Cambria Math"/>
                <a:cs typeface="Cambria Math"/>
              </a:rPr>
              <a:t>1</a:t>
            </a:r>
            <a:r>
              <a:rPr dirty="0" baseline="-15873" sz="2625">
                <a:solidFill>
                  <a:srgbClr val="C55A11"/>
                </a:solidFill>
                <a:latin typeface="Cambria Math"/>
                <a:cs typeface="Cambria Math"/>
              </a:rPr>
              <a:t>	</a:t>
            </a:r>
            <a:r>
              <a:rPr dirty="0" sz="2400" spc="-25">
                <a:latin typeface="Franklin Gothic Medium"/>
                <a:cs typeface="Franklin Gothic Medium"/>
              </a:rPr>
              <a:t>and</a:t>
            </a:r>
            <a:r>
              <a:rPr dirty="0" sz="2400">
                <a:latin typeface="Franklin Gothic Medium"/>
                <a:cs typeface="Franklin Gothic Medium"/>
              </a:rPr>
              <a:t>	</a:t>
            </a:r>
            <a:r>
              <a:rPr dirty="0" sz="2400">
                <a:latin typeface="Cambria Math"/>
                <a:cs typeface="Cambria Math"/>
              </a:rPr>
              <a:t>𝑞</a:t>
            </a:r>
            <a:r>
              <a:rPr dirty="0" baseline="-15873" sz="2625">
                <a:latin typeface="Cambria Math"/>
                <a:cs typeface="Cambria Math"/>
              </a:rPr>
              <a:t>2</a:t>
            </a:r>
            <a:r>
              <a:rPr dirty="0" baseline="-15873" sz="2625" spc="509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∈</a:t>
            </a:r>
            <a:r>
              <a:rPr dirty="0" sz="2400" spc="130">
                <a:latin typeface="Cambria Math"/>
                <a:cs typeface="Cambria Math"/>
              </a:rPr>
              <a:t> </a:t>
            </a:r>
            <a:r>
              <a:rPr dirty="0" sz="2400" spc="-42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637">
                <a:solidFill>
                  <a:srgbClr val="C55A11"/>
                </a:solidFill>
                <a:latin typeface="Cambria Math"/>
                <a:cs typeface="Cambria Math"/>
              </a:rPr>
              <a:t>2</a:t>
            </a:r>
            <a:r>
              <a:rPr dirty="0" sz="2400" spc="-425">
                <a:latin typeface="Cambria Math"/>
                <a:cs typeface="Cambria Math"/>
              </a:rPr>
              <a:t>}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1278851" y="4074642"/>
            <a:ext cx="1199515" cy="368300"/>
          </a:xfrm>
          <a:custGeom>
            <a:avLst/>
            <a:gdLst/>
            <a:ahLst/>
            <a:cxnLst/>
            <a:rect l="l" t="t" r="r" b="b"/>
            <a:pathLst>
              <a:path w="1199514" h="368300">
                <a:moveTo>
                  <a:pt x="100457" y="12204"/>
                </a:moveTo>
                <a:lnTo>
                  <a:pt x="96735" y="0"/>
                </a:lnTo>
                <a:lnTo>
                  <a:pt x="74853" y="8534"/>
                </a:lnTo>
                <a:lnTo>
                  <a:pt x="55613" y="21920"/>
                </a:lnTo>
                <a:lnTo>
                  <a:pt x="25146" y="63246"/>
                </a:lnTo>
                <a:lnTo>
                  <a:pt x="6286" y="118986"/>
                </a:lnTo>
                <a:lnTo>
                  <a:pt x="0" y="184099"/>
                </a:lnTo>
                <a:lnTo>
                  <a:pt x="1511" y="216522"/>
                </a:lnTo>
                <a:lnTo>
                  <a:pt x="14147" y="278257"/>
                </a:lnTo>
                <a:lnTo>
                  <a:pt x="39052" y="328053"/>
                </a:lnTo>
                <a:lnTo>
                  <a:pt x="74853" y="359676"/>
                </a:lnTo>
                <a:lnTo>
                  <a:pt x="96735" y="368198"/>
                </a:lnTo>
                <a:lnTo>
                  <a:pt x="100457" y="355993"/>
                </a:lnTo>
                <a:lnTo>
                  <a:pt x="83540" y="347230"/>
                </a:lnTo>
                <a:lnTo>
                  <a:pt x="68808" y="334479"/>
                </a:lnTo>
                <a:lnTo>
                  <a:pt x="45910" y="296989"/>
                </a:lnTo>
                <a:lnTo>
                  <a:pt x="32016" y="246075"/>
                </a:lnTo>
                <a:lnTo>
                  <a:pt x="27381" y="184251"/>
                </a:lnTo>
                <a:lnTo>
                  <a:pt x="28536" y="151917"/>
                </a:lnTo>
                <a:lnTo>
                  <a:pt x="37807" y="95427"/>
                </a:lnTo>
                <a:lnTo>
                  <a:pt x="56273" y="50520"/>
                </a:lnTo>
                <a:lnTo>
                  <a:pt x="83540" y="20980"/>
                </a:lnTo>
                <a:lnTo>
                  <a:pt x="100457" y="12204"/>
                </a:lnTo>
                <a:close/>
              </a:path>
              <a:path w="1199514" h="368300">
                <a:moveTo>
                  <a:pt x="231216" y="55372"/>
                </a:moveTo>
                <a:lnTo>
                  <a:pt x="227203" y="43916"/>
                </a:lnTo>
                <a:lnTo>
                  <a:pt x="206730" y="51308"/>
                </a:lnTo>
                <a:lnTo>
                  <a:pt x="188785" y="62026"/>
                </a:lnTo>
                <a:lnTo>
                  <a:pt x="160451" y="93395"/>
                </a:lnTo>
                <a:lnTo>
                  <a:pt x="142989" y="135356"/>
                </a:lnTo>
                <a:lnTo>
                  <a:pt x="137248" y="183667"/>
                </a:lnTo>
                <a:lnTo>
                  <a:pt x="137160" y="185153"/>
                </a:lnTo>
                <a:lnTo>
                  <a:pt x="142963" y="235038"/>
                </a:lnTo>
                <a:lnTo>
                  <a:pt x="160375" y="276910"/>
                </a:lnTo>
                <a:lnTo>
                  <a:pt x="188696" y="308190"/>
                </a:lnTo>
                <a:lnTo>
                  <a:pt x="227203" y="326237"/>
                </a:lnTo>
                <a:lnTo>
                  <a:pt x="230771" y="314782"/>
                </a:lnTo>
                <a:lnTo>
                  <a:pt x="214680" y="307670"/>
                </a:lnTo>
                <a:lnTo>
                  <a:pt x="200799" y="297751"/>
                </a:lnTo>
                <a:lnTo>
                  <a:pt x="172313" y="251510"/>
                </a:lnTo>
                <a:lnTo>
                  <a:pt x="163957" y="208572"/>
                </a:lnTo>
                <a:lnTo>
                  <a:pt x="162966" y="185153"/>
                </a:lnTo>
                <a:lnTo>
                  <a:pt x="162902" y="183667"/>
                </a:lnTo>
                <a:lnTo>
                  <a:pt x="167093" y="137629"/>
                </a:lnTo>
                <a:lnTo>
                  <a:pt x="179641" y="100101"/>
                </a:lnTo>
                <a:lnTo>
                  <a:pt x="214934" y="62471"/>
                </a:lnTo>
                <a:lnTo>
                  <a:pt x="231216" y="55372"/>
                </a:lnTo>
                <a:close/>
              </a:path>
              <a:path w="1199514" h="368300">
                <a:moveTo>
                  <a:pt x="772439" y="185153"/>
                </a:moveTo>
                <a:lnTo>
                  <a:pt x="771004" y="159588"/>
                </a:lnTo>
                <a:lnTo>
                  <a:pt x="770991" y="159283"/>
                </a:lnTo>
                <a:lnTo>
                  <a:pt x="766622" y="135356"/>
                </a:lnTo>
                <a:lnTo>
                  <a:pt x="749147" y="93395"/>
                </a:lnTo>
                <a:lnTo>
                  <a:pt x="720813" y="62026"/>
                </a:lnTo>
                <a:lnTo>
                  <a:pt x="682396" y="43916"/>
                </a:lnTo>
                <a:lnTo>
                  <a:pt x="678383" y="55372"/>
                </a:lnTo>
                <a:lnTo>
                  <a:pt x="694728" y="62471"/>
                </a:lnTo>
                <a:lnTo>
                  <a:pt x="708787" y="72288"/>
                </a:lnTo>
                <a:lnTo>
                  <a:pt x="737311" y="117805"/>
                </a:lnTo>
                <a:lnTo>
                  <a:pt x="745604" y="159283"/>
                </a:lnTo>
                <a:lnTo>
                  <a:pt x="746683" y="183667"/>
                </a:lnTo>
                <a:lnTo>
                  <a:pt x="745642" y="208572"/>
                </a:lnTo>
                <a:lnTo>
                  <a:pt x="737273" y="251510"/>
                </a:lnTo>
                <a:lnTo>
                  <a:pt x="708799" y="297751"/>
                </a:lnTo>
                <a:lnTo>
                  <a:pt x="678827" y="314782"/>
                </a:lnTo>
                <a:lnTo>
                  <a:pt x="682396" y="326237"/>
                </a:lnTo>
                <a:lnTo>
                  <a:pt x="720902" y="308190"/>
                </a:lnTo>
                <a:lnTo>
                  <a:pt x="749223" y="276910"/>
                </a:lnTo>
                <a:lnTo>
                  <a:pt x="766635" y="235038"/>
                </a:lnTo>
                <a:lnTo>
                  <a:pt x="770991" y="211099"/>
                </a:lnTo>
                <a:lnTo>
                  <a:pt x="772439" y="185153"/>
                </a:lnTo>
                <a:close/>
              </a:path>
              <a:path w="1199514" h="368300">
                <a:moveTo>
                  <a:pt x="1198905" y="184099"/>
                </a:moveTo>
                <a:lnTo>
                  <a:pt x="1192618" y="118986"/>
                </a:lnTo>
                <a:lnTo>
                  <a:pt x="1173759" y="63246"/>
                </a:lnTo>
                <a:lnTo>
                  <a:pt x="1143292" y="21920"/>
                </a:lnTo>
                <a:lnTo>
                  <a:pt x="1102169" y="0"/>
                </a:lnTo>
                <a:lnTo>
                  <a:pt x="1098448" y="12204"/>
                </a:lnTo>
                <a:lnTo>
                  <a:pt x="1115364" y="20980"/>
                </a:lnTo>
                <a:lnTo>
                  <a:pt x="1130096" y="33756"/>
                </a:lnTo>
                <a:lnTo>
                  <a:pt x="1152994" y="71285"/>
                </a:lnTo>
                <a:lnTo>
                  <a:pt x="1166901" y="122301"/>
                </a:lnTo>
                <a:lnTo>
                  <a:pt x="1171524" y="184099"/>
                </a:lnTo>
                <a:lnTo>
                  <a:pt x="1170368" y="216522"/>
                </a:lnTo>
                <a:lnTo>
                  <a:pt x="1161110" y="272897"/>
                </a:lnTo>
                <a:lnTo>
                  <a:pt x="1142644" y="317728"/>
                </a:lnTo>
                <a:lnTo>
                  <a:pt x="1115364" y="347230"/>
                </a:lnTo>
                <a:lnTo>
                  <a:pt x="1098448" y="355993"/>
                </a:lnTo>
                <a:lnTo>
                  <a:pt x="1102169" y="368198"/>
                </a:lnTo>
                <a:lnTo>
                  <a:pt x="1143292" y="346290"/>
                </a:lnTo>
                <a:lnTo>
                  <a:pt x="1173759" y="304952"/>
                </a:lnTo>
                <a:lnTo>
                  <a:pt x="1192618" y="249212"/>
                </a:lnTo>
                <a:lnTo>
                  <a:pt x="1198905" y="184251"/>
                </a:lnTo>
                <a:lnTo>
                  <a:pt x="1198905" y="184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929344" y="4074642"/>
            <a:ext cx="2327275" cy="368300"/>
          </a:xfrm>
          <a:custGeom>
            <a:avLst/>
            <a:gdLst/>
            <a:ahLst/>
            <a:cxnLst/>
            <a:rect l="l" t="t" r="r" b="b"/>
            <a:pathLst>
              <a:path w="2327275" h="368300">
                <a:moveTo>
                  <a:pt x="100457" y="12204"/>
                </a:moveTo>
                <a:lnTo>
                  <a:pt x="96735" y="0"/>
                </a:lnTo>
                <a:lnTo>
                  <a:pt x="74853" y="8534"/>
                </a:lnTo>
                <a:lnTo>
                  <a:pt x="55613" y="21920"/>
                </a:lnTo>
                <a:lnTo>
                  <a:pt x="25146" y="63246"/>
                </a:lnTo>
                <a:lnTo>
                  <a:pt x="6286" y="118986"/>
                </a:lnTo>
                <a:lnTo>
                  <a:pt x="0" y="184099"/>
                </a:lnTo>
                <a:lnTo>
                  <a:pt x="1511" y="216522"/>
                </a:lnTo>
                <a:lnTo>
                  <a:pt x="14147" y="278257"/>
                </a:lnTo>
                <a:lnTo>
                  <a:pt x="39052" y="328053"/>
                </a:lnTo>
                <a:lnTo>
                  <a:pt x="74853" y="359676"/>
                </a:lnTo>
                <a:lnTo>
                  <a:pt x="96735" y="368198"/>
                </a:lnTo>
                <a:lnTo>
                  <a:pt x="100457" y="355993"/>
                </a:lnTo>
                <a:lnTo>
                  <a:pt x="83540" y="347230"/>
                </a:lnTo>
                <a:lnTo>
                  <a:pt x="68808" y="334479"/>
                </a:lnTo>
                <a:lnTo>
                  <a:pt x="45910" y="296989"/>
                </a:lnTo>
                <a:lnTo>
                  <a:pt x="32016" y="246075"/>
                </a:lnTo>
                <a:lnTo>
                  <a:pt x="27381" y="184251"/>
                </a:lnTo>
                <a:lnTo>
                  <a:pt x="28536" y="151917"/>
                </a:lnTo>
                <a:lnTo>
                  <a:pt x="37807" y="95427"/>
                </a:lnTo>
                <a:lnTo>
                  <a:pt x="56273" y="50520"/>
                </a:lnTo>
                <a:lnTo>
                  <a:pt x="83540" y="20980"/>
                </a:lnTo>
                <a:lnTo>
                  <a:pt x="100457" y="12204"/>
                </a:lnTo>
                <a:close/>
              </a:path>
              <a:path w="2327275" h="368300">
                <a:moveTo>
                  <a:pt x="519252" y="55372"/>
                </a:moveTo>
                <a:lnTo>
                  <a:pt x="515226" y="43916"/>
                </a:lnTo>
                <a:lnTo>
                  <a:pt x="494766" y="51308"/>
                </a:lnTo>
                <a:lnTo>
                  <a:pt x="476821" y="62026"/>
                </a:lnTo>
                <a:lnTo>
                  <a:pt x="448487" y="93395"/>
                </a:lnTo>
                <a:lnTo>
                  <a:pt x="431025" y="135356"/>
                </a:lnTo>
                <a:lnTo>
                  <a:pt x="425284" y="183667"/>
                </a:lnTo>
                <a:lnTo>
                  <a:pt x="425196" y="185153"/>
                </a:lnTo>
                <a:lnTo>
                  <a:pt x="430999" y="235038"/>
                </a:lnTo>
                <a:lnTo>
                  <a:pt x="448411" y="276910"/>
                </a:lnTo>
                <a:lnTo>
                  <a:pt x="476719" y="308190"/>
                </a:lnTo>
                <a:lnTo>
                  <a:pt x="515226" y="326237"/>
                </a:lnTo>
                <a:lnTo>
                  <a:pt x="518807" y="314782"/>
                </a:lnTo>
                <a:lnTo>
                  <a:pt x="502716" y="307670"/>
                </a:lnTo>
                <a:lnTo>
                  <a:pt x="488835" y="297751"/>
                </a:lnTo>
                <a:lnTo>
                  <a:pt x="460349" y="251510"/>
                </a:lnTo>
                <a:lnTo>
                  <a:pt x="451993" y="208572"/>
                </a:lnTo>
                <a:lnTo>
                  <a:pt x="451002" y="185153"/>
                </a:lnTo>
                <a:lnTo>
                  <a:pt x="450938" y="183667"/>
                </a:lnTo>
                <a:lnTo>
                  <a:pt x="455129" y="137629"/>
                </a:lnTo>
                <a:lnTo>
                  <a:pt x="467677" y="100101"/>
                </a:lnTo>
                <a:lnTo>
                  <a:pt x="502970" y="62471"/>
                </a:lnTo>
                <a:lnTo>
                  <a:pt x="519252" y="55372"/>
                </a:lnTo>
                <a:close/>
              </a:path>
              <a:path w="2327275" h="368300">
                <a:moveTo>
                  <a:pt x="1086383" y="185153"/>
                </a:moveTo>
                <a:lnTo>
                  <a:pt x="1084948" y="159588"/>
                </a:lnTo>
                <a:lnTo>
                  <a:pt x="1084935" y="159283"/>
                </a:lnTo>
                <a:lnTo>
                  <a:pt x="1080566" y="135356"/>
                </a:lnTo>
                <a:lnTo>
                  <a:pt x="1063091" y="93395"/>
                </a:lnTo>
                <a:lnTo>
                  <a:pt x="1034757" y="62026"/>
                </a:lnTo>
                <a:lnTo>
                  <a:pt x="996340" y="43916"/>
                </a:lnTo>
                <a:lnTo>
                  <a:pt x="992327" y="55372"/>
                </a:lnTo>
                <a:lnTo>
                  <a:pt x="1008672" y="62471"/>
                </a:lnTo>
                <a:lnTo>
                  <a:pt x="1022731" y="72288"/>
                </a:lnTo>
                <a:lnTo>
                  <a:pt x="1051255" y="117805"/>
                </a:lnTo>
                <a:lnTo>
                  <a:pt x="1059548" y="159283"/>
                </a:lnTo>
                <a:lnTo>
                  <a:pt x="1060627" y="183667"/>
                </a:lnTo>
                <a:lnTo>
                  <a:pt x="1059586" y="208572"/>
                </a:lnTo>
                <a:lnTo>
                  <a:pt x="1051217" y="251510"/>
                </a:lnTo>
                <a:lnTo>
                  <a:pt x="1022743" y="297751"/>
                </a:lnTo>
                <a:lnTo>
                  <a:pt x="992771" y="314782"/>
                </a:lnTo>
                <a:lnTo>
                  <a:pt x="996340" y="326237"/>
                </a:lnTo>
                <a:lnTo>
                  <a:pt x="1034846" y="308190"/>
                </a:lnTo>
                <a:lnTo>
                  <a:pt x="1063167" y="276910"/>
                </a:lnTo>
                <a:lnTo>
                  <a:pt x="1080579" y="235038"/>
                </a:lnTo>
                <a:lnTo>
                  <a:pt x="1084935" y="211099"/>
                </a:lnTo>
                <a:lnTo>
                  <a:pt x="1086383" y="185153"/>
                </a:lnTo>
                <a:close/>
              </a:path>
              <a:path w="2327275" h="368300">
                <a:moveTo>
                  <a:pt x="1643964" y="55372"/>
                </a:moveTo>
                <a:lnTo>
                  <a:pt x="1639938" y="43916"/>
                </a:lnTo>
                <a:lnTo>
                  <a:pt x="1619478" y="51308"/>
                </a:lnTo>
                <a:lnTo>
                  <a:pt x="1601533" y="62026"/>
                </a:lnTo>
                <a:lnTo>
                  <a:pt x="1573199" y="93395"/>
                </a:lnTo>
                <a:lnTo>
                  <a:pt x="1555737" y="135356"/>
                </a:lnTo>
                <a:lnTo>
                  <a:pt x="1549996" y="183667"/>
                </a:lnTo>
                <a:lnTo>
                  <a:pt x="1549908" y="185153"/>
                </a:lnTo>
                <a:lnTo>
                  <a:pt x="1555711" y="235038"/>
                </a:lnTo>
                <a:lnTo>
                  <a:pt x="1573123" y="276910"/>
                </a:lnTo>
                <a:lnTo>
                  <a:pt x="1601431" y="308190"/>
                </a:lnTo>
                <a:lnTo>
                  <a:pt x="1639938" y="326237"/>
                </a:lnTo>
                <a:lnTo>
                  <a:pt x="1643519" y="314782"/>
                </a:lnTo>
                <a:lnTo>
                  <a:pt x="1627428" y="307670"/>
                </a:lnTo>
                <a:lnTo>
                  <a:pt x="1613547" y="297751"/>
                </a:lnTo>
                <a:lnTo>
                  <a:pt x="1585061" y="251510"/>
                </a:lnTo>
                <a:lnTo>
                  <a:pt x="1576705" y="208572"/>
                </a:lnTo>
                <a:lnTo>
                  <a:pt x="1575714" y="185153"/>
                </a:lnTo>
                <a:lnTo>
                  <a:pt x="1575650" y="183667"/>
                </a:lnTo>
                <a:lnTo>
                  <a:pt x="1579841" y="137629"/>
                </a:lnTo>
                <a:lnTo>
                  <a:pt x="1592389" y="100101"/>
                </a:lnTo>
                <a:lnTo>
                  <a:pt x="1627682" y="62471"/>
                </a:lnTo>
                <a:lnTo>
                  <a:pt x="1643964" y="55372"/>
                </a:lnTo>
                <a:close/>
              </a:path>
              <a:path w="2327275" h="368300">
                <a:moveTo>
                  <a:pt x="2189759" y="185153"/>
                </a:moveTo>
                <a:lnTo>
                  <a:pt x="2183930" y="135356"/>
                </a:lnTo>
                <a:lnTo>
                  <a:pt x="2166467" y="93395"/>
                </a:lnTo>
                <a:lnTo>
                  <a:pt x="2138134" y="62026"/>
                </a:lnTo>
                <a:lnTo>
                  <a:pt x="2099716" y="43916"/>
                </a:lnTo>
                <a:lnTo>
                  <a:pt x="2095703" y="55372"/>
                </a:lnTo>
                <a:lnTo>
                  <a:pt x="2112048" y="62471"/>
                </a:lnTo>
                <a:lnTo>
                  <a:pt x="2126107" y="72288"/>
                </a:lnTo>
                <a:lnTo>
                  <a:pt x="2154631" y="117805"/>
                </a:lnTo>
                <a:lnTo>
                  <a:pt x="2162924" y="159283"/>
                </a:lnTo>
                <a:lnTo>
                  <a:pt x="2164003" y="183667"/>
                </a:lnTo>
                <a:lnTo>
                  <a:pt x="2162962" y="208572"/>
                </a:lnTo>
                <a:lnTo>
                  <a:pt x="2154593" y="251510"/>
                </a:lnTo>
                <a:lnTo>
                  <a:pt x="2126119" y="297751"/>
                </a:lnTo>
                <a:lnTo>
                  <a:pt x="2096147" y="314782"/>
                </a:lnTo>
                <a:lnTo>
                  <a:pt x="2099716" y="326237"/>
                </a:lnTo>
                <a:lnTo>
                  <a:pt x="2138222" y="308190"/>
                </a:lnTo>
                <a:lnTo>
                  <a:pt x="2166543" y="276910"/>
                </a:lnTo>
                <a:lnTo>
                  <a:pt x="2183955" y="235038"/>
                </a:lnTo>
                <a:lnTo>
                  <a:pt x="2188311" y="211099"/>
                </a:lnTo>
                <a:lnTo>
                  <a:pt x="2189759" y="185153"/>
                </a:lnTo>
                <a:close/>
              </a:path>
              <a:path w="2327275" h="368300">
                <a:moveTo>
                  <a:pt x="2326665" y="184099"/>
                </a:moveTo>
                <a:lnTo>
                  <a:pt x="2320379" y="118986"/>
                </a:lnTo>
                <a:lnTo>
                  <a:pt x="2301519" y="63246"/>
                </a:lnTo>
                <a:lnTo>
                  <a:pt x="2271052" y="21920"/>
                </a:lnTo>
                <a:lnTo>
                  <a:pt x="2229929" y="0"/>
                </a:lnTo>
                <a:lnTo>
                  <a:pt x="2226208" y="12204"/>
                </a:lnTo>
                <a:lnTo>
                  <a:pt x="2243124" y="20980"/>
                </a:lnTo>
                <a:lnTo>
                  <a:pt x="2257856" y="33756"/>
                </a:lnTo>
                <a:lnTo>
                  <a:pt x="2280755" y="71285"/>
                </a:lnTo>
                <a:lnTo>
                  <a:pt x="2294661" y="122301"/>
                </a:lnTo>
                <a:lnTo>
                  <a:pt x="2299284" y="184099"/>
                </a:lnTo>
                <a:lnTo>
                  <a:pt x="2298128" y="216522"/>
                </a:lnTo>
                <a:lnTo>
                  <a:pt x="2288870" y="272897"/>
                </a:lnTo>
                <a:lnTo>
                  <a:pt x="2270404" y="317728"/>
                </a:lnTo>
                <a:lnTo>
                  <a:pt x="2243124" y="347230"/>
                </a:lnTo>
                <a:lnTo>
                  <a:pt x="2226208" y="355993"/>
                </a:lnTo>
                <a:lnTo>
                  <a:pt x="2229929" y="368198"/>
                </a:lnTo>
                <a:lnTo>
                  <a:pt x="2271052" y="346290"/>
                </a:lnTo>
                <a:lnTo>
                  <a:pt x="2301519" y="304952"/>
                </a:lnTo>
                <a:lnTo>
                  <a:pt x="2320379" y="249212"/>
                </a:lnTo>
                <a:lnTo>
                  <a:pt x="2326665" y="184251"/>
                </a:lnTo>
                <a:lnTo>
                  <a:pt x="2326665" y="184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2988919" y="4028306"/>
            <a:ext cx="20745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464820" algn="l"/>
                <a:tab pos="1054735" algn="l"/>
                <a:tab pos="1589405" algn="l"/>
              </a:tabLst>
            </a:pPr>
            <a:r>
              <a:rPr dirty="0" sz="2400" spc="-535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baseline="-15873" sz="2625" spc="-802">
                <a:solidFill>
                  <a:srgbClr val="538235"/>
                </a:solidFill>
                <a:latin typeface="Cambria Math"/>
                <a:cs typeface="Cambria Math"/>
              </a:rPr>
              <a:t>1</a:t>
            </a:r>
            <a:r>
              <a:rPr dirty="0" baseline="-15873" sz="2625">
                <a:solidFill>
                  <a:srgbClr val="538235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𝑞,</a:t>
            </a:r>
            <a:r>
              <a:rPr dirty="0" sz="2400" spc="-8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r>
              <a:rPr dirty="0" sz="2400">
                <a:latin typeface="Cambria Math"/>
                <a:cs typeface="Cambria Math"/>
              </a:rPr>
              <a:t>	,</a:t>
            </a:r>
            <a:r>
              <a:rPr dirty="0" sz="2400" spc="-155">
                <a:latin typeface="Cambria Math"/>
                <a:cs typeface="Cambria Math"/>
              </a:rPr>
              <a:t> </a:t>
            </a:r>
            <a:r>
              <a:rPr dirty="0" sz="2400" spc="-470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baseline="-15873" sz="2625" spc="-705">
                <a:solidFill>
                  <a:srgbClr val="538235"/>
                </a:solidFill>
                <a:latin typeface="Cambria Math"/>
                <a:cs typeface="Cambria Math"/>
              </a:rPr>
              <a:t>2</a:t>
            </a:r>
            <a:r>
              <a:rPr dirty="0" baseline="-15873" sz="2625">
                <a:solidFill>
                  <a:srgbClr val="538235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𝑟,</a:t>
            </a:r>
            <a:r>
              <a:rPr dirty="0" sz="2400" spc="-100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218931" y="5951220"/>
            <a:ext cx="2952115" cy="3708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0005" rIns="0" bIns="0" rtlCol="0" vert="horz">
            <a:spAutoFit/>
          </a:bodyPr>
          <a:lstStyle/>
          <a:p>
            <a:pPr marL="147955">
              <a:lnSpc>
                <a:spcPct val="100000"/>
              </a:lnSpc>
              <a:spcBef>
                <a:spcPts val="315"/>
              </a:spcBef>
            </a:pPr>
            <a:r>
              <a:rPr dirty="0" sz="1800">
                <a:latin typeface="Franklin Gothic Medium"/>
                <a:cs typeface="Franklin Gothic Medium"/>
              </a:rPr>
              <a:t>This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gives</a:t>
            </a:r>
            <a:r>
              <a:rPr dirty="0" sz="1800" spc="-5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the</a:t>
            </a:r>
            <a:r>
              <a:rPr dirty="0" sz="1800" spc="-75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intersection.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1697963" y="4767809"/>
            <a:ext cx="1176655" cy="282575"/>
          </a:xfrm>
          <a:custGeom>
            <a:avLst/>
            <a:gdLst/>
            <a:ahLst/>
            <a:cxnLst/>
            <a:rect l="l" t="t" r="r" b="b"/>
            <a:pathLst>
              <a:path w="1176655" h="282575">
                <a:moveTo>
                  <a:pt x="1086256" y="0"/>
                </a:moveTo>
                <a:lnTo>
                  <a:pt x="1082243" y="11455"/>
                </a:lnTo>
                <a:lnTo>
                  <a:pt x="1098585" y="18551"/>
                </a:lnTo>
                <a:lnTo>
                  <a:pt x="1112639" y="28371"/>
                </a:lnTo>
                <a:lnTo>
                  <a:pt x="1141172" y="73880"/>
                </a:lnTo>
                <a:lnTo>
                  <a:pt x="1149459" y="115357"/>
                </a:lnTo>
                <a:lnTo>
                  <a:pt x="1149502" y="115661"/>
                </a:lnTo>
                <a:lnTo>
                  <a:pt x="1149498" y="164649"/>
                </a:lnTo>
                <a:lnTo>
                  <a:pt x="1141130" y="207587"/>
                </a:lnTo>
                <a:lnTo>
                  <a:pt x="1112651" y="253828"/>
                </a:lnTo>
                <a:lnTo>
                  <a:pt x="1082687" y="270865"/>
                </a:lnTo>
                <a:lnTo>
                  <a:pt x="1086256" y="282321"/>
                </a:lnTo>
                <a:lnTo>
                  <a:pt x="1124765" y="264263"/>
                </a:lnTo>
                <a:lnTo>
                  <a:pt x="1153083" y="232994"/>
                </a:lnTo>
                <a:lnTo>
                  <a:pt x="1170492" y="191111"/>
                </a:lnTo>
                <a:lnTo>
                  <a:pt x="1176299" y="141236"/>
                </a:lnTo>
                <a:lnTo>
                  <a:pt x="1174861" y="115661"/>
                </a:lnTo>
                <a:lnTo>
                  <a:pt x="1163199" y="69479"/>
                </a:lnTo>
                <a:lnTo>
                  <a:pt x="1140098" y="32129"/>
                </a:lnTo>
                <a:lnTo>
                  <a:pt x="1106723" y="7391"/>
                </a:lnTo>
                <a:lnTo>
                  <a:pt x="1086256" y="0"/>
                </a:lnTo>
                <a:close/>
              </a:path>
              <a:path w="1176655" h="282575">
                <a:moveTo>
                  <a:pt x="90042" y="0"/>
                </a:moveTo>
                <a:lnTo>
                  <a:pt x="51619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5802" y="191111"/>
                </a:lnTo>
                <a:lnTo>
                  <a:pt x="23215" y="232994"/>
                </a:lnTo>
                <a:lnTo>
                  <a:pt x="51528" y="264263"/>
                </a:lnTo>
                <a:lnTo>
                  <a:pt x="90042" y="282321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742" y="139750"/>
                </a:lnTo>
                <a:lnTo>
                  <a:pt x="26788" y="115661"/>
                </a:lnTo>
                <a:lnTo>
                  <a:pt x="35156" y="73880"/>
                </a:lnTo>
                <a:lnTo>
                  <a:pt x="63749" y="28371"/>
                </a:lnTo>
                <a:lnTo>
                  <a:pt x="94056" y="11455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025499" y="3312666"/>
            <a:ext cx="1843405" cy="1756410"/>
          </a:xfrm>
          <a:prstGeom prst="rect">
            <a:avLst/>
          </a:prstGeom>
        </p:spPr>
        <p:txBody>
          <a:bodyPr wrap="square" lIns="0" tIns="18732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475"/>
              </a:spcBef>
            </a:pPr>
            <a:r>
              <a:rPr dirty="0" sz="240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15873" sz="2625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baseline="-15873" sz="2625" spc="555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(</a:t>
            </a:r>
            <a:r>
              <a:rPr dirty="0" sz="240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15873" sz="2625">
                <a:solidFill>
                  <a:srgbClr val="BE9000"/>
                </a:solidFill>
                <a:latin typeface="Cambria Math"/>
                <a:cs typeface="Cambria Math"/>
              </a:rPr>
              <a:t>1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solidFill>
                  <a:srgbClr val="BE9000"/>
                </a:solidFill>
                <a:latin typeface="Cambria Math"/>
                <a:cs typeface="Cambria Math"/>
              </a:rPr>
              <a:t>2</a:t>
            </a:r>
            <a:r>
              <a:rPr dirty="0" sz="2400" spc="-25">
                <a:latin typeface="Cambria Math"/>
                <a:cs typeface="Cambria Math"/>
              </a:rPr>
              <a:t>)</a:t>
            </a:r>
            <a:endParaRPr sz="2400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  <a:spcBef>
                <a:spcPts val="1380"/>
              </a:spcBef>
              <a:tabLst>
                <a:tab pos="489584" algn="l"/>
                <a:tab pos="1052195" algn="l"/>
                <a:tab pos="1564005" algn="l"/>
              </a:tabLst>
            </a:pPr>
            <a:r>
              <a:rPr dirty="0" sz="2400" spc="-670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sz="2400">
                <a:solidFill>
                  <a:srgbClr val="538235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𝑞,</a:t>
            </a:r>
            <a:r>
              <a:rPr dirty="0" sz="2400" spc="-8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𝑟</a:t>
            </a:r>
            <a:r>
              <a:rPr dirty="0" sz="2400">
                <a:latin typeface="Cambria Math"/>
                <a:cs typeface="Cambria Math"/>
              </a:rPr>
              <a:t>	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5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  <a:spcBef>
                <a:spcPts val="2230"/>
              </a:spcBef>
              <a:tabLst>
                <a:tab pos="771525" algn="l"/>
              </a:tabLst>
            </a:pPr>
            <a:r>
              <a:rPr dirty="0" sz="240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sz="2400" spc="225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=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5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baseline="-15873" sz="2625" spc="-75">
                <a:solidFill>
                  <a:srgbClr val="8496AF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195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</a:t>
            </a:r>
            <a:r>
              <a:rPr dirty="0" sz="2400" spc="-95">
                <a:latin typeface="Cambria Math"/>
                <a:cs typeface="Cambria Math"/>
              </a:rPr>
              <a:t> </a:t>
            </a:r>
            <a:r>
              <a:rPr dirty="0" sz="2400" spc="-59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892">
                <a:solidFill>
                  <a:srgbClr val="C55A11"/>
                </a:solidFill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3272255" y="4767809"/>
            <a:ext cx="1176655" cy="282575"/>
          </a:xfrm>
          <a:custGeom>
            <a:avLst/>
            <a:gdLst/>
            <a:ahLst/>
            <a:cxnLst/>
            <a:rect l="l" t="t" r="r" b="b"/>
            <a:pathLst>
              <a:path w="1176654" h="282575">
                <a:moveTo>
                  <a:pt x="1086256" y="0"/>
                </a:moveTo>
                <a:lnTo>
                  <a:pt x="1082243" y="11455"/>
                </a:lnTo>
                <a:lnTo>
                  <a:pt x="1098585" y="18551"/>
                </a:lnTo>
                <a:lnTo>
                  <a:pt x="1112639" y="28371"/>
                </a:lnTo>
                <a:lnTo>
                  <a:pt x="1141172" y="73880"/>
                </a:lnTo>
                <a:lnTo>
                  <a:pt x="1149459" y="115357"/>
                </a:lnTo>
                <a:lnTo>
                  <a:pt x="1149502" y="115661"/>
                </a:lnTo>
                <a:lnTo>
                  <a:pt x="1149498" y="164649"/>
                </a:lnTo>
                <a:lnTo>
                  <a:pt x="1141130" y="207587"/>
                </a:lnTo>
                <a:lnTo>
                  <a:pt x="1112651" y="253828"/>
                </a:lnTo>
                <a:lnTo>
                  <a:pt x="1082687" y="270865"/>
                </a:lnTo>
                <a:lnTo>
                  <a:pt x="1086256" y="282321"/>
                </a:lnTo>
                <a:lnTo>
                  <a:pt x="1124765" y="264263"/>
                </a:lnTo>
                <a:lnTo>
                  <a:pt x="1153083" y="232994"/>
                </a:lnTo>
                <a:lnTo>
                  <a:pt x="1170492" y="191111"/>
                </a:lnTo>
                <a:lnTo>
                  <a:pt x="1176299" y="141236"/>
                </a:lnTo>
                <a:lnTo>
                  <a:pt x="1174861" y="115661"/>
                </a:lnTo>
                <a:lnTo>
                  <a:pt x="1163199" y="69479"/>
                </a:lnTo>
                <a:lnTo>
                  <a:pt x="1140098" y="32129"/>
                </a:lnTo>
                <a:lnTo>
                  <a:pt x="1106723" y="7391"/>
                </a:lnTo>
                <a:lnTo>
                  <a:pt x="1086256" y="0"/>
                </a:lnTo>
                <a:close/>
              </a:path>
              <a:path w="1176654" h="282575">
                <a:moveTo>
                  <a:pt x="90042" y="0"/>
                </a:moveTo>
                <a:lnTo>
                  <a:pt x="51619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5802" y="191111"/>
                </a:lnTo>
                <a:lnTo>
                  <a:pt x="23215" y="232994"/>
                </a:lnTo>
                <a:lnTo>
                  <a:pt x="51528" y="264263"/>
                </a:lnTo>
                <a:lnTo>
                  <a:pt x="90042" y="282321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742" y="139750"/>
                </a:lnTo>
                <a:lnTo>
                  <a:pt x="26788" y="115661"/>
                </a:lnTo>
                <a:lnTo>
                  <a:pt x="35156" y="73880"/>
                </a:lnTo>
                <a:lnTo>
                  <a:pt x="63749" y="28371"/>
                </a:lnTo>
                <a:lnTo>
                  <a:pt x="94056" y="11455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2931518" y="4677557"/>
            <a:ext cx="14554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440055" algn="l"/>
              </a:tabLst>
            </a:pPr>
            <a:r>
              <a:rPr dirty="0" sz="2400" spc="-50">
                <a:latin typeface="Cambria Math"/>
                <a:cs typeface="Cambria Math"/>
              </a:rPr>
              <a:t>∪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63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952">
                <a:solidFill>
                  <a:srgbClr val="C55A11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359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</a:t>
            </a:r>
            <a:r>
              <a:rPr dirty="0" sz="2400" spc="5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baseline="-15873" sz="2625" spc="-37">
                <a:solidFill>
                  <a:srgbClr val="8496AF"/>
                </a:solidFill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473695" y="2878835"/>
            <a:ext cx="4442460" cy="64643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111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45"/>
              </a:spcBef>
            </a:pP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all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pairs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states,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first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from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49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4957" sz="1950" spc="-742">
                <a:solidFill>
                  <a:srgbClr val="C55A11"/>
                </a:solidFill>
                <a:latin typeface="Cambria Math"/>
                <a:cs typeface="Cambria Math"/>
              </a:rPr>
              <a:t>1</a:t>
            </a:r>
            <a:endParaRPr baseline="-14957" sz="1950">
              <a:latin typeface="Cambria Math"/>
              <a:cs typeface="Cambria Math"/>
            </a:endParaRPr>
          </a:p>
          <a:p>
            <a:pPr marL="91440">
              <a:lnSpc>
                <a:spcPct val="100000"/>
              </a:lnSpc>
              <a:spcBef>
                <a:spcPts val="15"/>
              </a:spcBef>
            </a:pP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second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from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31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4957" sz="1950" spc="-472">
                <a:solidFill>
                  <a:srgbClr val="C55A11"/>
                </a:solidFill>
                <a:latin typeface="Cambria Math"/>
                <a:cs typeface="Cambria Math"/>
              </a:rPr>
              <a:t>2</a:t>
            </a:r>
            <a:r>
              <a:rPr dirty="0" sz="1800" spc="-315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918460" y="3515867"/>
            <a:ext cx="4066540" cy="36893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302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60"/>
              </a:spcBef>
            </a:pP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pair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initial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states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from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957" sz="1950">
                <a:latin typeface="Cambria Math"/>
                <a:cs typeface="Cambria Math"/>
              </a:rPr>
              <a:t>1</a:t>
            </a:r>
            <a:r>
              <a:rPr dirty="0" baseline="-14957" sz="1950" spc="217">
                <a:latin typeface="Cambria Math"/>
                <a:cs typeface="Cambria Math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957" sz="1950" spc="-37">
                <a:latin typeface="Cambria Math"/>
                <a:cs typeface="Cambria Math"/>
              </a:rPr>
              <a:t>2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504688" y="4009644"/>
            <a:ext cx="6563995" cy="64643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29844" rIns="0" bIns="0" rtlCol="0" vert="horz">
            <a:spAutoFit/>
          </a:bodyPr>
          <a:lstStyle/>
          <a:p>
            <a:pPr marL="90170" marR="885825">
              <a:lnSpc>
                <a:spcPct val="100600"/>
              </a:lnSpc>
              <a:spcBef>
                <a:spcPts val="234"/>
              </a:spcBef>
            </a:pPr>
            <a:r>
              <a:rPr dirty="0" sz="1800">
                <a:latin typeface="Calibri"/>
                <a:cs typeface="Calibri"/>
              </a:rPr>
              <a:t>Gets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state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1800" spc="3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libri"/>
                <a:cs typeface="Calibri"/>
              </a:rPr>
              <a:t>(which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pair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states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from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957" sz="1950">
                <a:latin typeface="Cambria Math"/>
                <a:cs typeface="Cambria Math"/>
              </a:rPr>
              <a:t>1</a:t>
            </a:r>
            <a:r>
              <a:rPr dirty="0" baseline="-14957" sz="1950" spc="240">
                <a:latin typeface="Cambria Math"/>
                <a:cs typeface="Cambria Math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957" sz="1950" spc="-30">
                <a:latin typeface="Cambria Math"/>
                <a:cs typeface="Cambria Math"/>
              </a:rPr>
              <a:t>2</a:t>
            </a:r>
            <a:r>
              <a:rPr dirty="0" sz="1800" spc="-20">
                <a:latin typeface="Calibri"/>
                <a:cs typeface="Calibri"/>
              </a:rPr>
              <a:t>), </a:t>
            </a:r>
            <a:r>
              <a:rPr dirty="0" sz="1800">
                <a:latin typeface="Calibri"/>
                <a:cs typeface="Calibri"/>
              </a:rPr>
              <a:t>together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input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symbol,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returns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1800">
                <a:latin typeface="Calibri"/>
                <a:cs typeface="Calibri"/>
              </a:rPr>
              <a:t>’s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next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state.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687823" y="4751832"/>
            <a:ext cx="6563995" cy="3708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429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70"/>
              </a:spcBef>
            </a:pPr>
            <a:r>
              <a:rPr dirty="0" sz="1800">
                <a:latin typeface="Calibri"/>
                <a:cs typeface="Calibri"/>
              </a:rPr>
              <a:t>Set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pairs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which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either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member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accept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state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957" sz="1950">
                <a:latin typeface="Cambria Math"/>
                <a:cs typeface="Cambria Math"/>
              </a:rPr>
              <a:t>1</a:t>
            </a:r>
            <a:r>
              <a:rPr dirty="0" baseline="-14957" sz="1950" spc="232">
                <a:latin typeface="Cambria Math"/>
                <a:cs typeface="Cambria Math"/>
              </a:rPr>
              <a:t> </a:t>
            </a:r>
            <a:r>
              <a:rPr dirty="0" sz="1800">
                <a:latin typeface="Calibri"/>
                <a:cs typeface="Calibri"/>
              </a:rPr>
              <a:t>or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957" sz="1950" spc="-37">
                <a:latin typeface="Cambria Math"/>
                <a:cs typeface="Cambria Math"/>
              </a:rPr>
              <a:t>2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74904" y="5440679"/>
            <a:ext cx="3040380" cy="58547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1115" rIns="0" bIns="0" rtlCol="0" vert="horz">
            <a:spAutoFit/>
          </a:bodyPr>
          <a:lstStyle/>
          <a:p>
            <a:pPr marL="91440" marR="152400" indent="-635">
              <a:lnSpc>
                <a:spcPct val="100699"/>
              </a:lnSpc>
              <a:spcBef>
                <a:spcPts val="245"/>
              </a:spcBef>
            </a:pPr>
            <a:r>
              <a:rPr dirty="0" sz="1600">
                <a:latin typeface="Calibri"/>
                <a:cs typeface="Calibri"/>
              </a:rPr>
              <a:t>Accept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state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492" sz="1725">
                <a:latin typeface="Cambria Math"/>
                <a:cs typeface="Cambria Math"/>
              </a:rPr>
              <a:t>1</a:t>
            </a:r>
            <a:r>
              <a:rPr dirty="0" baseline="-14492" sz="1725" spc="165">
                <a:latin typeface="Cambria Math"/>
                <a:cs typeface="Cambria Math"/>
              </a:rPr>
              <a:t> </a:t>
            </a:r>
            <a:r>
              <a:rPr dirty="0" sz="1600">
                <a:latin typeface="Calibri"/>
                <a:cs typeface="Calibri"/>
              </a:rPr>
              <a:t>set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of </a:t>
            </a:r>
            <a:r>
              <a:rPr dirty="0" sz="1600">
                <a:latin typeface="Calibri"/>
                <a:cs typeface="Calibri"/>
              </a:rPr>
              <a:t>accept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states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state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492" sz="1725" spc="-37">
                <a:latin typeface="Cambria Math"/>
                <a:cs typeface="Cambria Math"/>
              </a:rPr>
              <a:t>2</a:t>
            </a:r>
            <a:r>
              <a:rPr dirty="0" sz="1600" spc="-25">
                <a:latin typeface="Calibri"/>
                <a:cs typeface="Calibri"/>
              </a:rPr>
              <a:t>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582923" y="5455920"/>
            <a:ext cx="2737485" cy="58547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1115" rIns="0" bIns="0" rtlCol="0" vert="horz">
            <a:spAutoFit/>
          </a:bodyPr>
          <a:lstStyle/>
          <a:p>
            <a:pPr marL="91440" marR="458470">
              <a:lnSpc>
                <a:spcPct val="100699"/>
              </a:lnSpc>
              <a:spcBef>
                <a:spcPts val="245"/>
              </a:spcBef>
            </a:pPr>
            <a:r>
              <a:rPr dirty="0" sz="1600">
                <a:latin typeface="Calibri"/>
                <a:cs typeface="Calibri"/>
              </a:rPr>
              <a:t>OR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any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state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492" sz="1725">
                <a:latin typeface="Cambria Math"/>
                <a:cs typeface="Cambria Math"/>
              </a:rPr>
              <a:t>1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the </a:t>
            </a:r>
            <a:r>
              <a:rPr dirty="0" sz="1600">
                <a:latin typeface="Calibri"/>
                <a:cs typeface="Calibri"/>
              </a:rPr>
              <a:t>accept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states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492" sz="1725" spc="-37">
                <a:latin typeface="Cambria Math"/>
                <a:cs typeface="Cambria Math"/>
              </a:rPr>
              <a:t>2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1836292" y="5048884"/>
            <a:ext cx="920750" cy="391795"/>
            <a:chOff x="1836292" y="5048884"/>
            <a:chExt cx="920750" cy="391795"/>
          </a:xfrm>
        </p:grpSpPr>
        <p:sp>
          <p:nvSpPr>
            <p:cNvPr id="22" name="object 22" descr=""/>
            <p:cNvSpPr/>
            <p:nvPr/>
          </p:nvSpPr>
          <p:spPr>
            <a:xfrm>
              <a:off x="1950728" y="5207507"/>
              <a:ext cx="346075" cy="201295"/>
            </a:xfrm>
            <a:custGeom>
              <a:avLst/>
              <a:gdLst/>
              <a:ahLst/>
              <a:cxnLst/>
              <a:rect l="l" t="t" r="r" b="b"/>
              <a:pathLst>
                <a:path w="346075" h="201295">
                  <a:moveTo>
                    <a:pt x="345490" y="0"/>
                  </a:moveTo>
                  <a:lnTo>
                    <a:pt x="0" y="201129"/>
                  </a:lnTo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895852" y="5369316"/>
              <a:ext cx="85090" cy="71755"/>
            </a:xfrm>
            <a:custGeom>
              <a:avLst/>
              <a:gdLst/>
              <a:ahLst/>
              <a:cxnLst/>
              <a:rect l="l" t="t" r="r" b="b"/>
              <a:pathLst>
                <a:path w="85089" h="71754">
                  <a:moveTo>
                    <a:pt x="46685" y="0"/>
                  </a:moveTo>
                  <a:lnTo>
                    <a:pt x="0" y="71272"/>
                  </a:lnTo>
                  <a:lnTo>
                    <a:pt x="85026" y="65849"/>
                  </a:lnTo>
                  <a:lnTo>
                    <a:pt x="4668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839467" y="5052059"/>
              <a:ext cx="914400" cy="155575"/>
            </a:xfrm>
            <a:custGeom>
              <a:avLst/>
              <a:gdLst/>
              <a:ahLst/>
              <a:cxnLst/>
              <a:rect l="l" t="t" r="r" b="b"/>
              <a:pathLst>
                <a:path w="914400" h="155575">
                  <a:moveTo>
                    <a:pt x="914400" y="0"/>
                  </a:moveTo>
                  <a:lnTo>
                    <a:pt x="913381" y="30253"/>
                  </a:lnTo>
                  <a:lnTo>
                    <a:pt x="910604" y="54959"/>
                  </a:lnTo>
                  <a:lnTo>
                    <a:pt x="906486" y="71616"/>
                  </a:lnTo>
                  <a:lnTo>
                    <a:pt x="901446" y="77724"/>
                  </a:lnTo>
                  <a:lnTo>
                    <a:pt x="470154" y="77724"/>
                  </a:lnTo>
                  <a:lnTo>
                    <a:pt x="465113" y="83831"/>
                  </a:lnTo>
                  <a:lnTo>
                    <a:pt x="460995" y="100488"/>
                  </a:lnTo>
                  <a:lnTo>
                    <a:pt x="458218" y="125194"/>
                  </a:lnTo>
                  <a:lnTo>
                    <a:pt x="457200" y="155448"/>
                  </a:lnTo>
                  <a:lnTo>
                    <a:pt x="456181" y="125194"/>
                  </a:lnTo>
                  <a:lnTo>
                    <a:pt x="453404" y="100488"/>
                  </a:lnTo>
                  <a:lnTo>
                    <a:pt x="449286" y="83831"/>
                  </a:lnTo>
                  <a:lnTo>
                    <a:pt x="444245" y="77724"/>
                  </a:lnTo>
                  <a:lnTo>
                    <a:pt x="12953" y="77724"/>
                  </a:lnTo>
                  <a:lnTo>
                    <a:pt x="7913" y="71616"/>
                  </a:lnTo>
                  <a:lnTo>
                    <a:pt x="3795" y="54959"/>
                  </a:lnTo>
                  <a:lnTo>
                    <a:pt x="1018" y="30253"/>
                  </a:lnTo>
                  <a:lnTo>
                    <a:pt x="0" y="0"/>
                  </a:lnTo>
                </a:path>
              </a:pathLst>
            </a:custGeom>
            <a:ln w="634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 descr=""/>
          <p:cNvGrpSpPr/>
          <p:nvPr/>
        </p:nvGrpSpPr>
        <p:grpSpPr>
          <a:xfrm>
            <a:off x="3419728" y="5073269"/>
            <a:ext cx="1531620" cy="403860"/>
            <a:chOff x="3419728" y="5073269"/>
            <a:chExt cx="1531620" cy="403860"/>
          </a:xfrm>
        </p:grpSpPr>
        <p:sp>
          <p:nvSpPr>
            <p:cNvPr id="26" name="object 26" descr=""/>
            <p:cNvSpPr/>
            <p:nvPr/>
          </p:nvSpPr>
          <p:spPr>
            <a:xfrm>
              <a:off x="3880103" y="5231892"/>
              <a:ext cx="1009015" cy="210820"/>
            </a:xfrm>
            <a:custGeom>
              <a:avLst/>
              <a:gdLst/>
              <a:ahLst/>
              <a:cxnLst/>
              <a:rect l="l" t="t" r="r" b="b"/>
              <a:pathLst>
                <a:path w="1009014" h="210820">
                  <a:moveTo>
                    <a:pt x="0" y="0"/>
                  </a:moveTo>
                  <a:lnTo>
                    <a:pt x="1008456" y="210426"/>
                  </a:lnTo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868346" y="5402421"/>
              <a:ext cx="82550" cy="74930"/>
            </a:xfrm>
            <a:custGeom>
              <a:avLst/>
              <a:gdLst/>
              <a:ahLst/>
              <a:cxnLst/>
              <a:rect l="l" t="t" r="r" b="b"/>
              <a:pathLst>
                <a:path w="82550" h="74929">
                  <a:moveTo>
                    <a:pt x="15570" y="0"/>
                  </a:moveTo>
                  <a:lnTo>
                    <a:pt x="0" y="74587"/>
                  </a:lnTo>
                  <a:lnTo>
                    <a:pt x="82384" y="52870"/>
                  </a:lnTo>
                  <a:lnTo>
                    <a:pt x="1557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422903" y="5076444"/>
              <a:ext cx="914400" cy="155575"/>
            </a:xfrm>
            <a:custGeom>
              <a:avLst/>
              <a:gdLst/>
              <a:ahLst/>
              <a:cxnLst/>
              <a:rect l="l" t="t" r="r" b="b"/>
              <a:pathLst>
                <a:path w="914400" h="155575">
                  <a:moveTo>
                    <a:pt x="914400" y="0"/>
                  </a:moveTo>
                  <a:lnTo>
                    <a:pt x="913381" y="30253"/>
                  </a:lnTo>
                  <a:lnTo>
                    <a:pt x="910604" y="54959"/>
                  </a:lnTo>
                  <a:lnTo>
                    <a:pt x="906486" y="71616"/>
                  </a:lnTo>
                  <a:lnTo>
                    <a:pt x="901446" y="77723"/>
                  </a:lnTo>
                  <a:lnTo>
                    <a:pt x="470154" y="77723"/>
                  </a:lnTo>
                  <a:lnTo>
                    <a:pt x="465113" y="83831"/>
                  </a:lnTo>
                  <a:lnTo>
                    <a:pt x="460995" y="100488"/>
                  </a:lnTo>
                  <a:lnTo>
                    <a:pt x="458218" y="125194"/>
                  </a:lnTo>
                  <a:lnTo>
                    <a:pt x="457200" y="155447"/>
                  </a:lnTo>
                  <a:lnTo>
                    <a:pt x="456181" y="125194"/>
                  </a:lnTo>
                  <a:lnTo>
                    <a:pt x="453404" y="100488"/>
                  </a:lnTo>
                  <a:lnTo>
                    <a:pt x="449286" y="83831"/>
                  </a:lnTo>
                  <a:lnTo>
                    <a:pt x="444245" y="77723"/>
                  </a:lnTo>
                  <a:lnTo>
                    <a:pt x="12953" y="77723"/>
                  </a:lnTo>
                  <a:lnTo>
                    <a:pt x="7913" y="71616"/>
                  </a:lnTo>
                  <a:lnTo>
                    <a:pt x="3795" y="54959"/>
                  </a:lnTo>
                  <a:lnTo>
                    <a:pt x="1018" y="30253"/>
                  </a:lnTo>
                  <a:lnTo>
                    <a:pt x="0" y="0"/>
                  </a:lnTo>
                </a:path>
              </a:pathLst>
            </a:custGeom>
            <a:ln w="634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6669916" y="5410476"/>
            <a:ext cx="2860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80">
                <a:latin typeface="Franklin Gothic Medium"/>
                <a:cs typeface="Franklin Gothic Medium"/>
              </a:rPr>
              <a:t>Why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not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sz="2400" spc="145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65">
                <a:latin typeface="Cambria Math"/>
                <a:cs typeface="Cambria Math"/>
              </a:rPr>
              <a:t> </a:t>
            </a:r>
            <a:r>
              <a:rPr dirty="0" sz="2400" spc="-5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baseline="-15873" sz="2625" spc="-75">
                <a:solidFill>
                  <a:srgbClr val="8496AF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270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</a:t>
            </a:r>
            <a:r>
              <a:rPr dirty="0" sz="2400" spc="-55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baseline="-15873" sz="2625" spc="-37">
                <a:solidFill>
                  <a:srgbClr val="8496AF"/>
                </a:solidFill>
                <a:latin typeface="Cambria Math"/>
                <a:cs typeface="Cambria Math"/>
              </a:rPr>
              <a:t>2</a:t>
            </a:r>
            <a:r>
              <a:rPr dirty="0" sz="2400" spc="-25">
                <a:latin typeface="Franklin Gothic Medium"/>
                <a:cs typeface="Franklin Gothic Medium"/>
              </a:rPr>
              <a:t>?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30" name="object 30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40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10"/>
              </a:spcBef>
              <a:tabLst>
                <a:tab pos="1631950" algn="l"/>
              </a:tabLst>
            </a:pPr>
            <a:r>
              <a:rPr dirty="0" spc="-10"/>
              <a:t>Theorem:</a:t>
            </a:r>
            <a:r>
              <a:rPr dirty="0"/>
              <a:t>	If</a:t>
            </a:r>
            <a:r>
              <a:rPr dirty="0" spc="-95"/>
              <a:t> </a:t>
            </a:r>
            <a:r>
              <a:rPr dirty="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2</a:t>
            </a:r>
            <a:r>
              <a:rPr dirty="0" baseline="-16260" sz="3075" spc="480">
                <a:latin typeface="Cambria Math"/>
                <a:cs typeface="Cambria Math"/>
              </a:rPr>
              <a:t> </a:t>
            </a:r>
            <a:r>
              <a:rPr dirty="0" sz="2800"/>
              <a:t>are</a:t>
            </a:r>
            <a:r>
              <a:rPr dirty="0" sz="2800" spc="-60"/>
              <a:t> </a:t>
            </a:r>
            <a:r>
              <a:rPr dirty="0" sz="2800" spc="-10"/>
              <a:t>regular</a:t>
            </a:r>
            <a:r>
              <a:rPr dirty="0" sz="2800" spc="-35"/>
              <a:t> </a:t>
            </a:r>
            <a:r>
              <a:rPr dirty="0" sz="2800" spc="-20"/>
              <a:t>languages,</a:t>
            </a:r>
            <a:r>
              <a:rPr dirty="0" sz="2800" spc="-30"/>
              <a:t> </a:t>
            </a:r>
            <a:r>
              <a:rPr dirty="0" sz="2800"/>
              <a:t>so</a:t>
            </a:r>
            <a:r>
              <a:rPr dirty="0" sz="2800" spc="-45"/>
              <a:t> </a:t>
            </a:r>
            <a:r>
              <a:rPr dirty="0" sz="2800"/>
              <a:t>is</a:t>
            </a:r>
            <a:r>
              <a:rPr dirty="0" sz="2800" spc="-55"/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baseline="-16260" sz="3075" spc="345"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800" spc="-4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800" spc="-2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 spc="-37">
                <a:latin typeface="Cambria Math"/>
                <a:cs typeface="Cambria Math"/>
              </a:rPr>
              <a:t>2</a:t>
            </a:r>
            <a:endParaRPr baseline="-16260" sz="3075">
              <a:latin typeface="Cambria Math"/>
              <a:cs typeface="Cambria Math"/>
            </a:endParaRPr>
          </a:p>
          <a:p>
            <a:pPr marL="62865" marR="5459095" indent="-25400">
              <a:lnSpc>
                <a:spcPct val="126800"/>
              </a:lnSpc>
              <a:spcBef>
                <a:spcPts val="100"/>
              </a:spcBef>
            </a:pPr>
            <a:r>
              <a:rPr dirty="0" sz="2400" spc="-25"/>
              <a:t>Proof:</a:t>
            </a:r>
            <a:r>
              <a:rPr dirty="0" sz="2400" spc="-114"/>
              <a:t> </a:t>
            </a:r>
            <a:r>
              <a:rPr dirty="0" sz="2400"/>
              <a:t>by</a:t>
            </a:r>
            <a:r>
              <a:rPr dirty="0" sz="2400" spc="-110"/>
              <a:t> </a:t>
            </a:r>
            <a:r>
              <a:rPr dirty="0" sz="2400" spc="-10"/>
              <a:t>Construction </a:t>
            </a:r>
            <a:r>
              <a:rPr dirty="0" sz="2400" spc="-25"/>
              <a:t>Components</a:t>
            </a:r>
            <a:r>
              <a:rPr dirty="0" sz="2400" spc="-70"/>
              <a:t> </a:t>
            </a:r>
            <a:r>
              <a:rPr dirty="0" sz="2400"/>
              <a:t>of</a:t>
            </a:r>
            <a:r>
              <a:rPr dirty="0" sz="2400" spc="-65"/>
              <a:t> </a:t>
            </a:r>
            <a:r>
              <a:rPr dirty="0" sz="24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400" spc="-25"/>
              <a:t>: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746665" y="2897230"/>
            <a:ext cx="10858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63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952">
                <a:solidFill>
                  <a:srgbClr val="C55A11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359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</a:t>
            </a:r>
            <a:r>
              <a:rPr dirty="0" sz="2400" spc="15">
                <a:latin typeface="Cambria Math"/>
                <a:cs typeface="Cambria Math"/>
              </a:rPr>
              <a:t> </a:t>
            </a:r>
            <a:r>
              <a:rPr dirty="0" sz="2400" spc="-59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892">
                <a:solidFill>
                  <a:srgbClr val="C55A11"/>
                </a:solidFill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Closure</a:t>
            </a:r>
            <a:r>
              <a:rPr dirty="0" spc="-170"/>
              <a:t> </a:t>
            </a:r>
            <a:r>
              <a:rPr dirty="0" spc="-20"/>
              <a:t>Properties</a:t>
            </a:r>
            <a:r>
              <a:rPr dirty="0" spc="-160"/>
              <a:t> </a:t>
            </a:r>
            <a:r>
              <a:rPr dirty="0"/>
              <a:t>for</a:t>
            </a:r>
            <a:r>
              <a:rPr dirty="0" spc="-165"/>
              <a:t> </a:t>
            </a:r>
            <a:r>
              <a:rPr dirty="0" spc="-45"/>
              <a:t>RegEx</a:t>
            </a:r>
            <a:r>
              <a:rPr dirty="0" spc="-160"/>
              <a:t> </a:t>
            </a:r>
            <a:r>
              <a:rPr dirty="0"/>
              <a:t>-</a:t>
            </a:r>
            <a:r>
              <a:rPr dirty="0" spc="-140"/>
              <a:t> </a:t>
            </a:r>
            <a:r>
              <a:rPr dirty="0" spc="-10"/>
              <a:t>Union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66895" y="1390272"/>
            <a:ext cx="11249660" cy="48793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42875">
              <a:lnSpc>
                <a:spcPts val="3125"/>
              </a:lnSpc>
              <a:tabLst>
                <a:tab pos="1736725" algn="l"/>
                <a:tab pos="8587105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Theorem:</a:t>
            </a:r>
            <a:r>
              <a:rPr dirty="0" sz="2800">
                <a:latin typeface="Franklin Gothic Medium"/>
                <a:cs typeface="Franklin Gothic Medium"/>
              </a:rPr>
              <a:t>	If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2</a:t>
            </a:r>
            <a:r>
              <a:rPr dirty="0" baseline="-16260" sz="3075" spc="480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are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3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languages,</a:t>
            </a:r>
            <a:r>
              <a:rPr dirty="0" sz="2800" spc="-3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so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baseline="-16260" sz="3075" spc="345"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800" spc="-4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800" spc="-2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 spc="-37">
                <a:latin typeface="Cambria Math"/>
                <a:cs typeface="Cambria Math"/>
              </a:rPr>
              <a:t>2</a:t>
            </a:r>
            <a:r>
              <a:rPr dirty="0" baseline="-16260" sz="3075">
                <a:latin typeface="Cambria Math"/>
                <a:cs typeface="Cambria Math"/>
              </a:rPr>
              <a:t>	</a:t>
            </a:r>
            <a:r>
              <a:rPr dirty="0" sz="2800">
                <a:latin typeface="Franklin Gothic Medium"/>
                <a:cs typeface="Franklin Gothic Medium"/>
              </a:rPr>
              <a:t>(closure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under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800" spc="-25">
                <a:latin typeface="Franklin Gothic Medium"/>
                <a:cs typeface="Franklin Gothic Medium"/>
              </a:rPr>
              <a:t>)</a:t>
            </a:r>
            <a:endParaRPr sz="2800">
              <a:latin typeface="Franklin Gothic Medium"/>
              <a:cs typeface="Franklin Gothic Medium"/>
            </a:endParaRPr>
          </a:p>
          <a:p>
            <a:pPr marL="142875" marR="8277859">
              <a:lnSpc>
                <a:spcPct val="126200"/>
              </a:lnSpc>
              <a:spcBef>
                <a:spcPts val="1130"/>
              </a:spcBef>
            </a:pPr>
            <a:r>
              <a:rPr dirty="0" sz="2400" spc="-25">
                <a:latin typeface="Franklin Gothic Medium"/>
                <a:cs typeface="Franklin Gothic Medium"/>
              </a:rPr>
              <a:t>Proof:</a:t>
            </a:r>
            <a:r>
              <a:rPr dirty="0" sz="2400" spc="-114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by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Construction </a:t>
            </a:r>
            <a:r>
              <a:rPr dirty="0" sz="2400" spc="-25">
                <a:latin typeface="Franklin Gothic Medium"/>
                <a:cs typeface="Franklin Gothic Medium"/>
              </a:rPr>
              <a:t>Components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of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400" spc="-25">
                <a:latin typeface="Franklin Gothic Medium"/>
                <a:cs typeface="Franklin Gothic Medium"/>
              </a:rPr>
              <a:t>:</a:t>
            </a:r>
            <a:endParaRPr sz="2400">
              <a:latin typeface="Franklin Gothic Medium"/>
              <a:cs typeface="Franklin Gothic Medium"/>
            </a:endParaRPr>
          </a:p>
          <a:p>
            <a:pPr marL="609600">
              <a:lnSpc>
                <a:spcPts val="2670"/>
              </a:lnSpc>
              <a:tabLst>
                <a:tab pos="2486025" algn="l"/>
                <a:tab pos="3042285" algn="l"/>
                <a:tab pos="3967479" algn="l"/>
                <a:tab pos="5093970" algn="l"/>
                <a:tab pos="5734050" algn="l"/>
                <a:tab pos="7098030" algn="l"/>
              </a:tabLst>
            </a:pPr>
            <a:r>
              <a:rPr dirty="0" baseline="-16203" sz="3600" spc="-1245">
                <a:latin typeface="Cambria Math"/>
                <a:cs typeface="Cambria Math"/>
              </a:rPr>
              <a:t>𝑄𝑄</a:t>
            </a:r>
            <a:r>
              <a:rPr dirty="0" baseline="-16203" sz="3600" spc="315">
                <a:latin typeface="Cambria Math"/>
                <a:cs typeface="Cambria Math"/>
              </a:rPr>
              <a:t> </a:t>
            </a:r>
            <a:r>
              <a:rPr dirty="0" baseline="-16203" sz="3600">
                <a:latin typeface="Cambria Math"/>
                <a:cs typeface="Cambria Math"/>
              </a:rPr>
              <a:t>=</a:t>
            </a:r>
            <a:r>
              <a:rPr dirty="0" baseline="-16203" sz="3600" spc="195">
                <a:latin typeface="Cambria Math"/>
                <a:cs typeface="Cambria Math"/>
              </a:rPr>
              <a:t> </a:t>
            </a:r>
            <a:r>
              <a:rPr dirty="0" baseline="-16203" sz="3600" spc="-952">
                <a:latin typeface="Cambria Math"/>
                <a:cs typeface="Cambria Math"/>
              </a:rPr>
              <a:t>𝑄𝑄</a:t>
            </a:r>
            <a:r>
              <a:rPr dirty="0" baseline="-38095" sz="2625" spc="-952">
                <a:latin typeface="Cambria Math"/>
                <a:cs typeface="Cambria Math"/>
              </a:rPr>
              <a:t>1</a:t>
            </a:r>
            <a:r>
              <a:rPr dirty="0" baseline="-38095" sz="2625" spc="382">
                <a:latin typeface="Cambria Math"/>
                <a:cs typeface="Cambria Math"/>
              </a:rPr>
              <a:t> </a:t>
            </a:r>
            <a:r>
              <a:rPr dirty="0" baseline="-16203" sz="3600">
                <a:latin typeface="Cambria Math"/>
                <a:cs typeface="Cambria Math"/>
              </a:rPr>
              <a:t>× </a:t>
            </a:r>
            <a:r>
              <a:rPr dirty="0" baseline="-16203" sz="3600" spc="-892">
                <a:latin typeface="Cambria Math"/>
                <a:cs typeface="Cambria Math"/>
              </a:rPr>
              <a:t>𝑄𝑄</a:t>
            </a:r>
            <a:r>
              <a:rPr dirty="0" baseline="-38095" sz="2625" spc="-892">
                <a:latin typeface="Cambria Math"/>
                <a:cs typeface="Cambria Math"/>
              </a:rPr>
              <a:t>2</a:t>
            </a:r>
            <a:r>
              <a:rPr dirty="0" baseline="-38095" sz="2625">
                <a:latin typeface="Cambria Math"/>
                <a:cs typeface="Cambria Math"/>
              </a:rPr>
              <a:t>	</a:t>
            </a:r>
            <a:r>
              <a:rPr dirty="0" baseline="-19675" sz="3600" spc="-75">
                <a:latin typeface="Cambria Math"/>
                <a:cs typeface="Cambria Math"/>
              </a:rPr>
              <a:t>=</a:t>
            </a:r>
            <a:r>
              <a:rPr dirty="0" baseline="-19675" sz="3600">
                <a:latin typeface="Cambria Math"/>
                <a:cs typeface="Cambria Math"/>
              </a:rPr>
              <a:t>	𝑞</a:t>
            </a:r>
            <a:r>
              <a:rPr dirty="0" baseline="-42857" sz="2625">
                <a:latin typeface="Cambria Math"/>
                <a:cs typeface="Cambria Math"/>
              </a:rPr>
              <a:t>1</a:t>
            </a:r>
            <a:r>
              <a:rPr dirty="0" baseline="-19675" sz="3600">
                <a:latin typeface="Cambria Math"/>
                <a:cs typeface="Cambria Math"/>
              </a:rPr>
              <a:t>,</a:t>
            </a:r>
            <a:r>
              <a:rPr dirty="0" baseline="-19675" sz="3600" spc="-187">
                <a:latin typeface="Cambria Math"/>
                <a:cs typeface="Cambria Math"/>
              </a:rPr>
              <a:t> </a:t>
            </a:r>
            <a:r>
              <a:rPr dirty="0" baseline="-19675" sz="3600" spc="-37">
                <a:latin typeface="Cambria Math"/>
                <a:cs typeface="Cambria Math"/>
              </a:rPr>
              <a:t>𝑞</a:t>
            </a:r>
            <a:r>
              <a:rPr dirty="0" baseline="-42857" sz="2625" spc="-37">
                <a:latin typeface="Cambria Math"/>
                <a:cs typeface="Cambria Math"/>
              </a:rPr>
              <a:t>2</a:t>
            </a:r>
            <a:r>
              <a:rPr dirty="0" baseline="-42857" sz="2625">
                <a:latin typeface="Cambria Math"/>
                <a:cs typeface="Cambria Math"/>
              </a:rPr>
              <a:t>	</a:t>
            </a:r>
            <a:r>
              <a:rPr dirty="0" baseline="-19675" sz="3600">
                <a:latin typeface="Cambria Math"/>
                <a:cs typeface="Cambria Math"/>
              </a:rPr>
              <a:t>𝑞</a:t>
            </a:r>
            <a:r>
              <a:rPr dirty="0" baseline="-42857" sz="2625">
                <a:latin typeface="Cambria Math"/>
                <a:cs typeface="Cambria Math"/>
              </a:rPr>
              <a:t>1</a:t>
            </a:r>
            <a:r>
              <a:rPr dirty="0" baseline="-42857" sz="2625" spc="487">
                <a:latin typeface="Cambria Math"/>
                <a:cs typeface="Cambria Math"/>
              </a:rPr>
              <a:t> </a:t>
            </a:r>
            <a:r>
              <a:rPr dirty="0" baseline="-19675" sz="3600">
                <a:latin typeface="Cambria Math"/>
                <a:cs typeface="Cambria Math"/>
              </a:rPr>
              <a:t>∈</a:t>
            </a:r>
            <a:r>
              <a:rPr dirty="0" baseline="-19675" sz="3600" spc="150">
                <a:latin typeface="Cambria Math"/>
                <a:cs typeface="Cambria Math"/>
              </a:rPr>
              <a:t> </a:t>
            </a:r>
            <a:r>
              <a:rPr dirty="0" baseline="-19675" sz="3600" spc="-989">
                <a:latin typeface="Cambria Math"/>
                <a:cs typeface="Cambria Math"/>
              </a:rPr>
              <a:t>𝑄𝑄</a:t>
            </a:r>
            <a:r>
              <a:rPr dirty="0" baseline="-42857" sz="2625" spc="-989">
                <a:latin typeface="Cambria Math"/>
                <a:cs typeface="Cambria Math"/>
              </a:rPr>
              <a:t>1</a:t>
            </a:r>
            <a:r>
              <a:rPr dirty="0" baseline="-42857" sz="2625">
                <a:latin typeface="Cambria Math"/>
                <a:cs typeface="Cambria Math"/>
              </a:rPr>
              <a:t>	</a:t>
            </a:r>
            <a:r>
              <a:rPr dirty="0" baseline="-19675" sz="3600" spc="-37" b="1">
                <a:latin typeface="Arial"/>
                <a:cs typeface="Arial"/>
              </a:rPr>
              <a:t>and</a:t>
            </a:r>
            <a:r>
              <a:rPr dirty="0" baseline="-19675" sz="3600" b="1">
                <a:latin typeface="Arial"/>
                <a:cs typeface="Arial"/>
              </a:rPr>
              <a:t>	</a:t>
            </a:r>
            <a:r>
              <a:rPr dirty="0" baseline="-19675" sz="3600">
                <a:latin typeface="Cambria Math"/>
                <a:cs typeface="Cambria Math"/>
              </a:rPr>
              <a:t>𝑞</a:t>
            </a:r>
            <a:r>
              <a:rPr dirty="0" baseline="-42857" sz="2625">
                <a:latin typeface="Cambria Math"/>
                <a:cs typeface="Cambria Math"/>
              </a:rPr>
              <a:t>2</a:t>
            </a:r>
            <a:r>
              <a:rPr dirty="0" baseline="-42857" sz="2625" spc="509">
                <a:latin typeface="Cambria Math"/>
                <a:cs typeface="Cambria Math"/>
              </a:rPr>
              <a:t> </a:t>
            </a:r>
            <a:r>
              <a:rPr dirty="0" baseline="-19675" sz="3600">
                <a:latin typeface="Cambria Math"/>
                <a:cs typeface="Cambria Math"/>
              </a:rPr>
              <a:t>∈</a:t>
            </a:r>
            <a:r>
              <a:rPr dirty="0" baseline="-19675" sz="3600" spc="195">
                <a:latin typeface="Cambria Math"/>
                <a:cs typeface="Cambria Math"/>
              </a:rPr>
              <a:t> </a:t>
            </a:r>
            <a:r>
              <a:rPr dirty="0" baseline="-19675" sz="3600" spc="-637">
                <a:latin typeface="Cambria Math"/>
                <a:cs typeface="Cambria Math"/>
              </a:rPr>
              <a:t>𝑄𝑄</a:t>
            </a:r>
            <a:r>
              <a:rPr dirty="0" baseline="-42857" sz="2625" spc="-637">
                <a:latin typeface="Cambria Math"/>
                <a:cs typeface="Cambria Math"/>
              </a:rPr>
              <a:t>2</a:t>
            </a:r>
            <a:r>
              <a:rPr dirty="0" baseline="-19675" sz="3600" spc="-637">
                <a:latin typeface="Cambria Math"/>
                <a:cs typeface="Cambria Math"/>
              </a:rPr>
              <a:t>}</a:t>
            </a:r>
            <a:r>
              <a:rPr dirty="0" baseline="-19675" sz="3600">
                <a:latin typeface="Cambria Math"/>
                <a:cs typeface="Cambria Math"/>
              </a:rPr>
              <a:t>	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all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pairs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states,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first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from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495">
                <a:latin typeface="Cambria Math"/>
                <a:cs typeface="Cambria Math"/>
              </a:rPr>
              <a:t>𝑄𝑄</a:t>
            </a:r>
            <a:r>
              <a:rPr dirty="0" baseline="-14957" sz="1950" spc="-742">
                <a:latin typeface="Cambria Math"/>
                <a:cs typeface="Cambria Math"/>
              </a:rPr>
              <a:t>1</a:t>
            </a:r>
            <a:endParaRPr baseline="-14957" sz="1950">
              <a:latin typeface="Cambria Math"/>
              <a:cs typeface="Cambria Math"/>
            </a:endParaRPr>
          </a:p>
          <a:p>
            <a:pPr marL="7098030">
              <a:lnSpc>
                <a:spcPts val="2105"/>
              </a:lnSpc>
            </a:pP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second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from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315">
                <a:latin typeface="Cambria Math"/>
                <a:cs typeface="Cambria Math"/>
              </a:rPr>
              <a:t>𝑄𝑄</a:t>
            </a:r>
            <a:r>
              <a:rPr dirty="0" baseline="-14957" sz="1950" spc="-472">
                <a:latin typeface="Cambria Math"/>
                <a:cs typeface="Cambria Math"/>
              </a:rPr>
              <a:t>2</a:t>
            </a:r>
            <a:r>
              <a:rPr dirty="0" sz="1800" spc="-315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621665">
              <a:lnSpc>
                <a:spcPct val="100000"/>
              </a:lnSpc>
              <a:spcBef>
                <a:spcPts val="95"/>
              </a:spcBef>
              <a:tabLst>
                <a:tab pos="2541905" algn="l"/>
              </a:tabLst>
            </a:pPr>
            <a:r>
              <a:rPr dirty="0" baseline="-4629" sz="3600">
                <a:latin typeface="Cambria Math"/>
                <a:cs typeface="Cambria Math"/>
              </a:rPr>
              <a:t>𝑞</a:t>
            </a:r>
            <a:r>
              <a:rPr dirty="0" baseline="-22222" sz="2625">
                <a:latin typeface="Cambria Math"/>
                <a:cs typeface="Cambria Math"/>
              </a:rPr>
              <a:t>0</a:t>
            </a:r>
            <a:r>
              <a:rPr dirty="0" baseline="-22222" sz="2625" spc="555">
                <a:latin typeface="Cambria Math"/>
                <a:cs typeface="Cambria Math"/>
              </a:rPr>
              <a:t> </a:t>
            </a:r>
            <a:r>
              <a:rPr dirty="0" baseline="-4629" sz="3600">
                <a:latin typeface="Cambria Math"/>
                <a:cs typeface="Cambria Math"/>
              </a:rPr>
              <a:t>=</a:t>
            </a:r>
            <a:r>
              <a:rPr dirty="0" baseline="-4629" sz="3600" spc="187">
                <a:latin typeface="Cambria Math"/>
                <a:cs typeface="Cambria Math"/>
              </a:rPr>
              <a:t> </a:t>
            </a:r>
            <a:r>
              <a:rPr dirty="0" baseline="-4629" sz="3600">
                <a:latin typeface="Cambria Math"/>
                <a:cs typeface="Cambria Math"/>
              </a:rPr>
              <a:t>(𝑞</a:t>
            </a:r>
            <a:r>
              <a:rPr dirty="0" baseline="-22222" sz="2625">
                <a:latin typeface="Cambria Math"/>
                <a:cs typeface="Cambria Math"/>
              </a:rPr>
              <a:t>1</a:t>
            </a:r>
            <a:r>
              <a:rPr dirty="0" baseline="-4629" sz="3600">
                <a:latin typeface="Cambria Math"/>
                <a:cs typeface="Cambria Math"/>
              </a:rPr>
              <a:t>,</a:t>
            </a:r>
            <a:r>
              <a:rPr dirty="0" baseline="-4629" sz="3600" spc="-202">
                <a:latin typeface="Cambria Math"/>
                <a:cs typeface="Cambria Math"/>
              </a:rPr>
              <a:t> </a:t>
            </a:r>
            <a:r>
              <a:rPr dirty="0" baseline="-4629" sz="3600" spc="-37">
                <a:latin typeface="Cambria Math"/>
                <a:cs typeface="Cambria Math"/>
              </a:rPr>
              <a:t>𝑞</a:t>
            </a:r>
            <a:r>
              <a:rPr dirty="0" baseline="-22222" sz="2625" spc="-37">
                <a:latin typeface="Cambria Math"/>
                <a:cs typeface="Cambria Math"/>
              </a:rPr>
              <a:t>2</a:t>
            </a:r>
            <a:r>
              <a:rPr dirty="0" baseline="-4629" sz="3600" spc="-37">
                <a:latin typeface="Cambria Math"/>
                <a:cs typeface="Cambria Math"/>
              </a:rPr>
              <a:t>)</a:t>
            </a:r>
            <a:r>
              <a:rPr dirty="0" baseline="-4629" sz="3600">
                <a:latin typeface="Cambria Math"/>
                <a:cs typeface="Cambria Math"/>
              </a:rPr>
              <a:t>	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pair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initial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states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from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mbria Math"/>
                <a:cs typeface="Cambria Math"/>
              </a:rPr>
              <a:t>𝑀</a:t>
            </a:r>
            <a:r>
              <a:rPr dirty="0" baseline="-14957" sz="1950">
                <a:latin typeface="Cambria Math"/>
                <a:cs typeface="Cambria Math"/>
              </a:rPr>
              <a:t>1</a:t>
            </a:r>
            <a:r>
              <a:rPr dirty="0" baseline="-14957" sz="1950" spc="217">
                <a:latin typeface="Cambria Math"/>
                <a:cs typeface="Cambria Math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25">
                <a:latin typeface="Cambria Math"/>
                <a:cs typeface="Cambria Math"/>
              </a:rPr>
              <a:t>𝑀</a:t>
            </a:r>
            <a:r>
              <a:rPr dirty="0" baseline="-14957" sz="1950" spc="-37">
                <a:latin typeface="Cambria Math"/>
                <a:cs typeface="Cambria Math"/>
              </a:rPr>
              <a:t>2</a:t>
            </a:r>
            <a:endParaRPr baseline="-14957" sz="1950">
              <a:latin typeface="Cambria Math"/>
              <a:cs typeface="Cambria Math"/>
            </a:endParaRPr>
          </a:p>
          <a:p>
            <a:pPr marL="609600">
              <a:lnSpc>
                <a:spcPts val="2825"/>
              </a:lnSpc>
              <a:spcBef>
                <a:spcPts val="994"/>
              </a:spcBef>
              <a:tabLst>
                <a:tab pos="1048385" algn="l"/>
                <a:tab pos="1610995" algn="l"/>
                <a:tab pos="2122805" algn="l"/>
                <a:tab pos="2572385" algn="l"/>
                <a:tab pos="2987040" algn="l"/>
                <a:tab pos="3576954" algn="l"/>
                <a:tab pos="4111625" algn="l"/>
                <a:tab pos="5128260" algn="l"/>
              </a:tabLst>
            </a:pPr>
            <a:r>
              <a:rPr dirty="0" baseline="-13888" sz="3600" spc="-1005">
                <a:latin typeface="Cambria Math"/>
                <a:cs typeface="Cambria Math"/>
              </a:rPr>
              <a:t>𝛿𝛿</a:t>
            </a:r>
            <a:r>
              <a:rPr dirty="0" baseline="-13888" sz="3600">
                <a:latin typeface="Cambria Math"/>
                <a:cs typeface="Cambria Math"/>
              </a:rPr>
              <a:t>	𝑞,</a:t>
            </a:r>
            <a:r>
              <a:rPr dirty="0" baseline="-13888" sz="3600" spc="-127">
                <a:latin typeface="Cambria Math"/>
                <a:cs typeface="Cambria Math"/>
              </a:rPr>
              <a:t> </a:t>
            </a:r>
            <a:r>
              <a:rPr dirty="0" baseline="-13888" sz="3600" spc="-75">
                <a:latin typeface="Cambria Math"/>
                <a:cs typeface="Cambria Math"/>
              </a:rPr>
              <a:t>𝑟</a:t>
            </a:r>
            <a:r>
              <a:rPr dirty="0" baseline="-13888" sz="3600">
                <a:latin typeface="Cambria Math"/>
                <a:cs typeface="Cambria Math"/>
              </a:rPr>
              <a:t>	,</a:t>
            </a:r>
            <a:r>
              <a:rPr dirty="0" baseline="-13888" sz="3600" spc="-202">
                <a:latin typeface="Cambria Math"/>
                <a:cs typeface="Cambria Math"/>
              </a:rPr>
              <a:t> </a:t>
            </a:r>
            <a:r>
              <a:rPr dirty="0" baseline="-13888" sz="3600" spc="-75">
                <a:latin typeface="Cambria Math"/>
                <a:cs typeface="Cambria Math"/>
              </a:rPr>
              <a:t>𝑎</a:t>
            </a:r>
            <a:r>
              <a:rPr dirty="0" baseline="-13888" sz="3600">
                <a:latin typeface="Cambria Math"/>
                <a:cs typeface="Cambria Math"/>
              </a:rPr>
              <a:t>	</a:t>
            </a:r>
            <a:r>
              <a:rPr dirty="0" baseline="-13888" sz="3600" spc="-75">
                <a:latin typeface="Cambria Math"/>
                <a:cs typeface="Cambria Math"/>
              </a:rPr>
              <a:t>=</a:t>
            </a:r>
            <a:r>
              <a:rPr dirty="0" baseline="-13888" sz="3600">
                <a:latin typeface="Cambria Math"/>
                <a:cs typeface="Cambria Math"/>
              </a:rPr>
              <a:t>	</a:t>
            </a:r>
            <a:r>
              <a:rPr dirty="0" baseline="-13888" sz="3600" spc="-802">
                <a:latin typeface="Cambria Math"/>
                <a:cs typeface="Cambria Math"/>
              </a:rPr>
              <a:t>𝛿𝛿</a:t>
            </a:r>
            <a:r>
              <a:rPr dirty="0" baseline="-34920" sz="2625" spc="-802">
                <a:latin typeface="Cambria Math"/>
                <a:cs typeface="Cambria Math"/>
              </a:rPr>
              <a:t>1</a:t>
            </a:r>
            <a:r>
              <a:rPr dirty="0" baseline="-34920" sz="2625">
                <a:latin typeface="Cambria Math"/>
                <a:cs typeface="Cambria Math"/>
              </a:rPr>
              <a:t>	</a:t>
            </a:r>
            <a:r>
              <a:rPr dirty="0" baseline="-13888" sz="3600">
                <a:latin typeface="Cambria Math"/>
                <a:cs typeface="Cambria Math"/>
              </a:rPr>
              <a:t>𝑞,</a:t>
            </a:r>
            <a:r>
              <a:rPr dirty="0" baseline="-13888" sz="3600" spc="-112">
                <a:latin typeface="Cambria Math"/>
                <a:cs typeface="Cambria Math"/>
              </a:rPr>
              <a:t> </a:t>
            </a:r>
            <a:r>
              <a:rPr dirty="0" baseline="-13888" sz="3600" spc="-75">
                <a:latin typeface="Cambria Math"/>
                <a:cs typeface="Cambria Math"/>
              </a:rPr>
              <a:t>𝑎</a:t>
            </a:r>
            <a:r>
              <a:rPr dirty="0" baseline="-13888" sz="3600">
                <a:latin typeface="Cambria Math"/>
                <a:cs typeface="Cambria Math"/>
              </a:rPr>
              <a:t>	,</a:t>
            </a:r>
            <a:r>
              <a:rPr dirty="0" baseline="-13888" sz="3600" spc="-217">
                <a:latin typeface="Cambria Math"/>
                <a:cs typeface="Cambria Math"/>
              </a:rPr>
              <a:t> </a:t>
            </a:r>
            <a:r>
              <a:rPr dirty="0" baseline="-13888" sz="3600" spc="-705">
                <a:latin typeface="Cambria Math"/>
                <a:cs typeface="Cambria Math"/>
              </a:rPr>
              <a:t>𝛿𝛿</a:t>
            </a:r>
            <a:r>
              <a:rPr dirty="0" baseline="-34920" sz="2625" spc="-705">
                <a:latin typeface="Cambria Math"/>
                <a:cs typeface="Cambria Math"/>
              </a:rPr>
              <a:t>2</a:t>
            </a:r>
            <a:r>
              <a:rPr dirty="0" baseline="-34920" sz="2625">
                <a:latin typeface="Cambria Math"/>
                <a:cs typeface="Cambria Math"/>
              </a:rPr>
              <a:t>	</a:t>
            </a:r>
            <a:r>
              <a:rPr dirty="0" baseline="-13888" sz="3600">
                <a:latin typeface="Cambria Math"/>
                <a:cs typeface="Cambria Math"/>
              </a:rPr>
              <a:t>𝑟,</a:t>
            </a:r>
            <a:r>
              <a:rPr dirty="0" baseline="-13888" sz="3600" spc="-150">
                <a:latin typeface="Cambria Math"/>
                <a:cs typeface="Cambria Math"/>
              </a:rPr>
              <a:t> </a:t>
            </a:r>
            <a:r>
              <a:rPr dirty="0" baseline="-13888" sz="3600" spc="-75">
                <a:latin typeface="Cambria Math"/>
                <a:cs typeface="Cambria Math"/>
              </a:rPr>
              <a:t>𝑎</a:t>
            </a:r>
            <a:r>
              <a:rPr dirty="0" baseline="-13888" sz="3600">
                <a:latin typeface="Cambria Math"/>
                <a:cs typeface="Cambria Math"/>
              </a:rPr>
              <a:t>	</a:t>
            </a:r>
            <a:r>
              <a:rPr dirty="0" sz="1800">
                <a:latin typeface="Calibri"/>
                <a:cs typeface="Calibri"/>
              </a:rPr>
              <a:t>Gets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state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mbria Math"/>
                <a:cs typeface="Cambria Math"/>
              </a:rPr>
              <a:t>𝑀</a:t>
            </a:r>
            <a:r>
              <a:rPr dirty="0" sz="1800" spc="30">
                <a:latin typeface="Cambria Math"/>
                <a:cs typeface="Cambria Math"/>
              </a:rPr>
              <a:t> </a:t>
            </a:r>
            <a:r>
              <a:rPr dirty="0" sz="1800">
                <a:latin typeface="Calibri"/>
                <a:cs typeface="Calibri"/>
              </a:rPr>
              <a:t>(which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pair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states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from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mbria Math"/>
                <a:cs typeface="Cambria Math"/>
              </a:rPr>
              <a:t>𝑀</a:t>
            </a:r>
            <a:r>
              <a:rPr dirty="0" baseline="-14957" sz="1950">
                <a:latin typeface="Cambria Math"/>
                <a:cs typeface="Cambria Math"/>
              </a:rPr>
              <a:t>1</a:t>
            </a:r>
            <a:r>
              <a:rPr dirty="0" baseline="-14957" sz="1950" spc="240">
                <a:latin typeface="Cambria Math"/>
                <a:cs typeface="Cambria Math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20">
                <a:latin typeface="Cambria Math"/>
                <a:cs typeface="Cambria Math"/>
              </a:rPr>
              <a:t>𝑀</a:t>
            </a:r>
            <a:r>
              <a:rPr dirty="0" baseline="-14957" sz="1950" spc="-30">
                <a:latin typeface="Cambria Math"/>
                <a:cs typeface="Cambria Math"/>
              </a:rPr>
              <a:t>2</a:t>
            </a:r>
            <a:r>
              <a:rPr dirty="0" sz="1800" spc="-20">
                <a:latin typeface="Calibri"/>
                <a:cs typeface="Calibri"/>
              </a:rPr>
              <a:t>),</a:t>
            </a:r>
            <a:endParaRPr sz="1800">
              <a:latin typeface="Calibri"/>
              <a:cs typeface="Calibri"/>
            </a:endParaRPr>
          </a:p>
          <a:p>
            <a:pPr marL="5128260">
              <a:lnSpc>
                <a:spcPts val="2105"/>
              </a:lnSpc>
            </a:pPr>
            <a:r>
              <a:rPr dirty="0" sz="1800">
                <a:latin typeface="Calibri"/>
                <a:cs typeface="Calibri"/>
              </a:rPr>
              <a:t>together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input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symbol,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returns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M’s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next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state.</a:t>
            </a:r>
            <a:endParaRPr sz="1800">
              <a:latin typeface="Calibri"/>
              <a:cs typeface="Calibri"/>
            </a:endParaRPr>
          </a:p>
          <a:p>
            <a:pPr marL="609600">
              <a:lnSpc>
                <a:spcPct val="100000"/>
              </a:lnSpc>
              <a:spcBef>
                <a:spcPts val="935"/>
              </a:spcBef>
              <a:tabLst>
                <a:tab pos="1330325" algn="l"/>
                <a:tab pos="2502535" algn="l"/>
                <a:tab pos="2904490" algn="l"/>
                <a:tab pos="4312285" algn="l"/>
              </a:tabLst>
            </a:pPr>
            <a:r>
              <a:rPr dirty="0" baseline="3472" sz="3600">
                <a:latin typeface="Cambria Math"/>
                <a:cs typeface="Cambria Math"/>
              </a:rPr>
              <a:t>𝐹</a:t>
            </a:r>
            <a:r>
              <a:rPr dirty="0" baseline="3472" sz="3600" spc="337">
                <a:latin typeface="Cambria Math"/>
                <a:cs typeface="Cambria Math"/>
              </a:rPr>
              <a:t> </a:t>
            </a:r>
            <a:r>
              <a:rPr dirty="0" baseline="3472" sz="3600" spc="-75">
                <a:latin typeface="Cambria Math"/>
                <a:cs typeface="Cambria Math"/>
              </a:rPr>
              <a:t>=</a:t>
            </a:r>
            <a:r>
              <a:rPr dirty="0" baseline="3472" sz="3600">
                <a:latin typeface="Cambria Math"/>
                <a:cs typeface="Cambria Math"/>
              </a:rPr>
              <a:t>	</a:t>
            </a:r>
            <a:r>
              <a:rPr dirty="0" baseline="3472" sz="3600" spc="-75">
                <a:latin typeface="Cambria Math"/>
                <a:cs typeface="Cambria Math"/>
              </a:rPr>
              <a:t>𝐹</a:t>
            </a:r>
            <a:r>
              <a:rPr dirty="0" baseline="-11111" sz="2625" spc="-75">
                <a:latin typeface="Cambria Math"/>
                <a:cs typeface="Cambria Math"/>
              </a:rPr>
              <a:t>1</a:t>
            </a:r>
            <a:r>
              <a:rPr dirty="0" baseline="-11111" sz="2625" spc="195">
                <a:latin typeface="Cambria Math"/>
                <a:cs typeface="Cambria Math"/>
              </a:rPr>
              <a:t> </a:t>
            </a:r>
            <a:r>
              <a:rPr dirty="0" baseline="3472" sz="3600">
                <a:latin typeface="Cambria Math"/>
                <a:cs typeface="Cambria Math"/>
              </a:rPr>
              <a:t>×</a:t>
            </a:r>
            <a:r>
              <a:rPr dirty="0" baseline="3472" sz="3600" spc="-142">
                <a:latin typeface="Cambria Math"/>
                <a:cs typeface="Cambria Math"/>
              </a:rPr>
              <a:t> </a:t>
            </a:r>
            <a:r>
              <a:rPr dirty="0" baseline="3472" sz="3600" spc="-892">
                <a:latin typeface="Cambria Math"/>
                <a:cs typeface="Cambria Math"/>
              </a:rPr>
              <a:t>𝑄𝑄</a:t>
            </a:r>
            <a:r>
              <a:rPr dirty="0" baseline="-11111" sz="2625" spc="-892">
                <a:latin typeface="Cambria Math"/>
                <a:cs typeface="Cambria Math"/>
              </a:rPr>
              <a:t>2</a:t>
            </a:r>
            <a:r>
              <a:rPr dirty="0" baseline="-11111" sz="2625">
                <a:latin typeface="Cambria Math"/>
                <a:cs typeface="Cambria Math"/>
              </a:rPr>
              <a:t>	</a:t>
            </a:r>
            <a:r>
              <a:rPr dirty="0" baseline="3472" sz="3600" spc="-75">
                <a:latin typeface="Cambria Math"/>
                <a:cs typeface="Cambria Math"/>
              </a:rPr>
              <a:t>∪</a:t>
            </a:r>
            <a:r>
              <a:rPr dirty="0" baseline="3472" sz="3600">
                <a:latin typeface="Cambria Math"/>
                <a:cs typeface="Cambria Math"/>
              </a:rPr>
              <a:t>	</a:t>
            </a:r>
            <a:r>
              <a:rPr dirty="0" baseline="3472" sz="3600" spc="-952">
                <a:latin typeface="Cambria Math"/>
                <a:cs typeface="Cambria Math"/>
              </a:rPr>
              <a:t>𝑄𝑄</a:t>
            </a:r>
            <a:r>
              <a:rPr dirty="0" baseline="-11111" sz="2625" spc="-952">
                <a:latin typeface="Cambria Math"/>
                <a:cs typeface="Cambria Math"/>
              </a:rPr>
              <a:t>1</a:t>
            </a:r>
            <a:r>
              <a:rPr dirty="0" baseline="-11111" sz="2625" spc="359">
                <a:latin typeface="Cambria Math"/>
                <a:cs typeface="Cambria Math"/>
              </a:rPr>
              <a:t> </a:t>
            </a:r>
            <a:r>
              <a:rPr dirty="0" baseline="3472" sz="3600">
                <a:latin typeface="Cambria Math"/>
                <a:cs typeface="Cambria Math"/>
              </a:rPr>
              <a:t>×</a:t>
            </a:r>
            <a:r>
              <a:rPr dirty="0" baseline="3472" sz="3600" spc="7">
                <a:latin typeface="Cambria Math"/>
                <a:cs typeface="Cambria Math"/>
              </a:rPr>
              <a:t> </a:t>
            </a:r>
            <a:r>
              <a:rPr dirty="0" baseline="3472" sz="3600" spc="-37">
                <a:latin typeface="Cambria Math"/>
                <a:cs typeface="Cambria Math"/>
              </a:rPr>
              <a:t>𝐹</a:t>
            </a:r>
            <a:r>
              <a:rPr dirty="0" baseline="-11111" sz="2625" spc="-37">
                <a:latin typeface="Cambria Math"/>
                <a:cs typeface="Cambria Math"/>
              </a:rPr>
              <a:t>2</a:t>
            </a:r>
            <a:r>
              <a:rPr dirty="0" baseline="-11111" sz="2625">
                <a:latin typeface="Cambria Math"/>
                <a:cs typeface="Cambria Math"/>
              </a:rPr>
              <a:t>	</a:t>
            </a:r>
            <a:r>
              <a:rPr dirty="0" sz="1800">
                <a:latin typeface="Calibri"/>
                <a:cs typeface="Calibri"/>
              </a:rPr>
              <a:t>Set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pairs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which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either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member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accept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state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mbria Math"/>
                <a:cs typeface="Cambria Math"/>
              </a:rPr>
              <a:t>𝑀</a:t>
            </a:r>
            <a:r>
              <a:rPr dirty="0" baseline="-14957" sz="1950">
                <a:latin typeface="Cambria Math"/>
                <a:cs typeface="Cambria Math"/>
              </a:rPr>
              <a:t>1</a:t>
            </a:r>
            <a:r>
              <a:rPr dirty="0" baseline="-14957" sz="1950" spc="232">
                <a:latin typeface="Cambria Math"/>
                <a:cs typeface="Cambria Math"/>
              </a:rPr>
              <a:t> </a:t>
            </a:r>
            <a:r>
              <a:rPr dirty="0" sz="1800">
                <a:latin typeface="Calibri"/>
                <a:cs typeface="Calibri"/>
              </a:rPr>
              <a:t>or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25">
                <a:latin typeface="Cambria Math"/>
                <a:cs typeface="Cambria Math"/>
              </a:rPr>
              <a:t>𝑀</a:t>
            </a:r>
            <a:r>
              <a:rPr dirty="0" baseline="-14957" sz="1950" spc="-37">
                <a:latin typeface="Cambria Math"/>
                <a:cs typeface="Cambria Math"/>
              </a:rPr>
              <a:t>2</a:t>
            </a:r>
            <a:endParaRPr baseline="-14957" sz="195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800">
              <a:latin typeface="Cambria Math"/>
              <a:cs typeface="Cambria Math"/>
            </a:endParaRPr>
          </a:p>
          <a:p>
            <a:pPr>
              <a:lnSpc>
                <a:spcPts val="2860"/>
              </a:lnSpc>
              <a:tabLst>
                <a:tab pos="3208020" algn="l"/>
                <a:tab pos="6240780" algn="l"/>
              </a:tabLst>
            </a:pPr>
            <a:r>
              <a:rPr dirty="0" sz="1600">
                <a:latin typeface="Calibri"/>
                <a:cs typeface="Calibri"/>
              </a:rPr>
              <a:t>Accept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state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for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first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element</a:t>
            </a:r>
            <a:r>
              <a:rPr dirty="0" sz="1600">
                <a:latin typeface="Calibri"/>
                <a:cs typeface="Calibri"/>
              </a:rPr>
              <a:t>	</a:t>
            </a:r>
            <a:r>
              <a:rPr dirty="0" baseline="-3472" sz="2400">
                <a:latin typeface="Calibri"/>
                <a:cs typeface="Calibri"/>
              </a:rPr>
              <a:t>OR</a:t>
            </a:r>
            <a:r>
              <a:rPr dirty="0" baseline="-3472" sz="2400" spc="-37">
                <a:latin typeface="Calibri"/>
                <a:cs typeface="Calibri"/>
              </a:rPr>
              <a:t> </a:t>
            </a:r>
            <a:r>
              <a:rPr dirty="0" baseline="-3472" sz="2400">
                <a:latin typeface="Calibri"/>
                <a:cs typeface="Calibri"/>
              </a:rPr>
              <a:t>any</a:t>
            </a:r>
            <a:r>
              <a:rPr dirty="0" baseline="-3472" sz="2400" spc="-75">
                <a:latin typeface="Calibri"/>
                <a:cs typeface="Calibri"/>
              </a:rPr>
              <a:t> </a:t>
            </a:r>
            <a:r>
              <a:rPr dirty="0" baseline="-3472" sz="2400" spc="-15">
                <a:latin typeface="Calibri"/>
                <a:cs typeface="Calibri"/>
              </a:rPr>
              <a:t>state</a:t>
            </a:r>
            <a:r>
              <a:rPr dirty="0" baseline="-3472" sz="2400" spc="-75">
                <a:latin typeface="Calibri"/>
                <a:cs typeface="Calibri"/>
              </a:rPr>
              <a:t> </a:t>
            </a:r>
            <a:r>
              <a:rPr dirty="0" baseline="-3472" sz="2400">
                <a:latin typeface="Calibri"/>
                <a:cs typeface="Calibri"/>
              </a:rPr>
              <a:t>for</a:t>
            </a:r>
            <a:r>
              <a:rPr dirty="0" baseline="-3472" sz="2400" spc="-30">
                <a:latin typeface="Calibri"/>
                <a:cs typeface="Calibri"/>
              </a:rPr>
              <a:t> </a:t>
            </a:r>
            <a:r>
              <a:rPr dirty="0" baseline="-3472" sz="2400">
                <a:latin typeface="Calibri"/>
                <a:cs typeface="Calibri"/>
              </a:rPr>
              <a:t>the</a:t>
            </a:r>
            <a:r>
              <a:rPr dirty="0" baseline="-3472" sz="2400" spc="-44">
                <a:latin typeface="Calibri"/>
                <a:cs typeface="Calibri"/>
              </a:rPr>
              <a:t> </a:t>
            </a:r>
            <a:r>
              <a:rPr dirty="0" baseline="-3472" sz="2400" spc="-15">
                <a:latin typeface="Calibri"/>
                <a:cs typeface="Calibri"/>
              </a:rPr>
              <a:t>first</a:t>
            </a:r>
            <a:r>
              <a:rPr dirty="0" baseline="-3472" sz="2400">
                <a:latin typeface="Calibri"/>
                <a:cs typeface="Calibri"/>
              </a:rPr>
              <a:t>	</a:t>
            </a:r>
            <a:r>
              <a:rPr dirty="0" baseline="-9259" sz="3600" spc="-120">
                <a:latin typeface="Franklin Gothic Medium"/>
                <a:cs typeface="Franklin Gothic Medium"/>
              </a:rPr>
              <a:t>Why</a:t>
            </a:r>
            <a:r>
              <a:rPr dirty="0" baseline="-9259" sz="3600" spc="-82">
                <a:latin typeface="Franklin Gothic Medium"/>
                <a:cs typeface="Franklin Gothic Medium"/>
              </a:rPr>
              <a:t> </a:t>
            </a:r>
            <a:r>
              <a:rPr dirty="0" baseline="-9259" sz="3600">
                <a:latin typeface="Franklin Gothic Medium"/>
                <a:cs typeface="Franklin Gothic Medium"/>
              </a:rPr>
              <a:t>not</a:t>
            </a:r>
            <a:r>
              <a:rPr dirty="0" baseline="-9259" sz="3600" spc="-67">
                <a:latin typeface="Franklin Gothic Medium"/>
                <a:cs typeface="Franklin Gothic Medium"/>
              </a:rPr>
              <a:t> </a:t>
            </a:r>
            <a:r>
              <a:rPr dirty="0" baseline="-9259" sz="3600">
                <a:latin typeface="Cambria Math"/>
                <a:cs typeface="Cambria Math"/>
              </a:rPr>
              <a:t>𝐹</a:t>
            </a:r>
            <a:r>
              <a:rPr dirty="0" baseline="-9259" sz="3600" spc="217">
                <a:latin typeface="Cambria Math"/>
                <a:cs typeface="Cambria Math"/>
              </a:rPr>
              <a:t> </a:t>
            </a:r>
            <a:r>
              <a:rPr dirty="0" baseline="-9259" sz="3600">
                <a:latin typeface="Cambria Math"/>
                <a:cs typeface="Cambria Math"/>
              </a:rPr>
              <a:t>=</a:t>
            </a:r>
            <a:r>
              <a:rPr dirty="0" baseline="-9259" sz="3600" spc="97">
                <a:latin typeface="Cambria Math"/>
                <a:cs typeface="Cambria Math"/>
              </a:rPr>
              <a:t> </a:t>
            </a:r>
            <a:r>
              <a:rPr dirty="0" baseline="-9259" sz="3600" spc="-75">
                <a:latin typeface="Cambria Math"/>
                <a:cs typeface="Cambria Math"/>
              </a:rPr>
              <a:t>𝐹</a:t>
            </a:r>
            <a:r>
              <a:rPr dirty="0" baseline="-28571" sz="2625" spc="-75">
                <a:latin typeface="Cambria Math"/>
                <a:cs typeface="Cambria Math"/>
              </a:rPr>
              <a:t>1</a:t>
            </a:r>
            <a:r>
              <a:rPr dirty="0" baseline="-28571" sz="2625" spc="270">
                <a:latin typeface="Cambria Math"/>
                <a:cs typeface="Cambria Math"/>
              </a:rPr>
              <a:t> </a:t>
            </a:r>
            <a:r>
              <a:rPr dirty="0" baseline="-9259" sz="3600">
                <a:latin typeface="Cambria Math"/>
                <a:cs typeface="Cambria Math"/>
              </a:rPr>
              <a:t>×</a:t>
            </a:r>
            <a:r>
              <a:rPr dirty="0" baseline="-9259" sz="3600" spc="-82">
                <a:latin typeface="Cambria Math"/>
                <a:cs typeface="Cambria Math"/>
              </a:rPr>
              <a:t> </a:t>
            </a:r>
            <a:r>
              <a:rPr dirty="0" baseline="-9259" sz="3600" spc="-37">
                <a:latin typeface="Cambria Math"/>
                <a:cs typeface="Cambria Math"/>
              </a:rPr>
              <a:t>𝐹</a:t>
            </a:r>
            <a:r>
              <a:rPr dirty="0" baseline="-28571" sz="2625" spc="-37">
                <a:latin typeface="Cambria Math"/>
                <a:cs typeface="Cambria Math"/>
              </a:rPr>
              <a:t>2</a:t>
            </a:r>
            <a:r>
              <a:rPr dirty="0" baseline="-9259" sz="3600" spc="-37">
                <a:latin typeface="Franklin Gothic Medium"/>
                <a:cs typeface="Franklin Gothic Medium"/>
              </a:rPr>
              <a:t>?</a:t>
            </a:r>
            <a:endParaRPr baseline="-9259" sz="3600">
              <a:latin typeface="Franklin Gothic Medium"/>
              <a:cs typeface="Franklin Gothic Medium"/>
            </a:endParaRPr>
          </a:p>
          <a:p>
            <a:pPr>
              <a:lnSpc>
                <a:spcPts val="1900"/>
              </a:lnSpc>
              <a:tabLst>
                <a:tab pos="3208020" algn="l"/>
              </a:tabLst>
            </a:pPr>
            <a:r>
              <a:rPr dirty="0" baseline="3472" sz="2400">
                <a:latin typeface="Calibri"/>
                <a:cs typeface="Calibri"/>
              </a:rPr>
              <a:t>and</a:t>
            </a:r>
            <a:r>
              <a:rPr dirty="0" baseline="3472" sz="2400" spc="-67">
                <a:latin typeface="Calibri"/>
                <a:cs typeface="Calibri"/>
              </a:rPr>
              <a:t> </a:t>
            </a:r>
            <a:r>
              <a:rPr dirty="0" baseline="3472" sz="2400">
                <a:latin typeface="Calibri"/>
                <a:cs typeface="Calibri"/>
              </a:rPr>
              <a:t>any</a:t>
            </a:r>
            <a:r>
              <a:rPr dirty="0" baseline="3472" sz="2400" spc="-52">
                <a:latin typeface="Calibri"/>
                <a:cs typeface="Calibri"/>
              </a:rPr>
              <a:t> </a:t>
            </a:r>
            <a:r>
              <a:rPr dirty="0" baseline="3472" sz="2400" spc="-15">
                <a:latin typeface="Calibri"/>
                <a:cs typeface="Calibri"/>
              </a:rPr>
              <a:t>state</a:t>
            </a:r>
            <a:r>
              <a:rPr dirty="0" baseline="3472" sz="2400" spc="-67">
                <a:latin typeface="Calibri"/>
                <a:cs typeface="Calibri"/>
              </a:rPr>
              <a:t> </a:t>
            </a:r>
            <a:r>
              <a:rPr dirty="0" baseline="3472" sz="2400">
                <a:latin typeface="Calibri"/>
                <a:cs typeface="Calibri"/>
              </a:rPr>
              <a:t>for</a:t>
            </a:r>
            <a:r>
              <a:rPr dirty="0" baseline="3472" sz="2400" spc="-22">
                <a:latin typeface="Calibri"/>
                <a:cs typeface="Calibri"/>
              </a:rPr>
              <a:t> </a:t>
            </a:r>
            <a:r>
              <a:rPr dirty="0" baseline="3472" sz="2400">
                <a:latin typeface="Calibri"/>
                <a:cs typeface="Calibri"/>
              </a:rPr>
              <a:t>the</a:t>
            </a:r>
            <a:r>
              <a:rPr dirty="0" baseline="3472" sz="2400" spc="-52">
                <a:latin typeface="Calibri"/>
                <a:cs typeface="Calibri"/>
              </a:rPr>
              <a:t> </a:t>
            </a:r>
            <a:r>
              <a:rPr dirty="0" baseline="3472" sz="2400" spc="-15">
                <a:latin typeface="Calibri"/>
                <a:cs typeface="Calibri"/>
              </a:rPr>
              <a:t>second</a:t>
            </a:r>
            <a:r>
              <a:rPr dirty="0" baseline="3472" sz="2400">
                <a:latin typeface="Calibri"/>
                <a:cs typeface="Calibri"/>
              </a:rPr>
              <a:t>	</a:t>
            </a:r>
            <a:r>
              <a:rPr dirty="0" sz="1600">
                <a:latin typeface="Calibri"/>
                <a:cs typeface="Calibri"/>
              </a:rPr>
              <a:t>element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accept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state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for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"/>
              </a:spcBef>
              <a:tabLst>
                <a:tab pos="3208020" algn="l"/>
                <a:tab pos="7900034" algn="l"/>
              </a:tabLst>
            </a:pPr>
            <a:r>
              <a:rPr dirty="0" baseline="13888" sz="2400" spc="-15">
                <a:latin typeface="Calibri"/>
                <a:cs typeface="Calibri"/>
              </a:rPr>
              <a:t>element.</a:t>
            </a:r>
            <a:r>
              <a:rPr dirty="0" baseline="13888" sz="2400">
                <a:latin typeface="Calibri"/>
                <a:cs typeface="Calibri"/>
              </a:rPr>
              <a:t>	</a:t>
            </a:r>
            <a:r>
              <a:rPr dirty="0" baseline="10416" sz="2400">
                <a:latin typeface="Calibri"/>
                <a:cs typeface="Calibri"/>
              </a:rPr>
              <a:t>the</a:t>
            </a:r>
            <a:r>
              <a:rPr dirty="0" baseline="10416" sz="2400" spc="-67">
                <a:latin typeface="Calibri"/>
                <a:cs typeface="Calibri"/>
              </a:rPr>
              <a:t> </a:t>
            </a:r>
            <a:r>
              <a:rPr dirty="0" baseline="10416" sz="2400">
                <a:latin typeface="Calibri"/>
                <a:cs typeface="Calibri"/>
              </a:rPr>
              <a:t>second</a:t>
            </a:r>
            <a:r>
              <a:rPr dirty="0" baseline="10416" sz="2400" spc="-30">
                <a:latin typeface="Calibri"/>
                <a:cs typeface="Calibri"/>
              </a:rPr>
              <a:t> </a:t>
            </a:r>
            <a:r>
              <a:rPr dirty="0" baseline="10416" sz="2400" spc="-15">
                <a:latin typeface="Calibri"/>
                <a:cs typeface="Calibri"/>
              </a:rPr>
              <a:t>element.</a:t>
            </a:r>
            <a:r>
              <a:rPr dirty="0" baseline="10416" sz="2400">
                <a:latin typeface="Calibri"/>
                <a:cs typeface="Calibri"/>
              </a:rPr>
              <a:t>	</a:t>
            </a:r>
            <a:r>
              <a:rPr dirty="0" sz="1800">
                <a:latin typeface="Franklin Gothic Medium"/>
                <a:cs typeface="Franklin Gothic Medium"/>
              </a:rPr>
              <a:t>This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gives</a:t>
            </a:r>
            <a:r>
              <a:rPr dirty="0" sz="1800" spc="-5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the</a:t>
            </a:r>
            <a:r>
              <a:rPr dirty="0" sz="1800" spc="-75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intersection.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2004547" y="4009644"/>
            <a:ext cx="64135" cy="646430"/>
          </a:xfrm>
          <a:custGeom>
            <a:avLst/>
            <a:gdLst/>
            <a:ahLst/>
            <a:cxnLst/>
            <a:rect l="l" t="t" r="r" b="b"/>
            <a:pathLst>
              <a:path w="64134" h="646429">
                <a:moveTo>
                  <a:pt x="0" y="646175"/>
                </a:moveTo>
                <a:lnTo>
                  <a:pt x="64007" y="646175"/>
                </a:lnTo>
                <a:lnTo>
                  <a:pt x="64007" y="0"/>
                </a:lnTo>
                <a:lnTo>
                  <a:pt x="0" y="0"/>
                </a:lnTo>
                <a:lnTo>
                  <a:pt x="0" y="646175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187452" y="1249680"/>
            <a:ext cx="11817350" cy="5270500"/>
            <a:chOff x="187452" y="1249680"/>
            <a:chExt cx="11817350" cy="5270500"/>
          </a:xfrm>
        </p:grpSpPr>
        <p:sp>
          <p:nvSpPr>
            <p:cNvPr id="6" name="object 6" descr=""/>
            <p:cNvSpPr/>
            <p:nvPr/>
          </p:nvSpPr>
          <p:spPr>
            <a:xfrm>
              <a:off x="187452" y="1249680"/>
              <a:ext cx="11817350" cy="5270500"/>
            </a:xfrm>
            <a:custGeom>
              <a:avLst/>
              <a:gdLst/>
              <a:ahLst/>
              <a:cxnLst/>
              <a:rect l="l" t="t" r="r" b="b"/>
              <a:pathLst>
                <a:path w="11817350" h="5270500">
                  <a:moveTo>
                    <a:pt x="11817096" y="0"/>
                  </a:moveTo>
                  <a:lnTo>
                    <a:pt x="0" y="0"/>
                  </a:lnTo>
                  <a:lnTo>
                    <a:pt x="0" y="5269992"/>
                  </a:lnTo>
                  <a:lnTo>
                    <a:pt x="11817096" y="5269992"/>
                  </a:lnTo>
                  <a:lnTo>
                    <a:pt x="11817096" y="0"/>
                  </a:lnTo>
                  <a:close/>
                </a:path>
              </a:pathLst>
            </a:custGeom>
            <a:solidFill>
              <a:srgbClr val="FFFFFF">
                <a:alpha val="85882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02663" y="1956816"/>
              <a:ext cx="9317735" cy="3057143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9700" y="1924812"/>
              <a:ext cx="9480803" cy="3169919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584960" y="2001012"/>
              <a:ext cx="9153525" cy="2893060"/>
            </a:xfrm>
            <a:custGeom>
              <a:avLst/>
              <a:gdLst/>
              <a:ahLst/>
              <a:cxnLst/>
              <a:rect l="l" t="t" r="r" b="b"/>
              <a:pathLst>
                <a:path w="9153525" h="2893060">
                  <a:moveTo>
                    <a:pt x="9153144" y="0"/>
                  </a:moveTo>
                  <a:lnTo>
                    <a:pt x="0" y="0"/>
                  </a:lnTo>
                  <a:lnTo>
                    <a:pt x="0" y="2892552"/>
                  </a:lnTo>
                  <a:lnTo>
                    <a:pt x="9153144" y="2892552"/>
                  </a:lnTo>
                  <a:lnTo>
                    <a:pt x="91531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584960" y="2001012"/>
              <a:ext cx="9153525" cy="2893060"/>
            </a:xfrm>
            <a:custGeom>
              <a:avLst/>
              <a:gdLst/>
              <a:ahLst/>
              <a:cxnLst/>
              <a:rect l="l" t="t" r="r" b="b"/>
              <a:pathLst>
                <a:path w="9153525" h="2893060">
                  <a:moveTo>
                    <a:pt x="0" y="0"/>
                  </a:moveTo>
                  <a:lnTo>
                    <a:pt x="9153144" y="0"/>
                  </a:lnTo>
                  <a:lnTo>
                    <a:pt x="9153144" y="2892552"/>
                  </a:lnTo>
                  <a:lnTo>
                    <a:pt x="0" y="2892552"/>
                  </a:lnTo>
                  <a:lnTo>
                    <a:pt x="0" y="0"/>
                  </a:lnTo>
                  <a:close/>
                </a:path>
              </a:pathLst>
            </a:custGeom>
            <a:ln w="5715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1651243" y="1843542"/>
            <a:ext cx="8968105" cy="1517650"/>
          </a:xfrm>
          <a:prstGeom prst="rect">
            <a:avLst/>
          </a:prstGeom>
        </p:spPr>
        <p:txBody>
          <a:bodyPr wrap="square" lIns="0" tIns="19177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510"/>
              </a:spcBef>
            </a:pPr>
            <a:r>
              <a:rPr dirty="0" sz="2800" spc="-10">
                <a:latin typeface="Franklin Gothic Medium"/>
                <a:cs typeface="Franklin Gothic Medium"/>
              </a:rPr>
              <a:t>Question:</a:t>
            </a:r>
            <a:endParaRPr sz="2800">
              <a:latin typeface="Franklin Gothic Medium"/>
              <a:cs typeface="Franklin Gothic Medium"/>
            </a:endParaRPr>
          </a:p>
          <a:p>
            <a:pPr marL="25400" marR="30480">
              <a:lnSpc>
                <a:spcPct val="100000"/>
              </a:lnSpc>
              <a:spcBef>
                <a:spcPts val="1220"/>
              </a:spcBef>
            </a:pPr>
            <a:r>
              <a:rPr dirty="0" sz="2400">
                <a:latin typeface="Franklin Gothic Medium"/>
                <a:cs typeface="Franklin Gothic Medium"/>
              </a:rPr>
              <a:t>In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proof,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if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07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and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>
                <a:latin typeface="Cambria Math"/>
                <a:cs typeface="Cambria Math"/>
              </a:rPr>
              <a:t>2</a:t>
            </a:r>
            <a:r>
              <a:rPr dirty="0" baseline="-15873" sz="2625" spc="315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are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finite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 spc="-40">
                <a:latin typeface="Franklin Gothic Medium"/>
                <a:cs typeface="Franklin Gothic Medium"/>
              </a:rPr>
              <a:t>automata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where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07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has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𝑘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07">
                <a:latin typeface="Cambria Math"/>
                <a:cs typeface="Cambria Math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states </a:t>
            </a:r>
            <a:r>
              <a:rPr dirty="0" sz="2400">
                <a:latin typeface="Franklin Gothic Medium"/>
                <a:cs typeface="Franklin Gothic Medium"/>
              </a:rPr>
              <a:t>and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>
                <a:latin typeface="Cambria Math"/>
                <a:cs typeface="Cambria Math"/>
              </a:rPr>
              <a:t>2</a:t>
            </a:r>
            <a:r>
              <a:rPr dirty="0" baseline="-15873" sz="2625" spc="352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has</a:t>
            </a:r>
            <a:r>
              <a:rPr dirty="0" sz="2400" spc="-12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𝑘</a:t>
            </a:r>
            <a:r>
              <a:rPr dirty="0" baseline="-15873" sz="2625">
                <a:latin typeface="Cambria Math"/>
                <a:cs typeface="Cambria Math"/>
              </a:rPr>
              <a:t>2</a:t>
            </a:r>
            <a:r>
              <a:rPr dirty="0" baseline="-15873" sz="2625" spc="359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states.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Then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how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 spc="-55">
                <a:latin typeface="Franklin Gothic Medium"/>
                <a:cs typeface="Franklin Gothic Medium"/>
              </a:rPr>
              <a:t>many </a:t>
            </a:r>
            <a:r>
              <a:rPr dirty="0" sz="2400" spc="-10">
                <a:latin typeface="Franklin Gothic Medium"/>
                <a:cs typeface="Franklin Gothic Medium"/>
              </a:rPr>
              <a:t>states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does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400" spc="-2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have?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2273412" y="4157509"/>
            <a:ext cx="501650" cy="282575"/>
          </a:xfrm>
          <a:custGeom>
            <a:avLst/>
            <a:gdLst/>
            <a:ahLst/>
            <a:cxnLst/>
            <a:rect l="l" t="t" r="r" b="b"/>
            <a:pathLst>
              <a:path w="501650" h="282575">
                <a:moveTo>
                  <a:pt x="411124" y="0"/>
                </a:moveTo>
                <a:lnTo>
                  <a:pt x="407111" y="11455"/>
                </a:lnTo>
                <a:lnTo>
                  <a:pt x="423453" y="18551"/>
                </a:lnTo>
                <a:lnTo>
                  <a:pt x="437507" y="28371"/>
                </a:lnTo>
                <a:lnTo>
                  <a:pt x="466040" y="73880"/>
                </a:lnTo>
                <a:lnTo>
                  <a:pt x="474327" y="115357"/>
                </a:lnTo>
                <a:lnTo>
                  <a:pt x="474370" y="115661"/>
                </a:lnTo>
                <a:lnTo>
                  <a:pt x="474366" y="164649"/>
                </a:lnTo>
                <a:lnTo>
                  <a:pt x="465998" y="207587"/>
                </a:lnTo>
                <a:lnTo>
                  <a:pt x="437519" y="253828"/>
                </a:lnTo>
                <a:lnTo>
                  <a:pt x="407555" y="270865"/>
                </a:lnTo>
                <a:lnTo>
                  <a:pt x="411124" y="282321"/>
                </a:lnTo>
                <a:lnTo>
                  <a:pt x="449633" y="264263"/>
                </a:lnTo>
                <a:lnTo>
                  <a:pt x="477951" y="232994"/>
                </a:lnTo>
                <a:lnTo>
                  <a:pt x="495360" y="191111"/>
                </a:lnTo>
                <a:lnTo>
                  <a:pt x="501167" y="141236"/>
                </a:lnTo>
                <a:lnTo>
                  <a:pt x="499729" y="115661"/>
                </a:lnTo>
                <a:lnTo>
                  <a:pt x="499712" y="115357"/>
                </a:lnTo>
                <a:lnTo>
                  <a:pt x="488067" y="69479"/>
                </a:lnTo>
                <a:lnTo>
                  <a:pt x="464966" y="32129"/>
                </a:lnTo>
                <a:lnTo>
                  <a:pt x="431591" y="7391"/>
                </a:lnTo>
                <a:lnTo>
                  <a:pt x="411124" y="0"/>
                </a:lnTo>
                <a:close/>
              </a:path>
              <a:path w="501650" h="282575">
                <a:moveTo>
                  <a:pt x="90030" y="0"/>
                </a:moveTo>
                <a:lnTo>
                  <a:pt x="51617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1450" y="167173"/>
                </a:lnTo>
                <a:lnTo>
                  <a:pt x="13056" y="213051"/>
                </a:lnTo>
                <a:lnTo>
                  <a:pt x="36098" y="250279"/>
                </a:lnTo>
                <a:lnTo>
                  <a:pt x="69503" y="274944"/>
                </a:lnTo>
                <a:lnTo>
                  <a:pt x="90030" y="282321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805" y="141236"/>
                </a:lnTo>
                <a:lnTo>
                  <a:pt x="25742" y="139750"/>
                </a:lnTo>
                <a:lnTo>
                  <a:pt x="29925" y="93705"/>
                </a:lnTo>
                <a:lnTo>
                  <a:pt x="42481" y="56184"/>
                </a:lnTo>
                <a:lnTo>
                  <a:pt x="77773" y="18551"/>
                </a:lnTo>
                <a:lnTo>
                  <a:pt x="94056" y="11455"/>
                </a:lnTo>
                <a:lnTo>
                  <a:pt x="900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2775849" y="3955965"/>
            <a:ext cx="5016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latin typeface="Cambria Math"/>
                <a:cs typeface="Cambria Math"/>
              </a:rPr>
              <a:t>2</a:t>
            </a:r>
            <a:r>
              <a:rPr dirty="0" sz="1750" spc="280">
                <a:latin typeface="Cambria Math"/>
                <a:cs typeface="Cambria Math"/>
              </a:rPr>
              <a:t> </a:t>
            </a:r>
            <a:r>
              <a:rPr dirty="0" baseline="-20833" sz="3600" spc="-75">
                <a:latin typeface="Cambria Math"/>
                <a:cs typeface="Cambria Math"/>
              </a:rPr>
              <a:t>+</a:t>
            </a:r>
            <a:endParaRPr baseline="-20833" sz="3600">
              <a:latin typeface="Cambria Math"/>
              <a:cs typeface="Cambria Math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3332593" y="4157509"/>
            <a:ext cx="509270" cy="282575"/>
          </a:xfrm>
          <a:custGeom>
            <a:avLst/>
            <a:gdLst/>
            <a:ahLst/>
            <a:cxnLst/>
            <a:rect l="l" t="t" r="r" b="b"/>
            <a:pathLst>
              <a:path w="509270" h="282575">
                <a:moveTo>
                  <a:pt x="418744" y="0"/>
                </a:moveTo>
                <a:lnTo>
                  <a:pt x="414731" y="11455"/>
                </a:lnTo>
                <a:lnTo>
                  <a:pt x="431073" y="18551"/>
                </a:lnTo>
                <a:lnTo>
                  <a:pt x="445127" y="28371"/>
                </a:lnTo>
                <a:lnTo>
                  <a:pt x="473660" y="73880"/>
                </a:lnTo>
                <a:lnTo>
                  <a:pt x="481947" y="115357"/>
                </a:lnTo>
                <a:lnTo>
                  <a:pt x="481990" y="115661"/>
                </a:lnTo>
                <a:lnTo>
                  <a:pt x="481986" y="164649"/>
                </a:lnTo>
                <a:lnTo>
                  <a:pt x="473618" y="207587"/>
                </a:lnTo>
                <a:lnTo>
                  <a:pt x="445139" y="253828"/>
                </a:lnTo>
                <a:lnTo>
                  <a:pt x="415175" y="270865"/>
                </a:lnTo>
                <a:lnTo>
                  <a:pt x="418744" y="282321"/>
                </a:lnTo>
                <a:lnTo>
                  <a:pt x="457253" y="264263"/>
                </a:lnTo>
                <a:lnTo>
                  <a:pt x="485571" y="232994"/>
                </a:lnTo>
                <a:lnTo>
                  <a:pt x="502980" y="191111"/>
                </a:lnTo>
                <a:lnTo>
                  <a:pt x="508787" y="141236"/>
                </a:lnTo>
                <a:lnTo>
                  <a:pt x="507349" y="115661"/>
                </a:lnTo>
                <a:lnTo>
                  <a:pt x="507332" y="115357"/>
                </a:lnTo>
                <a:lnTo>
                  <a:pt x="495687" y="69479"/>
                </a:lnTo>
                <a:lnTo>
                  <a:pt x="472586" y="32129"/>
                </a:lnTo>
                <a:lnTo>
                  <a:pt x="439211" y="7391"/>
                </a:lnTo>
                <a:lnTo>
                  <a:pt x="418744" y="0"/>
                </a:lnTo>
                <a:close/>
              </a:path>
              <a:path w="509270" h="282575">
                <a:moveTo>
                  <a:pt x="90030" y="0"/>
                </a:moveTo>
                <a:lnTo>
                  <a:pt x="51617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1450" y="167173"/>
                </a:lnTo>
                <a:lnTo>
                  <a:pt x="13056" y="213051"/>
                </a:lnTo>
                <a:lnTo>
                  <a:pt x="36098" y="250279"/>
                </a:lnTo>
                <a:lnTo>
                  <a:pt x="69503" y="274944"/>
                </a:lnTo>
                <a:lnTo>
                  <a:pt x="90030" y="282321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805" y="141236"/>
                </a:lnTo>
                <a:lnTo>
                  <a:pt x="25742" y="139750"/>
                </a:lnTo>
                <a:lnTo>
                  <a:pt x="29925" y="93705"/>
                </a:lnTo>
                <a:lnTo>
                  <a:pt x="42481" y="56184"/>
                </a:lnTo>
                <a:lnTo>
                  <a:pt x="77773" y="18551"/>
                </a:lnTo>
                <a:lnTo>
                  <a:pt x="94056" y="11455"/>
                </a:lnTo>
                <a:lnTo>
                  <a:pt x="900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3406891" y="4067257"/>
            <a:ext cx="3600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𝑘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868049" y="4038262"/>
            <a:ext cx="141605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750" spc="-50">
                <a:latin typeface="Cambria Math"/>
                <a:cs typeface="Cambria Math"/>
              </a:rPr>
              <a:t>2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638543" y="3701497"/>
            <a:ext cx="1631314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06425" indent="-568325">
              <a:lnSpc>
                <a:spcPct val="100000"/>
              </a:lnSpc>
              <a:spcBef>
                <a:spcPts val="100"/>
              </a:spcBef>
              <a:buFont typeface="Franklin Gothic Medium"/>
              <a:buAutoNum type="alphaLcParenBoth"/>
              <a:tabLst>
                <a:tab pos="606425" algn="l"/>
              </a:tabLst>
            </a:pPr>
            <a:r>
              <a:rPr dirty="0" sz="2400">
                <a:latin typeface="Cambria Math"/>
                <a:cs typeface="Cambria Math"/>
              </a:rPr>
              <a:t>𝑘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37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+</a:t>
            </a:r>
            <a:r>
              <a:rPr dirty="0" sz="2400" spc="-30">
                <a:latin typeface="Cambria Math"/>
                <a:cs typeface="Cambria Math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𝑘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  <a:p>
            <a:pPr marL="734060" indent="-695960">
              <a:lnSpc>
                <a:spcPct val="100000"/>
              </a:lnSpc>
              <a:buFont typeface="Franklin Gothic Medium"/>
              <a:buAutoNum type="alphaLcParenBoth"/>
              <a:tabLst>
                <a:tab pos="734060" algn="l"/>
              </a:tabLst>
            </a:pPr>
            <a:r>
              <a:rPr dirty="0" sz="2400" spc="-25">
                <a:latin typeface="Cambria Math"/>
                <a:cs typeface="Cambria Math"/>
              </a:rPr>
              <a:t>𝑘</a:t>
            </a:r>
            <a:r>
              <a:rPr dirty="0" baseline="-15873" sz="2625" spc="-37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</a:pPr>
            <a:r>
              <a:rPr dirty="0" sz="2400" spc="-25">
                <a:latin typeface="Franklin Gothic Medium"/>
                <a:cs typeface="Franklin Gothic Medium"/>
              </a:rPr>
              <a:t>(c)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274753" y="4433017"/>
            <a:ext cx="10153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𝑘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37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</a:t>
            </a:r>
            <a:r>
              <a:rPr dirty="0" sz="2400" spc="-25">
                <a:latin typeface="Cambria Math"/>
                <a:cs typeface="Cambria Math"/>
              </a:rPr>
              <a:t> 𝑘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1385316" y="4478877"/>
            <a:ext cx="9380220" cy="1632585"/>
            <a:chOff x="1385316" y="4478877"/>
            <a:chExt cx="9380220" cy="1632585"/>
          </a:xfrm>
        </p:grpSpPr>
        <p:sp>
          <p:nvSpPr>
            <p:cNvPr id="20" name="object 20" descr=""/>
            <p:cNvSpPr/>
            <p:nvPr/>
          </p:nvSpPr>
          <p:spPr>
            <a:xfrm>
              <a:off x="3382748" y="4478877"/>
              <a:ext cx="435609" cy="306070"/>
            </a:xfrm>
            <a:custGeom>
              <a:avLst/>
              <a:gdLst/>
              <a:ahLst/>
              <a:cxnLst/>
              <a:rect l="l" t="t" r="r" b="b"/>
              <a:pathLst>
                <a:path w="435610" h="306070">
                  <a:moveTo>
                    <a:pt x="153959" y="305527"/>
                  </a:moveTo>
                  <a:lnTo>
                    <a:pt x="0" y="147350"/>
                  </a:lnTo>
                  <a:lnTo>
                    <a:pt x="40020" y="109217"/>
                  </a:lnTo>
                  <a:lnTo>
                    <a:pt x="155838" y="227851"/>
                  </a:lnTo>
                  <a:lnTo>
                    <a:pt x="396900" y="0"/>
                  </a:lnTo>
                  <a:lnTo>
                    <a:pt x="435036" y="39544"/>
                  </a:lnTo>
                  <a:lnTo>
                    <a:pt x="194445" y="267866"/>
                  </a:lnTo>
                  <a:lnTo>
                    <a:pt x="153959" y="305527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7800" y="5015483"/>
              <a:ext cx="9317735" cy="996695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5316" y="4998720"/>
              <a:ext cx="9377171" cy="1112519"/>
            </a:xfrm>
            <a:prstGeom prst="rect">
              <a:avLst/>
            </a:prstGeom>
          </p:spPr>
        </p:pic>
      </p:grpSp>
      <p:sp>
        <p:nvSpPr>
          <p:cNvPr id="23" name="object 23" descr=""/>
          <p:cNvSpPr txBox="1"/>
          <p:nvPr/>
        </p:nvSpPr>
        <p:spPr>
          <a:xfrm>
            <a:off x="1530096" y="5059679"/>
            <a:ext cx="9153525" cy="832485"/>
          </a:xfrm>
          <a:prstGeom prst="rect">
            <a:avLst/>
          </a:prstGeom>
          <a:solidFill>
            <a:srgbClr val="FFFFFF"/>
          </a:solidFill>
          <a:ln w="57150">
            <a:solidFill>
              <a:srgbClr val="A4A4A4"/>
            </a:solidFill>
          </a:ln>
        </p:spPr>
        <p:txBody>
          <a:bodyPr wrap="square" lIns="0" tIns="36830" rIns="0" bIns="0" rtlCol="0" vert="horz">
            <a:spAutoFit/>
          </a:bodyPr>
          <a:lstStyle/>
          <a:p>
            <a:pPr marL="90805" marR="224790">
              <a:lnSpc>
                <a:spcPct val="100000"/>
              </a:lnSpc>
              <a:spcBef>
                <a:spcPts val="290"/>
              </a:spcBef>
            </a:pPr>
            <a:r>
              <a:rPr dirty="0" sz="2400" spc="-60">
                <a:latin typeface="Franklin Gothic Medium"/>
                <a:cs typeface="Franklin Gothic Medium"/>
              </a:rPr>
              <a:t>You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need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all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possible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pairs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of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states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 spc="-55">
                <a:latin typeface="Franklin Gothic Medium"/>
                <a:cs typeface="Franklin Gothic Medium"/>
              </a:rPr>
              <a:t>from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37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and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>
                <a:latin typeface="Cambria Math"/>
                <a:cs typeface="Cambria Math"/>
              </a:rPr>
              <a:t>2</a:t>
            </a:r>
            <a:r>
              <a:rPr dirty="0" sz="2400">
                <a:latin typeface="Franklin Gothic Medium"/>
                <a:cs typeface="Franklin Gothic Medium"/>
              </a:rPr>
              <a:t>.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So,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it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is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the </a:t>
            </a:r>
            <a:r>
              <a:rPr dirty="0" sz="2400">
                <a:latin typeface="Franklin Gothic Medium"/>
                <a:cs typeface="Franklin Gothic Medium"/>
              </a:rPr>
              <a:t>#</a:t>
            </a:r>
            <a:r>
              <a:rPr dirty="0" sz="2400" spc="-5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of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states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in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82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</a:t>
            </a:r>
            <a:r>
              <a:rPr dirty="0" sz="2400" spc="15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#</a:t>
            </a:r>
            <a:r>
              <a:rPr dirty="0" sz="2400" spc="-5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of</a:t>
            </a:r>
            <a:r>
              <a:rPr dirty="0" sz="2400" spc="-5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states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in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>
                <a:latin typeface="Cambria Math"/>
                <a:cs typeface="Cambria Math"/>
              </a:rPr>
              <a:t>2</a:t>
            </a:r>
            <a:r>
              <a:rPr dirty="0" sz="2400">
                <a:latin typeface="Franklin Gothic Medium"/>
                <a:cs typeface="Franklin Gothic Medium"/>
              </a:rPr>
              <a:t>=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𝑘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0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</a:t>
            </a:r>
            <a:r>
              <a:rPr dirty="0" sz="2400" spc="-50">
                <a:latin typeface="Cambria Math"/>
                <a:cs typeface="Cambria Math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𝑘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Closure</a:t>
            </a:r>
            <a:r>
              <a:rPr dirty="0" spc="-170"/>
              <a:t> </a:t>
            </a:r>
            <a:r>
              <a:rPr dirty="0" spc="-20"/>
              <a:t>Properties</a:t>
            </a:r>
            <a:r>
              <a:rPr dirty="0" spc="-160"/>
              <a:t> </a:t>
            </a:r>
            <a:r>
              <a:rPr dirty="0"/>
              <a:t>for</a:t>
            </a:r>
            <a:r>
              <a:rPr dirty="0" spc="-165"/>
              <a:t> </a:t>
            </a:r>
            <a:r>
              <a:rPr dirty="0" spc="-45"/>
              <a:t>RegEx</a:t>
            </a:r>
            <a:r>
              <a:rPr dirty="0" spc="-160"/>
              <a:t> </a:t>
            </a:r>
            <a:r>
              <a:rPr dirty="0"/>
              <a:t>-</a:t>
            </a:r>
            <a:r>
              <a:rPr dirty="0" spc="-140"/>
              <a:t> </a:t>
            </a:r>
            <a:r>
              <a:rPr dirty="0" spc="-10"/>
              <a:t>Union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993022" y="1535290"/>
            <a:ext cx="11976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0">
                <a:latin typeface="Franklin Gothic Medium"/>
                <a:cs typeface="Franklin Gothic Medium"/>
              </a:rPr>
              <a:t>Example: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52078" y="1292075"/>
            <a:ext cx="2841625" cy="1842135"/>
          </a:xfrm>
          <a:prstGeom prst="rect">
            <a:avLst/>
          </a:prstGeom>
        </p:spPr>
        <p:txBody>
          <a:bodyPr wrap="square" lIns="0" tIns="2540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000"/>
              </a:spcBef>
            </a:pPr>
            <a:r>
              <a:rPr dirty="0" sz="2800" spc="-25">
                <a:latin typeface="Franklin Gothic Medium"/>
                <a:cs typeface="Franklin Gothic Medium"/>
              </a:rPr>
              <a:t>Components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800" spc="-25">
                <a:latin typeface="Franklin Gothic Medium"/>
                <a:cs typeface="Franklin Gothic Medium"/>
              </a:rPr>
              <a:t>:</a:t>
            </a:r>
            <a:endParaRPr sz="2800">
              <a:latin typeface="Franklin Gothic Medium"/>
              <a:cs typeface="Franklin Gothic Medium"/>
            </a:endParaRPr>
          </a:p>
          <a:p>
            <a:pPr marL="353695">
              <a:lnSpc>
                <a:spcPct val="100000"/>
              </a:lnSpc>
              <a:spcBef>
                <a:spcPts val="1630"/>
              </a:spcBef>
            </a:pPr>
            <a:r>
              <a:rPr dirty="0" sz="2400" spc="-830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sz="2400" spc="21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30">
                <a:latin typeface="Cambria Math"/>
                <a:cs typeface="Cambria Math"/>
              </a:rPr>
              <a:t> </a:t>
            </a:r>
            <a:r>
              <a:rPr dirty="0" sz="2400" spc="-63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952">
                <a:solidFill>
                  <a:srgbClr val="C55A11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382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 </a:t>
            </a:r>
            <a:r>
              <a:rPr dirty="0" sz="2400" spc="-59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892">
                <a:solidFill>
                  <a:srgbClr val="C55A11"/>
                </a:solidFill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  <a:p>
            <a:pPr marL="366395">
              <a:lnSpc>
                <a:spcPct val="100000"/>
              </a:lnSpc>
              <a:spcBef>
                <a:spcPts val="1650"/>
              </a:spcBef>
            </a:pPr>
            <a:r>
              <a:rPr dirty="0" sz="240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15873" sz="2625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baseline="-15873" sz="2625" spc="600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5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(</a:t>
            </a:r>
            <a:r>
              <a:rPr dirty="0" sz="2400">
                <a:solidFill>
                  <a:srgbClr val="BE9000"/>
                </a:solidFill>
                <a:latin typeface="Cambria Math"/>
                <a:cs typeface="Cambria Math"/>
              </a:rPr>
              <a:t>𝑡</a:t>
            </a:r>
            <a:r>
              <a:rPr dirty="0" baseline="-15873" sz="2625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120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BE9000"/>
                </a:solidFill>
                <a:latin typeface="Cambria Math"/>
                <a:cs typeface="Cambria Math"/>
              </a:rPr>
              <a:t>𝑟</a:t>
            </a:r>
            <a:r>
              <a:rPr dirty="0" baseline="-15873" sz="2625" spc="-37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sz="2400" spc="-25">
                <a:latin typeface="Cambria Math"/>
                <a:cs typeface="Cambria Math"/>
              </a:rPr>
              <a:t>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808342" y="3513620"/>
            <a:ext cx="1155065" cy="368300"/>
          </a:xfrm>
          <a:custGeom>
            <a:avLst/>
            <a:gdLst/>
            <a:ahLst/>
            <a:cxnLst/>
            <a:rect l="l" t="t" r="r" b="b"/>
            <a:pathLst>
              <a:path w="1155064" h="368300">
                <a:moveTo>
                  <a:pt x="100457" y="12204"/>
                </a:moveTo>
                <a:lnTo>
                  <a:pt x="96735" y="0"/>
                </a:lnTo>
                <a:lnTo>
                  <a:pt x="74841" y="8521"/>
                </a:lnTo>
                <a:lnTo>
                  <a:pt x="55613" y="21907"/>
                </a:lnTo>
                <a:lnTo>
                  <a:pt x="25146" y="63246"/>
                </a:lnTo>
                <a:lnTo>
                  <a:pt x="6286" y="118986"/>
                </a:lnTo>
                <a:lnTo>
                  <a:pt x="0" y="184099"/>
                </a:lnTo>
                <a:lnTo>
                  <a:pt x="1511" y="216522"/>
                </a:lnTo>
                <a:lnTo>
                  <a:pt x="1562" y="217817"/>
                </a:lnTo>
                <a:lnTo>
                  <a:pt x="14135" y="278244"/>
                </a:lnTo>
                <a:lnTo>
                  <a:pt x="39039" y="328041"/>
                </a:lnTo>
                <a:lnTo>
                  <a:pt x="74841" y="359664"/>
                </a:lnTo>
                <a:lnTo>
                  <a:pt x="96735" y="368198"/>
                </a:lnTo>
                <a:lnTo>
                  <a:pt x="100457" y="355993"/>
                </a:lnTo>
                <a:lnTo>
                  <a:pt x="83540" y="347218"/>
                </a:lnTo>
                <a:lnTo>
                  <a:pt x="68808" y="334467"/>
                </a:lnTo>
                <a:lnTo>
                  <a:pt x="45910" y="296989"/>
                </a:lnTo>
                <a:lnTo>
                  <a:pt x="32004" y="246062"/>
                </a:lnTo>
                <a:lnTo>
                  <a:pt x="27381" y="184251"/>
                </a:lnTo>
                <a:lnTo>
                  <a:pt x="28536" y="151904"/>
                </a:lnTo>
                <a:lnTo>
                  <a:pt x="37795" y="95415"/>
                </a:lnTo>
                <a:lnTo>
                  <a:pt x="56261" y="50507"/>
                </a:lnTo>
                <a:lnTo>
                  <a:pt x="83540" y="20967"/>
                </a:lnTo>
                <a:lnTo>
                  <a:pt x="100457" y="12204"/>
                </a:lnTo>
                <a:close/>
              </a:path>
              <a:path w="1155064" h="368300">
                <a:moveTo>
                  <a:pt x="231216" y="55372"/>
                </a:moveTo>
                <a:lnTo>
                  <a:pt x="227190" y="43916"/>
                </a:lnTo>
                <a:lnTo>
                  <a:pt x="206717" y="51308"/>
                </a:lnTo>
                <a:lnTo>
                  <a:pt x="188772" y="62014"/>
                </a:lnTo>
                <a:lnTo>
                  <a:pt x="160451" y="93395"/>
                </a:lnTo>
                <a:lnTo>
                  <a:pt x="142976" y="135343"/>
                </a:lnTo>
                <a:lnTo>
                  <a:pt x="137236" y="183667"/>
                </a:lnTo>
                <a:lnTo>
                  <a:pt x="137160" y="185153"/>
                </a:lnTo>
                <a:lnTo>
                  <a:pt x="138607" y="211086"/>
                </a:lnTo>
                <a:lnTo>
                  <a:pt x="150215" y="256959"/>
                </a:lnTo>
                <a:lnTo>
                  <a:pt x="173253" y="294195"/>
                </a:lnTo>
                <a:lnTo>
                  <a:pt x="206654" y="318858"/>
                </a:lnTo>
                <a:lnTo>
                  <a:pt x="227190" y="326237"/>
                </a:lnTo>
                <a:lnTo>
                  <a:pt x="230771" y="314782"/>
                </a:lnTo>
                <a:lnTo>
                  <a:pt x="214680" y="307657"/>
                </a:lnTo>
                <a:lnTo>
                  <a:pt x="200787" y="297738"/>
                </a:lnTo>
                <a:lnTo>
                  <a:pt x="172313" y="251498"/>
                </a:lnTo>
                <a:lnTo>
                  <a:pt x="163944" y="208559"/>
                </a:lnTo>
                <a:lnTo>
                  <a:pt x="162966" y="185153"/>
                </a:lnTo>
                <a:lnTo>
                  <a:pt x="162902" y="183667"/>
                </a:lnTo>
                <a:lnTo>
                  <a:pt x="167081" y="137617"/>
                </a:lnTo>
                <a:lnTo>
                  <a:pt x="179641" y="100101"/>
                </a:lnTo>
                <a:lnTo>
                  <a:pt x="214934" y="62458"/>
                </a:lnTo>
                <a:lnTo>
                  <a:pt x="231216" y="55372"/>
                </a:lnTo>
                <a:close/>
              </a:path>
              <a:path w="1155064" h="368300">
                <a:moveTo>
                  <a:pt x="728243" y="185153"/>
                </a:moveTo>
                <a:lnTo>
                  <a:pt x="726795" y="159575"/>
                </a:lnTo>
                <a:lnTo>
                  <a:pt x="726782" y="159270"/>
                </a:lnTo>
                <a:lnTo>
                  <a:pt x="722414" y="135343"/>
                </a:lnTo>
                <a:lnTo>
                  <a:pt x="704951" y="93395"/>
                </a:lnTo>
                <a:lnTo>
                  <a:pt x="676605" y="62014"/>
                </a:lnTo>
                <a:lnTo>
                  <a:pt x="638200" y="43916"/>
                </a:lnTo>
                <a:lnTo>
                  <a:pt x="634187" y="55372"/>
                </a:lnTo>
                <a:lnTo>
                  <a:pt x="650532" y="62458"/>
                </a:lnTo>
                <a:lnTo>
                  <a:pt x="664578" y="72288"/>
                </a:lnTo>
                <a:lnTo>
                  <a:pt x="693115" y="117792"/>
                </a:lnTo>
                <a:lnTo>
                  <a:pt x="701395" y="159270"/>
                </a:lnTo>
                <a:lnTo>
                  <a:pt x="701446" y="159575"/>
                </a:lnTo>
                <a:lnTo>
                  <a:pt x="701433" y="208559"/>
                </a:lnTo>
                <a:lnTo>
                  <a:pt x="693064" y="251498"/>
                </a:lnTo>
                <a:lnTo>
                  <a:pt x="664591" y="297738"/>
                </a:lnTo>
                <a:lnTo>
                  <a:pt x="634631" y="314782"/>
                </a:lnTo>
                <a:lnTo>
                  <a:pt x="638200" y="326237"/>
                </a:lnTo>
                <a:lnTo>
                  <a:pt x="676706" y="308178"/>
                </a:lnTo>
                <a:lnTo>
                  <a:pt x="705027" y="276910"/>
                </a:lnTo>
                <a:lnTo>
                  <a:pt x="722426" y="235026"/>
                </a:lnTo>
                <a:lnTo>
                  <a:pt x="726782" y="211086"/>
                </a:lnTo>
                <a:lnTo>
                  <a:pt x="728243" y="185153"/>
                </a:lnTo>
                <a:close/>
              </a:path>
              <a:path w="1155064" h="368300">
                <a:moveTo>
                  <a:pt x="1154709" y="184099"/>
                </a:moveTo>
                <a:lnTo>
                  <a:pt x="1153198" y="151904"/>
                </a:lnTo>
                <a:lnTo>
                  <a:pt x="1153134" y="150368"/>
                </a:lnTo>
                <a:lnTo>
                  <a:pt x="1148422" y="118986"/>
                </a:lnTo>
                <a:lnTo>
                  <a:pt x="1129563" y="63246"/>
                </a:lnTo>
                <a:lnTo>
                  <a:pt x="1099083" y="21907"/>
                </a:lnTo>
                <a:lnTo>
                  <a:pt x="1057973" y="0"/>
                </a:lnTo>
                <a:lnTo>
                  <a:pt x="1054252" y="12204"/>
                </a:lnTo>
                <a:lnTo>
                  <a:pt x="1071168" y="20967"/>
                </a:lnTo>
                <a:lnTo>
                  <a:pt x="1085888" y="33743"/>
                </a:lnTo>
                <a:lnTo>
                  <a:pt x="1108798" y="71285"/>
                </a:lnTo>
                <a:lnTo>
                  <a:pt x="1122692" y="122301"/>
                </a:lnTo>
                <a:lnTo>
                  <a:pt x="1127315" y="184099"/>
                </a:lnTo>
                <a:lnTo>
                  <a:pt x="1126159" y="216522"/>
                </a:lnTo>
                <a:lnTo>
                  <a:pt x="1116901" y="272884"/>
                </a:lnTo>
                <a:lnTo>
                  <a:pt x="1098435" y="317715"/>
                </a:lnTo>
                <a:lnTo>
                  <a:pt x="1071168" y="347218"/>
                </a:lnTo>
                <a:lnTo>
                  <a:pt x="1054252" y="355993"/>
                </a:lnTo>
                <a:lnTo>
                  <a:pt x="1057973" y="368198"/>
                </a:lnTo>
                <a:lnTo>
                  <a:pt x="1099083" y="346278"/>
                </a:lnTo>
                <a:lnTo>
                  <a:pt x="1129563" y="304952"/>
                </a:lnTo>
                <a:lnTo>
                  <a:pt x="1148422" y="249212"/>
                </a:lnTo>
                <a:lnTo>
                  <a:pt x="1154696" y="184251"/>
                </a:lnTo>
                <a:lnTo>
                  <a:pt x="1154709" y="184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413114" y="3513620"/>
            <a:ext cx="2282825" cy="368300"/>
          </a:xfrm>
          <a:custGeom>
            <a:avLst/>
            <a:gdLst/>
            <a:ahLst/>
            <a:cxnLst/>
            <a:rect l="l" t="t" r="r" b="b"/>
            <a:pathLst>
              <a:path w="2282825" h="368300">
                <a:moveTo>
                  <a:pt x="100457" y="12204"/>
                </a:moveTo>
                <a:lnTo>
                  <a:pt x="96735" y="0"/>
                </a:lnTo>
                <a:lnTo>
                  <a:pt x="74841" y="8521"/>
                </a:lnTo>
                <a:lnTo>
                  <a:pt x="55613" y="21907"/>
                </a:lnTo>
                <a:lnTo>
                  <a:pt x="25146" y="63246"/>
                </a:lnTo>
                <a:lnTo>
                  <a:pt x="6286" y="118986"/>
                </a:lnTo>
                <a:lnTo>
                  <a:pt x="0" y="184099"/>
                </a:lnTo>
                <a:lnTo>
                  <a:pt x="1511" y="216522"/>
                </a:lnTo>
                <a:lnTo>
                  <a:pt x="1562" y="217817"/>
                </a:lnTo>
                <a:lnTo>
                  <a:pt x="14135" y="278244"/>
                </a:lnTo>
                <a:lnTo>
                  <a:pt x="39039" y="328041"/>
                </a:lnTo>
                <a:lnTo>
                  <a:pt x="74841" y="359664"/>
                </a:lnTo>
                <a:lnTo>
                  <a:pt x="96735" y="368198"/>
                </a:lnTo>
                <a:lnTo>
                  <a:pt x="100457" y="355993"/>
                </a:lnTo>
                <a:lnTo>
                  <a:pt x="83540" y="347218"/>
                </a:lnTo>
                <a:lnTo>
                  <a:pt x="68808" y="334467"/>
                </a:lnTo>
                <a:lnTo>
                  <a:pt x="45910" y="296989"/>
                </a:lnTo>
                <a:lnTo>
                  <a:pt x="32004" y="246062"/>
                </a:lnTo>
                <a:lnTo>
                  <a:pt x="27381" y="184251"/>
                </a:lnTo>
                <a:lnTo>
                  <a:pt x="28536" y="151904"/>
                </a:lnTo>
                <a:lnTo>
                  <a:pt x="37795" y="95415"/>
                </a:lnTo>
                <a:lnTo>
                  <a:pt x="56261" y="50507"/>
                </a:lnTo>
                <a:lnTo>
                  <a:pt x="83540" y="20967"/>
                </a:lnTo>
                <a:lnTo>
                  <a:pt x="100457" y="12204"/>
                </a:lnTo>
                <a:close/>
              </a:path>
              <a:path w="2282825" h="368300">
                <a:moveTo>
                  <a:pt x="520776" y="55372"/>
                </a:moveTo>
                <a:lnTo>
                  <a:pt x="516763" y="43916"/>
                </a:lnTo>
                <a:lnTo>
                  <a:pt x="496290" y="51308"/>
                </a:lnTo>
                <a:lnTo>
                  <a:pt x="478332" y="62014"/>
                </a:lnTo>
                <a:lnTo>
                  <a:pt x="450011" y="93395"/>
                </a:lnTo>
                <a:lnTo>
                  <a:pt x="432536" y="135343"/>
                </a:lnTo>
                <a:lnTo>
                  <a:pt x="426796" y="183667"/>
                </a:lnTo>
                <a:lnTo>
                  <a:pt x="426720" y="185153"/>
                </a:lnTo>
                <a:lnTo>
                  <a:pt x="428167" y="211086"/>
                </a:lnTo>
                <a:lnTo>
                  <a:pt x="439775" y="256959"/>
                </a:lnTo>
                <a:lnTo>
                  <a:pt x="462813" y="294195"/>
                </a:lnTo>
                <a:lnTo>
                  <a:pt x="496227" y="318858"/>
                </a:lnTo>
                <a:lnTo>
                  <a:pt x="516763" y="326237"/>
                </a:lnTo>
                <a:lnTo>
                  <a:pt x="520331" y="314782"/>
                </a:lnTo>
                <a:lnTo>
                  <a:pt x="504240" y="307657"/>
                </a:lnTo>
                <a:lnTo>
                  <a:pt x="490347" y="297738"/>
                </a:lnTo>
                <a:lnTo>
                  <a:pt x="461873" y="251498"/>
                </a:lnTo>
                <a:lnTo>
                  <a:pt x="453504" y="208559"/>
                </a:lnTo>
                <a:lnTo>
                  <a:pt x="452526" y="185153"/>
                </a:lnTo>
                <a:lnTo>
                  <a:pt x="452462" y="183667"/>
                </a:lnTo>
                <a:lnTo>
                  <a:pt x="456641" y="137617"/>
                </a:lnTo>
                <a:lnTo>
                  <a:pt x="469201" y="100101"/>
                </a:lnTo>
                <a:lnTo>
                  <a:pt x="504494" y="62458"/>
                </a:lnTo>
                <a:lnTo>
                  <a:pt x="520776" y="55372"/>
                </a:lnTo>
                <a:close/>
              </a:path>
              <a:path w="2282825" h="368300">
                <a:moveTo>
                  <a:pt x="1043711" y="185153"/>
                </a:moveTo>
                <a:lnTo>
                  <a:pt x="1042263" y="159575"/>
                </a:lnTo>
                <a:lnTo>
                  <a:pt x="1042250" y="159270"/>
                </a:lnTo>
                <a:lnTo>
                  <a:pt x="1037882" y="135343"/>
                </a:lnTo>
                <a:lnTo>
                  <a:pt x="1020419" y="93395"/>
                </a:lnTo>
                <a:lnTo>
                  <a:pt x="992073" y="62014"/>
                </a:lnTo>
                <a:lnTo>
                  <a:pt x="953668" y="43916"/>
                </a:lnTo>
                <a:lnTo>
                  <a:pt x="949655" y="55372"/>
                </a:lnTo>
                <a:lnTo>
                  <a:pt x="966000" y="62458"/>
                </a:lnTo>
                <a:lnTo>
                  <a:pt x="980046" y="72288"/>
                </a:lnTo>
                <a:lnTo>
                  <a:pt x="1008583" y="117792"/>
                </a:lnTo>
                <a:lnTo>
                  <a:pt x="1016863" y="159270"/>
                </a:lnTo>
                <a:lnTo>
                  <a:pt x="1016914" y="159575"/>
                </a:lnTo>
                <a:lnTo>
                  <a:pt x="1016901" y="208559"/>
                </a:lnTo>
                <a:lnTo>
                  <a:pt x="1008532" y="251498"/>
                </a:lnTo>
                <a:lnTo>
                  <a:pt x="980059" y="297738"/>
                </a:lnTo>
                <a:lnTo>
                  <a:pt x="950099" y="314782"/>
                </a:lnTo>
                <a:lnTo>
                  <a:pt x="953668" y="326237"/>
                </a:lnTo>
                <a:lnTo>
                  <a:pt x="992174" y="308178"/>
                </a:lnTo>
                <a:lnTo>
                  <a:pt x="1020495" y="276910"/>
                </a:lnTo>
                <a:lnTo>
                  <a:pt x="1037894" y="235026"/>
                </a:lnTo>
                <a:lnTo>
                  <a:pt x="1042250" y="211086"/>
                </a:lnTo>
                <a:lnTo>
                  <a:pt x="1043711" y="185153"/>
                </a:lnTo>
                <a:close/>
              </a:path>
              <a:path w="2282825" h="368300">
                <a:moveTo>
                  <a:pt x="1599768" y="55372"/>
                </a:moveTo>
                <a:lnTo>
                  <a:pt x="1595755" y="43916"/>
                </a:lnTo>
                <a:lnTo>
                  <a:pt x="1575269" y="51308"/>
                </a:lnTo>
                <a:lnTo>
                  <a:pt x="1557324" y="62014"/>
                </a:lnTo>
                <a:lnTo>
                  <a:pt x="1529003" y="93395"/>
                </a:lnTo>
                <a:lnTo>
                  <a:pt x="1511528" y="135343"/>
                </a:lnTo>
                <a:lnTo>
                  <a:pt x="1505788" y="183667"/>
                </a:lnTo>
                <a:lnTo>
                  <a:pt x="1505712" y="185153"/>
                </a:lnTo>
                <a:lnTo>
                  <a:pt x="1507159" y="211086"/>
                </a:lnTo>
                <a:lnTo>
                  <a:pt x="1518767" y="256959"/>
                </a:lnTo>
                <a:lnTo>
                  <a:pt x="1541805" y="294195"/>
                </a:lnTo>
                <a:lnTo>
                  <a:pt x="1575219" y="318858"/>
                </a:lnTo>
                <a:lnTo>
                  <a:pt x="1595755" y="326237"/>
                </a:lnTo>
                <a:lnTo>
                  <a:pt x="1599323" y="314782"/>
                </a:lnTo>
                <a:lnTo>
                  <a:pt x="1583232" y="307657"/>
                </a:lnTo>
                <a:lnTo>
                  <a:pt x="1569339" y="297738"/>
                </a:lnTo>
                <a:lnTo>
                  <a:pt x="1540865" y="251498"/>
                </a:lnTo>
                <a:lnTo>
                  <a:pt x="1532496" y="208559"/>
                </a:lnTo>
                <a:lnTo>
                  <a:pt x="1531518" y="185153"/>
                </a:lnTo>
                <a:lnTo>
                  <a:pt x="1531454" y="183667"/>
                </a:lnTo>
                <a:lnTo>
                  <a:pt x="1535633" y="137617"/>
                </a:lnTo>
                <a:lnTo>
                  <a:pt x="1548193" y="100101"/>
                </a:lnTo>
                <a:lnTo>
                  <a:pt x="1583474" y="62458"/>
                </a:lnTo>
                <a:lnTo>
                  <a:pt x="1599768" y="55372"/>
                </a:lnTo>
                <a:close/>
              </a:path>
              <a:path w="2282825" h="368300">
                <a:moveTo>
                  <a:pt x="2145563" y="185153"/>
                </a:moveTo>
                <a:lnTo>
                  <a:pt x="2144115" y="159575"/>
                </a:lnTo>
                <a:lnTo>
                  <a:pt x="2144103" y="159270"/>
                </a:lnTo>
                <a:lnTo>
                  <a:pt x="2139734" y="135343"/>
                </a:lnTo>
                <a:lnTo>
                  <a:pt x="2122271" y="93395"/>
                </a:lnTo>
                <a:lnTo>
                  <a:pt x="2093925" y="62014"/>
                </a:lnTo>
                <a:lnTo>
                  <a:pt x="2055520" y="43916"/>
                </a:lnTo>
                <a:lnTo>
                  <a:pt x="2051507" y="55372"/>
                </a:lnTo>
                <a:lnTo>
                  <a:pt x="2067839" y="62458"/>
                </a:lnTo>
                <a:lnTo>
                  <a:pt x="2081898" y="72288"/>
                </a:lnTo>
                <a:lnTo>
                  <a:pt x="2110435" y="117792"/>
                </a:lnTo>
                <a:lnTo>
                  <a:pt x="2118715" y="159270"/>
                </a:lnTo>
                <a:lnTo>
                  <a:pt x="2118766" y="159575"/>
                </a:lnTo>
                <a:lnTo>
                  <a:pt x="2118753" y="208559"/>
                </a:lnTo>
                <a:lnTo>
                  <a:pt x="2110384" y="251498"/>
                </a:lnTo>
                <a:lnTo>
                  <a:pt x="2081911" y="297738"/>
                </a:lnTo>
                <a:lnTo>
                  <a:pt x="2051951" y="314782"/>
                </a:lnTo>
                <a:lnTo>
                  <a:pt x="2055520" y="326237"/>
                </a:lnTo>
                <a:lnTo>
                  <a:pt x="2094026" y="308178"/>
                </a:lnTo>
                <a:lnTo>
                  <a:pt x="2122347" y="276910"/>
                </a:lnTo>
                <a:lnTo>
                  <a:pt x="2139746" y="235026"/>
                </a:lnTo>
                <a:lnTo>
                  <a:pt x="2144103" y="211086"/>
                </a:lnTo>
                <a:lnTo>
                  <a:pt x="2145563" y="185153"/>
                </a:lnTo>
                <a:close/>
              </a:path>
              <a:path w="2282825" h="368300">
                <a:moveTo>
                  <a:pt x="2282469" y="184099"/>
                </a:moveTo>
                <a:lnTo>
                  <a:pt x="2280958" y="151904"/>
                </a:lnTo>
                <a:lnTo>
                  <a:pt x="2280894" y="150368"/>
                </a:lnTo>
                <a:lnTo>
                  <a:pt x="2276183" y="118986"/>
                </a:lnTo>
                <a:lnTo>
                  <a:pt x="2257323" y="63246"/>
                </a:lnTo>
                <a:lnTo>
                  <a:pt x="2226843" y="21907"/>
                </a:lnTo>
                <a:lnTo>
                  <a:pt x="2185733" y="0"/>
                </a:lnTo>
                <a:lnTo>
                  <a:pt x="2182012" y="12204"/>
                </a:lnTo>
                <a:lnTo>
                  <a:pt x="2198928" y="20967"/>
                </a:lnTo>
                <a:lnTo>
                  <a:pt x="2213648" y="33743"/>
                </a:lnTo>
                <a:lnTo>
                  <a:pt x="2236559" y="71285"/>
                </a:lnTo>
                <a:lnTo>
                  <a:pt x="2250452" y="122301"/>
                </a:lnTo>
                <a:lnTo>
                  <a:pt x="2255075" y="184099"/>
                </a:lnTo>
                <a:lnTo>
                  <a:pt x="2253919" y="216522"/>
                </a:lnTo>
                <a:lnTo>
                  <a:pt x="2244661" y="272884"/>
                </a:lnTo>
                <a:lnTo>
                  <a:pt x="2226195" y="317715"/>
                </a:lnTo>
                <a:lnTo>
                  <a:pt x="2198928" y="347218"/>
                </a:lnTo>
                <a:lnTo>
                  <a:pt x="2182012" y="355993"/>
                </a:lnTo>
                <a:lnTo>
                  <a:pt x="2185733" y="368198"/>
                </a:lnTo>
                <a:lnTo>
                  <a:pt x="2226843" y="346278"/>
                </a:lnTo>
                <a:lnTo>
                  <a:pt x="2257323" y="304952"/>
                </a:lnTo>
                <a:lnTo>
                  <a:pt x="2276183" y="249212"/>
                </a:lnTo>
                <a:lnTo>
                  <a:pt x="2282456" y="184251"/>
                </a:lnTo>
                <a:lnTo>
                  <a:pt x="2282469" y="184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005827" y="3467274"/>
            <a:ext cx="4591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𝑟,</a:t>
            </a:r>
            <a:r>
              <a:rPr dirty="0" sz="2400" spc="-100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1227446" y="4206775"/>
            <a:ext cx="1176655" cy="282575"/>
          </a:xfrm>
          <a:custGeom>
            <a:avLst/>
            <a:gdLst/>
            <a:ahLst/>
            <a:cxnLst/>
            <a:rect l="l" t="t" r="r" b="b"/>
            <a:pathLst>
              <a:path w="1176655" h="282575">
                <a:moveTo>
                  <a:pt x="1086256" y="0"/>
                </a:moveTo>
                <a:lnTo>
                  <a:pt x="1082243" y="11455"/>
                </a:lnTo>
                <a:lnTo>
                  <a:pt x="1098585" y="18551"/>
                </a:lnTo>
                <a:lnTo>
                  <a:pt x="1112639" y="28371"/>
                </a:lnTo>
                <a:lnTo>
                  <a:pt x="1141172" y="73880"/>
                </a:lnTo>
                <a:lnTo>
                  <a:pt x="1149459" y="115357"/>
                </a:lnTo>
                <a:lnTo>
                  <a:pt x="1149502" y="115661"/>
                </a:lnTo>
                <a:lnTo>
                  <a:pt x="1149498" y="164649"/>
                </a:lnTo>
                <a:lnTo>
                  <a:pt x="1141130" y="207587"/>
                </a:lnTo>
                <a:lnTo>
                  <a:pt x="1112651" y="253828"/>
                </a:lnTo>
                <a:lnTo>
                  <a:pt x="1082687" y="270865"/>
                </a:lnTo>
                <a:lnTo>
                  <a:pt x="1086256" y="282320"/>
                </a:lnTo>
                <a:lnTo>
                  <a:pt x="1124765" y="264263"/>
                </a:lnTo>
                <a:lnTo>
                  <a:pt x="1153083" y="232994"/>
                </a:lnTo>
                <a:lnTo>
                  <a:pt x="1170492" y="191111"/>
                </a:lnTo>
                <a:lnTo>
                  <a:pt x="1176299" y="141236"/>
                </a:lnTo>
                <a:lnTo>
                  <a:pt x="1174861" y="115661"/>
                </a:lnTo>
                <a:lnTo>
                  <a:pt x="1163199" y="69479"/>
                </a:lnTo>
                <a:lnTo>
                  <a:pt x="1140098" y="32129"/>
                </a:lnTo>
                <a:lnTo>
                  <a:pt x="1106723" y="7391"/>
                </a:lnTo>
                <a:lnTo>
                  <a:pt x="1086256" y="0"/>
                </a:lnTo>
                <a:close/>
              </a:path>
              <a:path w="1176655" h="282575">
                <a:moveTo>
                  <a:pt x="90043" y="0"/>
                </a:moveTo>
                <a:lnTo>
                  <a:pt x="51619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5802" y="191111"/>
                </a:lnTo>
                <a:lnTo>
                  <a:pt x="23215" y="232994"/>
                </a:lnTo>
                <a:lnTo>
                  <a:pt x="51528" y="264263"/>
                </a:lnTo>
                <a:lnTo>
                  <a:pt x="90043" y="282320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742" y="139750"/>
                </a:lnTo>
                <a:lnTo>
                  <a:pt x="26788" y="115661"/>
                </a:lnTo>
                <a:lnTo>
                  <a:pt x="35156" y="73880"/>
                </a:lnTo>
                <a:lnTo>
                  <a:pt x="63749" y="28371"/>
                </a:lnTo>
                <a:lnTo>
                  <a:pt x="94056" y="11455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2801738" y="4206775"/>
            <a:ext cx="1176655" cy="282575"/>
          </a:xfrm>
          <a:custGeom>
            <a:avLst/>
            <a:gdLst/>
            <a:ahLst/>
            <a:cxnLst/>
            <a:rect l="l" t="t" r="r" b="b"/>
            <a:pathLst>
              <a:path w="1176654" h="282575">
                <a:moveTo>
                  <a:pt x="1086256" y="0"/>
                </a:moveTo>
                <a:lnTo>
                  <a:pt x="1082243" y="11455"/>
                </a:lnTo>
                <a:lnTo>
                  <a:pt x="1098585" y="18551"/>
                </a:lnTo>
                <a:lnTo>
                  <a:pt x="1112639" y="28371"/>
                </a:lnTo>
                <a:lnTo>
                  <a:pt x="1141172" y="73880"/>
                </a:lnTo>
                <a:lnTo>
                  <a:pt x="1149459" y="115357"/>
                </a:lnTo>
                <a:lnTo>
                  <a:pt x="1149502" y="115661"/>
                </a:lnTo>
                <a:lnTo>
                  <a:pt x="1149498" y="164649"/>
                </a:lnTo>
                <a:lnTo>
                  <a:pt x="1141130" y="207587"/>
                </a:lnTo>
                <a:lnTo>
                  <a:pt x="1112651" y="253828"/>
                </a:lnTo>
                <a:lnTo>
                  <a:pt x="1082687" y="270865"/>
                </a:lnTo>
                <a:lnTo>
                  <a:pt x="1086256" y="282320"/>
                </a:lnTo>
                <a:lnTo>
                  <a:pt x="1124765" y="264263"/>
                </a:lnTo>
                <a:lnTo>
                  <a:pt x="1153083" y="232994"/>
                </a:lnTo>
                <a:lnTo>
                  <a:pt x="1170492" y="191111"/>
                </a:lnTo>
                <a:lnTo>
                  <a:pt x="1176299" y="141236"/>
                </a:lnTo>
                <a:lnTo>
                  <a:pt x="1174861" y="115661"/>
                </a:lnTo>
                <a:lnTo>
                  <a:pt x="1163199" y="69479"/>
                </a:lnTo>
                <a:lnTo>
                  <a:pt x="1140098" y="32129"/>
                </a:lnTo>
                <a:lnTo>
                  <a:pt x="1106723" y="7391"/>
                </a:lnTo>
                <a:lnTo>
                  <a:pt x="1086256" y="0"/>
                </a:lnTo>
                <a:close/>
              </a:path>
              <a:path w="1176654" h="282575">
                <a:moveTo>
                  <a:pt x="90042" y="0"/>
                </a:moveTo>
                <a:lnTo>
                  <a:pt x="51619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5802" y="191111"/>
                </a:lnTo>
                <a:lnTo>
                  <a:pt x="23215" y="232994"/>
                </a:lnTo>
                <a:lnTo>
                  <a:pt x="51528" y="264263"/>
                </a:lnTo>
                <a:lnTo>
                  <a:pt x="90042" y="282320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742" y="139750"/>
                </a:lnTo>
                <a:lnTo>
                  <a:pt x="26788" y="115661"/>
                </a:lnTo>
                <a:lnTo>
                  <a:pt x="35156" y="73880"/>
                </a:lnTo>
                <a:lnTo>
                  <a:pt x="63749" y="28371"/>
                </a:lnTo>
                <a:lnTo>
                  <a:pt x="94056" y="11455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530092" y="3467274"/>
            <a:ext cx="3401695" cy="1040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5565">
              <a:lnSpc>
                <a:spcPct val="100000"/>
              </a:lnSpc>
              <a:spcBef>
                <a:spcPts val="100"/>
              </a:spcBef>
              <a:tabLst>
                <a:tab pos="514984" algn="l"/>
                <a:tab pos="1033144" algn="l"/>
                <a:tab pos="1544955" algn="l"/>
                <a:tab pos="1993264" algn="l"/>
                <a:tab pos="2409190" algn="l"/>
                <a:tab pos="2953385" algn="l"/>
              </a:tabLst>
            </a:pPr>
            <a:r>
              <a:rPr dirty="0" sz="2400" spc="-670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sz="2400">
                <a:solidFill>
                  <a:srgbClr val="538235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𝑡,</a:t>
            </a:r>
            <a:r>
              <a:rPr dirty="0" sz="2400" spc="-8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𝑟</a:t>
            </a:r>
            <a:r>
              <a:rPr dirty="0" sz="2400">
                <a:latin typeface="Cambria Math"/>
                <a:cs typeface="Cambria Math"/>
              </a:rPr>
              <a:t>	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50">
                <a:latin typeface="Cambria Math"/>
                <a:cs typeface="Cambria Math"/>
              </a:rPr>
              <a:t>=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490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baseline="-15873" sz="2625" spc="-735">
                <a:solidFill>
                  <a:srgbClr val="538235"/>
                </a:solidFill>
                <a:latin typeface="Cambria Math"/>
                <a:cs typeface="Cambria Math"/>
              </a:rPr>
              <a:t>1</a:t>
            </a:r>
            <a:r>
              <a:rPr dirty="0" baseline="-15873" sz="2625">
                <a:solidFill>
                  <a:srgbClr val="538235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𝑡,</a:t>
            </a:r>
            <a:r>
              <a:rPr dirty="0" sz="2400" spc="-8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r>
              <a:rPr dirty="0" sz="2400">
                <a:latin typeface="Cambria Math"/>
                <a:cs typeface="Cambria Math"/>
              </a:rPr>
              <a:t>	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-470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baseline="-15873" sz="2625" spc="-705">
                <a:solidFill>
                  <a:srgbClr val="538235"/>
                </a:solidFill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  <a:p>
            <a:pPr marL="76200">
              <a:lnSpc>
                <a:spcPct val="100000"/>
              </a:lnSpc>
              <a:spcBef>
                <a:spcPts val="2230"/>
              </a:spcBef>
              <a:tabLst>
                <a:tab pos="796925" algn="l"/>
                <a:tab pos="1968500" algn="l"/>
                <a:tab pos="2371090" algn="l"/>
              </a:tabLst>
            </a:pPr>
            <a:r>
              <a:rPr dirty="0" sz="240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sz="2400" spc="225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=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5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baseline="-15873" sz="2625" spc="-75">
                <a:solidFill>
                  <a:srgbClr val="8496AF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195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</a:t>
            </a:r>
            <a:r>
              <a:rPr dirty="0" sz="2400" spc="-95">
                <a:latin typeface="Cambria Math"/>
                <a:cs typeface="Cambria Math"/>
              </a:rPr>
              <a:t> </a:t>
            </a:r>
            <a:r>
              <a:rPr dirty="0" sz="2400" spc="-59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892">
                <a:solidFill>
                  <a:srgbClr val="C55A11"/>
                </a:solidFill>
                <a:latin typeface="Cambria Math"/>
                <a:cs typeface="Cambria Math"/>
              </a:rPr>
              <a:t>2</a:t>
            </a:r>
            <a:r>
              <a:rPr dirty="0" baseline="-15873" sz="2625">
                <a:solidFill>
                  <a:srgbClr val="C55A11"/>
                </a:solidFill>
                <a:latin typeface="Cambria Math"/>
                <a:cs typeface="Cambria Math"/>
              </a:rPr>
              <a:t>	</a:t>
            </a:r>
            <a:r>
              <a:rPr dirty="0" sz="2400" spc="-50">
                <a:latin typeface="Cambria Math"/>
                <a:cs typeface="Cambria Math"/>
              </a:rPr>
              <a:t>∪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63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952">
                <a:solidFill>
                  <a:srgbClr val="C55A11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359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</a:t>
            </a:r>
            <a:r>
              <a:rPr dirty="0" sz="2400" spc="5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baseline="-15873" sz="2625" spc="-37">
                <a:solidFill>
                  <a:srgbClr val="8496AF"/>
                </a:solidFill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452871" y="2095500"/>
            <a:ext cx="419100" cy="33845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dirty="0" sz="16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884919" y="2119883"/>
            <a:ext cx="424180" cy="33845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10"/>
              </a:spcBef>
            </a:pPr>
            <a:r>
              <a:rPr dirty="0" sz="16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492" sz="1725" spc="-37">
                <a:latin typeface="Cambria Math"/>
                <a:cs typeface="Cambria Math"/>
              </a:rPr>
              <a:t>2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6271005" y="2710942"/>
            <a:ext cx="735330" cy="741680"/>
            <a:chOff x="6271005" y="2710942"/>
            <a:chExt cx="735330" cy="741680"/>
          </a:xfrm>
        </p:grpSpPr>
        <p:sp>
          <p:nvSpPr>
            <p:cNvPr id="14" name="object 14" descr=""/>
            <p:cNvSpPr/>
            <p:nvPr/>
          </p:nvSpPr>
          <p:spPr>
            <a:xfrm>
              <a:off x="62773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361188" y="0"/>
                  </a:moveTo>
                  <a:lnTo>
                    <a:pt x="312176" y="3324"/>
                  </a:lnTo>
                  <a:lnTo>
                    <a:pt x="265169" y="13010"/>
                  </a:lnTo>
                  <a:lnTo>
                    <a:pt x="220597" y="28622"/>
                  </a:lnTo>
                  <a:lnTo>
                    <a:pt x="178889" y="49727"/>
                  </a:lnTo>
                  <a:lnTo>
                    <a:pt x="140476" y="75891"/>
                  </a:lnTo>
                  <a:lnTo>
                    <a:pt x="105789" y="106680"/>
                  </a:lnTo>
                  <a:lnTo>
                    <a:pt x="75257" y="141659"/>
                  </a:lnTo>
                  <a:lnTo>
                    <a:pt x="49312" y="180396"/>
                  </a:lnTo>
                  <a:lnTo>
                    <a:pt x="28383" y="222456"/>
                  </a:lnTo>
                  <a:lnTo>
                    <a:pt x="12901" y="267405"/>
                  </a:lnTo>
                  <a:lnTo>
                    <a:pt x="3297" y="314810"/>
                  </a:lnTo>
                  <a:lnTo>
                    <a:pt x="0" y="364236"/>
                  </a:lnTo>
                  <a:lnTo>
                    <a:pt x="3297" y="413661"/>
                  </a:lnTo>
                  <a:lnTo>
                    <a:pt x="12901" y="461066"/>
                  </a:lnTo>
                  <a:lnTo>
                    <a:pt x="28383" y="506015"/>
                  </a:lnTo>
                  <a:lnTo>
                    <a:pt x="49312" y="548075"/>
                  </a:lnTo>
                  <a:lnTo>
                    <a:pt x="75257" y="586812"/>
                  </a:lnTo>
                  <a:lnTo>
                    <a:pt x="105789" y="621792"/>
                  </a:lnTo>
                  <a:lnTo>
                    <a:pt x="140476" y="652580"/>
                  </a:lnTo>
                  <a:lnTo>
                    <a:pt x="178889" y="678744"/>
                  </a:lnTo>
                  <a:lnTo>
                    <a:pt x="220597" y="699849"/>
                  </a:lnTo>
                  <a:lnTo>
                    <a:pt x="265169" y="715461"/>
                  </a:lnTo>
                  <a:lnTo>
                    <a:pt x="312176" y="725147"/>
                  </a:lnTo>
                  <a:lnTo>
                    <a:pt x="361188" y="728472"/>
                  </a:lnTo>
                  <a:lnTo>
                    <a:pt x="410199" y="725147"/>
                  </a:lnTo>
                  <a:lnTo>
                    <a:pt x="457206" y="715461"/>
                  </a:lnTo>
                  <a:lnTo>
                    <a:pt x="501778" y="699849"/>
                  </a:lnTo>
                  <a:lnTo>
                    <a:pt x="543486" y="678744"/>
                  </a:lnTo>
                  <a:lnTo>
                    <a:pt x="581899" y="652580"/>
                  </a:lnTo>
                  <a:lnTo>
                    <a:pt x="616586" y="621792"/>
                  </a:lnTo>
                  <a:lnTo>
                    <a:pt x="647118" y="586812"/>
                  </a:lnTo>
                  <a:lnTo>
                    <a:pt x="673063" y="548075"/>
                  </a:lnTo>
                  <a:lnTo>
                    <a:pt x="693992" y="506015"/>
                  </a:lnTo>
                  <a:lnTo>
                    <a:pt x="709474" y="461066"/>
                  </a:lnTo>
                  <a:lnTo>
                    <a:pt x="719078" y="413661"/>
                  </a:lnTo>
                  <a:lnTo>
                    <a:pt x="722376" y="364236"/>
                  </a:lnTo>
                  <a:lnTo>
                    <a:pt x="719078" y="314810"/>
                  </a:lnTo>
                  <a:lnTo>
                    <a:pt x="709474" y="267405"/>
                  </a:lnTo>
                  <a:lnTo>
                    <a:pt x="693992" y="222456"/>
                  </a:lnTo>
                  <a:lnTo>
                    <a:pt x="673063" y="180396"/>
                  </a:lnTo>
                  <a:lnTo>
                    <a:pt x="647118" y="141659"/>
                  </a:lnTo>
                  <a:lnTo>
                    <a:pt x="616586" y="106680"/>
                  </a:lnTo>
                  <a:lnTo>
                    <a:pt x="581899" y="75891"/>
                  </a:lnTo>
                  <a:lnTo>
                    <a:pt x="543486" y="49727"/>
                  </a:lnTo>
                  <a:lnTo>
                    <a:pt x="501778" y="28622"/>
                  </a:lnTo>
                  <a:lnTo>
                    <a:pt x="457206" y="13010"/>
                  </a:lnTo>
                  <a:lnTo>
                    <a:pt x="410199" y="332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2773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0" y="364236"/>
                  </a:moveTo>
                  <a:lnTo>
                    <a:pt x="3297" y="314810"/>
                  </a:lnTo>
                  <a:lnTo>
                    <a:pt x="12901" y="267405"/>
                  </a:lnTo>
                  <a:lnTo>
                    <a:pt x="28383" y="222456"/>
                  </a:lnTo>
                  <a:lnTo>
                    <a:pt x="49312" y="180396"/>
                  </a:lnTo>
                  <a:lnTo>
                    <a:pt x="75257" y="141659"/>
                  </a:lnTo>
                  <a:lnTo>
                    <a:pt x="105789" y="106680"/>
                  </a:lnTo>
                  <a:lnTo>
                    <a:pt x="140476" y="75891"/>
                  </a:lnTo>
                  <a:lnTo>
                    <a:pt x="178889" y="49727"/>
                  </a:lnTo>
                  <a:lnTo>
                    <a:pt x="220597" y="28622"/>
                  </a:lnTo>
                  <a:lnTo>
                    <a:pt x="265169" y="13010"/>
                  </a:lnTo>
                  <a:lnTo>
                    <a:pt x="312176" y="3324"/>
                  </a:lnTo>
                  <a:lnTo>
                    <a:pt x="361188" y="0"/>
                  </a:lnTo>
                  <a:lnTo>
                    <a:pt x="410199" y="3324"/>
                  </a:lnTo>
                  <a:lnTo>
                    <a:pt x="457206" y="13010"/>
                  </a:lnTo>
                  <a:lnTo>
                    <a:pt x="501778" y="28622"/>
                  </a:lnTo>
                  <a:lnTo>
                    <a:pt x="543486" y="49727"/>
                  </a:lnTo>
                  <a:lnTo>
                    <a:pt x="581899" y="75891"/>
                  </a:lnTo>
                  <a:lnTo>
                    <a:pt x="616586" y="106680"/>
                  </a:lnTo>
                  <a:lnTo>
                    <a:pt x="647118" y="141659"/>
                  </a:lnTo>
                  <a:lnTo>
                    <a:pt x="673063" y="180396"/>
                  </a:lnTo>
                  <a:lnTo>
                    <a:pt x="693992" y="222456"/>
                  </a:lnTo>
                  <a:lnTo>
                    <a:pt x="709474" y="267405"/>
                  </a:lnTo>
                  <a:lnTo>
                    <a:pt x="719078" y="314810"/>
                  </a:lnTo>
                  <a:lnTo>
                    <a:pt x="722376" y="364236"/>
                  </a:lnTo>
                  <a:lnTo>
                    <a:pt x="719078" y="413661"/>
                  </a:lnTo>
                  <a:lnTo>
                    <a:pt x="709474" y="461066"/>
                  </a:lnTo>
                  <a:lnTo>
                    <a:pt x="693992" y="506015"/>
                  </a:lnTo>
                  <a:lnTo>
                    <a:pt x="673063" y="548075"/>
                  </a:lnTo>
                  <a:lnTo>
                    <a:pt x="647118" y="586812"/>
                  </a:lnTo>
                  <a:lnTo>
                    <a:pt x="616586" y="621792"/>
                  </a:lnTo>
                  <a:lnTo>
                    <a:pt x="581899" y="652580"/>
                  </a:lnTo>
                  <a:lnTo>
                    <a:pt x="543486" y="678744"/>
                  </a:lnTo>
                  <a:lnTo>
                    <a:pt x="501778" y="699849"/>
                  </a:lnTo>
                  <a:lnTo>
                    <a:pt x="457206" y="715461"/>
                  </a:lnTo>
                  <a:lnTo>
                    <a:pt x="410199" y="725147"/>
                  </a:lnTo>
                  <a:lnTo>
                    <a:pt x="361188" y="728472"/>
                  </a:lnTo>
                  <a:lnTo>
                    <a:pt x="312176" y="725147"/>
                  </a:lnTo>
                  <a:lnTo>
                    <a:pt x="265169" y="715461"/>
                  </a:lnTo>
                  <a:lnTo>
                    <a:pt x="220597" y="699849"/>
                  </a:lnTo>
                  <a:lnTo>
                    <a:pt x="178889" y="678744"/>
                  </a:lnTo>
                  <a:lnTo>
                    <a:pt x="140476" y="652580"/>
                  </a:lnTo>
                  <a:lnTo>
                    <a:pt x="105789" y="621792"/>
                  </a:lnTo>
                  <a:lnTo>
                    <a:pt x="75257" y="586812"/>
                  </a:lnTo>
                  <a:lnTo>
                    <a:pt x="49312" y="548075"/>
                  </a:lnTo>
                  <a:lnTo>
                    <a:pt x="28383" y="506015"/>
                  </a:lnTo>
                  <a:lnTo>
                    <a:pt x="12901" y="461066"/>
                  </a:lnTo>
                  <a:lnTo>
                    <a:pt x="3297" y="413661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6514596" y="2941121"/>
            <a:ext cx="105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𝑡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590796" y="3037133"/>
            <a:ext cx="11112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latin typeface="Cambria Math"/>
                <a:cs typeface="Cambria Math"/>
              </a:rPr>
              <a:t>0</a:t>
            </a:r>
            <a:endParaRPr sz="1150">
              <a:latin typeface="Cambria Math"/>
              <a:cs typeface="Cambria Math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5916548" y="2710942"/>
            <a:ext cx="2461260" cy="741680"/>
            <a:chOff x="5916548" y="2710942"/>
            <a:chExt cx="2461260" cy="741680"/>
          </a:xfrm>
        </p:grpSpPr>
        <p:sp>
          <p:nvSpPr>
            <p:cNvPr id="19" name="object 19" descr=""/>
            <p:cNvSpPr/>
            <p:nvPr/>
          </p:nvSpPr>
          <p:spPr>
            <a:xfrm>
              <a:off x="5926073" y="3082290"/>
              <a:ext cx="288925" cy="0"/>
            </a:xfrm>
            <a:custGeom>
              <a:avLst/>
              <a:gdLst/>
              <a:ahLst/>
              <a:cxnLst/>
              <a:rect l="l" t="t" r="r" b="b"/>
              <a:pathLst>
                <a:path w="288925" h="0">
                  <a:moveTo>
                    <a:pt x="0" y="0"/>
                  </a:moveTo>
                  <a:lnTo>
                    <a:pt x="288709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202080" y="304418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6489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361188" y="0"/>
                  </a:moveTo>
                  <a:lnTo>
                    <a:pt x="312176" y="3324"/>
                  </a:lnTo>
                  <a:lnTo>
                    <a:pt x="265169" y="13010"/>
                  </a:lnTo>
                  <a:lnTo>
                    <a:pt x="220597" y="28622"/>
                  </a:lnTo>
                  <a:lnTo>
                    <a:pt x="178889" y="49727"/>
                  </a:lnTo>
                  <a:lnTo>
                    <a:pt x="140476" y="75891"/>
                  </a:lnTo>
                  <a:lnTo>
                    <a:pt x="105789" y="106680"/>
                  </a:lnTo>
                  <a:lnTo>
                    <a:pt x="75257" y="141659"/>
                  </a:lnTo>
                  <a:lnTo>
                    <a:pt x="49312" y="180396"/>
                  </a:lnTo>
                  <a:lnTo>
                    <a:pt x="28383" y="222456"/>
                  </a:lnTo>
                  <a:lnTo>
                    <a:pt x="12901" y="267405"/>
                  </a:lnTo>
                  <a:lnTo>
                    <a:pt x="3297" y="314810"/>
                  </a:lnTo>
                  <a:lnTo>
                    <a:pt x="0" y="364236"/>
                  </a:lnTo>
                  <a:lnTo>
                    <a:pt x="3297" y="413661"/>
                  </a:lnTo>
                  <a:lnTo>
                    <a:pt x="12901" y="461066"/>
                  </a:lnTo>
                  <a:lnTo>
                    <a:pt x="28383" y="506015"/>
                  </a:lnTo>
                  <a:lnTo>
                    <a:pt x="49312" y="548075"/>
                  </a:lnTo>
                  <a:lnTo>
                    <a:pt x="75257" y="586812"/>
                  </a:lnTo>
                  <a:lnTo>
                    <a:pt x="105789" y="621792"/>
                  </a:lnTo>
                  <a:lnTo>
                    <a:pt x="140476" y="652580"/>
                  </a:lnTo>
                  <a:lnTo>
                    <a:pt x="178889" y="678744"/>
                  </a:lnTo>
                  <a:lnTo>
                    <a:pt x="220597" y="699849"/>
                  </a:lnTo>
                  <a:lnTo>
                    <a:pt x="265169" y="715461"/>
                  </a:lnTo>
                  <a:lnTo>
                    <a:pt x="312176" y="725147"/>
                  </a:lnTo>
                  <a:lnTo>
                    <a:pt x="361188" y="728472"/>
                  </a:lnTo>
                  <a:lnTo>
                    <a:pt x="410199" y="725147"/>
                  </a:lnTo>
                  <a:lnTo>
                    <a:pt x="457206" y="715461"/>
                  </a:lnTo>
                  <a:lnTo>
                    <a:pt x="501778" y="699849"/>
                  </a:lnTo>
                  <a:lnTo>
                    <a:pt x="543486" y="678744"/>
                  </a:lnTo>
                  <a:lnTo>
                    <a:pt x="581899" y="652580"/>
                  </a:lnTo>
                  <a:lnTo>
                    <a:pt x="616586" y="621792"/>
                  </a:lnTo>
                  <a:lnTo>
                    <a:pt x="647118" y="586812"/>
                  </a:lnTo>
                  <a:lnTo>
                    <a:pt x="673063" y="548075"/>
                  </a:lnTo>
                  <a:lnTo>
                    <a:pt x="693992" y="506015"/>
                  </a:lnTo>
                  <a:lnTo>
                    <a:pt x="709474" y="461066"/>
                  </a:lnTo>
                  <a:lnTo>
                    <a:pt x="719078" y="413661"/>
                  </a:lnTo>
                  <a:lnTo>
                    <a:pt x="722376" y="364236"/>
                  </a:lnTo>
                  <a:lnTo>
                    <a:pt x="719078" y="314810"/>
                  </a:lnTo>
                  <a:lnTo>
                    <a:pt x="709474" y="267405"/>
                  </a:lnTo>
                  <a:lnTo>
                    <a:pt x="693992" y="222456"/>
                  </a:lnTo>
                  <a:lnTo>
                    <a:pt x="673063" y="180396"/>
                  </a:lnTo>
                  <a:lnTo>
                    <a:pt x="647118" y="141659"/>
                  </a:lnTo>
                  <a:lnTo>
                    <a:pt x="616586" y="106680"/>
                  </a:lnTo>
                  <a:lnTo>
                    <a:pt x="581899" y="75891"/>
                  </a:lnTo>
                  <a:lnTo>
                    <a:pt x="543486" y="49727"/>
                  </a:lnTo>
                  <a:lnTo>
                    <a:pt x="501778" y="28622"/>
                  </a:lnTo>
                  <a:lnTo>
                    <a:pt x="457206" y="13010"/>
                  </a:lnTo>
                  <a:lnTo>
                    <a:pt x="410199" y="332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6489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0" y="364236"/>
                  </a:moveTo>
                  <a:lnTo>
                    <a:pt x="3297" y="314810"/>
                  </a:lnTo>
                  <a:lnTo>
                    <a:pt x="12901" y="267405"/>
                  </a:lnTo>
                  <a:lnTo>
                    <a:pt x="28383" y="222456"/>
                  </a:lnTo>
                  <a:lnTo>
                    <a:pt x="49312" y="180396"/>
                  </a:lnTo>
                  <a:lnTo>
                    <a:pt x="75257" y="141659"/>
                  </a:lnTo>
                  <a:lnTo>
                    <a:pt x="105789" y="106680"/>
                  </a:lnTo>
                  <a:lnTo>
                    <a:pt x="140476" y="75891"/>
                  </a:lnTo>
                  <a:lnTo>
                    <a:pt x="178889" y="49727"/>
                  </a:lnTo>
                  <a:lnTo>
                    <a:pt x="220597" y="28622"/>
                  </a:lnTo>
                  <a:lnTo>
                    <a:pt x="265169" y="13010"/>
                  </a:lnTo>
                  <a:lnTo>
                    <a:pt x="312176" y="3324"/>
                  </a:lnTo>
                  <a:lnTo>
                    <a:pt x="361188" y="0"/>
                  </a:lnTo>
                  <a:lnTo>
                    <a:pt x="410199" y="3324"/>
                  </a:lnTo>
                  <a:lnTo>
                    <a:pt x="457206" y="13010"/>
                  </a:lnTo>
                  <a:lnTo>
                    <a:pt x="501778" y="28622"/>
                  </a:lnTo>
                  <a:lnTo>
                    <a:pt x="543486" y="49727"/>
                  </a:lnTo>
                  <a:lnTo>
                    <a:pt x="581899" y="75891"/>
                  </a:lnTo>
                  <a:lnTo>
                    <a:pt x="616586" y="106680"/>
                  </a:lnTo>
                  <a:lnTo>
                    <a:pt x="647118" y="141659"/>
                  </a:lnTo>
                  <a:lnTo>
                    <a:pt x="673063" y="180396"/>
                  </a:lnTo>
                  <a:lnTo>
                    <a:pt x="693992" y="222456"/>
                  </a:lnTo>
                  <a:lnTo>
                    <a:pt x="709474" y="267405"/>
                  </a:lnTo>
                  <a:lnTo>
                    <a:pt x="719078" y="314810"/>
                  </a:lnTo>
                  <a:lnTo>
                    <a:pt x="722376" y="364236"/>
                  </a:lnTo>
                  <a:lnTo>
                    <a:pt x="719078" y="413661"/>
                  </a:lnTo>
                  <a:lnTo>
                    <a:pt x="709474" y="461066"/>
                  </a:lnTo>
                  <a:lnTo>
                    <a:pt x="693992" y="506015"/>
                  </a:lnTo>
                  <a:lnTo>
                    <a:pt x="673063" y="548075"/>
                  </a:lnTo>
                  <a:lnTo>
                    <a:pt x="647118" y="586812"/>
                  </a:lnTo>
                  <a:lnTo>
                    <a:pt x="616586" y="621792"/>
                  </a:lnTo>
                  <a:lnTo>
                    <a:pt x="581899" y="652580"/>
                  </a:lnTo>
                  <a:lnTo>
                    <a:pt x="543486" y="678744"/>
                  </a:lnTo>
                  <a:lnTo>
                    <a:pt x="501778" y="699849"/>
                  </a:lnTo>
                  <a:lnTo>
                    <a:pt x="457206" y="715461"/>
                  </a:lnTo>
                  <a:lnTo>
                    <a:pt x="410199" y="725147"/>
                  </a:lnTo>
                  <a:lnTo>
                    <a:pt x="361188" y="728472"/>
                  </a:lnTo>
                  <a:lnTo>
                    <a:pt x="312176" y="725147"/>
                  </a:lnTo>
                  <a:lnTo>
                    <a:pt x="265169" y="715461"/>
                  </a:lnTo>
                  <a:lnTo>
                    <a:pt x="220597" y="699849"/>
                  </a:lnTo>
                  <a:lnTo>
                    <a:pt x="178889" y="678744"/>
                  </a:lnTo>
                  <a:lnTo>
                    <a:pt x="140476" y="652580"/>
                  </a:lnTo>
                  <a:lnTo>
                    <a:pt x="105789" y="621792"/>
                  </a:lnTo>
                  <a:lnTo>
                    <a:pt x="75257" y="586812"/>
                  </a:lnTo>
                  <a:lnTo>
                    <a:pt x="49312" y="548075"/>
                  </a:lnTo>
                  <a:lnTo>
                    <a:pt x="28383" y="506015"/>
                  </a:lnTo>
                  <a:lnTo>
                    <a:pt x="12901" y="461066"/>
                  </a:lnTo>
                  <a:lnTo>
                    <a:pt x="3297" y="413661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7245801" y="2357804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7888032" y="2941121"/>
            <a:ext cx="105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𝑡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7959659" y="3037133"/>
            <a:ext cx="11112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latin typeface="Cambria Math"/>
                <a:cs typeface="Cambria Math"/>
              </a:rPr>
              <a:t>1</a:t>
            </a:r>
            <a:endParaRPr sz="1150">
              <a:latin typeface="Cambria Math"/>
              <a:cs typeface="Cambria Math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6183480" y="2554812"/>
            <a:ext cx="2132330" cy="954405"/>
            <a:chOff x="6183480" y="2554812"/>
            <a:chExt cx="2132330" cy="954405"/>
          </a:xfrm>
        </p:grpSpPr>
        <p:sp>
          <p:nvSpPr>
            <p:cNvPr id="27" name="object 27" descr=""/>
            <p:cNvSpPr/>
            <p:nvPr/>
          </p:nvSpPr>
          <p:spPr>
            <a:xfrm>
              <a:off x="7711440" y="2781300"/>
              <a:ext cx="597535" cy="601980"/>
            </a:xfrm>
            <a:custGeom>
              <a:avLst/>
              <a:gdLst/>
              <a:ahLst/>
              <a:cxnLst/>
              <a:rect l="l" t="t" r="r" b="b"/>
              <a:pathLst>
                <a:path w="597534" h="601979">
                  <a:moveTo>
                    <a:pt x="0" y="300989"/>
                  </a:moveTo>
                  <a:lnTo>
                    <a:pt x="3909" y="252168"/>
                  </a:lnTo>
                  <a:lnTo>
                    <a:pt x="15227" y="205854"/>
                  </a:lnTo>
                  <a:lnTo>
                    <a:pt x="33340" y="162668"/>
                  </a:lnTo>
                  <a:lnTo>
                    <a:pt x="57631" y="123230"/>
                  </a:lnTo>
                  <a:lnTo>
                    <a:pt x="87487" y="88158"/>
                  </a:lnTo>
                  <a:lnTo>
                    <a:pt x="122291" y="58074"/>
                  </a:lnTo>
                  <a:lnTo>
                    <a:pt x="161430" y="33596"/>
                  </a:lnTo>
                  <a:lnTo>
                    <a:pt x="204289" y="15344"/>
                  </a:lnTo>
                  <a:lnTo>
                    <a:pt x="250251" y="3939"/>
                  </a:lnTo>
                  <a:lnTo>
                    <a:pt x="298704" y="0"/>
                  </a:lnTo>
                  <a:lnTo>
                    <a:pt x="347156" y="3939"/>
                  </a:lnTo>
                  <a:lnTo>
                    <a:pt x="393118" y="15344"/>
                  </a:lnTo>
                  <a:lnTo>
                    <a:pt x="435977" y="33596"/>
                  </a:lnTo>
                  <a:lnTo>
                    <a:pt x="475116" y="58074"/>
                  </a:lnTo>
                  <a:lnTo>
                    <a:pt x="509920" y="88158"/>
                  </a:lnTo>
                  <a:lnTo>
                    <a:pt x="539776" y="123230"/>
                  </a:lnTo>
                  <a:lnTo>
                    <a:pt x="564067" y="162668"/>
                  </a:lnTo>
                  <a:lnTo>
                    <a:pt x="582180" y="205854"/>
                  </a:lnTo>
                  <a:lnTo>
                    <a:pt x="593498" y="252168"/>
                  </a:lnTo>
                  <a:lnTo>
                    <a:pt x="597408" y="300989"/>
                  </a:lnTo>
                  <a:lnTo>
                    <a:pt x="593498" y="349811"/>
                  </a:lnTo>
                  <a:lnTo>
                    <a:pt x="582180" y="396125"/>
                  </a:lnTo>
                  <a:lnTo>
                    <a:pt x="564067" y="439311"/>
                  </a:lnTo>
                  <a:lnTo>
                    <a:pt x="539776" y="478749"/>
                  </a:lnTo>
                  <a:lnTo>
                    <a:pt x="509920" y="513821"/>
                  </a:lnTo>
                  <a:lnTo>
                    <a:pt x="475116" y="543905"/>
                  </a:lnTo>
                  <a:lnTo>
                    <a:pt x="435977" y="568383"/>
                  </a:lnTo>
                  <a:lnTo>
                    <a:pt x="393118" y="586635"/>
                  </a:lnTo>
                  <a:lnTo>
                    <a:pt x="347156" y="598040"/>
                  </a:lnTo>
                  <a:lnTo>
                    <a:pt x="298704" y="601979"/>
                  </a:lnTo>
                  <a:lnTo>
                    <a:pt x="250251" y="598040"/>
                  </a:lnTo>
                  <a:lnTo>
                    <a:pt x="204289" y="586635"/>
                  </a:lnTo>
                  <a:lnTo>
                    <a:pt x="161430" y="568383"/>
                  </a:lnTo>
                  <a:lnTo>
                    <a:pt x="122291" y="543905"/>
                  </a:lnTo>
                  <a:lnTo>
                    <a:pt x="87487" y="513821"/>
                  </a:lnTo>
                  <a:lnTo>
                    <a:pt x="57631" y="478749"/>
                  </a:lnTo>
                  <a:lnTo>
                    <a:pt x="33340" y="439311"/>
                  </a:lnTo>
                  <a:lnTo>
                    <a:pt x="15227" y="396125"/>
                  </a:lnTo>
                  <a:lnTo>
                    <a:pt x="3909" y="349811"/>
                  </a:lnTo>
                  <a:lnTo>
                    <a:pt x="0" y="30098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6999368" y="3243265"/>
              <a:ext cx="684530" cy="256540"/>
            </a:xfrm>
            <a:custGeom>
              <a:avLst/>
              <a:gdLst/>
              <a:ahLst/>
              <a:cxnLst/>
              <a:rect l="l" t="t" r="r" b="b"/>
              <a:pathLst>
                <a:path w="684529" h="256539">
                  <a:moveTo>
                    <a:pt x="684123" y="0"/>
                  </a:moveTo>
                  <a:lnTo>
                    <a:pt x="675865" y="41028"/>
                  </a:lnTo>
                  <a:lnTo>
                    <a:pt x="660534" y="79685"/>
                  </a:lnTo>
                  <a:lnTo>
                    <a:pt x="638720" y="115574"/>
                  </a:lnTo>
                  <a:lnTo>
                    <a:pt x="611015" y="148299"/>
                  </a:lnTo>
                  <a:lnTo>
                    <a:pt x="578009" y="177466"/>
                  </a:lnTo>
                  <a:lnTo>
                    <a:pt x="540296" y="202679"/>
                  </a:lnTo>
                  <a:lnTo>
                    <a:pt x="498466" y="223542"/>
                  </a:lnTo>
                  <a:lnTo>
                    <a:pt x="453110" y="239660"/>
                  </a:lnTo>
                  <a:lnTo>
                    <a:pt x="404820" y="250637"/>
                  </a:lnTo>
                  <a:lnTo>
                    <a:pt x="354187" y="256078"/>
                  </a:lnTo>
                  <a:lnTo>
                    <a:pt x="301802" y="255587"/>
                  </a:lnTo>
                  <a:lnTo>
                    <a:pt x="250842" y="249163"/>
                  </a:lnTo>
                  <a:lnTo>
                    <a:pt x="202561" y="237219"/>
                  </a:lnTo>
                  <a:lnTo>
                    <a:pt x="157509" y="220173"/>
                  </a:lnTo>
                  <a:lnTo>
                    <a:pt x="116239" y="198443"/>
                  </a:lnTo>
                  <a:lnTo>
                    <a:pt x="79302" y="172449"/>
                  </a:lnTo>
                  <a:lnTo>
                    <a:pt x="47249" y="142609"/>
                  </a:lnTo>
                  <a:lnTo>
                    <a:pt x="20631" y="109340"/>
                  </a:lnTo>
                  <a:lnTo>
                    <a:pt x="0" y="7306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6966583" y="3255275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4">
                  <a:moveTo>
                    <a:pt x="13944" y="0"/>
                  </a:moveTo>
                  <a:lnTo>
                    <a:pt x="0" y="84048"/>
                  </a:lnTo>
                  <a:lnTo>
                    <a:pt x="72809" y="61582"/>
                  </a:lnTo>
                  <a:lnTo>
                    <a:pt x="139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6193005" y="2564337"/>
              <a:ext cx="363855" cy="335915"/>
            </a:xfrm>
            <a:custGeom>
              <a:avLst/>
              <a:gdLst/>
              <a:ahLst/>
              <a:cxnLst/>
              <a:rect l="l" t="t" r="r" b="b"/>
              <a:pathLst>
                <a:path w="363854" h="335914">
                  <a:moveTo>
                    <a:pt x="131375" y="335315"/>
                  </a:moveTo>
                  <a:lnTo>
                    <a:pt x="84961" y="314951"/>
                  </a:lnTo>
                  <a:lnTo>
                    <a:pt x="47456" y="285434"/>
                  </a:lnTo>
                  <a:lnTo>
                    <a:pt x="20020" y="248839"/>
                  </a:lnTo>
                  <a:lnTo>
                    <a:pt x="3815" y="207243"/>
                  </a:lnTo>
                  <a:lnTo>
                    <a:pt x="0" y="162724"/>
                  </a:lnTo>
                  <a:lnTo>
                    <a:pt x="9735" y="117357"/>
                  </a:lnTo>
                  <a:lnTo>
                    <a:pt x="32527" y="75894"/>
                  </a:lnTo>
                  <a:lnTo>
                    <a:pt x="65570" y="42391"/>
                  </a:lnTo>
                  <a:lnTo>
                    <a:pt x="106537" y="17883"/>
                  </a:lnTo>
                  <a:lnTo>
                    <a:pt x="153104" y="3407"/>
                  </a:lnTo>
                  <a:lnTo>
                    <a:pt x="202942" y="0"/>
                  </a:lnTo>
                  <a:lnTo>
                    <a:pt x="253727" y="8696"/>
                  </a:lnTo>
                  <a:lnTo>
                    <a:pt x="287997" y="22372"/>
                  </a:lnTo>
                  <a:lnTo>
                    <a:pt x="318138" y="41338"/>
                  </a:lnTo>
                  <a:lnTo>
                    <a:pt x="343503" y="64882"/>
                  </a:lnTo>
                  <a:lnTo>
                    <a:pt x="363443" y="92287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6516326" y="2632330"/>
              <a:ext cx="72390" cy="84455"/>
            </a:xfrm>
            <a:custGeom>
              <a:avLst/>
              <a:gdLst/>
              <a:ahLst/>
              <a:cxnLst/>
              <a:rect l="l" t="t" r="r" b="b"/>
              <a:pathLst>
                <a:path w="72390" h="84455">
                  <a:moveTo>
                    <a:pt x="72072" y="0"/>
                  </a:moveTo>
                  <a:lnTo>
                    <a:pt x="0" y="24739"/>
                  </a:lnTo>
                  <a:lnTo>
                    <a:pt x="60769" y="84442"/>
                  </a:lnTo>
                  <a:lnTo>
                    <a:pt x="720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6978904" y="2668292"/>
              <a:ext cx="684530" cy="257175"/>
            </a:xfrm>
            <a:custGeom>
              <a:avLst/>
              <a:gdLst/>
              <a:ahLst/>
              <a:cxnLst/>
              <a:rect l="l" t="t" r="r" b="b"/>
              <a:pathLst>
                <a:path w="684529" h="257175">
                  <a:moveTo>
                    <a:pt x="0" y="256832"/>
                  </a:moveTo>
                  <a:lnTo>
                    <a:pt x="8244" y="215688"/>
                  </a:lnTo>
                  <a:lnTo>
                    <a:pt x="23563" y="176922"/>
                  </a:lnTo>
                  <a:lnTo>
                    <a:pt x="45367" y="140931"/>
                  </a:lnTo>
                  <a:lnTo>
                    <a:pt x="73063" y="108112"/>
                  </a:lnTo>
                  <a:lnTo>
                    <a:pt x="106060" y="78861"/>
                  </a:lnTo>
                  <a:lnTo>
                    <a:pt x="143766" y="53573"/>
                  </a:lnTo>
                  <a:lnTo>
                    <a:pt x="185591" y="32647"/>
                  </a:lnTo>
                  <a:lnTo>
                    <a:pt x="230942" y="16479"/>
                  </a:lnTo>
                  <a:lnTo>
                    <a:pt x="279229" y="5464"/>
                  </a:lnTo>
                  <a:lnTo>
                    <a:pt x="329860" y="0"/>
                  </a:lnTo>
                  <a:lnTo>
                    <a:pt x="382244" y="482"/>
                  </a:lnTo>
                  <a:lnTo>
                    <a:pt x="433291" y="6929"/>
                  </a:lnTo>
                  <a:lnTo>
                    <a:pt x="481649" y="18929"/>
                  </a:lnTo>
                  <a:lnTo>
                    <a:pt x="526765" y="36061"/>
                  </a:lnTo>
                  <a:lnTo>
                    <a:pt x="568085" y="57904"/>
                  </a:lnTo>
                  <a:lnTo>
                    <a:pt x="605055" y="84034"/>
                  </a:lnTo>
                  <a:lnTo>
                    <a:pt x="637121" y="114030"/>
                  </a:lnTo>
                  <a:lnTo>
                    <a:pt x="663729" y="147471"/>
                  </a:lnTo>
                  <a:lnTo>
                    <a:pt x="684326" y="18393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7623139" y="2829092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5">
                  <a:moveTo>
                    <a:pt x="72859" y="0"/>
                  </a:moveTo>
                  <a:lnTo>
                    <a:pt x="0" y="22313"/>
                  </a:lnTo>
                  <a:lnTo>
                    <a:pt x="58750" y="84023"/>
                  </a:lnTo>
                  <a:lnTo>
                    <a:pt x="728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6078696" y="2319326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7195928" y="3502177"/>
            <a:ext cx="2527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𝑎,</a:t>
            </a:r>
            <a:r>
              <a:rPr dirty="0" sz="1200" spc="-50">
                <a:latin typeface="Cambria Math"/>
                <a:cs typeface="Cambria Math"/>
              </a:rPr>
              <a:t> 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9379966" y="2688082"/>
            <a:ext cx="735330" cy="741680"/>
            <a:chOff x="9379966" y="2688082"/>
            <a:chExt cx="735330" cy="741680"/>
          </a:xfrm>
        </p:grpSpPr>
        <p:sp>
          <p:nvSpPr>
            <p:cNvPr id="37" name="object 37" descr=""/>
            <p:cNvSpPr/>
            <p:nvPr/>
          </p:nvSpPr>
          <p:spPr>
            <a:xfrm>
              <a:off x="9386316" y="269443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361188" y="0"/>
                  </a:moveTo>
                  <a:lnTo>
                    <a:pt x="312176" y="3324"/>
                  </a:lnTo>
                  <a:lnTo>
                    <a:pt x="265169" y="13010"/>
                  </a:lnTo>
                  <a:lnTo>
                    <a:pt x="220597" y="28622"/>
                  </a:lnTo>
                  <a:lnTo>
                    <a:pt x="178889" y="49727"/>
                  </a:lnTo>
                  <a:lnTo>
                    <a:pt x="140476" y="75891"/>
                  </a:lnTo>
                  <a:lnTo>
                    <a:pt x="105789" y="106680"/>
                  </a:lnTo>
                  <a:lnTo>
                    <a:pt x="75257" y="141659"/>
                  </a:lnTo>
                  <a:lnTo>
                    <a:pt x="49312" y="180396"/>
                  </a:lnTo>
                  <a:lnTo>
                    <a:pt x="28383" y="222456"/>
                  </a:lnTo>
                  <a:lnTo>
                    <a:pt x="12901" y="267405"/>
                  </a:lnTo>
                  <a:lnTo>
                    <a:pt x="3297" y="314810"/>
                  </a:lnTo>
                  <a:lnTo>
                    <a:pt x="0" y="364236"/>
                  </a:lnTo>
                  <a:lnTo>
                    <a:pt x="3297" y="413661"/>
                  </a:lnTo>
                  <a:lnTo>
                    <a:pt x="12901" y="461066"/>
                  </a:lnTo>
                  <a:lnTo>
                    <a:pt x="28383" y="506015"/>
                  </a:lnTo>
                  <a:lnTo>
                    <a:pt x="49312" y="548075"/>
                  </a:lnTo>
                  <a:lnTo>
                    <a:pt x="75257" y="586812"/>
                  </a:lnTo>
                  <a:lnTo>
                    <a:pt x="105789" y="621792"/>
                  </a:lnTo>
                  <a:lnTo>
                    <a:pt x="140476" y="652580"/>
                  </a:lnTo>
                  <a:lnTo>
                    <a:pt x="178889" y="678744"/>
                  </a:lnTo>
                  <a:lnTo>
                    <a:pt x="220597" y="699849"/>
                  </a:lnTo>
                  <a:lnTo>
                    <a:pt x="265169" y="715461"/>
                  </a:lnTo>
                  <a:lnTo>
                    <a:pt x="312176" y="725147"/>
                  </a:lnTo>
                  <a:lnTo>
                    <a:pt x="361188" y="728472"/>
                  </a:lnTo>
                  <a:lnTo>
                    <a:pt x="410199" y="725147"/>
                  </a:lnTo>
                  <a:lnTo>
                    <a:pt x="457206" y="715461"/>
                  </a:lnTo>
                  <a:lnTo>
                    <a:pt x="501778" y="699849"/>
                  </a:lnTo>
                  <a:lnTo>
                    <a:pt x="543486" y="678744"/>
                  </a:lnTo>
                  <a:lnTo>
                    <a:pt x="581899" y="652580"/>
                  </a:lnTo>
                  <a:lnTo>
                    <a:pt x="616586" y="621792"/>
                  </a:lnTo>
                  <a:lnTo>
                    <a:pt x="647118" y="586812"/>
                  </a:lnTo>
                  <a:lnTo>
                    <a:pt x="673063" y="548075"/>
                  </a:lnTo>
                  <a:lnTo>
                    <a:pt x="693992" y="506015"/>
                  </a:lnTo>
                  <a:lnTo>
                    <a:pt x="709474" y="461066"/>
                  </a:lnTo>
                  <a:lnTo>
                    <a:pt x="719078" y="413661"/>
                  </a:lnTo>
                  <a:lnTo>
                    <a:pt x="722376" y="364236"/>
                  </a:lnTo>
                  <a:lnTo>
                    <a:pt x="719078" y="314810"/>
                  </a:lnTo>
                  <a:lnTo>
                    <a:pt x="709474" y="267405"/>
                  </a:lnTo>
                  <a:lnTo>
                    <a:pt x="693992" y="222456"/>
                  </a:lnTo>
                  <a:lnTo>
                    <a:pt x="673063" y="180396"/>
                  </a:lnTo>
                  <a:lnTo>
                    <a:pt x="647118" y="141659"/>
                  </a:lnTo>
                  <a:lnTo>
                    <a:pt x="616586" y="106680"/>
                  </a:lnTo>
                  <a:lnTo>
                    <a:pt x="581899" y="75891"/>
                  </a:lnTo>
                  <a:lnTo>
                    <a:pt x="543486" y="49727"/>
                  </a:lnTo>
                  <a:lnTo>
                    <a:pt x="501778" y="28622"/>
                  </a:lnTo>
                  <a:lnTo>
                    <a:pt x="457206" y="13010"/>
                  </a:lnTo>
                  <a:lnTo>
                    <a:pt x="410199" y="332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9386316" y="269443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0" y="364236"/>
                  </a:moveTo>
                  <a:lnTo>
                    <a:pt x="3297" y="314810"/>
                  </a:lnTo>
                  <a:lnTo>
                    <a:pt x="12901" y="267405"/>
                  </a:lnTo>
                  <a:lnTo>
                    <a:pt x="28383" y="222456"/>
                  </a:lnTo>
                  <a:lnTo>
                    <a:pt x="49312" y="180396"/>
                  </a:lnTo>
                  <a:lnTo>
                    <a:pt x="75257" y="141659"/>
                  </a:lnTo>
                  <a:lnTo>
                    <a:pt x="105789" y="106680"/>
                  </a:lnTo>
                  <a:lnTo>
                    <a:pt x="140476" y="75891"/>
                  </a:lnTo>
                  <a:lnTo>
                    <a:pt x="178889" y="49727"/>
                  </a:lnTo>
                  <a:lnTo>
                    <a:pt x="220597" y="28622"/>
                  </a:lnTo>
                  <a:lnTo>
                    <a:pt x="265169" y="13010"/>
                  </a:lnTo>
                  <a:lnTo>
                    <a:pt x="312176" y="3324"/>
                  </a:lnTo>
                  <a:lnTo>
                    <a:pt x="361188" y="0"/>
                  </a:lnTo>
                  <a:lnTo>
                    <a:pt x="410199" y="3324"/>
                  </a:lnTo>
                  <a:lnTo>
                    <a:pt x="457206" y="13010"/>
                  </a:lnTo>
                  <a:lnTo>
                    <a:pt x="501778" y="28622"/>
                  </a:lnTo>
                  <a:lnTo>
                    <a:pt x="543486" y="49727"/>
                  </a:lnTo>
                  <a:lnTo>
                    <a:pt x="581899" y="75891"/>
                  </a:lnTo>
                  <a:lnTo>
                    <a:pt x="616586" y="106680"/>
                  </a:lnTo>
                  <a:lnTo>
                    <a:pt x="647118" y="141659"/>
                  </a:lnTo>
                  <a:lnTo>
                    <a:pt x="673063" y="180396"/>
                  </a:lnTo>
                  <a:lnTo>
                    <a:pt x="693992" y="222456"/>
                  </a:lnTo>
                  <a:lnTo>
                    <a:pt x="709474" y="267405"/>
                  </a:lnTo>
                  <a:lnTo>
                    <a:pt x="719078" y="314810"/>
                  </a:lnTo>
                  <a:lnTo>
                    <a:pt x="722376" y="364236"/>
                  </a:lnTo>
                  <a:lnTo>
                    <a:pt x="719078" y="413661"/>
                  </a:lnTo>
                  <a:lnTo>
                    <a:pt x="709474" y="461066"/>
                  </a:lnTo>
                  <a:lnTo>
                    <a:pt x="693992" y="506015"/>
                  </a:lnTo>
                  <a:lnTo>
                    <a:pt x="673063" y="548075"/>
                  </a:lnTo>
                  <a:lnTo>
                    <a:pt x="647118" y="586812"/>
                  </a:lnTo>
                  <a:lnTo>
                    <a:pt x="616586" y="621792"/>
                  </a:lnTo>
                  <a:lnTo>
                    <a:pt x="581899" y="652580"/>
                  </a:lnTo>
                  <a:lnTo>
                    <a:pt x="543486" y="678744"/>
                  </a:lnTo>
                  <a:lnTo>
                    <a:pt x="501778" y="699849"/>
                  </a:lnTo>
                  <a:lnTo>
                    <a:pt x="457206" y="715461"/>
                  </a:lnTo>
                  <a:lnTo>
                    <a:pt x="410199" y="725147"/>
                  </a:lnTo>
                  <a:lnTo>
                    <a:pt x="361188" y="728472"/>
                  </a:lnTo>
                  <a:lnTo>
                    <a:pt x="312176" y="725147"/>
                  </a:lnTo>
                  <a:lnTo>
                    <a:pt x="265169" y="715461"/>
                  </a:lnTo>
                  <a:lnTo>
                    <a:pt x="220597" y="699849"/>
                  </a:lnTo>
                  <a:lnTo>
                    <a:pt x="178889" y="678744"/>
                  </a:lnTo>
                  <a:lnTo>
                    <a:pt x="140476" y="652580"/>
                  </a:lnTo>
                  <a:lnTo>
                    <a:pt x="105789" y="621792"/>
                  </a:lnTo>
                  <a:lnTo>
                    <a:pt x="75257" y="586812"/>
                  </a:lnTo>
                  <a:lnTo>
                    <a:pt x="49312" y="548075"/>
                  </a:lnTo>
                  <a:lnTo>
                    <a:pt x="28383" y="506015"/>
                  </a:lnTo>
                  <a:lnTo>
                    <a:pt x="12901" y="461066"/>
                  </a:lnTo>
                  <a:lnTo>
                    <a:pt x="3297" y="413661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>
            <a:off x="9599141" y="2918503"/>
            <a:ext cx="2349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9023984" y="2688082"/>
            <a:ext cx="2463165" cy="741680"/>
            <a:chOff x="9023984" y="2688082"/>
            <a:chExt cx="2463165" cy="741680"/>
          </a:xfrm>
        </p:grpSpPr>
        <p:sp>
          <p:nvSpPr>
            <p:cNvPr id="41" name="object 41" descr=""/>
            <p:cNvSpPr/>
            <p:nvPr/>
          </p:nvSpPr>
          <p:spPr>
            <a:xfrm>
              <a:off x="9033509" y="3059430"/>
              <a:ext cx="288925" cy="0"/>
            </a:xfrm>
            <a:custGeom>
              <a:avLst/>
              <a:gdLst/>
              <a:ahLst/>
              <a:cxnLst/>
              <a:rect l="l" t="t" r="r" b="b"/>
              <a:pathLst>
                <a:path w="288925" h="0">
                  <a:moveTo>
                    <a:pt x="0" y="0"/>
                  </a:moveTo>
                  <a:lnTo>
                    <a:pt x="288709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9309515" y="302132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0757915" y="269443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361188" y="0"/>
                  </a:moveTo>
                  <a:lnTo>
                    <a:pt x="312176" y="3324"/>
                  </a:lnTo>
                  <a:lnTo>
                    <a:pt x="265169" y="13010"/>
                  </a:lnTo>
                  <a:lnTo>
                    <a:pt x="220597" y="28622"/>
                  </a:lnTo>
                  <a:lnTo>
                    <a:pt x="178889" y="49727"/>
                  </a:lnTo>
                  <a:lnTo>
                    <a:pt x="140476" y="75891"/>
                  </a:lnTo>
                  <a:lnTo>
                    <a:pt x="105789" y="106680"/>
                  </a:lnTo>
                  <a:lnTo>
                    <a:pt x="75257" y="141659"/>
                  </a:lnTo>
                  <a:lnTo>
                    <a:pt x="49312" y="180396"/>
                  </a:lnTo>
                  <a:lnTo>
                    <a:pt x="28383" y="222456"/>
                  </a:lnTo>
                  <a:lnTo>
                    <a:pt x="12901" y="267405"/>
                  </a:lnTo>
                  <a:lnTo>
                    <a:pt x="3297" y="314810"/>
                  </a:lnTo>
                  <a:lnTo>
                    <a:pt x="0" y="364236"/>
                  </a:lnTo>
                  <a:lnTo>
                    <a:pt x="3297" y="413661"/>
                  </a:lnTo>
                  <a:lnTo>
                    <a:pt x="12901" y="461066"/>
                  </a:lnTo>
                  <a:lnTo>
                    <a:pt x="28383" y="506015"/>
                  </a:lnTo>
                  <a:lnTo>
                    <a:pt x="49312" y="548075"/>
                  </a:lnTo>
                  <a:lnTo>
                    <a:pt x="75257" y="586812"/>
                  </a:lnTo>
                  <a:lnTo>
                    <a:pt x="105789" y="621792"/>
                  </a:lnTo>
                  <a:lnTo>
                    <a:pt x="140476" y="652580"/>
                  </a:lnTo>
                  <a:lnTo>
                    <a:pt x="178889" y="678744"/>
                  </a:lnTo>
                  <a:lnTo>
                    <a:pt x="220597" y="699849"/>
                  </a:lnTo>
                  <a:lnTo>
                    <a:pt x="265169" y="715461"/>
                  </a:lnTo>
                  <a:lnTo>
                    <a:pt x="312176" y="725147"/>
                  </a:lnTo>
                  <a:lnTo>
                    <a:pt x="361188" y="728472"/>
                  </a:lnTo>
                  <a:lnTo>
                    <a:pt x="410199" y="725147"/>
                  </a:lnTo>
                  <a:lnTo>
                    <a:pt x="457206" y="715461"/>
                  </a:lnTo>
                  <a:lnTo>
                    <a:pt x="501778" y="699849"/>
                  </a:lnTo>
                  <a:lnTo>
                    <a:pt x="543486" y="678744"/>
                  </a:lnTo>
                  <a:lnTo>
                    <a:pt x="581899" y="652580"/>
                  </a:lnTo>
                  <a:lnTo>
                    <a:pt x="616586" y="621792"/>
                  </a:lnTo>
                  <a:lnTo>
                    <a:pt x="647118" y="586812"/>
                  </a:lnTo>
                  <a:lnTo>
                    <a:pt x="673063" y="548075"/>
                  </a:lnTo>
                  <a:lnTo>
                    <a:pt x="693992" y="506015"/>
                  </a:lnTo>
                  <a:lnTo>
                    <a:pt x="709474" y="461066"/>
                  </a:lnTo>
                  <a:lnTo>
                    <a:pt x="719078" y="413661"/>
                  </a:lnTo>
                  <a:lnTo>
                    <a:pt x="722376" y="364236"/>
                  </a:lnTo>
                  <a:lnTo>
                    <a:pt x="719078" y="314810"/>
                  </a:lnTo>
                  <a:lnTo>
                    <a:pt x="709474" y="267405"/>
                  </a:lnTo>
                  <a:lnTo>
                    <a:pt x="693992" y="222456"/>
                  </a:lnTo>
                  <a:lnTo>
                    <a:pt x="673063" y="180396"/>
                  </a:lnTo>
                  <a:lnTo>
                    <a:pt x="647118" y="141659"/>
                  </a:lnTo>
                  <a:lnTo>
                    <a:pt x="616586" y="106680"/>
                  </a:lnTo>
                  <a:lnTo>
                    <a:pt x="581899" y="75891"/>
                  </a:lnTo>
                  <a:lnTo>
                    <a:pt x="543486" y="49727"/>
                  </a:lnTo>
                  <a:lnTo>
                    <a:pt x="501778" y="28622"/>
                  </a:lnTo>
                  <a:lnTo>
                    <a:pt x="457206" y="13010"/>
                  </a:lnTo>
                  <a:lnTo>
                    <a:pt x="410199" y="332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0757915" y="269443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0" y="364236"/>
                  </a:moveTo>
                  <a:lnTo>
                    <a:pt x="3297" y="314810"/>
                  </a:lnTo>
                  <a:lnTo>
                    <a:pt x="12901" y="267405"/>
                  </a:lnTo>
                  <a:lnTo>
                    <a:pt x="28383" y="222456"/>
                  </a:lnTo>
                  <a:lnTo>
                    <a:pt x="49312" y="180396"/>
                  </a:lnTo>
                  <a:lnTo>
                    <a:pt x="75257" y="141659"/>
                  </a:lnTo>
                  <a:lnTo>
                    <a:pt x="105789" y="106680"/>
                  </a:lnTo>
                  <a:lnTo>
                    <a:pt x="140476" y="75891"/>
                  </a:lnTo>
                  <a:lnTo>
                    <a:pt x="178889" y="49727"/>
                  </a:lnTo>
                  <a:lnTo>
                    <a:pt x="220597" y="28622"/>
                  </a:lnTo>
                  <a:lnTo>
                    <a:pt x="265169" y="13010"/>
                  </a:lnTo>
                  <a:lnTo>
                    <a:pt x="312176" y="3324"/>
                  </a:lnTo>
                  <a:lnTo>
                    <a:pt x="361188" y="0"/>
                  </a:lnTo>
                  <a:lnTo>
                    <a:pt x="410199" y="3324"/>
                  </a:lnTo>
                  <a:lnTo>
                    <a:pt x="457206" y="13010"/>
                  </a:lnTo>
                  <a:lnTo>
                    <a:pt x="501778" y="28622"/>
                  </a:lnTo>
                  <a:lnTo>
                    <a:pt x="543486" y="49727"/>
                  </a:lnTo>
                  <a:lnTo>
                    <a:pt x="581899" y="75891"/>
                  </a:lnTo>
                  <a:lnTo>
                    <a:pt x="616586" y="106680"/>
                  </a:lnTo>
                  <a:lnTo>
                    <a:pt x="647118" y="141659"/>
                  </a:lnTo>
                  <a:lnTo>
                    <a:pt x="673063" y="180396"/>
                  </a:lnTo>
                  <a:lnTo>
                    <a:pt x="693992" y="222456"/>
                  </a:lnTo>
                  <a:lnTo>
                    <a:pt x="709474" y="267405"/>
                  </a:lnTo>
                  <a:lnTo>
                    <a:pt x="719078" y="314810"/>
                  </a:lnTo>
                  <a:lnTo>
                    <a:pt x="722376" y="364236"/>
                  </a:lnTo>
                  <a:lnTo>
                    <a:pt x="719078" y="413661"/>
                  </a:lnTo>
                  <a:lnTo>
                    <a:pt x="709474" y="461066"/>
                  </a:lnTo>
                  <a:lnTo>
                    <a:pt x="693992" y="506015"/>
                  </a:lnTo>
                  <a:lnTo>
                    <a:pt x="673063" y="548075"/>
                  </a:lnTo>
                  <a:lnTo>
                    <a:pt x="647118" y="586812"/>
                  </a:lnTo>
                  <a:lnTo>
                    <a:pt x="616586" y="621792"/>
                  </a:lnTo>
                  <a:lnTo>
                    <a:pt x="581899" y="652580"/>
                  </a:lnTo>
                  <a:lnTo>
                    <a:pt x="543486" y="678744"/>
                  </a:lnTo>
                  <a:lnTo>
                    <a:pt x="501778" y="699849"/>
                  </a:lnTo>
                  <a:lnTo>
                    <a:pt x="457206" y="715461"/>
                  </a:lnTo>
                  <a:lnTo>
                    <a:pt x="410199" y="725147"/>
                  </a:lnTo>
                  <a:lnTo>
                    <a:pt x="361188" y="728472"/>
                  </a:lnTo>
                  <a:lnTo>
                    <a:pt x="312176" y="725147"/>
                  </a:lnTo>
                  <a:lnTo>
                    <a:pt x="265169" y="715461"/>
                  </a:lnTo>
                  <a:lnTo>
                    <a:pt x="220597" y="699849"/>
                  </a:lnTo>
                  <a:lnTo>
                    <a:pt x="178889" y="678744"/>
                  </a:lnTo>
                  <a:lnTo>
                    <a:pt x="140476" y="652580"/>
                  </a:lnTo>
                  <a:lnTo>
                    <a:pt x="105789" y="621792"/>
                  </a:lnTo>
                  <a:lnTo>
                    <a:pt x="75257" y="586812"/>
                  </a:lnTo>
                  <a:lnTo>
                    <a:pt x="49312" y="548075"/>
                  </a:lnTo>
                  <a:lnTo>
                    <a:pt x="28383" y="506015"/>
                  </a:lnTo>
                  <a:lnTo>
                    <a:pt x="12901" y="461066"/>
                  </a:lnTo>
                  <a:lnTo>
                    <a:pt x="3297" y="413661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 descr=""/>
          <p:cNvSpPr txBox="1"/>
          <p:nvPr/>
        </p:nvSpPr>
        <p:spPr>
          <a:xfrm>
            <a:off x="11320207" y="2215814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10974100" y="2918503"/>
            <a:ext cx="23050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47" name="object 47" descr=""/>
          <p:cNvGrpSpPr/>
          <p:nvPr/>
        </p:nvGrpSpPr>
        <p:grpSpPr>
          <a:xfrm>
            <a:off x="10075543" y="2473729"/>
            <a:ext cx="1425575" cy="1012825"/>
            <a:chOff x="10075543" y="2473729"/>
            <a:chExt cx="1425575" cy="1012825"/>
          </a:xfrm>
        </p:grpSpPr>
        <p:sp>
          <p:nvSpPr>
            <p:cNvPr id="48" name="object 48" descr=""/>
            <p:cNvSpPr/>
            <p:nvPr/>
          </p:nvSpPr>
          <p:spPr>
            <a:xfrm>
              <a:off x="10820400" y="2758440"/>
              <a:ext cx="597535" cy="601980"/>
            </a:xfrm>
            <a:custGeom>
              <a:avLst/>
              <a:gdLst/>
              <a:ahLst/>
              <a:cxnLst/>
              <a:rect l="l" t="t" r="r" b="b"/>
              <a:pathLst>
                <a:path w="597534" h="601979">
                  <a:moveTo>
                    <a:pt x="0" y="300989"/>
                  </a:moveTo>
                  <a:lnTo>
                    <a:pt x="3909" y="252168"/>
                  </a:lnTo>
                  <a:lnTo>
                    <a:pt x="15227" y="205854"/>
                  </a:lnTo>
                  <a:lnTo>
                    <a:pt x="33340" y="162668"/>
                  </a:lnTo>
                  <a:lnTo>
                    <a:pt x="57631" y="123230"/>
                  </a:lnTo>
                  <a:lnTo>
                    <a:pt x="87487" y="88158"/>
                  </a:lnTo>
                  <a:lnTo>
                    <a:pt x="122291" y="58074"/>
                  </a:lnTo>
                  <a:lnTo>
                    <a:pt x="161430" y="33596"/>
                  </a:lnTo>
                  <a:lnTo>
                    <a:pt x="204289" y="15344"/>
                  </a:lnTo>
                  <a:lnTo>
                    <a:pt x="250251" y="3939"/>
                  </a:lnTo>
                  <a:lnTo>
                    <a:pt x="298704" y="0"/>
                  </a:lnTo>
                  <a:lnTo>
                    <a:pt x="347156" y="3939"/>
                  </a:lnTo>
                  <a:lnTo>
                    <a:pt x="393118" y="15344"/>
                  </a:lnTo>
                  <a:lnTo>
                    <a:pt x="435977" y="33596"/>
                  </a:lnTo>
                  <a:lnTo>
                    <a:pt x="475116" y="58074"/>
                  </a:lnTo>
                  <a:lnTo>
                    <a:pt x="509920" y="88158"/>
                  </a:lnTo>
                  <a:lnTo>
                    <a:pt x="539776" y="123230"/>
                  </a:lnTo>
                  <a:lnTo>
                    <a:pt x="564067" y="162668"/>
                  </a:lnTo>
                  <a:lnTo>
                    <a:pt x="582180" y="205854"/>
                  </a:lnTo>
                  <a:lnTo>
                    <a:pt x="593498" y="252168"/>
                  </a:lnTo>
                  <a:lnTo>
                    <a:pt x="597408" y="300989"/>
                  </a:lnTo>
                  <a:lnTo>
                    <a:pt x="593498" y="349811"/>
                  </a:lnTo>
                  <a:lnTo>
                    <a:pt x="582180" y="396125"/>
                  </a:lnTo>
                  <a:lnTo>
                    <a:pt x="564067" y="439311"/>
                  </a:lnTo>
                  <a:lnTo>
                    <a:pt x="539776" y="478749"/>
                  </a:lnTo>
                  <a:lnTo>
                    <a:pt x="509920" y="513821"/>
                  </a:lnTo>
                  <a:lnTo>
                    <a:pt x="475116" y="543905"/>
                  </a:lnTo>
                  <a:lnTo>
                    <a:pt x="435977" y="568383"/>
                  </a:lnTo>
                  <a:lnTo>
                    <a:pt x="393118" y="586635"/>
                  </a:lnTo>
                  <a:lnTo>
                    <a:pt x="347156" y="598040"/>
                  </a:lnTo>
                  <a:lnTo>
                    <a:pt x="298704" y="601979"/>
                  </a:lnTo>
                  <a:lnTo>
                    <a:pt x="250251" y="598040"/>
                  </a:lnTo>
                  <a:lnTo>
                    <a:pt x="204289" y="586635"/>
                  </a:lnTo>
                  <a:lnTo>
                    <a:pt x="161430" y="568383"/>
                  </a:lnTo>
                  <a:lnTo>
                    <a:pt x="122291" y="543905"/>
                  </a:lnTo>
                  <a:lnTo>
                    <a:pt x="87487" y="513821"/>
                  </a:lnTo>
                  <a:lnTo>
                    <a:pt x="57631" y="478749"/>
                  </a:lnTo>
                  <a:lnTo>
                    <a:pt x="33340" y="439311"/>
                  </a:lnTo>
                  <a:lnTo>
                    <a:pt x="15227" y="396125"/>
                  </a:lnTo>
                  <a:lnTo>
                    <a:pt x="3909" y="349811"/>
                  </a:lnTo>
                  <a:lnTo>
                    <a:pt x="0" y="30098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0108328" y="3220405"/>
              <a:ext cx="684530" cy="256540"/>
            </a:xfrm>
            <a:custGeom>
              <a:avLst/>
              <a:gdLst/>
              <a:ahLst/>
              <a:cxnLst/>
              <a:rect l="l" t="t" r="r" b="b"/>
              <a:pathLst>
                <a:path w="684529" h="256539">
                  <a:moveTo>
                    <a:pt x="684123" y="0"/>
                  </a:moveTo>
                  <a:lnTo>
                    <a:pt x="675865" y="41028"/>
                  </a:lnTo>
                  <a:lnTo>
                    <a:pt x="660534" y="79685"/>
                  </a:lnTo>
                  <a:lnTo>
                    <a:pt x="638720" y="115574"/>
                  </a:lnTo>
                  <a:lnTo>
                    <a:pt x="611015" y="148299"/>
                  </a:lnTo>
                  <a:lnTo>
                    <a:pt x="578009" y="177466"/>
                  </a:lnTo>
                  <a:lnTo>
                    <a:pt x="540296" y="202679"/>
                  </a:lnTo>
                  <a:lnTo>
                    <a:pt x="498466" y="223542"/>
                  </a:lnTo>
                  <a:lnTo>
                    <a:pt x="453110" y="239660"/>
                  </a:lnTo>
                  <a:lnTo>
                    <a:pt x="404820" y="250637"/>
                  </a:lnTo>
                  <a:lnTo>
                    <a:pt x="354187" y="256078"/>
                  </a:lnTo>
                  <a:lnTo>
                    <a:pt x="301802" y="255587"/>
                  </a:lnTo>
                  <a:lnTo>
                    <a:pt x="250842" y="249163"/>
                  </a:lnTo>
                  <a:lnTo>
                    <a:pt x="202561" y="237219"/>
                  </a:lnTo>
                  <a:lnTo>
                    <a:pt x="157509" y="220173"/>
                  </a:lnTo>
                  <a:lnTo>
                    <a:pt x="116239" y="198443"/>
                  </a:lnTo>
                  <a:lnTo>
                    <a:pt x="79302" y="172449"/>
                  </a:lnTo>
                  <a:lnTo>
                    <a:pt x="47249" y="142609"/>
                  </a:lnTo>
                  <a:lnTo>
                    <a:pt x="20631" y="109340"/>
                  </a:lnTo>
                  <a:lnTo>
                    <a:pt x="0" y="7306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0075543" y="3232415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4">
                  <a:moveTo>
                    <a:pt x="13944" y="0"/>
                  </a:moveTo>
                  <a:lnTo>
                    <a:pt x="0" y="84048"/>
                  </a:lnTo>
                  <a:lnTo>
                    <a:pt x="72809" y="61582"/>
                  </a:lnTo>
                  <a:lnTo>
                    <a:pt x="139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1132024" y="2483254"/>
              <a:ext cx="354965" cy="294640"/>
            </a:xfrm>
            <a:custGeom>
              <a:avLst/>
              <a:gdLst/>
              <a:ahLst/>
              <a:cxnLst/>
              <a:rect l="l" t="t" r="r" b="b"/>
              <a:pathLst>
                <a:path w="354965" h="294639">
                  <a:moveTo>
                    <a:pt x="5620" y="215131"/>
                  </a:moveTo>
                  <a:lnTo>
                    <a:pt x="0" y="164788"/>
                  </a:lnTo>
                  <a:lnTo>
                    <a:pt x="6750" y="117585"/>
                  </a:lnTo>
                  <a:lnTo>
                    <a:pt x="24654" y="75562"/>
                  </a:lnTo>
                  <a:lnTo>
                    <a:pt x="52496" y="40761"/>
                  </a:lnTo>
                  <a:lnTo>
                    <a:pt x="89059" y="15221"/>
                  </a:lnTo>
                  <a:lnTo>
                    <a:pt x="133128" y="983"/>
                  </a:lnTo>
                  <a:lnTo>
                    <a:pt x="180360" y="0"/>
                  </a:lnTo>
                  <a:lnTo>
                    <a:pt x="225840" y="11863"/>
                  </a:lnTo>
                  <a:lnTo>
                    <a:pt x="267510" y="35078"/>
                  </a:lnTo>
                  <a:lnTo>
                    <a:pt x="303310" y="68149"/>
                  </a:lnTo>
                  <a:lnTo>
                    <a:pt x="331181" y="109581"/>
                  </a:lnTo>
                  <a:lnTo>
                    <a:pt x="349066" y="157879"/>
                  </a:lnTo>
                  <a:lnTo>
                    <a:pt x="354384" y="194379"/>
                  </a:lnTo>
                  <a:lnTo>
                    <a:pt x="353066" y="229945"/>
                  </a:lnTo>
                  <a:lnTo>
                    <a:pt x="345405" y="263664"/>
                  </a:lnTo>
                  <a:lnTo>
                    <a:pt x="331692" y="29462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1422043" y="2743290"/>
              <a:ext cx="79375" cy="82550"/>
            </a:xfrm>
            <a:custGeom>
              <a:avLst/>
              <a:gdLst/>
              <a:ahLst/>
              <a:cxnLst/>
              <a:rect l="l" t="t" r="r" b="b"/>
              <a:pathLst>
                <a:path w="79375" h="82550">
                  <a:moveTo>
                    <a:pt x="21259" y="0"/>
                  </a:moveTo>
                  <a:lnTo>
                    <a:pt x="0" y="82499"/>
                  </a:lnTo>
                  <a:lnTo>
                    <a:pt x="78752" y="50012"/>
                  </a:lnTo>
                  <a:lnTo>
                    <a:pt x="212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0087864" y="2645432"/>
              <a:ext cx="684530" cy="257175"/>
            </a:xfrm>
            <a:custGeom>
              <a:avLst/>
              <a:gdLst/>
              <a:ahLst/>
              <a:cxnLst/>
              <a:rect l="l" t="t" r="r" b="b"/>
              <a:pathLst>
                <a:path w="684529" h="257175">
                  <a:moveTo>
                    <a:pt x="0" y="256832"/>
                  </a:moveTo>
                  <a:lnTo>
                    <a:pt x="8244" y="215688"/>
                  </a:lnTo>
                  <a:lnTo>
                    <a:pt x="23563" y="176922"/>
                  </a:lnTo>
                  <a:lnTo>
                    <a:pt x="45367" y="140931"/>
                  </a:lnTo>
                  <a:lnTo>
                    <a:pt x="73063" y="108112"/>
                  </a:lnTo>
                  <a:lnTo>
                    <a:pt x="106060" y="78861"/>
                  </a:lnTo>
                  <a:lnTo>
                    <a:pt x="143766" y="53573"/>
                  </a:lnTo>
                  <a:lnTo>
                    <a:pt x="185591" y="32647"/>
                  </a:lnTo>
                  <a:lnTo>
                    <a:pt x="230942" y="16479"/>
                  </a:lnTo>
                  <a:lnTo>
                    <a:pt x="279229" y="5464"/>
                  </a:lnTo>
                  <a:lnTo>
                    <a:pt x="329860" y="0"/>
                  </a:lnTo>
                  <a:lnTo>
                    <a:pt x="382244" y="482"/>
                  </a:lnTo>
                  <a:lnTo>
                    <a:pt x="433291" y="6929"/>
                  </a:lnTo>
                  <a:lnTo>
                    <a:pt x="481649" y="18929"/>
                  </a:lnTo>
                  <a:lnTo>
                    <a:pt x="526765" y="36061"/>
                  </a:lnTo>
                  <a:lnTo>
                    <a:pt x="568085" y="57904"/>
                  </a:lnTo>
                  <a:lnTo>
                    <a:pt x="605055" y="84034"/>
                  </a:lnTo>
                  <a:lnTo>
                    <a:pt x="637121" y="114030"/>
                  </a:lnTo>
                  <a:lnTo>
                    <a:pt x="663729" y="147471"/>
                  </a:lnTo>
                  <a:lnTo>
                    <a:pt x="684326" y="18393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0732099" y="2806232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5">
                  <a:moveTo>
                    <a:pt x="72859" y="0"/>
                  </a:moveTo>
                  <a:lnTo>
                    <a:pt x="0" y="22313"/>
                  </a:lnTo>
                  <a:lnTo>
                    <a:pt x="58750" y="84023"/>
                  </a:lnTo>
                  <a:lnTo>
                    <a:pt x="728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 descr=""/>
          <p:cNvSpPr txBox="1"/>
          <p:nvPr/>
        </p:nvSpPr>
        <p:spPr>
          <a:xfrm>
            <a:off x="10278579" y="2359919"/>
            <a:ext cx="2527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𝑎,</a:t>
            </a:r>
            <a:r>
              <a:rPr dirty="0" sz="1200" spc="-50">
                <a:latin typeface="Cambria Math"/>
                <a:cs typeface="Cambria Math"/>
              </a:rPr>
              <a:t> 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10382792" y="3468772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5925311" y="4331208"/>
            <a:ext cx="4712335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83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90"/>
              </a:spcBef>
            </a:pPr>
            <a:r>
              <a:rPr dirty="0" sz="2400">
                <a:latin typeface="Franklin Gothic Medium"/>
                <a:cs typeface="Franklin Gothic Medium"/>
              </a:rPr>
              <a:t>Is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string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𝑤</a:t>
            </a:r>
            <a:r>
              <a:rPr dirty="0" sz="2400" spc="15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8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𝑎𝑏𝑎</a:t>
            </a:r>
            <a:r>
              <a:rPr dirty="0" sz="2400" spc="100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in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union?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6338685" y="5014349"/>
            <a:ext cx="497014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35">
                <a:latin typeface="Franklin Gothic Medium"/>
                <a:cs typeface="Franklin Gothic Medium"/>
              </a:rPr>
              <a:t>Yes!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In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this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case,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both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60">
                <a:latin typeface="Franklin Gothic Medium"/>
                <a:cs typeface="Franklin Gothic Medium"/>
              </a:rPr>
              <a:t>DFAs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accept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the </a:t>
            </a:r>
            <a:r>
              <a:rPr dirty="0" sz="2400" spc="-10">
                <a:latin typeface="Franklin Gothic Medium"/>
                <a:cs typeface="Franklin Gothic Medium"/>
              </a:rPr>
              <a:t>string.</a:t>
            </a:r>
            <a:endParaRPr sz="2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Closure</a:t>
            </a:r>
            <a:r>
              <a:rPr dirty="0" spc="-170"/>
              <a:t> </a:t>
            </a:r>
            <a:r>
              <a:rPr dirty="0" spc="-20"/>
              <a:t>Properties</a:t>
            </a:r>
            <a:r>
              <a:rPr dirty="0" spc="-160"/>
              <a:t> </a:t>
            </a:r>
            <a:r>
              <a:rPr dirty="0"/>
              <a:t>for</a:t>
            </a:r>
            <a:r>
              <a:rPr dirty="0" spc="-165"/>
              <a:t> </a:t>
            </a:r>
            <a:r>
              <a:rPr dirty="0" spc="-45"/>
              <a:t>RegEx</a:t>
            </a:r>
            <a:r>
              <a:rPr dirty="0" spc="-160"/>
              <a:t> </a:t>
            </a:r>
            <a:r>
              <a:rPr dirty="0"/>
              <a:t>-</a:t>
            </a:r>
            <a:r>
              <a:rPr dirty="0" spc="-140"/>
              <a:t> </a:t>
            </a:r>
            <a:r>
              <a:rPr dirty="0" spc="-10"/>
              <a:t>Union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452871" y="2095500"/>
            <a:ext cx="419100" cy="33845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dirty="0" sz="16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84919" y="2119883"/>
            <a:ext cx="424180" cy="33845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10"/>
              </a:spcBef>
            </a:pPr>
            <a:r>
              <a:rPr dirty="0" sz="16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492" sz="1725" spc="-37">
                <a:latin typeface="Cambria Math"/>
                <a:cs typeface="Cambria Math"/>
              </a:rPr>
              <a:t>2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6271005" y="2710942"/>
            <a:ext cx="735330" cy="741680"/>
            <a:chOff x="6271005" y="2710942"/>
            <a:chExt cx="735330" cy="741680"/>
          </a:xfrm>
        </p:grpSpPr>
        <p:sp>
          <p:nvSpPr>
            <p:cNvPr id="6" name="object 6" descr=""/>
            <p:cNvSpPr/>
            <p:nvPr/>
          </p:nvSpPr>
          <p:spPr>
            <a:xfrm>
              <a:off x="62773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361188" y="0"/>
                  </a:moveTo>
                  <a:lnTo>
                    <a:pt x="312176" y="3324"/>
                  </a:lnTo>
                  <a:lnTo>
                    <a:pt x="265169" y="13010"/>
                  </a:lnTo>
                  <a:lnTo>
                    <a:pt x="220597" y="28622"/>
                  </a:lnTo>
                  <a:lnTo>
                    <a:pt x="178889" y="49727"/>
                  </a:lnTo>
                  <a:lnTo>
                    <a:pt x="140476" y="75891"/>
                  </a:lnTo>
                  <a:lnTo>
                    <a:pt x="105789" y="106680"/>
                  </a:lnTo>
                  <a:lnTo>
                    <a:pt x="75257" y="141659"/>
                  </a:lnTo>
                  <a:lnTo>
                    <a:pt x="49312" y="180396"/>
                  </a:lnTo>
                  <a:lnTo>
                    <a:pt x="28383" y="222456"/>
                  </a:lnTo>
                  <a:lnTo>
                    <a:pt x="12901" y="267405"/>
                  </a:lnTo>
                  <a:lnTo>
                    <a:pt x="3297" y="314810"/>
                  </a:lnTo>
                  <a:lnTo>
                    <a:pt x="0" y="364236"/>
                  </a:lnTo>
                  <a:lnTo>
                    <a:pt x="3297" y="413661"/>
                  </a:lnTo>
                  <a:lnTo>
                    <a:pt x="12901" y="461066"/>
                  </a:lnTo>
                  <a:lnTo>
                    <a:pt x="28383" y="506015"/>
                  </a:lnTo>
                  <a:lnTo>
                    <a:pt x="49312" y="548075"/>
                  </a:lnTo>
                  <a:lnTo>
                    <a:pt x="75257" y="586812"/>
                  </a:lnTo>
                  <a:lnTo>
                    <a:pt x="105789" y="621792"/>
                  </a:lnTo>
                  <a:lnTo>
                    <a:pt x="140476" y="652580"/>
                  </a:lnTo>
                  <a:lnTo>
                    <a:pt x="178889" y="678744"/>
                  </a:lnTo>
                  <a:lnTo>
                    <a:pt x="220597" y="699849"/>
                  </a:lnTo>
                  <a:lnTo>
                    <a:pt x="265169" y="715461"/>
                  </a:lnTo>
                  <a:lnTo>
                    <a:pt x="312176" y="725147"/>
                  </a:lnTo>
                  <a:lnTo>
                    <a:pt x="361188" y="728472"/>
                  </a:lnTo>
                  <a:lnTo>
                    <a:pt x="410199" y="725147"/>
                  </a:lnTo>
                  <a:lnTo>
                    <a:pt x="457206" y="715461"/>
                  </a:lnTo>
                  <a:lnTo>
                    <a:pt x="501778" y="699849"/>
                  </a:lnTo>
                  <a:lnTo>
                    <a:pt x="543486" y="678744"/>
                  </a:lnTo>
                  <a:lnTo>
                    <a:pt x="581899" y="652580"/>
                  </a:lnTo>
                  <a:lnTo>
                    <a:pt x="616586" y="621792"/>
                  </a:lnTo>
                  <a:lnTo>
                    <a:pt x="647118" y="586812"/>
                  </a:lnTo>
                  <a:lnTo>
                    <a:pt x="673063" y="548075"/>
                  </a:lnTo>
                  <a:lnTo>
                    <a:pt x="693992" y="506015"/>
                  </a:lnTo>
                  <a:lnTo>
                    <a:pt x="709474" y="461066"/>
                  </a:lnTo>
                  <a:lnTo>
                    <a:pt x="719078" y="413661"/>
                  </a:lnTo>
                  <a:lnTo>
                    <a:pt x="722376" y="364236"/>
                  </a:lnTo>
                  <a:lnTo>
                    <a:pt x="719078" y="314810"/>
                  </a:lnTo>
                  <a:lnTo>
                    <a:pt x="709474" y="267405"/>
                  </a:lnTo>
                  <a:lnTo>
                    <a:pt x="693992" y="222456"/>
                  </a:lnTo>
                  <a:lnTo>
                    <a:pt x="673063" y="180396"/>
                  </a:lnTo>
                  <a:lnTo>
                    <a:pt x="647118" y="141659"/>
                  </a:lnTo>
                  <a:lnTo>
                    <a:pt x="616586" y="106680"/>
                  </a:lnTo>
                  <a:lnTo>
                    <a:pt x="581899" y="75891"/>
                  </a:lnTo>
                  <a:lnTo>
                    <a:pt x="543486" y="49727"/>
                  </a:lnTo>
                  <a:lnTo>
                    <a:pt x="501778" y="28622"/>
                  </a:lnTo>
                  <a:lnTo>
                    <a:pt x="457206" y="13010"/>
                  </a:lnTo>
                  <a:lnTo>
                    <a:pt x="410199" y="332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2773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0" y="364236"/>
                  </a:moveTo>
                  <a:lnTo>
                    <a:pt x="3297" y="314810"/>
                  </a:lnTo>
                  <a:lnTo>
                    <a:pt x="12901" y="267405"/>
                  </a:lnTo>
                  <a:lnTo>
                    <a:pt x="28383" y="222456"/>
                  </a:lnTo>
                  <a:lnTo>
                    <a:pt x="49312" y="180396"/>
                  </a:lnTo>
                  <a:lnTo>
                    <a:pt x="75257" y="141659"/>
                  </a:lnTo>
                  <a:lnTo>
                    <a:pt x="105789" y="106680"/>
                  </a:lnTo>
                  <a:lnTo>
                    <a:pt x="140476" y="75891"/>
                  </a:lnTo>
                  <a:lnTo>
                    <a:pt x="178889" y="49727"/>
                  </a:lnTo>
                  <a:lnTo>
                    <a:pt x="220597" y="28622"/>
                  </a:lnTo>
                  <a:lnTo>
                    <a:pt x="265169" y="13010"/>
                  </a:lnTo>
                  <a:lnTo>
                    <a:pt x="312176" y="3324"/>
                  </a:lnTo>
                  <a:lnTo>
                    <a:pt x="361188" y="0"/>
                  </a:lnTo>
                  <a:lnTo>
                    <a:pt x="410199" y="3324"/>
                  </a:lnTo>
                  <a:lnTo>
                    <a:pt x="457206" y="13010"/>
                  </a:lnTo>
                  <a:lnTo>
                    <a:pt x="501778" y="28622"/>
                  </a:lnTo>
                  <a:lnTo>
                    <a:pt x="543486" y="49727"/>
                  </a:lnTo>
                  <a:lnTo>
                    <a:pt x="581899" y="75891"/>
                  </a:lnTo>
                  <a:lnTo>
                    <a:pt x="616586" y="106680"/>
                  </a:lnTo>
                  <a:lnTo>
                    <a:pt x="647118" y="141659"/>
                  </a:lnTo>
                  <a:lnTo>
                    <a:pt x="673063" y="180396"/>
                  </a:lnTo>
                  <a:lnTo>
                    <a:pt x="693992" y="222456"/>
                  </a:lnTo>
                  <a:lnTo>
                    <a:pt x="709474" y="267405"/>
                  </a:lnTo>
                  <a:lnTo>
                    <a:pt x="719078" y="314810"/>
                  </a:lnTo>
                  <a:lnTo>
                    <a:pt x="722376" y="364236"/>
                  </a:lnTo>
                  <a:lnTo>
                    <a:pt x="719078" y="413661"/>
                  </a:lnTo>
                  <a:lnTo>
                    <a:pt x="709474" y="461066"/>
                  </a:lnTo>
                  <a:lnTo>
                    <a:pt x="693992" y="506015"/>
                  </a:lnTo>
                  <a:lnTo>
                    <a:pt x="673063" y="548075"/>
                  </a:lnTo>
                  <a:lnTo>
                    <a:pt x="647118" y="586812"/>
                  </a:lnTo>
                  <a:lnTo>
                    <a:pt x="616586" y="621792"/>
                  </a:lnTo>
                  <a:lnTo>
                    <a:pt x="581899" y="652580"/>
                  </a:lnTo>
                  <a:lnTo>
                    <a:pt x="543486" y="678744"/>
                  </a:lnTo>
                  <a:lnTo>
                    <a:pt x="501778" y="699849"/>
                  </a:lnTo>
                  <a:lnTo>
                    <a:pt x="457206" y="715461"/>
                  </a:lnTo>
                  <a:lnTo>
                    <a:pt x="410199" y="725147"/>
                  </a:lnTo>
                  <a:lnTo>
                    <a:pt x="361188" y="728472"/>
                  </a:lnTo>
                  <a:lnTo>
                    <a:pt x="312176" y="725147"/>
                  </a:lnTo>
                  <a:lnTo>
                    <a:pt x="265169" y="715461"/>
                  </a:lnTo>
                  <a:lnTo>
                    <a:pt x="220597" y="699849"/>
                  </a:lnTo>
                  <a:lnTo>
                    <a:pt x="178889" y="678744"/>
                  </a:lnTo>
                  <a:lnTo>
                    <a:pt x="140476" y="652580"/>
                  </a:lnTo>
                  <a:lnTo>
                    <a:pt x="105789" y="621792"/>
                  </a:lnTo>
                  <a:lnTo>
                    <a:pt x="75257" y="586812"/>
                  </a:lnTo>
                  <a:lnTo>
                    <a:pt x="49312" y="548075"/>
                  </a:lnTo>
                  <a:lnTo>
                    <a:pt x="28383" y="506015"/>
                  </a:lnTo>
                  <a:lnTo>
                    <a:pt x="12901" y="461066"/>
                  </a:lnTo>
                  <a:lnTo>
                    <a:pt x="3297" y="413661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514596" y="2941121"/>
            <a:ext cx="105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𝑡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590796" y="3037133"/>
            <a:ext cx="11112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latin typeface="Cambria Math"/>
                <a:cs typeface="Cambria Math"/>
              </a:rPr>
              <a:t>0</a:t>
            </a:r>
            <a:endParaRPr sz="1150">
              <a:latin typeface="Cambria Math"/>
              <a:cs typeface="Cambria Math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5916548" y="2710942"/>
            <a:ext cx="2461260" cy="741680"/>
            <a:chOff x="5916548" y="2710942"/>
            <a:chExt cx="2461260" cy="741680"/>
          </a:xfrm>
        </p:grpSpPr>
        <p:sp>
          <p:nvSpPr>
            <p:cNvPr id="11" name="object 11" descr=""/>
            <p:cNvSpPr/>
            <p:nvPr/>
          </p:nvSpPr>
          <p:spPr>
            <a:xfrm>
              <a:off x="5926073" y="3082290"/>
              <a:ext cx="288925" cy="0"/>
            </a:xfrm>
            <a:custGeom>
              <a:avLst/>
              <a:gdLst/>
              <a:ahLst/>
              <a:cxnLst/>
              <a:rect l="l" t="t" r="r" b="b"/>
              <a:pathLst>
                <a:path w="288925" h="0">
                  <a:moveTo>
                    <a:pt x="0" y="0"/>
                  </a:moveTo>
                  <a:lnTo>
                    <a:pt x="288709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202080" y="304418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6489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361188" y="0"/>
                  </a:moveTo>
                  <a:lnTo>
                    <a:pt x="312176" y="3324"/>
                  </a:lnTo>
                  <a:lnTo>
                    <a:pt x="265169" y="13010"/>
                  </a:lnTo>
                  <a:lnTo>
                    <a:pt x="220597" y="28622"/>
                  </a:lnTo>
                  <a:lnTo>
                    <a:pt x="178889" y="49727"/>
                  </a:lnTo>
                  <a:lnTo>
                    <a:pt x="140476" y="75891"/>
                  </a:lnTo>
                  <a:lnTo>
                    <a:pt x="105789" y="106680"/>
                  </a:lnTo>
                  <a:lnTo>
                    <a:pt x="75257" y="141659"/>
                  </a:lnTo>
                  <a:lnTo>
                    <a:pt x="49312" y="180396"/>
                  </a:lnTo>
                  <a:lnTo>
                    <a:pt x="28383" y="222456"/>
                  </a:lnTo>
                  <a:lnTo>
                    <a:pt x="12901" y="267405"/>
                  </a:lnTo>
                  <a:lnTo>
                    <a:pt x="3297" y="314810"/>
                  </a:lnTo>
                  <a:lnTo>
                    <a:pt x="0" y="364236"/>
                  </a:lnTo>
                  <a:lnTo>
                    <a:pt x="3297" y="413661"/>
                  </a:lnTo>
                  <a:lnTo>
                    <a:pt x="12901" y="461066"/>
                  </a:lnTo>
                  <a:lnTo>
                    <a:pt x="28383" y="506015"/>
                  </a:lnTo>
                  <a:lnTo>
                    <a:pt x="49312" y="548075"/>
                  </a:lnTo>
                  <a:lnTo>
                    <a:pt x="75257" y="586812"/>
                  </a:lnTo>
                  <a:lnTo>
                    <a:pt x="105789" y="621792"/>
                  </a:lnTo>
                  <a:lnTo>
                    <a:pt x="140476" y="652580"/>
                  </a:lnTo>
                  <a:lnTo>
                    <a:pt x="178889" y="678744"/>
                  </a:lnTo>
                  <a:lnTo>
                    <a:pt x="220597" y="699849"/>
                  </a:lnTo>
                  <a:lnTo>
                    <a:pt x="265169" y="715461"/>
                  </a:lnTo>
                  <a:lnTo>
                    <a:pt x="312176" y="725147"/>
                  </a:lnTo>
                  <a:lnTo>
                    <a:pt x="361188" y="728472"/>
                  </a:lnTo>
                  <a:lnTo>
                    <a:pt x="410199" y="725147"/>
                  </a:lnTo>
                  <a:lnTo>
                    <a:pt x="457206" y="715461"/>
                  </a:lnTo>
                  <a:lnTo>
                    <a:pt x="501778" y="699849"/>
                  </a:lnTo>
                  <a:lnTo>
                    <a:pt x="543486" y="678744"/>
                  </a:lnTo>
                  <a:lnTo>
                    <a:pt x="581899" y="652580"/>
                  </a:lnTo>
                  <a:lnTo>
                    <a:pt x="616586" y="621792"/>
                  </a:lnTo>
                  <a:lnTo>
                    <a:pt x="647118" y="586812"/>
                  </a:lnTo>
                  <a:lnTo>
                    <a:pt x="673063" y="548075"/>
                  </a:lnTo>
                  <a:lnTo>
                    <a:pt x="693992" y="506015"/>
                  </a:lnTo>
                  <a:lnTo>
                    <a:pt x="709474" y="461066"/>
                  </a:lnTo>
                  <a:lnTo>
                    <a:pt x="719078" y="413661"/>
                  </a:lnTo>
                  <a:lnTo>
                    <a:pt x="722376" y="364236"/>
                  </a:lnTo>
                  <a:lnTo>
                    <a:pt x="719078" y="314810"/>
                  </a:lnTo>
                  <a:lnTo>
                    <a:pt x="709474" y="267405"/>
                  </a:lnTo>
                  <a:lnTo>
                    <a:pt x="693992" y="222456"/>
                  </a:lnTo>
                  <a:lnTo>
                    <a:pt x="673063" y="180396"/>
                  </a:lnTo>
                  <a:lnTo>
                    <a:pt x="647118" y="141659"/>
                  </a:lnTo>
                  <a:lnTo>
                    <a:pt x="616586" y="106680"/>
                  </a:lnTo>
                  <a:lnTo>
                    <a:pt x="581899" y="75891"/>
                  </a:lnTo>
                  <a:lnTo>
                    <a:pt x="543486" y="49727"/>
                  </a:lnTo>
                  <a:lnTo>
                    <a:pt x="501778" y="28622"/>
                  </a:lnTo>
                  <a:lnTo>
                    <a:pt x="457206" y="13010"/>
                  </a:lnTo>
                  <a:lnTo>
                    <a:pt x="410199" y="332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6489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0" y="364236"/>
                  </a:moveTo>
                  <a:lnTo>
                    <a:pt x="3297" y="314810"/>
                  </a:lnTo>
                  <a:lnTo>
                    <a:pt x="12901" y="267405"/>
                  </a:lnTo>
                  <a:lnTo>
                    <a:pt x="28383" y="222456"/>
                  </a:lnTo>
                  <a:lnTo>
                    <a:pt x="49312" y="180396"/>
                  </a:lnTo>
                  <a:lnTo>
                    <a:pt x="75257" y="141659"/>
                  </a:lnTo>
                  <a:lnTo>
                    <a:pt x="105789" y="106680"/>
                  </a:lnTo>
                  <a:lnTo>
                    <a:pt x="140476" y="75891"/>
                  </a:lnTo>
                  <a:lnTo>
                    <a:pt x="178889" y="49727"/>
                  </a:lnTo>
                  <a:lnTo>
                    <a:pt x="220597" y="28622"/>
                  </a:lnTo>
                  <a:lnTo>
                    <a:pt x="265169" y="13010"/>
                  </a:lnTo>
                  <a:lnTo>
                    <a:pt x="312176" y="3324"/>
                  </a:lnTo>
                  <a:lnTo>
                    <a:pt x="361188" y="0"/>
                  </a:lnTo>
                  <a:lnTo>
                    <a:pt x="410199" y="3324"/>
                  </a:lnTo>
                  <a:lnTo>
                    <a:pt x="457206" y="13010"/>
                  </a:lnTo>
                  <a:lnTo>
                    <a:pt x="501778" y="28622"/>
                  </a:lnTo>
                  <a:lnTo>
                    <a:pt x="543486" y="49727"/>
                  </a:lnTo>
                  <a:lnTo>
                    <a:pt x="581899" y="75891"/>
                  </a:lnTo>
                  <a:lnTo>
                    <a:pt x="616586" y="106680"/>
                  </a:lnTo>
                  <a:lnTo>
                    <a:pt x="647118" y="141659"/>
                  </a:lnTo>
                  <a:lnTo>
                    <a:pt x="673063" y="180396"/>
                  </a:lnTo>
                  <a:lnTo>
                    <a:pt x="693992" y="222456"/>
                  </a:lnTo>
                  <a:lnTo>
                    <a:pt x="709474" y="267405"/>
                  </a:lnTo>
                  <a:lnTo>
                    <a:pt x="719078" y="314810"/>
                  </a:lnTo>
                  <a:lnTo>
                    <a:pt x="722376" y="364236"/>
                  </a:lnTo>
                  <a:lnTo>
                    <a:pt x="719078" y="413661"/>
                  </a:lnTo>
                  <a:lnTo>
                    <a:pt x="709474" y="461066"/>
                  </a:lnTo>
                  <a:lnTo>
                    <a:pt x="693992" y="506015"/>
                  </a:lnTo>
                  <a:lnTo>
                    <a:pt x="673063" y="548075"/>
                  </a:lnTo>
                  <a:lnTo>
                    <a:pt x="647118" y="586812"/>
                  </a:lnTo>
                  <a:lnTo>
                    <a:pt x="616586" y="621792"/>
                  </a:lnTo>
                  <a:lnTo>
                    <a:pt x="581899" y="652580"/>
                  </a:lnTo>
                  <a:lnTo>
                    <a:pt x="543486" y="678744"/>
                  </a:lnTo>
                  <a:lnTo>
                    <a:pt x="501778" y="699849"/>
                  </a:lnTo>
                  <a:lnTo>
                    <a:pt x="457206" y="715461"/>
                  </a:lnTo>
                  <a:lnTo>
                    <a:pt x="410199" y="725147"/>
                  </a:lnTo>
                  <a:lnTo>
                    <a:pt x="361188" y="728472"/>
                  </a:lnTo>
                  <a:lnTo>
                    <a:pt x="312176" y="725147"/>
                  </a:lnTo>
                  <a:lnTo>
                    <a:pt x="265169" y="715461"/>
                  </a:lnTo>
                  <a:lnTo>
                    <a:pt x="220597" y="699849"/>
                  </a:lnTo>
                  <a:lnTo>
                    <a:pt x="178889" y="678744"/>
                  </a:lnTo>
                  <a:lnTo>
                    <a:pt x="140476" y="652580"/>
                  </a:lnTo>
                  <a:lnTo>
                    <a:pt x="105789" y="621792"/>
                  </a:lnTo>
                  <a:lnTo>
                    <a:pt x="75257" y="586812"/>
                  </a:lnTo>
                  <a:lnTo>
                    <a:pt x="49312" y="548075"/>
                  </a:lnTo>
                  <a:lnTo>
                    <a:pt x="28383" y="506015"/>
                  </a:lnTo>
                  <a:lnTo>
                    <a:pt x="12901" y="461066"/>
                  </a:lnTo>
                  <a:lnTo>
                    <a:pt x="3297" y="413661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7245801" y="2357804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888032" y="2941121"/>
            <a:ext cx="105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𝑡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959659" y="3037133"/>
            <a:ext cx="11112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latin typeface="Cambria Math"/>
                <a:cs typeface="Cambria Math"/>
              </a:rPr>
              <a:t>1</a:t>
            </a:r>
            <a:endParaRPr sz="1150">
              <a:latin typeface="Cambria Math"/>
              <a:cs typeface="Cambria Math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6183480" y="2554812"/>
            <a:ext cx="2132330" cy="954405"/>
            <a:chOff x="6183480" y="2554812"/>
            <a:chExt cx="2132330" cy="954405"/>
          </a:xfrm>
        </p:grpSpPr>
        <p:sp>
          <p:nvSpPr>
            <p:cNvPr id="19" name="object 19" descr=""/>
            <p:cNvSpPr/>
            <p:nvPr/>
          </p:nvSpPr>
          <p:spPr>
            <a:xfrm>
              <a:off x="7711440" y="2781300"/>
              <a:ext cx="597535" cy="601980"/>
            </a:xfrm>
            <a:custGeom>
              <a:avLst/>
              <a:gdLst/>
              <a:ahLst/>
              <a:cxnLst/>
              <a:rect l="l" t="t" r="r" b="b"/>
              <a:pathLst>
                <a:path w="597534" h="601979">
                  <a:moveTo>
                    <a:pt x="0" y="300989"/>
                  </a:moveTo>
                  <a:lnTo>
                    <a:pt x="3909" y="252168"/>
                  </a:lnTo>
                  <a:lnTo>
                    <a:pt x="15227" y="205854"/>
                  </a:lnTo>
                  <a:lnTo>
                    <a:pt x="33340" y="162668"/>
                  </a:lnTo>
                  <a:lnTo>
                    <a:pt x="57631" y="123230"/>
                  </a:lnTo>
                  <a:lnTo>
                    <a:pt x="87487" y="88158"/>
                  </a:lnTo>
                  <a:lnTo>
                    <a:pt x="122291" y="58074"/>
                  </a:lnTo>
                  <a:lnTo>
                    <a:pt x="161430" y="33596"/>
                  </a:lnTo>
                  <a:lnTo>
                    <a:pt x="204289" y="15344"/>
                  </a:lnTo>
                  <a:lnTo>
                    <a:pt x="250251" y="3939"/>
                  </a:lnTo>
                  <a:lnTo>
                    <a:pt x="298704" y="0"/>
                  </a:lnTo>
                  <a:lnTo>
                    <a:pt x="347156" y="3939"/>
                  </a:lnTo>
                  <a:lnTo>
                    <a:pt x="393118" y="15344"/>
                  </a:lnTo>
                  <a:lnTo>
                    <a:pt x="435977" y="33596"/>
                  </a:lnTo>
                  <a:lnTo>
                    <a:pt x="475116" y="58074"/>
                  </a:lnTo>
                  <a:lnTo>
                    <a:pt x="509920" y="88158"/>
                  </a:lnTo>
                  <a:lnTo>
                    <a:pt x="539776" y="123230"/>
                  </a:lnTo>
                  <a:lnTo>
                    <a:pt x="564067" y="162668"/>
                  </a:lnTo>
                  <a:lnTo>
                    <a:pt x="582180" y="205854"/>
                  </a:lnTo>
                  <a:lnTo>
                    <a:pt x="593498" y="252168"/>
                  </a:lnTo>
                  <a:lnTo>
                    <a:pt x="597408" y="300989"/>
                  </a:lnTo>
                  <a:lnTo>
                    <a:pt x="593498" y="349811"/>
                  </a:lnTo>
                  <a:lnTo>
                    <a:pt x="582180" y="396125"/>
                  </a:lnTo>
                  <a:lnTo>
                    <a:pt x="564067" y="439311"/>
                  </a:lnTo>
                  <a:lnTo>
                    <a:pt x="539776" y="478749"/>
                  </a:lnTo>
                  <a:lnTo>
                    <a:pt x="509920" y="513821"/>
                  </a:lnTo>
                  <a:lnTo>
                    <a:pt x="475116" y="543905"/>
                  </a:lnTo>
                  <a:lnTo>
                    <a:pt x="435977" y="568383"/>
                  </a:lnTo>
                  <a:lnTo>
                    <a:pt x="393118" y="586635"/>
                  </a:lnTo>
                  <a:lnTo>
                    <a:pt x="347156" y="598040"/>
                  </a:lnTo>
                  <a:lnTo>
                    <a:pt x="298704" y="601979"/>
                  </a:lnTo>
                  <a:lnTo>
                    <a:pt x="250251" y="598040"/>
                  </a:lnTo>
                  <a:lnTo>
                    <a:pt x="204289" y="586635"/>
                  </a:lnTo>
                  <a:lnTo>
                    <a:pt x="161430" y="568383"/>
                  </a:lnTo>
                  <a:lnTo>
                    <a:pt x="122291" y="543905"/>
                  </a:lnTo>
                  <a:lnTo>
                    <a:pt x="87487" y="513821"/>
                  </a:lnTo>
                  <a:lnTo>
                    <a:pt x="57631" y="478749"/>
                  </a:lnTo>
                  <a:lnTo>
                    <a:pt x="33340" y="439311"/>
                  </a:lnTo>
                  <a:lnTo>
                    <a:pt x="15227" y="396125"/>
                  </a:lnTo>
                  <a:lnTo>
                    <a:pt x="3909" y="349811"/>
                  </a:lnTo>
                  <a:lnTo>
                    <a:pt x="0" y="30098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999368" y="3243265"/>
              <a:ext cx="684530" cy="256540"/>
            </a:xfrm>
            <a:custGeom>
              <a:avLst/>
              <a:gdLst/>
              <a:ahLst/>
              <a:cxnLst/>
              <a:rect l="l" t="t" r="r" b="b"/>
              <a:pathLst>
                <a:path w="684529" h="256539">
                  <a:moveTo>
                    <a:pt x="684123" y="0"/>
                  </a:moveTo>
                  <a:lnTo>
                    <a:pt x="675865" y="41028"/>
                  </a:lnTo>
                  <a:lnTo>
                    <a:pt x="660534" y="79685"/>
                  </a:lnTo>
                  <a:lnTo>
                    <a:pt x="638720" y="115574"/>
                  </a:lnTo>
                  <a:lnTo>
                    <a:pt x="611015" y="148299"/>
                  </a:lnTo>
                  <a:lnTo>
                    <a:pt x="578009" y="177466"/>
                  </a:lnTo>
                  <a:lnTo>
                    <a:pt x="540296" y="202679"/>
                  </a:lnTo>
                  <a:lnTo>
                    <a:pt x="498466" y="223542"/>
                  </a:lnTo>
                  <a:lnTo>
                    <a:pt x="453110" y="239660"/>
                  </a:lnTo>
                  <a:lnTo>
                    <a:pt x="404820" y="250637"/>
                  </a:lnTo>
                  <a:lnTo>
                    <a:pt x="354187" y="256078"/>
                  </a:lnTo>
                  <a:lnTo>
                    <a:pt x="301802" y="255587"/>
                  </a:lnTo>
                  <a:lnTo>
                    <a:pt x="250842" y="249163"/>
                  </a:lnTo>
                  <a:lnTo>
                    <a:pt x="202561" y="237219"/>
                  </a:lnTo>
                  <a:lnTo>
                    <a:pt x="157509" y="220173"/>
                  </a:lnTo>
                  <a:lnTo>
                    <a:pt x="116239" y="198443"/>
                  </a:lnTo>
                  <a:lnTo>
                    <a:pt x="79302" y="172449"/>
                  </a:lnTo>
                  <a:lnTo>
                    <a:pt x="47249" y="142609"/>
                  </a:lnTo>
                  <a:lnTo>
                    <a:pt x="20631" y="109340"/>
                  </a:lnTo>
                  <a:lnTo>
                    <a:pt x="0" y="7306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966583" y="3255275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4">
                  <a:moveTo>
                    <a:pt x="13944" y="0"/>
                  </a:moveTo>
                  <a:lnTo>
                    <a:pt x="0" y="84048"/>
                  </a:lnTo>
                  <a:lnTo>
                    <a:pt x="72809" y="61582"/>
                  </a:lnTo>
                  <a:lnTo>
                    <a:pt x="139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193005" y="2564337"/>
              <a:ext cx="363855" cy="335915"/>
            </a:xfrm>
            <a:custGeom>
              <a:avLst/>
              <a:gdLst/>
              <a:ahLst/>
              <a:cxnLst/>
              <a:rect l="l" t="t" r="r" b="b"/>
              <a:pathLst>
                <a:path w="363854" h="335914">
                  <a:moveTo>
                    <a:pt x="131375" y="335315"/>
                  </a:moveTo>
                  <a:lnTo>
                    <a:pt x="84961" y="314951"/>
                  </a:lnTo>
                  <a:lnTo>
                    <a:pt x="47456" y="285434"/>
                  </a:lnTo>
                  <a:lnTo>
                    <a:pt x="20020" y="248839"/>
                  </a:lnTo>
                  <a:lnTo>
                    <a:pt x="3815" y="207243"/>
                  </a:lnTo>
                  <a:lnTo>
                    <a:pt x="0" y="162724"/>
                  </a:lnTo>
                  <a:lnTo>
                    <a:pt x="9735" y="117357"/>
                  </a:lnTo>
                  <a:lnTo>
                    <a:pt x="32527" y="75894"/>
                  </a:lnTo>
                  <a:lnTo>
                    <a:pt x="65570" y="42391"/>
                  </a:lnTo>
                  <a:lnTo>
                    <a:pt x="106537" y="17883"/>
                  </a:lnTo>
                  <a:lnTo>
                    <a:pt x="153104" y="3407"/>
                  </a:lnTo>
                  <a:lnTo>
                    <a:pt x="202942" y="0"/>
                  </a:lnTo>
                  <a:lnTo>
                    <a:pt x="253727" y="8696"/>
                  </a:lnTo>
                  <a:lnTo>
                    <a:pt x="287997" y="22372"/>
                  </a:lnTo>
                  <a:lnTo>
                    <a:pt x="318138" y="41338"/>
                  </a:lnTo>
                  <a:lnTo>
                    <a:pt x="343503" y="64882"/>
                  </a:lnTo>
                  <a:lnTo>
                    <a:pt x="363443" y="92287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516326" y="2632330"/>
              <a:ext cx="72390" cy="84455"/>
            </a:xfrm>
            <a:custGeom>
              <a:avLst/>
              <a:gdLst/>
              <a:ahLst/>
              <a:cxnLst/>
              <a:rect l="l" t="t" r="r" b="b"/>
              <a:pathLst>
                <a:path w="72390" h="84455">
                  <a:moveTo>
                    <a:pt x="72072" y="0"/>
                  </a:moveTo>
                  <a:lnTo>
                    <a:pt x="0" y="24739"/>
                  </a:lnTo>
                  <a:lnTo>
                    <a:pt x="60769" y="84442"/>
                  </a:lnTo>
                  <a:lnTo>
                    <a:pt x="720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6978904" y="2668292"/>
              <a:ext cx="684530" cy="257175"/>
            </a:xfrm>
            <a:custGeom>
              <a:avLst/>
              <a:gdLst/>
              <a:ahLst/>
              <a:cxnLst/>
              <a:rect l="l" t="t" r="r" b="b"/>
              <a:pathLst>
                <a:path w="684529" h="257175">
                  <a:moveTo>
                    <a:pt x="0" y="256832"/>
                  </a:moveTo>
                  <a:lnTo>
                    <a:pt x="8244" y="215688"/>
                  </a:lnTo>
                  <a:lnTo>
                    <a:pt x="23563" y="176922"/>
                  </a:lnTo>
                  <a:lnTo>
                    <a:pt x="45367" y="140931"/>
                  </a:lnTo>
                  <a:lnTo>
                    <a:pt x="73063" y="108112"/>
                  </a:lnTo>
                  <a:lnTo>
                    <a:pt x="106060" y="78861"/>
                  </a:lnTo>
                  <a:lnTo>
                    <a:pt x="143766" y="53573"/>
                  </a:lnTo>
                  <a:lnTo>
                    <a:pt x="185591" y="32647"/>
                  </a:lnTo>
                  <a:lnTo>
                    <a:pt x="230942" y="16479"/>
                  </a:lnTo>
                  <a:lnTo>
                    <a:pt x="279229" y="5464"/>
                  </a:lnTo>
                  <a:lnTo>
                    <a:pt x="329860" y="0"/>
                  </a:lnTo>
                  <a:lnTo>
                    <a:pt x="382244" y="482"/>
                  </a:lnTo>
                  <a:lnTo>
                    <a:pt x="433291" y="6929"/>
                  </a:lnTo>
                  <a:lnTo>
                    <a:pt x="481649" y="18929"/>
                  </a:lnTo>
                  <a:lnTo>
                    <a:pt x="526765" y="36061"/>
                  </a:lnTo>
                  <a:lnTo>
                    <a:pt x="568085" y="57904"/>
                  </a:lnTo>
                  <a:lnTo>
                    <a:pt x="605055" y="84034"/>
                  </a:lnTo>
                  <a:lnTo>
                    <a:pt x="637121" y="114030"/>
                  </a:lnTo>
                  <a:lnTo>
                    <a:pt x="663729" y="147471"/>
                  </a:lnTo>
                  <a:lnTo>
                    <a:pt x="684326" y="18393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623139" y="2829092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5">
                  <a:moveTo>
                    <a:pt x="72859" y="0"/>
                  </a:moveTo>
                  <a:lnTo>
                    <a:pt x="0" y="22313"/>
                  </a:lnTo>
                  <a:lnTo>
                    <a:pt x="58750" y="84023"/>
                  </a:lnTo>
                  <a:lnTo>
                    <a:pt x="728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6078696" y="2319326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7195928" y="3502177"/>
            <a:ext cx="2527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𝑎,</a:t>
            </a:r>
            <a:r>
              <a:rPr dirty="0" sz="1200" spc="-50">
                <a:latin typeface="Cambria Math"/>
                <a:cs typeface="Cambria Math"/>
              </a:rPr>
              <a:t> 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9379966" y="2688082"/>
            <a:ext cx="735330" cy="741680"/>
            <a:chOff x="9379966" y="2688082"/>
            <a:chExt cx="735330" cy="741680"/>
          </a:xfrm>
        </p:grpSpPr>
        <p:sp>
          <p:nvSpPr>
            <p:cNvPr id="29" name="object 29" descr=""/>
            <p:cNvSpPr/>
            <p:nvPr/>
          </p:nvSpPr>
          <p:spPr>
            <a:xfrm>
              <a:off x="9386316" y="269443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361188" y="0"/>
                  </a:moveTo>
                  <a:lnTo>
                    <a:pt x="312176" y="3324"/>
                  </a:lnTo>
                  <a:lnTo>
                    <a:pt x="265169" y="13010"/>
                  </a:lnTo>
                  <a:lnTo>
                    <a:pt x="220597" y="28622"/>
                  </a:lnTo>
                  <a:lnTo>
                    <a:pt x="178889" y="49727"/>
                  </a:lnTo>
                  <a:lnTo>
                    <a:pt x="140476" y="75891"/>
                  </a:lnTo>
                  <a:lnTo>
                    <a:pt x="105789" y="106680"/>
                  </a:lnTo>
                  <a:lnTo>
                    <a:pt x="75257" y="141659"/>
                  </a:lnTo>
                  <a:lnTo>
                    <a:pt x="49312" y="180396"/>
                  </a:lnTo>
                  <a:lnTo>
                    <a:pt x="28383" y="222456"/>
                  </a:lnTo>
                  <a:lnTo>
                    <a:pt x="12901" y="267405"/>
                  </a:lnTo>
                  <a:lnTo>
                    <a:pt x="3297" y="314810"/>
                  </a:lnTo>
                  <a:lnTo>
                    <a:pt x="0" y="364236"/>
                  </a:lnTo>
                  <a:lnTo>
                    <a:pt x="3297" y="413661"/>
                  </a:lnTo>
                  <a:lnTo>
                    <a:pt x="12901" y="461066"/>
                  </a:lnTo>
                  <a:lnTo>
                    <a:pt x="28383" y="506015"/>
                  </a:lnTo>
                  <a:lnTo>
                    <a:pt x="49312" y="548075"/>
                  </a:lnTo>
                  <a:lnTo>
                    <a:pt x="75257" y="586812"/>
                  </a:lnTo>
                  <a:lnTo>
                    <a:pt x="105789" y="621792"/>
                  </a:lnTo>
                  <a:lnTo>
                    <a:pt x="140476" y="652580"/>
                  </a:lnTo>
                  <a:lnTo>
                    <a:pt x="178889" y="678744"/>
                  </a:lnTo>
                  <a:lnTo>
                    <a:pt x="220597" y="699849"/>
                  </a:lnTo>
                  <a:lnTo>
                    <a:pt x="265169" y="715461"/>
                  </a:lnTo>
                  <a:lnTo>
                    <a:pt x="312176" y="725147"/>
                  </a:lnTo>
                  <a:lnTo>
                    <a:pt x="361188" y="728472"/>
                  </a:lnTo>
                  <a:lnTo>
                    <a:pt x="410199" y="725147"/>
                  </a:lnTo>
                  <a:lnTo>
                    <a:pt x="457206" y="715461"/>
                  </a:lnTo>
                  <a:lnTo>
                    <a:pt x="501778" y="699849"/>
                  </a:lnTo>
                  <a:lnTo>
                    <a:pt x="543486" y="678744"/>
                  </a:lnTo>
                  <a:lnTo>
                    <a:pt x="581899" y="652580"/>
                  </a:lnTo>
                  <a:lnTo>
                    <a:pt x="616586" y="621792"/>
                  </a:lnTo>
                  <a:lnTo>
                    <a:pt x="647118" y="586812"/>
                  </a:lnTo>
                  <a:lnTo>
                    <a:pt x="673063" y="548075"/>
                  </a:lnTo>
                  <a:lnTo>
                    <a:pt x="693992" y="506015"/>
                  </a:lnTo>
                  <a:lnTo>
                    <a:pt x="709474" y="461066"/>
                  </a:lnTo>
                  <a:lnTo>
                    <a:pt x="719078" y="413661"/>
                  </a:lnTo>
                  <a:lnTo>
                    <a:pt x="722376" y="364236"/>
                  </a:lnTo>
                  <a:lnTo>
                    <a:pt x="719078" y="314810"/>
                  </a:lnTo>
                  <a:lnTo>
                    <a:pt x="709474" y="267405"/>
                  </a:lnTo>
                  <a:lnTo>
                    <a:pt x="693992" y="222456"/>
                  </a:lnTo>
                  <a:lnTo>
                    <a:pt x="673063" y="180396"/>
                  </a:lnTo>
                  <a:lnTo>
                    <a:pt x="647118" y="141659"/>
                  </a:lnTo>
                  <a:lnTo>
                    <a:pt x="616586" y="106680"/>
                  </a:lnTo>
                  <a:lnTo>
                    <a:pt x="581899" y="75891"/>
                  </a:lnTo>
                  <a:lnTo>
                    <a:pt x="543486" y="49727"/>
                  </a:lnTo>
                  <a:lnTo>
                    <a:pt x="501778" y="28622"/>
                  </a:lnTo>
                  <a:lnTo>
                    <a:pt x="457206" y="13010"/>
                  </a:lnTo>
                  <a:lnTo>
                    <a:pt x="410199" y="332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9386316" y="269443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0" y="364236"/>
                  </a:moveTo>
                  <a:lnTo>
                    <a:pt x="3297" y="314810"/>
                  </a:lnTo>
                  <a:lnTo>
                    <a:pt x="12901" y="267405"/>
                  </a:lnTo>
                  <a:lnTo>
                    <a:pt x="28383" y="222456"/>
                  </a:lnTo>
                  <a:lnTo>
                    <a:pt x="49312" y="180396"/>
                  </a:lnTo>
                  <a:lnTo>
                    <a:pt x="75257" y="141659"/>
                  </a:lnTo>
                  <a:lnTo>
                    <a:pt x="105789" y="106680"/>
                  </a:lnTo>
                  <a:lnTo>
                    <a:pt x="140476" y="75891"/>
                  </a:lnTo>
                  <a:lnTo>
                    <a:pt x="178889" y="49727"/>
                  </a:lnTo>
                  <a:lnTo>
                    <a:pt x="220597" y="28622"/>
                  </a:lnTo>
                  <a:lnTo>
                    <a:pt x="265169" y="13010"/>
                  </a:lnTo>
                  <a:lnTo>
                    <a:pt x="312176" y="3324"/>
                  </a:lnTo>
                  <a:lnTo>
                    <a:pt x="361188" y="0"/>
                  </a:lnTo>
                  <a:lnTo>
                    <a:pt x="410199" y="3324"/>
                  </a:lnTo>
                  <a:lnTo>
                    <a:pt x="457206" y="13010"/>
                  </a:lnTo>
                  <a:lnTo>
                    <a:pt x="501778" y="28622"/>
                  </a:lnTo>
                  <a:lnTo>
                    <a:pt x="543486" y="49727"/>
                  </a:lnTo>
                  <a:lnTo>
                    <a:pt x="581899" y="75891"/>
                  </a:lnTo>
                  <a:lnTo>
                    <a:pt x="616586" y="106680"/>
                  </a:lnTo>
                  <a:lnTo>
                    <a:pt x="647118" y="141659"/>
                  </a:lnTo>
                  <a:lnTo>
                    <a:pt x="673063" y="180396"/>
                  </a:lnTo>
                  <a:lnTo>
                    <a:pt x="693992" y="222456"/>
                  </a:lnTo>
                  <a:lnTo>
                    <a:pt x="709474" y="267405"/>
                  </a:lnTo>
                  <a:lnTo>
                    <a:pt x="719078" y="314810"/>
                  </a:lnTo>
                  <a:lnTo>
                    <a:pt x="722376" y="364236"/>
                  </a:lnTo>
                  <a:lnTo>
                    <a:pt x="719078" y="413661"/>
                  </a:lnTo>
                  <a:lnTo>
                    <a:pt x="709474" y="461066"/>
                  </a:lnTo>
                  <a:lnTo>
                    <a:pt x="693992" y="506015"/>
                  </a:lnTo>
                  <a:lnTo>
                    <a:pt x="673063" y="548075"/>
                  </a:lnTo>
                  <a:lnTo>
                    <a:pt x="647118" y="586812"/>
                  </a:lnTo>
                  <a:lnTo>
                    <a:pt x="616586" y="621792"/>
                  </a:lnTo>
                  <a:lnTo>
                    <a:pt x="581899" y="652580"/>
                  </a:lnTo>
                  <a:lnTo>
                    <a:pt x="543486" y="678744"/>
                  </a:lnTo>
                  <a:lnTo>
                    <a:pt x="501778" y="699849"/>
                  </a:lnTo>
                  <a:lnTo>
                    <a:pt x="457206" y="715461"/>
                  </a:lnTo>
                  <a:lnTo>
                    <a:pt x="410199" y="725147"/>
                  </a:lnTo>
                  <a:lnTo>
                    <a:pt x="361188" y="728472"/>
                  </a:lnTo>
                  <a:lnTo>
                    <a:pt x="312176" y="725147"/>
                  </a:lnTo>
                  <a:lnTo>
                    <a:pt x="265169" y="715461"/>
                  </a:lnTo>
                  <a:lnTo>
                    <a:pt x="220597" y="699849"/>
                  </a:lnTo>
                  <a:lnTo>
                    <a:pt x="178889" y="678744"/>
                  </a:lnTo>
                  <a:lnTo>
                    <a:pt x="140476" y="652580"/>
                  </a:lnTo>
                  <a:lnTo>
                    <a:pt x="105789" y="621792"/>
                  </a:lnTo>
                  <a:lnTo>
                    <a:pt x="75257" y="586812"/>
                  </a:lnTo>
                  <a:lnTo>
                    <a:pt x="49312" y="548075"/>
                  </a:lnTo>
                  <a:lnTo>
                    <a:pt x="28383" y="506015"/>
                  </a:lnTo>
                  <a:lnTo>
                    <a:pt x="12901" y="461066"/>
                  </a:lnTo>
                  <a:lnTo>
                    <a:pt x="3297" y="413661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9599141" y="2918503"/>
            <a:ext cx="2349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9023984" y="2688082"/>
            <a:ext cx="2463165" cy="741680"/>
            <a:chOff x="9023984" y="2688082"/>
            <a:chExt cx="2463165" cy="741680"/>
          </a:xfrm>
        </p:grpSpPr>
        <p:sp>
          <p:nvSpPr>
            <p:cNvPr id="33" name="object 33" descr=""/>
            <p:cNvSpPr/>
            <p:nvPr/>
          </p:nvSpPr>
          <p:spPr>
            <a:xfrm>
              <a:off x="9033509" y="3059430"/>
              <a:ext cx="288925" cy="0"/>
            </a:xfrm>
            <a:custGeom>
              <a:avLst/>
              <a:gdLst/>
              <a:ahLst/>
              <a:cxnLst/>
              <a:rect l="l" t="t" r="r" b="b"/>
              <a:pathLst>
                <a:path w="288925" h="0">
                  <a:moveTo>
                    <a:pt x="0" y="0"/>
                  </a:moveTo>
                  <a:lnTo>
                    <a:pt x="288709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9309515" y="302132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0757915" y="269443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361188" y="0"/>
                  </a:moveTo>
                  <a:lnTo>
                    <a:pt x="312176" y="3324"/>
                  </a:lnTo>
                  <a:lnTo>
                    <a:pt x="265169" y="13010"/>
                  </a:lnTo>
                  <a:lnTo>
                    <a:pt x="220597" y="28622"/>
                  </a:lnTo>
                  <a:lnTo>
                    <a:pt x="178889" y="49727"/>
                  </a:lnTo>
                  <a:lnTo>
                    <a:pt x="140476" y="75891"/>
                  </a:lnTo>
                  <a:lnTo>
                    <a:pt x="105789" y="106680"/>
                  </a:lnTo>
                  <a:lnTo>
                    <a:pt x="75257" y="141659"/>
                  </a:lnTo>
                  <a:lnTo>
                    <a:pt x="49312" y="180396"/>
                  </a:lnTo>
                  <a:lnTo>
                    <a:pt x="28383" y="222456"/>
                  </a:lnTo>
                  <a:lnTo>
                    <a:pt x="12901" y="267405"/>
                  </a:lnTo>
                  <a:lnTo>
                    <a:pt x="3297" y="314810"/>
                  </a:lnTo>
                  <a:lnTo>
                    <a:pt x="0" y="364236"/>
                  </a:lnTo>
                  <a:lnTo>
                    <a:pt x="3297" y="413661"/>
                  </a:lnTo>
                  <a:lnTo>
                    <a:pt x="12901" y="461066"/>
                  </a:lnTo>
                  <a:lnTo>
                    <a:pt x="28383" y="506015"/>
                  </a:lnTo>
                  <a:lnTo>
                    <a:pt x="49312" y="548075"/>
                  </a:lnTo>
                  <a:lnTo>
                    <a:pt x="75257" y="586812"/>
                  </a:lnTo>
                  <a:lnTo>
                    <a:pt x="105789" y="621792"/>
                  </a:lnTo>
                  <a:lnTo>
                    <a:pt x="140476" y="652580"/>
                  </a:lnTo>
                  <a:lnTo>
                    <a:pt x="178889" y="678744"/>
                  </a:lnTo>
                  <a:lnTo>
                    <a:pt x="220597" y="699849"/>
                  </a:lnTo>
                  <a:lnTo>
                    <a:pt x="265169" y="715461"/>
                  </a:lnTo>
                  <a:lnTo>
                    <a:pt x="312176" y="725147"/>
                  </a:lnTo>
                  <a:lnTo>
                    <a:pt x="361188" y="728472"/>
                  </a:lnTo>
                  <a:lnTo>
                    <a:pt x="410199" y="725147"/>
                  </a:lnTo>
                  <a:lnTo>
                    <a:pt x="457206" y="715461"/>
                  </a:lnTo>
                  <a:lnTo>
                    <a:pt x="501778" y="699849"/>
                  </a:lnTo>
                  <a:lnTo>
                    <a:pt x="543486" y="678744"/>
                  </a:lnTo>
                  <a:lnTo>
                    <a:pt x="581899" y="652580"/>
                  </a:lnTo>
                  <a:lnTo>
                    <a:pt x="616586" y="621792"/>
                  </a:lnTo>
                  <a:lnTo>
                    <a:pt x="647118" y="586812"/>
                  </a:lnTo>
                  <a:lnTo>
                    <a:pt x="673063" y="548075"/>
                  </a:lnTo>
                  <a:lnTo>
                    <a:pt x="693992" y="506015"/>
                  </a:lnTo>
                  <a:lnTo>
                    <a:pt x="709474" y="461066"/>
                  </a:lnTo>
                  <a:lnTo>
                    <a:pt x="719078" y="413661"/>
                  </a:lnTo>
                  <a:lnTo>
                    <a:pt x="722376" y="364236"/>
                  </a:lnTo>
                  <a:lnTo>
                    <a:pt x="719078" y="314810"/>
                  </a:lnTo>
                  <a:lnTo>
                    <a:pt x="709474" y="267405"/>
                  </a:lnTo>
                  <a:lnTo>
                    <a:pt x="693992" y="222456"/>
                  </a:lnTo>
                  <a:lnTo>
                    <a:pt x="673063" y="180396"/>
                  </a:lnTo>
                  <a:lnTo>
                    <a:pt x="647118" y="141659"/>
                  </a:lnTo>
                  <a:lnTo>
                    <a:pt x="616586" y="106680"/>
                  </a:lnTo>
                  <a:lnTo>
                    <a:pt x="581899" y="75891"/>
                  </a:lnTo>
                  <a:lnTo>
                    <a:pt x="543486" y="49727"/>
                  </a:lnTo>
                  <a:lnTo>
                    <a:pt x="501778" y="28622"/>
                  </a:lnTo>
                  <a:lnTo>
                    <a:pt x="457206" y="13010"/>
                  </a:lnTo>
                  <a:lnTo>
                    <a:pt x="410199" y="332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0757915" y="269443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0" y="364236"/>
                  </a:moveTo>
                  <a:lnTo>
                    <a:pt x="3297" y="314810"/>
                  </a:lnTo>
                  <a:lnTo>
                    <a:pt x="12901" y="267405"/>
                  </a:lnTo>
                  <a:lnTo>
                    <a:pt x="28383" y="222456"/>
                  </a:lnTo>
                  <a:lnTo>
                    <a:pt x="49312" y="180396"/>
                  </a:lnTo>
                  <a:lnTo>
                    <a:pt x="75257" y="141659"/>
                  </a:lnTo>
                  <a:lnTo>
                    <a:pt x="105789" y="106680"/>
                  </a:lnTo>
                  <a:lnTo>
                    <a:pt x="140476" y="75891"/>
                  </a:lnTo>
                  <a:lnTo>
                    <a:pt x="178889" y="49727"/>
                  </a:lnTo>
                  <a:lnTo>
                    <a:pt x="220597" y="28622"/>
                  </a:lnTo>
                  <a:lnTo>
                    <a:pt x="265169" y="13010"/>
                  </a:lnTo>
                  <a:lnTo>
                    <a:pt x="312176" y="3324"/>
                  </a:lnTo>
                  <a:lnTo>
                    <a:pt x="361188" y="0"/>
                  </a:lnTo>
                  <a:lnTo>
                    <a:pt x="410199" y="3324"/>
                  </a:lnTo>
                  <a:lnTo>
                    <a:pt x="457206" y="13010"/>
                  </a:lnTo>
                  <a:lnTo>
                    <a:pt x="501778" y="28622"/>
                  </a:lnTo>
                  <a:lnTo>
                    <a:pt x="543486" y="49727"/>
                  </a:lnTo>
                  <a:lnTo>
                    <a:pt x="581899" y="75891"/>
                  </a:lnTo>
                  <a:lnTo>
                    <a:pt x="616586" y="106680"/>
                  </a:lnTo>
                  <a:lnTo>
                    <a:pt x="647118" y="141659"/>
                  </a:lnTo>
                  <a:lnTo>
                    <a:pt x="673063" y="180396"/>
                  </a:lnTo>
                  <a:lnTo>
                    <a:pt x="693992" y="222456"/>
                  </a:lnTo>
                  <a:lnTo>
                    <a:pt x="709474" y="267405"/>
                  </a:lnTo>
                  <a:lnTo>
                    <a:pt x="719078" y="314810"/>
                  </a:lnTo>
                  <a:lnTo>
                    <a:pt x="722376" y="364236"/>
                  </a:lnTo>
                  <a:lnTo>
                    <a:pt x="719078" y="413661"/>
                  </a:lnTo>
                  <a:lnTo>
                    <a:pt x="709474" y="461066"/>
                  </a:lnTo>
                  <a:lnTo>
                    <a:pt x="693992" y="506015"/>
                  </a:lnTo>
                  <a:lnTo>
                    <a:pt x="673063" y="548075"/>
                  </a:lnTo>
                  <a:lnTo>
                    <a:pt x="647118" y="586812"/>
                  </a:lnTo>
                  <a:lnTo>
                    <a:pt x="616586" y="621792"/>
                  </a:lnTo>
                  <a:lnTo>
                    <a:pt x="581899" y="652580"/>
                  </a:lnTo>
                  <a:lnTo>
                    <a:pt x="543486" y="678744"/>
                  </a:lnTo>
                  <a:lnTo>
                    <a:pt x="501778" y="699849"/>
                  </a:lnTo>
                  <a:lnTo>
                    <a:pt x="457206" y="715461"/>
                  </a:lnTo>
                  <a:lnTo>
                    <a:pt x="410199" y="725147"/>
                  </a:lnTo>
                  <a:lnTo>
                    <a:pt x="361188" y="728472"/>
                  </a:lnTo>
                  <a:lnTo>
                    <a:pt x="312176" y="725147"/>
                  </a:lnTo>
                  <a:lnTo>
                    <a:pt x="265169" y="715461"/>
                  </a:lnTo>
                  <a:lnTo>
                    <a:pt x="220597" y="699849"/>
                  </a:lnTo>
                  <a:lnTo>
                    <a:pt x="178889" y="678744"/>
                  </a:lnTo>
                  <a:lnTo>
                    <a:pt x="140476" y="652580"/>
                  </a:lnTo>
                  <a:lnTo>
                    <a:pt x="105789" y="621792"/>
                  </a:lnTo>
                  <a:lnTo>
                    <a:pt x="75257" y="586812"/>
                  </a:lnTo>
                  <a:lnTo>
                    <a:pt x="49312" y="548075"/>
                  </a:lnTo>
                  <a:lnTo>
                    <a:pt x="28383" y="506015"/>
                  </a:lnTo>
                  <a:lnTo>
                    <a:pt x="12901" y="461066"/>
                  </a:lnTo>
                  <a:lnTo>
                    <a:pt x="3297" y="413661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11320207" y="2215814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0974100" y="2918503"/>
            <a:ext cx="23050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10075543" y="2473729"/>
            <a:ext cx="1425575" cy="1012825"/>
            <a:chOff x="10075543" y="2473729"/>
            <a:chExt cx="1425575" cy="1012825"/>
          </a:xfrm>
        </p:grpSpPr>
        <p:sp>
          <p:nvSpPr>
            <p:cNvPr id="40" name="object 40" descr=""/>
            <p:cNvSpPr/>
            <p:nvPr/>
          </p:nvSpPr>
          <p:spPr>
            <a:xfrm>
              <a:off x="10820400" y="2758440"/>
              <a:ext cx="597535" cy="601980"/>
            </a:xfrm>
            <a:custGeom>
              <a:avLst/>
              <a:gdLst/>
              <a:ahLst/>
              <a:cxnLst/>
              <a:rect l="l" t="t" r="r" b="b"/>
              <a:pathLst>
                <a:path w="597534" h="601979">
                  <a:moveTo>
                    <a:pt x="0" y="300989"/>
                  </a:moveTo>
                  <a:lnTo>
                    <a:pt x="3909" y="252168"/>
                  </a:lnTo>
                  <a:lnTo>
                    <a:pt x="15227" y="205854"/>
                  </a:lnTo>
                  <a:lnTo>
                    <a:pt x="33340" y="162668"/>
                  </a:lnTo>
                  <a:lnTo>
                    <a:pt x="57631" y="123230"/>
                  </a:lnTo>
                  <a:lnTo>
                    <a:pt x="87487" y="88158"/>
                  </a:lnTo>
                  <a:lnTo>
                    <a:pt x="122291" y="58074"/>
                  </a:lnTo>
                  <a:lnTo>
                    <a:pt x="161430" y="33596"/>
                  </a:lnTo>
                  <a:lnTo>
                    <a:pt x="204289" y="15344"/>
                  </a:lnTo>
                  <a:lnTo>
                    <a:pt x="250251" y="3939"/>
                  </a:lnTo>
                  <a:lnTo>
                    <a:pt x="298704" y="0"/>
                  </a:lnTo>
                  <a:lnTo>
                    <a:pt x="347156" y="3939"/>
                  </a:lnTo>
                  <a:lnTo>
                    <a:pt x="393118" y="15344"/>
                  </a:lnTo>
                  <a:lnTo>
                    <a:pt x="435977" y="33596"/>
                  </a:lnTo>
                  <a:lnTo>
                    <a:pt x="475116" y="58074"/>
                  </a:lnTo>
                  <a:lnTo>
                    <a:pt x="509920" y="88158"/>
                  </a:lnTo>
                  <a:lnTo>
                    <a:pt x="539776" y="123230"/>
                  </a:lnTo>
                  <a:lnTo>
                    <a:pt x="564067" y="162668"/>
                  </a:lnTo>
                  <a:lnTo>
                    <a:pt x="582180" y="205854"/>
                  </a:lnTo>
                  <a:lnTo>
                    <a:pt x="593498" y="252168"/>
                  </a:lnTo>
                  <a:lnTo>
                    <a:pt x="597408" y="300989"/>
                  </a:lnTo>
                  <a:lnTo>
                    <a:pt x="593498" y="349811"/>
                  </a:lnTo>
                  <a:lnTo>
                    <a:pt x="582180" y="396125"/>
                  </a:lnTo>
                  <a:lnTo>
                    <a:pt x="564067" y="439311"/>
                  </a:lnTo>
                  <a:lnTo>
                    <a:pt x="539776" y="478749"/>
                  </a:lnTo>
                  <a:lnTo>
                    <a:pt x="509920" y="513821"/>
                  </a:lnTo>
                  <a:lnTo>
                    <a:pt x="475116" y="543905"/>
                  </a:lnTo>
                  <a:lnTo>
                    <a:pt x="435977" y="568383"/>
                  </a:lnTo>
                  <a:lnTo>
                    <a:pt x="393118" y="586635"/>
                  </a:lnTo>
                  <a:lnTo>
                    <a:pt x="347156" y="598040"/>
                  </a:lnTo>
                  <a:lnTo>
                    <a:pt x="298704" y="601979"/>
                  </a:lnTo>
                  <a:lnTo>
                    <a:pt x="250251" y="598040"/>
                  </a:lnTo>
                  <a:lnTo>
                    <a:pt x="204289" y="586635"/>
                  </a:lnTo>
                  <a:lnTo>
                    <a:pt x="161430" y="568383"/>
                  </a:lnTo>
                  <a:lnTo>
                    <a:pt x="122291" y="543905"/>
                  </a:lnTo>
                  <a:lnTo>
                    <a:pt x="87487" y="513821"/>
                  </a:lnTo>
                  <a:lnTo>
                    <a:pt x="57631" y="478749"/>
                  </a:lnTo>
                  <a:lnTo>
                    <a:pt x="33340" y="439311"/>
                  </a:lnTo>
                  <a:lnTo>
                    <a:pt x="15227" y="396125"/>
                  </a:lnTo>
                  <a:lnTo>
                    <a:pt x="3909" y="349811"/>
                  </a:lnTo>
                  <a:lnTo>
                    <a:pt x="0" y="30098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0108328" y="3220405"/>
              <a:ext cx="684530" cy="256540"/>
            </a:xfrm>
            <a:custGeom>
              <a:avLst/>
              <a:gdLst/>
              <a:ahLst/>
              <a:cxnLst/>
              <a:rect l="l" t="t" r="r" b="b"/>
              <a:pathLst>
                <a:path w="684529" h="256539">
                  <a:moveTo>
                    <a:pt x="684123" y="0"/>
                  </a:moveTo>
                  <a:lnTo>
                    <a:pt x="675865" y="41028"/>
                  </a:lnTo>
                  <a:lnTo>
                    <a:pt x="660534" y="79685"/>
                  </a:lnTo>
                  <a:lnTo>
                    <a:pt x="638720" y="115574"/>
                  </a:lnTo>
                  <a:lnTo>
                    <a:pt x="611015" y="148299"/>
                  </a:lnTo>
                  <a:lnTo>
                    <a:pt x="578009" y="177466"/>
                  </a:lnTo>
                  <a:lnTo>
                    <a:pt x="540296" y="202679"/>
                  </a:lnTo>
                  <a:lnTo>
                    <a:pt x="498466" y="223542"/>
                  </a:lnTo>
                  <a:lnTo>
                    <a:pt x="453110" y="239660"/>
                  </a:lnTo>
                  <a:lnTo>
                    <a:pt x="404820" y="250637"/>
                  </a:lnTo>
                  <a:lnTo>
                    <a:pt x="354187" y="256078"/>
                  </a:lnTo>
                  <a:lnTo>
                    <a:pt x="301802" y="255587"/>
                  </a:lnTo>
                  <a:lnTo>
                    <a:pt x="250842" y="249163"/>
                  </a:lnTo>
                  <a:lnTo>
                    <a:pt x="202561" y="237219"/>
                  </a:lnTo>
                  <a:lnTo>
                    <a:pt x="157509" y="220173"/>
                  </a:lnTo>
                  <a:lnTo>
                    <a:pt x="116239" y="198443"/>
                  </a:lnTo>
                  <a:lnTo>
                    <a:pt x="79302" y="172449"/>
                  </a:lnTo>
                  <a:lnTo>
                    <a:pt x="47249" y="142609"/>
                  </a:lnTo>
                  <a:lnTo>
                    <a:pt x="20631" y="109340"/>
                  </a:lnTo>
                  <a:lnTo>
                    <a:pt x="0" y="7306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0075543" y="3232415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4">
                  <a:moveTo>
                    <a:pt x="13944" y="0"/>
                  </a:moveTo>
                  <a:lnTo>
                    <a:pt x="0" y="84048"/>
                  </a:lnTo>
                  <a:lnTo>
                    <a:pt x="72809" y="61582"/>
                  </a:lnTo>
                  <a:lnTo>
                    <a:pt x="139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1132024" y="2483254"/>
              <a:ext cx="354965" cy="294640"/>
            </a:xfrm>
            <a:custGeom>
              <a:avLst/>
              <a:gdLst/>
              <a:ahLst/>
              <a:cxnLst/>
              <a:rect l="l" t="t" r="r" b="b"/>
              <a:pathLst>
                <a:path w="354965" h="294639">
                  <a:moveTo>
                    <a:pt x="5620" y="215131"/>
                  </a:moveTo>
                  <a:lnTo>
                    <a:pt x="0" y="164788"/>
                  </a:lnTo>
                  <a:lnTo>
                    <a:pt x="6750" y="117585"/>
                  </a:lnTo>
                  <a:lnTo>
                    <a:pt x="24654" y="75562"/>
                  </a:lnTo>
                  <a:lnTo>
                    <a:pt x="52496" y="40761"/>
                  </a:lnTo>
                  <a:lnTo>
                    <a:pt x="89059" y="15221"/>
                  </a:lnTo>
                  <a:lnTo>
                    <a:pt x="133128" y="983"/>
                  </a:lnTo>
                  <a:lnTo>
                    <a:pt x="180360" y="0"/>
                  </a:lnTo>
                  <a:lnTo>
                    <a:pt x="225840" y="11863"/>
                  </a:lnTo>
                  <a:lnTo>
                    <a:pt x="267510" y="35078"/>
                  </a:lnTo>
                  <a:lnTo>
                    <a:pt x="303310" y="68149"/>
                  </a:lnTo>
                  <a:lnTo>
                    <a:pt x="331181" y="109581"/>
                  </a:lnTo>
                  <a:lnTo>
                    <a:pt x="349066" y="157879"/>
                  </a:lnTo>
                  <a:lnTo>
                    <a:pt x="354384" y="194379"/>
                  </a:lnTo>
                  <a:lnTo>
                    <a:pt x="353066" y="229945"/>
                  </a:lnTo>
                  <a:lnTo>
                    <a:pt x="345405" y="263664"/>
                  </a:lnTo>
                  <a:lnTo>
                    <a:pt x="331692" y="29462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1422043" y="2743290"/>
              <a:ext cx="79375" cy="82550"/>
            </a:xfrm>
            <a:custGeom>
              <a:avLst/>
              <a:gdLst/>
              <a:ahLst/>
              <a:cxnLst/>
              <a:rect l="l" t="t" r="r" b="b"/>
              <a:pathLst>
                <a:path w="79375" h="82550">
                  <a:moveTo>
                    <a:pt x="21259" y="0"/>
                  </a:moveTo>
                  <a:lnTo>
                    <a:pt x="0" y="82499"/>
                  </a:lnTo>
                  <a:lnTo>
                    <a:pt x="78752" y="50012"/>
                  </a:lnTo>
                  <a:lnTo>
                    <a:pt x="212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0087864" y="2645432"/>
              <a:ext cx="684530" cy="257175"/>
            </a:xfrm>
            <a:custGeom>
              <a:avLst/>
              <a:gdLst/>
              <a:ahLst/>
              <a:cxnLst/>
              <a:rect l="l" t="t" r="r" b="b"/>
              <a:pathLst>
                <a:path w="684529" h="257175">
                  <a:moveTo>
                    <a:pt x="0" y="256832"/>
                  </a:moveTo>
                  <a:lnTo>
                    <a:pt x="8244" y="215688"/>
                  </a:lnTo>
                  <a:lnTo>
                    <a:pt x="23563" y="176922"/>
                  </a:lnTo>
                  <a:lnTo>
                    <a:pt x="45367" y="140931"/>
                  </a:lnTo>
                  <a:lnTo>
                    <a:pt x="73063" y="108112"/>
                  </a:lnTo>
                  <a:lnTo>
                    <a:pt x="106060" y="78861"/>
                  </a:lnTo>
                  <a:lnTo>
                    <a:pt x="143766" y="53573"/>
                  </a:lnTo>
                  <a:lnTo>
                    <a:pt x="185591" y="32647"/>
                  </a:lnTo>
                  <a:lnTo>
                    <a:pt x="230942" y="16479"/>
                  </a:lnTo>
                  <a:lnTo>
                    <a:pt x="279229" y="5464"/>
                  </a:lnTo>
                  <a:lnTo>
                    <a:pt x="329860" y="0"/>
                  </a:lnTo>
                  <a:lnTo>
                    <a:pt x="382244" y="482"/>
                  </a:lnTo>
                  <a:lnTo>
                    <a:pt x="433291" y="6929"/>
                  </a:lnTo>
                  <a:lnTo>
                    <a:pt x="481649" y="18929"/>
                  </a:lnTo>
                  <a:lnTo>
                    <a:pt x="526765" y="36061"/>
                  </a:lnTo>
                  <a:lnTo>
                    <a:pt x="568085" y="57904"/>
                  </a:lnTo>
                  <a:lnTo>
                    <a:pt x="605055" y="84034"/>
                  </a:lnTo>
                  <a:lnTo>
                    <a:pt x="637121" y="114030"/>
                  </a:lnTo>
                  <a:lnTo>
                    <a:pt x="663729" y="147471"/>
                  </a:lnTo>
                  <a:lnTo>
                    <a:pt x="684326" y="18393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0732099" y="2806232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5">
                  <a:moveTo>
                    <a:pt x="72859" y="0"/>
                  </a:moveTo>
                  <a:lnTo>
                    <a:pt x="0" y="22313"/>
                  </a:lnTo>
                  <a:lnTo>
                    <a:pt x="58750" y="84023"/>
                  </a:lnTo>
                  <a:lnTo>
                    <a:pt x="728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 txBox="1"/>
          <p:nvPr/>
        </p:nvSpPr>
        <p:spPr>
          <a:xfrm>
            <a:off x="10278579" y="2359919"/>
            <a:ext cx="2527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𝑎,</a:t>
            </a:r>
            <a:r>
              <a:rPr dirty="0" sz="1200" spc="-50">
                <a:latin typeface="Cambria Math"/>
                <a:cs typeface="Cambria Math"/>
              </a:rPr>
              <a:t> 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10382792" y="3468772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49" name="object 49" descr=""/>
          <p:cNvGrpSpPr/>
          <p:nvPr/>
        </p:nvGrpSpPr>
        <p:grpSpPr>
          <a:xfrm>
            <a:off x="6272593" y="4049077"/>
            <a:ext cx="445770" cy="427355"/>
            <a:chOff x="6272593" y="4049077"/>
            <a:chExt cx="445770" cy="427355"/>
          </a:xfrm>
        </p:grpSpPr>
        <p:sp>
          <p:nvSpPr>
            <p:cNvPr id="50" name="object 50" descr=""/>
            <p:cNvSpPr/>
            <p:nvPr/>
          </p:nvSpPr>
          <p:spPr>
            <a:xfrm>
              <a:off x="6277355" y="4053840"/>
              <a:ext cx="436245" cy="417830"/>
            </a:xfrm>
            <a:custGeom>
              <a:avLst/>
              <a:gdLst/>
              <a:ahLst/>
              <a:cxnLst/>
              <a:rect l="l" t="t" r="r" b="b"/>
              <a:pathLst>
                <a:path w="436245" h="417829">
                  <a:moveTo>
                    <a:pt x="435864" y="0"/>
                  </a:moveTo>
                  <a:lnTo>
                    <a:pt x="0" y="0"/>
                  </a:lnTo>
                  <a:lnTo>
                    <a:pt x="0" y="417575"/>
                  </a:lnTo>
                  <a:lnTo>
                    <a:pt x="435864" y="417575"/>
                  </a:lnTo>
                  <a:lnTo>
                    <a:pt x="43586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6277355" y="4053840"/>
              <a:ext cx="436245" cy="417830"/>
            </a:xfrm>
            <a:custGeom>
              <a:avLst/>
              <a:gdLst/>
              <a:ahLst/>
              <a:cxnLst/>
              <a:rect l="l" t="t" r="r" b="b"/>
              <a:pathLst>
                <a:path w="436245" h="417829">
                  <a:moveTo>
                    <a:pt x="0" y="0"/>
                  </a:moveTo>
                  <a:lnTo>
                    <a:pt x="435864" y="0"/>
                  </a:lnTo>
                  <a:lnTo>
                    <a:pt x="435864" y="417575"/>
                  </a:lnTo>
                  <a:lnTo>
                    <a:pt x="0" y="41757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 descr=""/>
          <p:cNvSpPr txBox="1"/>
          <p:nvPr/>
        </p:nvSpPr>
        <p:spPr>
          <a:xfrm>
            <a:off x="6392489" y="4080133"/>
            <a:ext cx="1981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53" name="object 53" descr=""/>
          <p:cNvGrpSpPr/>
          <p:nvPr/>
        </p:nvGrpSpPr>
        <p:grpSpPr>
          <a:xfrm>
            <a:off x="7781290" y="5521197"/>
            <a:ext cx="890905" cy="898525"/>
            <a:chOff x="7781290" y="5521197"/>
            <a:chExt cx="890905" cy="898525"/>
          </a:xfrm>
        </p:grpSpPr>
        <p:sp>
          <p:nvSpPr>
            <p:cNvPr id="54" name="object 54" descr=""/>
            <p:cNvSpPr/>
            <p:nvPr/>
          </p:nvSpPr>
          <p:spPr>
            <a:xfrm>
              <a:off x="7787640" y="5527547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438912" y="0"/>
                  </a:moveTo>
                  <a:lnTo>
                    <a:pt x="391087" y="2597"/>
                  </a:lnTo>
                  <a:lnTo>
                    <a:pt x="344754" y="10211"/>
                  </a:lnTo>
                  <a:lnTo>
                    <a:pt x="300181" y="22569"/>
                  </a:lnTo>
                  <a:lnTo>
                    <a:pt x="257635" y="39404"/>
                  </a:lnTo>
                  <a:lnTo>
                    <a:pt x="217384" y="60443"/>
                  </a:lnTo>
                  <a:lnTo>
                    <a:pt x="179696" y="85418"/>
                  </a:lnTo>
                  <a:lnTo>
                    <a:pt x="144838" y="114058"/>
                  </a:lnTo>
                  <a:lnTo>
                    <a:pt x="113078" y="146093"/>
                  </a:lnTo>
                  <a:lnTo>
                    <a:pt x="84684" y="181254"/>
                  </a:lnTo>
                  <a:lnTo>
                    <a:pt x="59924" y="219269"/>
                  </a:lnTo>
                  <a:lnTo>
                    <a:pt x="39065" y="259870"/>
                  </a:lnTo>
                  <a:lnTo>
                    <a:pt x="22375" y="302785"/>
                  </a:lnTo>
                  <a:lnTo>
                    <a:pt x="10123" y="347746"/>
                  </a:lnTo>
                  <a:lnTo>
                    <a:pt x="2575" y="394481"/>
                  </a:lnTo>
                  <a:lnTo>
                    <a:pt x="0" y="442721"/>
                  </a:lnTo>
                  <a:lnTo>
                    <a:pt x="2575" y="490962"/>
                  </a:lnTo>
                  <a:lnTo>
                    <a:pt x="10123" y="537697"/>
                  </a:lnTo>
                  <a:lnTo>
                    <a:pt x="22375" y="582658"/>
                  </a:lnTo>
                  <a:lnTo>
                    <a:pt x="39065" y="625573"/>
                  </a:lnTo>
                  <a:lnTo>
                    <a:pt x="59924" y="666174"/>
                  </a:lnTo>
                  <a:lnTo>
                    <a:pt x="84684" y="704189"/>
                  </a:lnTo>
                  <a:lnTo>
                    <a:pt x="113078" y="739350"/>
                  </a:lnTo>
                  <a:lnTo>
                    <a:pt x="144838" y="771385"/>
                  </a:lnTo>
                  <a:lnTo>
                    <a:pt x="179696" y="800025"/>
                  </a:lnTo>
                  <a:lnTo>
                    <a:pt x="217384" y="825000"/>
                  </a:lnTo>
                  <a:lnTo>
                    <a:pt x="257635" y="846039"/>
                  </a:lnTo>
                  <a:lnTo>
                    <a:pt x="300181" y="862874"/>
                  </a:lnTo>
                  <a:lnTo>
                    <a:pt x="344754" y="875232"/>
                  </a:lnTo>
                  <a:lnTo>
                    <a:pt x="391087" y="882846"/>
                  </a:lnTo>
                  <a:lnTo>
                    <a:pt x="438912" y="885443"/>
                  </a:lnTo>
                  <a:lnTo>
                    <a:pt x="486736" y="882846"/>
                  </a:lnTo>
                  <a:lnTo>
                    <a:pt x="533069" y="875232"/>
                  </a:lnTo>
                  <a:lnTo>
                    <a:pt x="577642" y="862874"/>
                  </a:lnTo>
                  <a:lnTo>
                    <a:pt x="620188" y="846039"/>
                  </a:lnTo>
                  <a:lnTo>
                    <a:pt x="660439" y="825000"/>
                  </a:lnTo>
                  <a:lnTo>
                    <a:pt x="698127" y="800025"/>
                  </a:lnTo>
                  <a:lnTo>
                    <a:pt x="732985" y="771385"/>
                  </a:lnTo>
                  <a:lnTo>
                    <a:pt x="764745" y="739350"/>
                  </a:lnTo>
                  <a:lnTo>
                    <a:pt x="793139" y="704189"/>
                  </a:lnTo>
                  <a:lnTo>
                    <a:pt x="817899" y="666174"/>
                  </a:lnTo>
                  <a:lnTo>
                    <a:pt x="838758" y="625573"/>
                  </a:lnTo>
                  <a:lnTo>
                    <a:pt x="855448" y="582658"/>
                  </a:lnTo>
                  <a:lnTo>
                    <a:pt x="867700" y="537697"/>
                  </a:lnTo>
                  <a:lnTo>
                    <a:pt x="875248" y="490962"/>
                  </a:lnTo>
                  <a:lnTo>
                    <a:pt x="877824" y="442721"/>
                  </a:lnTo>
                  <a:lnTo>
                    <a:pt x="875248" y="394481"/>
                  </a:lnTo>
                  <a:lnTo>
                    <a:pt x="867700" y="347746"/>
                  </a:lnTo>
                  <a:lnTo>
                    <a:pt x="855448" y="302785"/>
                  </a:lnTo>
                  <a:lnTo>
                    <a:pt x="838758" y="259870"/>
                  </a:lnTo>
                  <a:lnTo>
                    <a:pt x="817899" y="219269"/>
                  </a:lnTo>
                  <a:lnTo>
                    <a:pt x="793139" y="181254"/>
                  </a:lnTo>
                  <a:lnTo>
                    <a:pt x="764745" y="146093"/>
                  </a:lnTo>
                  <a:lnTo>
                    <a:pt x="732985" y="114058"/>
                  </a:lnTo>
                  <a:lnTo>
                    <a:pt x="698127" y="85418"/>
                  </a:lnTo>
                  <a:lnTo>
                    <a:pt x="660439" y="60443"/>
                  </a:lnTo>
                  <a:lnTo>
                    <a:pt x="620188" y="39404"/>
                  </a:lnTo>
                  <a:lnTo>
                    <a:pt x="577642" y="22569"/>
                  </a:lnTo>
                  <a:lnTo>
                    <a:pt x="533069" y="10211"/>
                  </a:lnTo>
                  <a:lnTo>
                    <a:pt x="486736" y="2597"/>
                  </a:lnTo>
                  <a:lnTo>
                    <a:pt x="4389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7787640" y="5527547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0" y="442721"/>
                  </a:moveTo>
                  <a:lnTo>
                    <a:pt x="2575" y="394481"/>
                  </a:lnTo>
                  <a:lnTo>
                    <a:pt x="10123" y="347746"/>
                  </a:lnTo>
                  <a:lnTo>
                    <a:pt x="22375" y="302785"/>
                  </a:lnTo>
                  <a:lnTo>
                    <a:pt x="39065" y="259870"/>
                  </a:lnTo>
                  <a:lnTo>
                    <a:pt x="59924" y="219269"/>
                  </a:lnTo>
                  <a:lnTo>
                    <a:pt x="84684" y="181254"/>
                  </a:lnTo>
                  <a:lnTo>
                    <a:pt x="113078" y="146093"/>
                  </a:lnTo>
                  <a:lnTo>
                    <a:pt x="144838" y="114058"/>
                  </a:lnTo>
                  <a:lnTo>
                    <a:pt x="179696" y="85418"/>
                  </a:lnTo>
                  <a:lnTo>
                    <a:pt x="217384" y="60443"/>
                  </a:lnTo>
                  <a:lnTo>
                    <a:pt x="257635" y="39404"/>
                  </a:lnTo>
                  <a:lnTo>
                    <a:pt x="300181" y="22569"/>
                  </a:lnTo>
                  <a:lnTo>
                    <a:pt x="344754" y="10211"/>
                  </a:lnTo>
                  <a:lnTo>
                    <a:pt x="391087" y="2597"/>
                  </a:lnTo>
                  <a:lnTo>
                    <a:pt x="438912" y="0"/>
                  </a:lnTo>
                  <a:lnTo>
                    <a:pt x="486736" y="2597"/>
                  </a:lnTo>
                  <a:lnTo>
                    <a:pt x="533069" y="10211"/>
                  </a:lnTo>
                  <a:lnTo>
                    <a:pt x="577642" y="22569"/>
                  </a:lnTo>
                  <a:lnTo>
                    <a:pt x="620188" y="39404"/>
                  </a:lnTo>
                  <a:lnTo>
                    <a:pt x="660439" y="60443"/>
                  </a:lnTo>
                  <a:lnTo>
                    <a:pt x="698127" y="85418"/>
                  </a:lnTo>
                  <a:lnTo>
                    <a:pt x="732985" y="114058"/>
                  </a:lnTo>
                  <a:lnTo>
                    <a:pt x="764745" y="146093"/>
                  </a:lnTo>
                  <a:lnTo>
                    <a:pt x="793139" y="181254"/>
                  </a:lnTo>
                  <a:lnTo>
                    <a:pt x="817899" y="219269"/>
                  </a:lnTo>
                  <a:lnTo>
                    <a:pt x="838758" y="259870"/>
                  </a:lnTo>
                  <a:lnTo>
                    <a:pt x="855448" y="302785"/>
                  </a:lnTo>
                  <a:lnTo>
                    <a:pt x="867700" y="347746"/>
                  </a:lnTo>
                  <a:lnTo>
                    <a:pt x="875248" y="394481"/>
                  </a:lnTo>
                  <a:lnTo>
                    <a:pt x="877824" y="442721"/>
                  </a:lnTo>
                  <a:lnTo>
                    <a:pt x="875248" y="490962"/>
                  </a:lnTo>
                  <a:lnTo>
                    <a:pt x="867700" y="537697"/>
                  </a:lnTo>
                  <a:lnTo>
                    <a:pt x="855448" y="582658"/>
                  </a:lnTo>
                  <a:lnTo>
                    <a:pt x="838758" y="625573"/>
                  </a:lnTo>
                  <a:lnTo>
                    <a:pt x="817899" y="666174"/>
                  </a:lnTo>
                  <a:lnTo>
                    <a:pt x="793139" y="704189"/>
                  </a:lnTo>
                  <a:lnTo>
                    <a:pt x="764745" y="739350"/>
                  </a:lnTo>
                  <a:lnTo>
                    <a:pt x="732985" y="771385"/>
                  </a:lnTo>
                  <a:lnTo>
                    <a:pt x="698127" y="800025"/>
                  </a:lnTo>
                  <a:lnTo>
                    <a:pt x="660439" y="825000"/>
                  </a:lnTo>
                  <a:lnTo>
                    <a:pt x="620188" y="846039"/>
                  </a:lnTo>
                  <a:lnTo>
                    <a:pt x="577642" y="862874"/>
                  </a:lnTo>
                  <a:lnTo>
                    <a:pt x="533069" y="875232"/>
                  </a:lnTo>
                  <a:lnTo>
                    <a:pt x="486736" y="882846"/>
                  </a:lnTo>
                  <a:lnTo>
                    <a:pt x="438912" y="885443"/>
                  </a:lnTo>
                  <a:lnTo>
                    <a:pt x="391087" y="882846"/>
                  </a:lnTo>
                  <a:lnTo>
                    <a:pt x="344754" y="875232"/>
                  </a:lnTo>
                  <a:lnTo>
                    <a:pt x="300181" y="862874"/>
                  </a:lnTo>
                  <a:lnTo>
                    <a:pt x="257635" y="846039"/>
                  </a:lnTo>
                  <a:lnTo>
                    <a:pt x="217384" y="825000"/>
                  </a:lnTo>
                  <a:lnTo>
                    <a:pt x="179696" y="800025"/>
                  </a:lnTo>
                  <a:lnTo>
                    <a:pt x="144838" y="771385"/>
                  </a:lnTo>
                  <a:lnTo>
                    <a:pt x="113078" y="739350"/>
                  </a:lnTo>
                  <a:lnTo>
                    <a:pt x="84684" y="704189"/>
                  </a:lnTo>
                  <a:lnTo>
                    <a:pt x="59924" y="666174"/>
                  </a:lnTo>
                  <a:lnTo>
                    <a:pt x="39065" y="625573"/>
                  </a:lnTo>
                  <a:lnTo>
                    <a:pt x="22375" y="582658"/>
                  </a:lnTo>
                  <a:lnTo>
                    <a:pt x="10123" y="537697"/>
                  </a:lnTo>
                  <a:lnTo>
                    <a:pt x="2575" y="490962"/>
                  </a:lnTo>
                  <a:lnTo>
                    <a:pt x="0" y="4427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 descr=""/>
          <p:cNvSpPr txBox="1"/>
          <p:nvPr/>
        </p:nvSpPr>
        <p:spPr>
          <a:xfrm>
            <a:off x="7943843" y="5831324"/>
            <a:ext cx="5111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0</a:t>
            </a:r>
            <a:r>
              <a:rPr dirty="0" baseline="-14492" sz="1725" spc="11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57" name="object 57" descr=""/>
          <p:cNvGrpSpPr/>
          <p:nvPr/>
        </p:nvGrpSpPr>
        <p:grpSpPr>
          <a:xfrm>
            <a:off x="10305033" y="4039870"/>
            <a:ext cx="890905" cy="898525"/>
            <a:chOff x="10305033" y="4039870"/>
            <a:chExt cx="890905" cy="898525"/>
          </a:xfrm>
        </p:grpSpPr>
        <p:sp>
          <p:nvSpPr>
            <p:cNvPr id="58" name="object 58" descr=""/>
            <p:cNvSpPr/>
            <p:nvPr/>
          </p:nvSpPr>
          <p:spPr>
            <a:xfrm>
              <a:off x="10311383" y="4046220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438912" y="0"/>
                  </a:moveTo>
                  <a:lnTo>
                    <a:pt x="391087" y="2597"/>
                  </a:lnTo>
                  <a:lnTo>
                    <a:pt x="344754" y="10211"/>
                  </a:lnTo>
                  <a:lnTo>
                    <a:pt x="300181" y="22569"/>
                  </a:lnTo>
                  <a:lnTo>
                    <a:pt x="257635" y="39404"/>
                  </a:lnTo>
                  <a:lnTo>
                    <a:pt x="217384" y="60443"/>
                  </a:lnTo>
                  <a:lnTo>
                    <a:pt x="179696" y="85418"/>
                  </a:lnTo>
                  <a:lnTo>
                    <a:pt x="144838" y="114058"/>
                  </a:lnTo>
                  <a:lnTo>
                    <a:pt x="113078" y="146093"/>
                  </a:lnTo>
                  <a:lnTo>
                    <a:pt x="84684" y="181254"/>
                  </a:lnTo>
                  <a:lnTo>
                    <a:pt x="59924" y="219269"/>
                  </a:lnTo>
                  <a:lnTo>
                    <a:pt x="39065" y="259870"/>
                  </a:lnTo>
                  <a:lnTo>
                    <a:pt x="22375" y="302785"/>
                  </a:lnTo>
                  <a:lnTo>
                    <a:pt x="10123" y="347746"/>
                  </a:lnTo>
                  <a:lnTo>
                    <a:pt x="2575" y="394481"/>
                  </a:lnTo>
                  <a:lnTo>
                    <a:pt x="0" y="442721"/>
                  </a:lnTo>
                  <a:lnTo>
                    <a:pt x="2575" y="490962"/>
                  </a:lnTo>
                  <a:lnTo>
                    <a:pt x="10123" y="537697"/>
                  </a:lnTo>
                  <a:lnTo>
                    <a:pt x="22375" y="582658"/>
                  </a:lnTo>
                  <a:lnTo>
                    <a:pt x="39065" y="625573"/>
                  </a:lnTo>
                  <a:lnTo>
                    <a:pt x="59924" y="666174"/>
                  </a:lnTo>
                  <a:lnTo>
                    <a:pt x="84684" y="704189"/>
                  </a:lnTo>
                  <a:lnTo>
                    <a:pt x="113078" y="739350"/>
                  </a:lnTo>
                  <a:lnTo>
                    <a:pt x="144838" y="771385"/>
                  </a:lnTo>
                  <a:lnTo>
                    <a:pt x="179696" y="800025"/>
                  </a:lnTo>
                  <a:lnTo>
                    <a:pt x="217384" y="825000"/>
                  </a:lnTo>
                  <a:lnTo>
                    <a:pt x="257635" y="846039"/>
                  </a:lnTo>
                  <a:lnTo>
                    <a:pt x="300181" y="862874"/>
                  </a:lnTo>
                  <a:lnTo>
                    <a:pt x="344754" y="875232"/>
                  </a:lnTo>
                  <a:lnTo>
                    <a:pt x="391087" y="882846"/>
                  </a:lnTo>
                  <a:lnTo>
                    <a:pt x="438912" y="885443"/>
                  </a:lnTo>
                  <a:lnTo>
                    <a:pt x="486736" y="882846"/>
                  </a:lnTo>
                  <a:lnTo>
                    <a:pt x="533069" y="875232"/>
                  </a:lnTo>
                  <a:lnTo>
                    <a:pt x="577642" y="862874"/>
                  </a:lnTo>
                  <a:lnTo>
                    <a:pt x="620188" y="846039"/>
                  </a:lnTo>
                  <a:lnTo>
                    <a:pt x="660439" y="825000"/>
                  </a:lnTo>
                  <a:lnTo>
                    <a:pt x="698127" y="800025"/>
                  </a:lnTo>
                  <a:lnTo>
                    <a:pt x="732985" y="771385"/>
                  </a:lnTo>
                  <a:lnTo>
                    <a:pt x="764745" y="739350"/>
                  </a:lnTo>
                  <a:lnTo>
                    <a:pt x="793139" y="704189"/>
                  </a:lnTo>
                  <a:lnTo>
                    <a:pt x="817899" y="666174"/>
                  </a:lnTo>
                  <a:lnTo>
                    <a:pt x="838758" y="625573"/>
                  </a:lnTo>
                  <a:lnTo>
                    <a:pt x="855448" y="582658"/>
                  </a:lnTo>
                  <a:lnTo>
                    <a:pt x="867700" y="537697"/>
                  </a:lnTo>
                  <a:lnTo>
                    <a:pt x="875248" y="490962"/>
                  </a:lnTo>
                  <a:lnTo>
                    <a:pt x="877824" y="442721"/>
                  </a:lnTo>
                  <a:lnTo>
                    <a:pt x="875248" y="394481"/>
                  </a:lnTo>
                  <a:lnTo>
                    <a:pt x="867700" y="347746"/>
                  </a:lnTo>
                  <a:lnTo>
                    <a:pt x="855448" y="302785"/>
                  </a:lnTo>
                  <a:lnTo>
                    <a:pt x="838758" y="259870"/>
                  </a:lnTo>
                  <a:lnTo>
                    <a:pt x="817899" y="219269"/>
                  </a:lnTo>
                  <a:lnTo>
                    <a:pt x="793139" y="181254"/>
                  </a:lnTo>
                  <a:lnTo>
                    <a:pt x="764745" y="146093"/>
                  </a:lnTo>
                  <a:lnTo>
                    <a:pt x="732985" y="114058"/>
                  </a:lnTo>
                  <a:lnTo>
                    <a:pt x="698127" y="85418"/>
                  </a:lnTo>
                  <a:lnTo>
                    <a:pt x="660439" y="60443"/>
                  </a:lnTo>
                  <a:lnTo>
                    <a:pt x="620188" y="39404"/>
                  </a:lnTo>
                  <a:lnTo>
                    <a:pt x="577642" y="22569"/>
                  </a:lnTo>
                  <a:lnTo>
                    <a:pt x="533069" y="10211"/>
                  </a:lnTo>
                  <a:lnTo>
                    <a:pt x="486736" y="2597"/>
                  </a:lnTo>
                  <a:lnTo>
                    <a:pt x="4389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10311383" y="4046220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0" y="442721"/>
                  </a:moveTo>
                  <a:lnTo>
                    <a:pt x="2575" y="394481"/>
                  </a:lnTo>
                  <a:lnTo>
                    <a:pt x="10123" y="347746"/>
                  </a:lnTo>
                  <a:lnTo>
                    <a:pt x="22375" y="302785"/>
                  </a:lnTo>
                  <a:lnTo>
                    <a:pt x="39065" y="259870"/>
                  </a:lnTo>
                  <a:lnTo>
                    <a:pt x="59924" y="219269"/>
                  </a:lnTo>
                  <a:lnTo>
                    <a:pt x="84684" y="181254"/>
                  </a:lnTo>
                  <a:lnTo>
                    <a:pt x="113078" y="146093"/>
                  </a:lnTo>
                  <a:lnTo>
                    <a:pt x="144838" y="114058"/>
                  </a:lnTo>
                  <a:lnTo>
                    <a:pt x="179696" y="85418"/>
                  </a:lnTo>
                  <a:lnTo>
                    <a:pt x="217384" y="60443"/>
                  </a:lnTo>
                  <a:lnTo>
                    <a:pt x="257635" y="39404"/>
                  </a:lnTo>
                  <a:lnTo>
                    <a:pt x="300181" y="22569"/>
                  </a:lnTo>
                  <a:lnTo>
                    <a:pt x="344754" y="10211"/>
                  </a:lnTo>
                  <a:lnTo>
                    <a:pt x="391087" y="2597"/>
                  </a:lnTo>
                  <a:lnTo>
                    <a:pt x="438912" y="0"/>
                  </a:lnTo>
                  <a:lnTo>
                    <a:pt x="486736" y="2597"/>
                  </a:lnTo>
                  <a:lnTo>
                    <a:pt x="533069" y="10211"/>
                  </a:lnTo>
                  <a:lnTo>
                    <a:pt x="577642" y="22569"/>
                  </a:lnTo>
                  <a:lnTo>
                    <a:pt x="620188" y="39404"/>
                  </a:lnTo>
                  <a:lnTo>
                    <a:pt x="660439" y="60443"/>
                  </a:lnTo>
                  <a:lnTo>
                    <a:pt x="698127" y="85418"/>
                  </a:lnTo>
                  <a:lnTo>
                    <a:pt x="732985" y="114058"/>
                  </a:lnTo>
                  <a:lnTo>
                    <a:pt x="764745" y="146093"/>
                  </a:lnTo>
                  <a:lnTo>
                    <a:pt x="793139" y="181254"/>
                  </a:lnTo>
                  <a:lnTo>
                    <a:pt x="817899" y="219269"/>
                  </a:lnTo>
                  <a:lnTo>
                    <a:pt x="838758" y="259870"/>
                  </a:lnTo>
                  <a:lnTo>
                    <a:pt x="855448" y="302785"/>
                  </a:lnTo>
                  <a:lnTo>
                    <a:pt x="867700" y="347746"/>
                  </a:lnTo>
                  <a:lnTo>
                    <a:pt x="875248" y="394481"/>
                  </a:lnTo>
                  <a:lnTo>
                    <a:pt x="877824" y="442721"/>
                  </a:lnTo>
                  <a:lnTo>
                    <a:pt x="875248" y="490962"/>
                  </a:lnTo>
                  <a:lnTo>
                    <a:pt x="867700" y="537697"/>
                  </a:lnTo>
                  <a:lnTo>
                    <a:pt x="855448" y="582658"/>
                  </a:lnTo>
                  <a:lnTo>
                    <a:pt x="838758" y="625573"/>
                  </a:lnTo>
                  <a:lnTo>
                    <a:pt x="817899" y="666174"/>
                  </a:lnTo>
                  <a:lnTo>
                    <a:pt x="793139" y="704189"/>
                  </a:lnTo>
                  <a:lnTo>
                    <a:pt x="764745" y="739350"/>
                  </a:lnTo>
                  <a:lnTo>
                    <a:pt x="732985" y="771385"/>
                  </a:lnTo>
                  <a:lnTo>
                    <a:pt x="698127" y="800025"/>
                  </a:lnTo>
                  <a:lnTo>
                    <a:pt x="660439" y="825000"/>
                  </a:lnTo>
                  <a:lnTo>
                    <a:pt x="620188" y="846039"/>
                  </a:lnTo>
                  <a:lnTo>
                    <a:pt x="577642" y="862874"/>
                  </a:lnTo>
                  <a:lnTo>
                    <a:pt x="533069" y="875232"/>
                  </a:lnTo>
                  <a:lnTo>
                    <a:pt x="486736" y="882846"/>
                  </a:lnTo>
                  <a:lnTo>
                    <a:pt x="438912" y="885443"/>
                  </a:lnTo>
                  <a:lnTo>
                    <a:pt x="391087" y="882846"/>
                  </a:lnTo>
                  <a:lnTo>
                    <a:pt x="344754" y="875232"/>
                  </a:lnTo>
                  <a:lnTo>
                    <a:pt x="300181" y="862874"/>
                  </a:lnTo>
                  <a:lnTo>
                    <a:pt x="257635" y="846039"/>
                  </a:lnTo>
                  <a:lnTo>
                    <a:pt x="217384" y="825000"/>
                  </a:lnTo>
                  <a:lnTo>
                    <a:pt x="179696" y="800025"/>
                  </a:lnTo>
                  <a:lnTo>
                    <a:pt x="144838" y="771385"/>
                  </a:lnTo>
                  <a:lnTo>
                    <a:pt x="113078" y="739350"/>
                  </a:lnTo>
                  <a:lnTo>
                    <a:pt x="84684" y="704189"/>
                  </a:lnTo>
                  <a:lnTo>
                    <a:pt x="59924" y="666174"/>
                  </a:lnTo>
                  <a:lnTo>
                    <a:pt x="39065" y="625573"/>
                  </a:lnTo>
                  <a:lnTo>
                    <a:pt x="22375" y="582658"/>
                  </a:lnTo>
                  <a:lnTo>
                    <a:pt x="10123" y="537697"/>
                  </a:lnTo>
                  <a:lnTo>
                    <a:pt x="2575" y="490962"/>
                  </a:lnTo>
                  <a:lnTo>
                    <a:pt x="0" y="4427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 descr=""/>
          <p:cNvSpPr txBox="1"/>
          <p:nvPr/>
        </p:nvSpPr>
        <p:spPr>
          <a:xfrm>
            <a:off x="10467945" y="4349723"/>
            <a:ext cx="5111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1</a:t>
            </a:r>
            <a:r>
              <a:rPr dirty="0" baseline="-14492" sz="1725" spc="5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61" name="object 61" descr=""/>
          <p:cNvGrpSpPr/>
          <p:nvPr/>
        </p:nvGrpSpPr>
        <p:grpSpPr>
          <a:xfrm>
            <a:off x="10343133" y="5509005"/>
            <a:ext cx="889000" cy="896619"/>
            <a:chOff x="10343133" y="5509005"/>
            <a:chExt cx="889000" cy="896619"/>
          </a:xfrm>
        </p:grpSpPr>
        <p:sp>
          <p:nvSpPr>
            <p:cNvPr id="62" name="object 62" descr=""/>
            <p:cNvSpPr/>
            <p:nvPr/>
          </p:nvSpPr>
          <p:spPr>
            <a:xfrm>
              <a:off x="10349483" y="5515355"/>
              <a:ext cx="876300" cy="883919"/>
            </a:xfrm>
            <a:custGeom>
              <a:avLst/>
              <a:gdLst/>
              <a:ahLst/>
              <a:cxnLst/>
              <a:rect l="l" t="t" r="r" b="b"/>
              <a:pathLst>
                <a:path w="876300" h="883920">
                  <a:moveTo>
                    <a:pt x="438150" y="0"/>
                  </a:moveTo>
                  <a:lnTo>
                    <a:pt x="390408" y="2593"/>
                  </a:lnTo>
                  <a:lnTo>
                    <a:pt x="344155" y="10193"/>
                  </a:lnTo>
                  <a:lnTo>
                    <a:pt x="299659" y="22530"/>
                  </a:lnTo>
                  <a:lnTo>
                    <a:pt x="257187" y="39335"/>
                  </a:lnTo>
                  <a:lnTo>
                    <a:pt x="217006" y="60339"/>
                  </a:lnTo>
                  <a:lnTo>
                    <a:pt x="179383" y="85270"/>
                  </a:lnTo>
                  <a:lnTo>
                    <a:pt x="144585" y="113861"/>
                  </a:lnTo>
                  <a:lnTo>
                    <a:pt x="112881" y="145841"/>
                  </a:lnTo>
                  <a:lnTo>
                    <a:pt x="84536" y="180941"/>
                  </a:lnTo>
                  <a:lnTo>
                    <a:pt x="59819" y="218891"/>
                  </a:lnTo>
                  <a:lnTo>
                    <a:pt x="38997" y="259422"/>
                  </a:lnTo>
                  <a:lnTo>
                    <a:pt x="22336" y="302264"/>
                  </a:lnTo>
                  <a:lnTo>
                    <a:pt x="10105" y="347147"/>
                  </a:lnTo>
                  <a:lnTo>
                    <a:pt x="2570" y="393802"/>
                  </a:lnTo>
                  <a:lnTo>
                    <a:pt x="0" y="441960"/>
                  </a:lnTo>
                  <a:lnTo>
                    <a:pt x="2570" y="490115"/>
                  </a:lnTo>
                  <a:lnTo>
                    <a:pt x="10105" y="536768"/>
                  </a:lnTo>
                  <a:lnTo>
                    <a:pt x="22336" y="581651"/>
                  </a:lnTo>
                  <a:lnTo>
                    <a:pt x="38997" y="624492"/>
                  </a:lnTo>
                  <a:lnTo>
                    <a:pt x="59819" y="665022"/>
                  </a:lnTo>
                  <a:lnTo>
                    <a:pt x="84536" y="702973"/>
                  </a:lnTo>
                  <a:lnTo>
                    <a:pt x="112881" y="738073"/>
                  </a:lnTo>
                  <a:lnTo>
                    <a:pt x="144585" y="770054"/>
                  </a:lnTo>
                  <a:lnTo>
                    <a:pt x="179383" y="798645"/>
                  </a:lnTo>
                  <a:lnTo>
                    <a:pt x="217006" y="823578"/>
                  </a:lnTo>
                  <a:lnTo>
                    <a:pt x="257187" y="844582"/>
                  </a:lnTo>
                  <a:lnTo>
                    <a:pt x="299659" y="861387"/>
                  </a:lnTo>
                  <a:lnTo>
                    <a:pt x="344155" y="873725"/>
                  </a:lnTo>
                  <a:lnTo>
                    <a:pt x="390408" y="881326"/>
                  </a:lnTo>
                  <a:lnTo>
                    <a:pt x="438150" y="883920"/>
                  </a:lnTo>
                  <a:lnTo>
                    <a:pt x="485891" y="881326"/>
                  </a:lnTo>
                  <a:lnTo>
                    <a:pt x="532144" y="873725"/>
                  </a:lnTo>
                  <a:lnTo>
                    <a:pt x="576640" y="861387"/>
                  </a:lnTo>
                  <a:lnTo>
                    <a:pt x="619112" y="844582"/>
                  </a:lnTo>
                  <a:lnTo>
                    <a:pt x="659293" y="823578"/>
                  </a:lnTo>
                  <a:lnTo>
                    <a:pt x="696916" y="798645"/>
                  </a:lnTo>
                  <a:lnTo>
                    <a:pt x="731714" y="770054"/>
                  </a:lnTo>
                  <a:lnTo>
                    <a:pt x="763418" y="738073"/>
                  </a:lnTo>
                  <a:lnTo>
                    <a:pt x="791763" y="702973"/>
                  </a:lnTo>
                  <a:lnTo>
                    <a:pt x="816480" y="665022"/>
                  </a:lnTo>
                  <a:lnTo>
                    <a:pt x="837302" y="624492"/>
                  </a:lnTo>
                  <a:lnTo>
                    <a:pt x="853963" y="581651"/>
                  </a:lnTo>
                  <a:lnTo>
                    <a:pt x="866194" y="536768"/>
                  </a:lnTo>
                  <a:lnTo>
                    <a:pt x="873729" y="490115"/>
                  </a:lnTo>
                  <a:lnTo>
                    <a:pt x="876300" y="441960"/>
                  </a:lnTo>
                  <a:lnTo>
                    <a:pt x="873729" y="393802"/>
                  </a:lnTo>
                  <a:lnTo>
                    <a:pt x="866194" y="347147"/>
                  </a:lnTo>
                  <a:lnTo>
                    <a:pt x="853963" y="302264"/>
                  </a:lnTo>
                  <a:lnTo>
                    <a:pt x="837302" y="259422"/>
                  </a:lnTo>
                  <a:lnTo>
                    <a:pt x="816480" y="218891"/>
                  </a:lnTo>
                  <a:lnTo>
                    <a:pt x="791763" y="180941"/>
                  </a:lnTo>
                  <a:lnTo>
                    <a:pt x="763418" y="145841"/>
                  </a:lnTo>
                  <a:lnTo>
                    <a:pt x="731714" y="113861"/>
                  </a:lnTo>
                  <a:lnTo>
                    <a:pt x="696916" y="85270"/>
                  </a:lnTo>
                  <a:lnTo>
                    <a:pt x="659293" y="60339"/>
                  </a:lnTo>
                  <a:lnTo>
                    <a:pt x="619112" y="39335"/>
                  </a:lnTo>
                  <a:lnTo>
                    <a:pt x="576640" y="22530"/>
                  </a:lnTo>
                  <a:lnTo>
                    <a:pt x="532144" y="10193"/>
                  </a:lnTo>
                  <a:lnTo>
                    <a:pt x="485891" y="2593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10349483" y="5515355"/>
              <a:ext cx="876300" cy="883919"/>
            </a:xfrm>
            <a:custGeom>
              <a:avLst/>
              <a:gdLst/>
              <a:ahLst/>
              <a:cxnLst/>
              <a:rect l="l" t="t" r="r" b="b"/>
              <a:pathLst>
                <a:path w="876300" h="883920">
                  <a:moveTo>
                    <a:pt x="0" y="441960"/>
                  </a:moveTo>
                  <a:lnTo>
                    <a:pt x="2570" y="393802"/>
                  </a:lnTo>
                  <a:lnTo>
                    <a:pt x="10105" y="347147"/>
                  </a:lnTo>
                  <a:lnTo>
                    <a:pt x="22336" y="302264"/>
                  </a:lnTo>
                  <a:lnTo>
                    <a:pt x="38997" y="259422"/>
                  </a:lnTo>
                  <a:lnTo>
                    <a:pt x="59819" y="218891"/>
                  </a:lnTo>
                  <a:lnTo>
                    <a:pt x="84536" y="180941"/>
                  </a:lnTo>
                  <a:lnTo>
                    <a:pt x="112881" y="145841"/>
                  </a:lnTo>
                  <a:lnTo>
                    <a:pt x="144585" y="113861"/>
                  </a:lnTo>
                  <a:lnTo>
                    <a:pt x="179383" y="85270"/>
                  </a:lnTo>
                  <a:lnTo>
                    <a:pt x="217006" y="60339"/>
                  </a:lnTo>
                  <a:lnTo>
                    <a:pt x="257187" y="39335"/>
                  </a:lnTo>
                  <a:lnTo>
                    <a:pt x="299659" y="22530"/>
                  </a:lnTo>
                  <a:lnTo>
                    <a:pt x="344155" y="10193"/>
                  </a:lnTo>
                  <a:lnTo>
                    <a:pt x="390408" y="2593"/>
                  </a:lnTo>
                  <a:lnTo>
                    <a:pt x="438150" y="0"/>
                  </a:lnTo>
                  <a:lnTo>
                    <a:pt x="485891" y="2593"/>
                  </a:lnTo>
                  <a:lnTo>
                    <a:pt x="532144" y="10193"/>
                  </a:lnTo>
                  <a:lnTo>
                    <a:pt x="576640" y="22530"/>
                  </a:lnTo>
                  <a:lnTo>
                    <a:pt x="619112" y="39335"/>
                  </a:lnTo>
                  <a:lnTo>
                    <a:pt x="659293" y="60339"/>
                  </a:lnTo>
                  <a:lnTo>
                    <a:pt x="696916" y="85270"/>
                  </a:lnTo>
                  <a:lnTo>
                    <a:pt x="731714" y="113861"/>
                  </a:lnTo>
                  <a:lnTo>
                    <a:pt x="763418" y="145841"/>
                  </a:lnTo>
                  <a:lnTo>
                    <a:pt x="791763" y="180941"/>
                  </a:lnTo>
                  <a:lnTo>
                    <a:pt x="816480" y="218891"/>
                  </a:lnTo>
                  <a:lnTo>
                    <a:pt x="837302" y="259422"/>
                  </a:lnTo>
                  <a:lnTo>
                    <a:pt x="853963" y="302264"/>
                  </a:lnTo>
                  <a:lnTo>
                    <a:pt x="866194" y="347147"/>
                  </a:lnTo>
                  <a:lnTo>
                    <a:pt x="873729" y="393802"/>
                  </a:lnTo>
                  <a:lnTo>
                    <a:pt x="876300" y="441960"/>
                  </a:lnTo>
                  <a:lnTo>
                    <a:pt x="873729" y="490115"/>
                  </a:lnTo>
                  <a:lnTo>
                    <a:pt x="866194" y="536768"/>
                  </a:lnTo>
                  <a:lnTo>
                    <a:pt x="853963" y="581651"/>
                  </a:lnTo>
                  <a:lnTo>
                    <a:pt x="837302" y="624492"/>
                  </a:lnTo>
                  <a:lnTo>
                    <a:pt x="816480" y="665022"/>
                  </a:lnTo>
                  <a:lnTo>
                    <a:pt x="791763" y="702973"/>
                  </a:lnTo>
                  <a:lnTo>
                    <a:pt x="763418" y="738073"/>
                  </a:lnTo>
                  <a:lnTo>
                    <a:pt x="731714" y="770054"/>
                  </a:lnTo>
                  <a:lnTo>
                    <a:pt x="696916" y="798645"/>
                  </a:lnTo>
                  <a:lnTo>
                    <a:pt x="659293" y="823578"/>
                  </a:lnTo>
                  <a:lnTo>
                    <a:pt x="619112" y="844582"/>
                  </a:lnTo>
                  <a:lnTo>
                    <a:pt x="576640" y="861387"/>
                  </a:lnTo>
                  <a:lnTo>
                    <a:pt x="532144" y="873725"/>
                  </a:lnTo>
                  <a:lnTo>
                    <a:pt x="485891" y="881326"/>
                  </a:lnTo>
                  <a:lnTo>
                    <a:pt x="438150" y="883920"/>
                  </a:lnTo>
                  <a:lnTo>
                    <a:pt x="390408" y="881326"/>
                  </a:lnTo>
                  <a:lnTo>
                    <a:pt x="344155" y="873725"/>
                  </a:lnTo>
                  <a:lnTo>
                    <a:pt x="299659" y="861387"/>
                  </a:lnTo>
                  <a:lnTo>
                    <a:pt x="257187" y="844582"/>
                  </a:lnTo>
                  <a:lnTo>
                    <a:pt x="217006" y="823578"/>
                  </a:lnTo>
                  <a:lnTo>
                    <a:pt x="179383" y="798645"/>
                  </a:lnTo>
                  <a:lnTo>
                    <a:pt x="144585" y="770054"/>
                  </a:lnTo>
                  <a:lnTo>
                    <a:pt x="112881" y="738073"/>
                  </a:lnTo>
                  <a:lnTo>
                    <a:pt x="84536" y="702973"/>
                  </a:lnTo>
                  <a:lnTo>
                    <a:pt x="59819" y="665022"/>
                  </a:lnTo>
                  <a:lnTo>
                    <a:pt x="38997" y="624492"/>
                  </a:lnTo>
                  <a:lnTo>
                    <a:pt x="22336" y="581651"/>
                  </a:lnTo>
                  <a:lnTo>
                    <a:pt x="10105" y="536768"/>
                  </a:lnTo>
                  <a:lnTo>
                    <a:pt x="2570" y="490115"/>
                  </a:lnTo>
                  <a:lnTo>
                    <a:pt x="0" y="44196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 descr=""/>
          <p:cNvSpPr txBox="1"/>
          <p:nvPr/>
        </p:nvSpPr>
        <p:spPr>
          <a:xfrm>
            <a:off x="10507571" y="5817833"/>
            <a:ext cx="5067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1</a:t>
            </a:r>
            <a:r>
              <a:rPr dirty="0" baseline="-14492" sz="1725" spc="5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65" name="object 65" descr=""/>
          <p:cNvGrpSpPr/>
          <p:nvPr/>
        </p:nvGrpSpPr>
        <p:grpSpPr>
          <a:xfrm>
            <a:off x="7781290" y="4058158"/>
            <a:ext cx="890905" cy="898525"/>
            <a:chOff x="7781290" y="4058158"/>
            <a:chExt cx="890905" cy="898525"/>
          </a:xfrm>
        </p:grpSpPr>
        <p:sp>
          <p:nvSpPr>
            <p:cNvPr id="66" name="object 66" descr=""/>
            <p:cNvSpPr/>
            <p:nvPr/>
          </p:nvSpPr>
          <p:spPr>
            <a:xfrm>
              <a:off x="7787640" y="4064508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438912" y="0"/>
                  </a:moveTo>
                  <a:lnTo>
                    <a:pt x="391087" y="2597"/>
                  </a:lnTo>
                  <a:lnTo>
                    <a:pt x="344754" y="10211"/>
                  </a:lnTo>
                  <a:lnTo>
                    <a:pt x="300181" y="22569"/>
                  </a:lnTo>
                  <a:lnTo>
                    <a:pt x="257635" y="39404"/>
                  </a:lnTo>
                  <a:lnTo>
                    <a:pt x="217384" y="60443"/>
                  </a:lnTo>
                  <a:lnTo>
                    <a:pt x="179696" y="85418"/>
                  </a:lnTo>
                  <a:lnTo>
                    <a:pt x="144838" y="114058"/>
                  </a:lnTo>
                  <a:lnTo>
                    <a:pt x="113078" y="146093"/>
                  </a:lnTo>
                  <a:lnTo>
                    <a:pt x="84684" y="181254"/>
                  </a:lnTo>
                  <a:lnTo>
                    <a:pt x="59924" y="219269"/>
                  </a:lnTo>
                  <a:lnTo>
                    <a:pt x="39065" y="259870"/>
                  </a:lnTo>
                  <a:lnTo>
                    <a:pt x="22375" y="302785"/>
                  </a:lnTo>
                  <a:lnTo>
                    <a:pt x="10123" y="347746"/>
                  </a:lnTo>
                  <a:lnTo>
                    <a:pt x="2575" y="394481"/>
                  </a:lnTo>
                  <a:lnTo>
                    <a:pt x="0" y="442721"/>
                  </a:lnTo>
                  <a:lnTo>
                    <a:pt x="2575" y="490962"/>
                  </a:lnTo>
                  <a:lnTo>
                    <a:pt x="10123" y="537697"/>
                  </a:lnTo>
                  <a:lnTo>
                    <a:pt x="22375" y="582658"/>
                  </a:lnTo>
                  <a:lnTo>
                    <a:pt x="39065" y="625573"/>
                  </a:lnTo>
                  <a:lnTo>
                    <a:pt x="59924" y="666174"/>
                  </a:lnTo>
                  <a:lnTo>
                    <a:pt x="84684" y="704189"/>
                  </a:lnTo>
                  <a:lnTo>
                    <a:pt x="113078" y="739350"/>
                  </a:lnTo>
                  <a:lnTo>
                    <a:pt x="144838" y="771385"/>
                  </a:lnTo>
                  <a:lnTo>
                    <a:pt x="179696" y="800025"/>
                  </a:lnTo>
                  <a:lnTo>
                    <a:pt x="217384" y="825000"/>
                  </a:lnTo>
                  <a:lnTo>
                    <a:pt x="257635" y="846039"/>
                  </a:lnTo>
                  <a:lnTo>
                    <a:pt x="300181" y="862874"/>
                  </a:lnTo>
                  <a:lnTo>
                    <a:pt x="344754" y="875232"/>
                  </a:lnTo>
                  <a:lnTo>
                    <a:pt x="391087" y="882846"/>
                  </a:lnTo>
                  <a:lnTo>
                    <a:pt x="438912" y="885443"/>
                  </a:lnTo>
                  <a:lnTo>
                    <a:pt x="486736" y="882846"/>
                  </a:lnTo>
                  <a:lnTo>
                    <a:pt x="533069" y="875232"/>
                  </a:lnTo>
                  <a:lnTo>
                    <a:pt x="577642" y="862874"/>
                  </a:lnTo>
                  <a:lnTo>
                    <a:pt x="620188" y="846039"/>
                  </a:lnTo>
                  <a:lnTo>
                    <a:pt x="660439" y="825000"/>
                  </a:lnTo>
                  <a:lnTo>
                    <a:pt x="698127" y="800025"/>
                  </a:lnTo>
                  <a:lnTo>
                    <a:pt x="732985" y="771385"/>
                  </a:lnTo>
                  <a:lnTo>
                    <a:pt x="764745" y="739350"/>
                  </a:lnTo>
                  <a:lnTo>
                    <a:pt x="793139" y="704189"/>
                  </a:lnTo>
                  <a:lnTo>
                    <a:pt x="817899" y="666174"/>
                  </a:lnTo>
                  <a:lnTo>
                    <a:pt x="838758" y="625573"/>
                  </a:lnTo>
                  <a:lnTo>
                    <a:pt x="855448" y="582658"/>
                  </a:lnTo>
                  <a:lnTo>
                    <a:pt x="867700" y="537697"/>
                  </a:lnTo>
                  <a:lnTo>
                    <a:pt x="875248" y="490962"/>
                  </a:lnTo>
                  <a:lnTo>
                    <a:pt x="877824" y="442721"/>
                  </a:lnTo>
                  <a:lnTo>
                    <a:pt x="875248" y="394481"/>
                  </a:lnTo>
                  <a:lnTo>
                    <a:pt x="867700" y="347746"/>
                  </a:lnTo>
                  <a:lnTo>
                    <a:pt x="855448" y="302785"/>
                  </a:lnTo>
                  <a:lnTo>
                    <a:pt x="838758" y="259870"/>
                  </a:lnTo>
                  <a:lnTo>
                    <a:pt x="817899" y="219269"/>
                  </a:lnTo>
                  <a:lnTo>
                    <a:pt x="793139" y="181254"/>
                  </a:lnTo>
                  <a:lnTo>
                    <a:pt x="764745" y="146093"/>
                  </a:lnTo>
                  <a:lnTo>
                    <a:pt x="732985" y="114058"/>
                  </a:lnTo>
                  <a:lnTo>
                    <a:pt x="698127" y="85418"/>
                  </a:lnTo>
                  <a:lnTo>
                    <a:pt x="660439" y="60443"/>
                  </a:lnTo>
                  <a:lnTo>
                    <a:pt x="620188" y="39404"/>
                  </a:lnTo>
                  <a:lnTo>
                    <a:pt x="577642" y="22569"/>
                  </a:lnTo>
                  <a:lnTo>
                    <a:pt x="533069" y="10211"/>
                  </a:lnTo>
                  <a:lnTo>
                    <a:pt x="486736" y="2597"/>
                  </a:lnTo>
                  <a:lnTo>
                    <a:pt x="4389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7787640" y="4064508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0" y="442721"/>
                  </a:moveTo>
                  <a:lnTo>
                    <a:pt x="2575" y="394481"/>
                  </a:lnTo>
                  <a:lnTo>
                    <a:pt x="10123" y="347746"/>
                  </a:lnTo>
                  <a:lnTo>
                    <a:pt x="22375" y="302785"/>
                  </a:lnTo>
                  <a:lnTo>
                    <a:pt x="39065" y="259870"/>
                  </a:lnTo>
                  <a:lnTo>
                    <a:pt x="59924" y="219269"/>
                  </a:lnTo>
                  <a:lnTo>
                    <a:pt x="84684" y="181254"/>
                  </a:lnTo>
                  <a:lnTo>
                    <a:pt x="113078" y="146093"/>
                  </a:lnTo>
                  <a:lnTo>
                    <a:pt x="144838" y="114058"/>
                  </a:lnTo>
                  <a:lnTo>
                    <a:pt x="179696" y="85418"/>
                  </a:lnTo>
                  <a:lnTo>
                    <a:pt x="217384" y="60443"/>
                  </a:lnTo>
                  <a:lnTo>
                    <a:pt x="257635" y="39404"/>
                  </a:lnTo>
                  <a:lnTo>
                    <a:pt x="300181" y="22569"/>
                  </a:lnTo>
                  <a:lnTo>
                    <a:pt x="344754" y="10211"/>
                  </a:lnTo>
                  <a:lnTo>
                    <a:pt x="391087" y="2597"/>
                  </a:lnTo>
                  <a:lnTo>
                    <a:pt x="438912" y="0"/>
                  </a:lnTo>
                  <a:lnTo>
                    <a:pt x="486736" y="2597"/>
                  </a:lnTo>
                  <a:lnTo>
                    <a:pt x="533069" y="10211"/>
                  </a:lnTo>
                  <a:lnTo>
                    <a:pt x="577642" y="22569"/>
                  </a:lnTo>
                  <a:lnTo>
                    <a:pt x="620188" y="39404"/>
                  </a:lnTo>
                  <a:lnTo>
                    <a:pt x="660439" y="60443"/>
                  </a:lnTo>
                  <a:lnTo>
                    <a:pt x="698127" y="85418"/>
                  </a:lnTo>
                  <a:lnTo>
                    <a:pt x="732985" y="114058"/>
                  </a:lnTo>
                  <a:lnTo>
                    <a:pt x="764745" y="146093"/>
                  </a:lnTo>
                  <a:lnTo>
                    <a:pt x="793139" y="181254"/>
                  </a:lnTo>
                  <a:lnTo>
                    <a:pt x="817899" y="219269"/>
                  </a:lnTo>
                  <a:lnTo>
                    <a:pt x="838758" y="259870"/>
                  </a:lnTo>
                  <a:lnTo>
                    <a:pt x="855448" y="302785"/>
                  </a:lnTo>
                  <a:lnTo>
                    <a:pt x="867700" y="347746"/>
                  </a:lnTo>
                  <a:lnTo>
                    <a:pt x="875248" y="394481"/>
                  </a:lnTo>
                  <a:lnTo>
                    <a:pt x="877824" y="442721"/>
                  </a:lnTo>
                  <a:lnTo>
                    <a:pt x="875248" y="490962"/>
                  </a:lnTo>
                  <a:lnTo>
                    <a:pt x="867700" y="537697"/>
                  </a:lnTo>
                  <a:lnTo>
                    <a:pt x="855448" y="582658"/>
                  </a:lnTo>
                  <a:lnTo>
                    <a:pt x="838758" y="625573"/>
                  </a:lnTo>
                  <a:lnTo>
                    <a:pt x="817899" y="666174"/>
                  </a:lnTo>
                  <a:lnTo>
                    <a:pt x="793139" y="704189"/>
                  </a:lnTo>
                  <a:lnTo>
                    <a:pt x="764745" y="739350"/>
                  </a:lnTo>
                  <a:lnTo>
                    <a:pt x="732985" y="771385"/>
                  </a:lnTo>
                  <a:lnTo>
                    <a:pt x="698127" y="800025"/>
                  </a:lnTo>
                  <a:lnTo>
                    <a:pt x="660439" y="825000"/>
                  </a:lnTo>
                  <a:lnTo>
                    <a:pt x="620188" y="846039"/>
                  </a:lnTo>
                  <a:lnTo>
                    <a:pt x="577642" y="862874"/>
                  </a:lnTo>
                  <a:lnTo>
                    <a:pt x="533069" y="875232"/>
                  </a:lnTo>
                  <a:lnTo>
                    <a:pt x="486736" y="882846"/>
                  </a:lnTo>
                  <a:lnTo>
                    <a:pt x="438912" y="885443"/>
                  </a:lnTo>
                  <a:lnTo>
                    <a:pt x="391087" y="882846"/>
                  </a:lnTo>
                  <a:lnTo>
                    <a:pt x="344754" y="875232"/>
                  </a:lnTo>
                  <a:lnTo>
                    <a:pt x="300181" y="862874"/>
                  </a:lnTo>
                  <a:lnTo>
                    <a:pt x="257635" y="846039"/>
                  </a:lnTo>
                  <a:lnTo>
                    <a:pt x="217384" y="825000"/>
                  </a:lnTo>
                  <a:lnTo>
                    <a:pt x="179696" y="800025"/>
                  </a:lnTo>
                  <a:lnTo>
                    <a:pt x="144838" y="771385"/>
                  </a:lnTo>
                  <a:lnTo>
                    <a:pt x="113078" y="739350"/>
                  </a:lnTo>
                  <a:lnTo>
                    <a:pt x="84684" y="704189"/>
                  </a:lnTo>
                  <a:lnTo>
                    <a:pt x="59924" y="666174"/>
                  </a:lnTo>
                  <a:lnTo>
                    <a:pt x="39065" y="625573"/>
                  </a:lnTo>
                  <a:lnTo>
                    <a:pt x="22375" y="582658"/>
                  </a:lnTo>
                  <a:lnTo>
                    <a:pt x="10123" y="537697"/>
                  </a:lnTo>
                  <a:lnTo>
                    <a:pt x="2575" y="490962"/>
                  </a:lnTo>
                  <a:lnTo>
                    <a:pt x="0" y="4427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 descr=""/>
          <p:cNvSpPr txBox="1"/>
          <p:nvPr/>
        </p:nvSpPr>
        <p:spPr>
          <a:xfrm>
            <a:off x="7941492" y="4368079"/>
            <a:ext cx="5156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0</a:t>
            </a:r>
            <a:r>
              <a:rPr dirty="0" baseline="-14492" sz="1725" spc="11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252078" y="1292075"/>
            <a:ext cx="2841625" cy="1842135"/>
          </a:xfrm>
          <a:prstGeom prst="rect">
            <a:avLst/>
          </a:prstGeom>
        </p:spPr>
        <p:txBody>
          <a:bodyPr wrap="square" lIns="0" tIns="2540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000"/>
              </a:spcBef>
            </a:pPr>
            <a:r>
              <a:rPr dirty="0" sz="2800" spc="-25">
                <a:latin typeface="Franklin Gothic Medium"/>
                <a:cs typeface="Franklin Gothic Medium"/>
              </a:rPr>
              <a:t>Components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800" spc="-25">
                <a:latin typeface="Franklin Gothic Medium"/>
                <a:cs typeface="Franklin Gothic Medium"/>
              </a:rPr>
              <a:t>:</a:t>
            </a:r>
            <a:endParaRPr sz="2800">
              <a:latin typeface="Franklin Gothic Medium"/>
              <a:cs typeface="Franklin Gothic Medium"/>
            </a:endParaRPr>
          </a:p>
          <a:p>
            <a:pPr marL="353695">
              <a:lnSpc>
                <a:spcPct val="100000"/>
              </a:lnSpc>
              <a:spcBef>
                <a:spcPts val="1630"/>
              </a:spcBef>
            </a:pPr>
            <a:r>
              <a:rPr dirty="0" sz="2400" spc="-830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sz="2400" spc="21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30">
                <a:latin typeface="Cambria Math"/>
                <a:cs typeface="Cambria Math"/>
              </a:rPr>
              <a:t> </a:t>
            </a:r>
            <a:r>
              <a:rPr dirty="0" sz="2400" spc="-63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952">
                <a:solidFill>
                  <a:srgbClr val="C55A11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382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 </a:t>
            </a:r>
            <a:r>
              <a:rPr dirty="0" sz="2400" spc="-59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892">
                <a:solidFill>
                  <a:srgbClr val="C55A11"/>
                </a:solidFill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  <a:p>
            <a:pPr marL="366395">
              <a:lnSpc>
                <a:spcPct val="100000"/>
              </a:lnSpc>
              <a:spcBef>
                <a:spcPts val="1650"/>
              </a:spcBef>
            </a:pPr>
            <a:r>
              <a:rPr dirty="0" sz="240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15873" sz="2625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baseline="-15873" sz="2625" spc="600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5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(</a:t>
            </a:r>
            <a:r>
              <a:rPr dirty="0" sz="2400">
                <a:solidFill>
                  <a:srgbClr val="BE9000"/>
                </a:solidFill>
                <a:latin typeface="Cambria Math"/>
                <a:cs typeface="Cambria Math"/>
              </a:rPr>
              <a:t>𝑡</a:t>
            </a:r>
            <a:r>
              <a:rPr dirty="0" baseline="-15873" sz="2625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120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BE9000"/>
                </a:solidFill>
                <a:latin typeface="Cambria Math"/>
                <a:cs typeface="Cambria Math"/>
              </a:rPr>
              <a:t>𝑟</a:t>
            </a:r>
            <a:r>
              <a:rPr dirty="0" baseline="-15873" sz="2625" spc="-37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sz="2400" spc="-25">
                <a:latin typeface="Cambria Math"/>
                <a:cs typeface="Cambria Math"/>
              </a:rPr>
              <a:t>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0" name="object 70" descr=""/>
          <p:cNvSpPr/>
          <p:nvPr/>
        </p:nvSpPr>
        <p:spPr>
          <a:xfrm>
            <a:off x="808342" y="3513620"/>
            <a:ext cx="1155065" cy="368300"/>
          </a:xfrm>
          <a:custGeom>
            <a:avLst/>
            <a:gdLst/>
            <a:ahLst/>
            <a:cxnLst/>
            <a:rect l="l" t="t" r="r" b="b"/>
            <a:pathLst>
              <a:path w="1155064" h="368300">
                <a:moveTo>
                  <a:pt x="100457" y="12204"/>
                </a:moveTo>
                <a:lnTo>
                  <a:pt x="96735" y="0"/>
                </a:lnTo>
                <a:lnTo>
                  <a:pt x="74841" y="8521"/>
                </a:lnTo>
                <a:lnTo>
                  <a:pt x="55613" y="21907"/>
                </a:lnTo>
                <a:lnTo>
                  <a:pt x="25146" y="63246"/>
                </a:lnTo>
                <a:lnTo>
                  <a:pt x="6286" y="118986"/>
                </a:lnTo>
                <a:lnTo>
                  <a:pt x="0" y="184099"/>
                </a:lnTo>
                <a:lnTo>
                  <a:pt x="1511" y="216522"/>
                </a:lnTo>
                <a:lnTo>
                  <a:pt x="1562" y="217817"/>
                </a:lnTo>
                <a:lnTo>
                  <a:pt x="14135" y="278244"/>
                </a:lnTo>
                <a:lnTo>
                  <a:pt x="39039" y="328041"/>
                </a:lnTo>
                <a:lnTo>
                  <a:pt x="74841" y="359664"/>
                </a:lnTo>
                <a:lnTo>
                  <a:pt x="96735" y="368198"/>
                </a:lnTo>
                <a:lnTo>
                  <a:pt x="100457" y="355993"/>
                </a:lnTo>
                <a:lnTo>
                  <a:pt x="83540" y="347218"/>
                </a:lnTo>
                <a:lnTo>
                  <a:pt x="68808" y="334467"/>
                </a:lnTo>
                <a:lnTo>
                  <a:pt x="45910" y="296989"/>
                </a:lnTo>
                <a:lnTo>
                  <a:pt x="32004" y="246062"/>
                </a:lnTo>
                <a:lnTo>
                  <a:pt x="27381" y="184251"/>
                </a:lnTo>
                <a:lnTo>
                  <a:pt x="28536" y="151904"/>
                </a:lnTo>
                <a:lnTo>
                  <a:pt x="37795" y="95415"/>
                </a:lnTo>
                <a:lnTo>
                  <a:pt x="56261" y="50507"/>
                </a:lnTo>
                <a:lnTo>
                  <a:pt x="83540" y="20967"/>
                </a:lnTo>
                <a:lnTo>
                  <a:pt x="100457" y="12204"/>
                </a:lnTo>
                <a:close/>
              </a:path>
              <a:path w="1155064" h="368300">
                <a:moveTo>
                  <a:pt x="231216" y="55372"/>
                </a:moveTo>
                <a:lnTo>
                  <a:pt x="227190" y="43916"/>
                </a:lnTo>
                <a:lnTo>
                  <a:pt x="206717" y="51308"/>
                </a:lnTo>
                <a:lnTo>
                  <a:pt x="188772" y="62014"/>
                </a:lnTo>
                <a:lnTo>
                  <a:pt x="160451" y="93395"/>
                </a:lnTo>
                <a:lnTo>
                  <a:pt x="142976" y="135343"/>
                </a:lnTo>
                <a:lnTo>
                  <a:pt x="137236" y="183667"/>
                </a:lnTo>
                <a:lnTo>
                  <a:pt x="137160" y="185153"/>
                </a:lnTo>
                <a:lnTo>
                  <a:pt x="138607" y="211086"/>
                </a:lnTo>
                <a:lnTo>
                  <a:pt x="150215" y="256959"/>
                </a:lnTo>
                <a:lnTo>
                  <a:pt x="173253" y="294195"/>
                </a:lnTo>
                <a:lnTo>
                  <a:pt x="206654" y="318858"/>
                </a:lnTo>
                <a:lnTo>
                  <a:pt x="227190" y="326237"/>
                </a:lnTo>
                <a:lnTo>
                  <a:pt x="230771" y="314782"/>
                </a:lnTo>
                <a:lnTo>
                  <a:pt x="214680" y="307657"/>
                </a:lnTo>
                <a:lnTo>
                  <a:pt x="200787" y="297738"/>
                </a:lnTo>
                <a:lnTo>
                  <a:pt x="172313" y="251498"/>
                </a:lnTo>
                <a:lnTo>
                  <a:pt x="163944" y="208559"/>
                </a:lnTo>
                <a:lnTo>
                  <a:pt x="162966" y="185153"/>
                </a:lnTo>
                <a:lnTo>
                  <a:pt x="162902" y="183667"/>
                </a:lnTo>
                <a:lnTo>
                  <a:pt x="167081" y="137617"/>
                </a:lnTo>
                <a:lnTo>
                  <a:pt x="179641" y="100101"/>
                </a:lnTo>
                <a:lnTo>
                  <a:pt x="214934" y="62458"/>
                </a:lnTo>
                <a:lnTo>
                  <a:pt x="231216" y="55372"/>
                </a:lnTo>
                <a:close/>
              </a:path>
              <a:path w="1155064" h="368300">
                <a:moveTo>
                  <a:pt x="728243" y="185153"/>
                </a:moveTo>
                <a:lnTo>
                  <a:pt x="726795" y="159575"/>
                </a:lnTo>
                <a:lnTo>
                  <a:pt x="726782" y="159270"/>
                </a:lnTo>
                <a:lnTo>
                  <a:pt x="722414" y="135343"/>
                </a:lnTo>
                <a:lnTo>
                  <a:pt x="704951" y="93395"/>
                </a:lnTo>
                <a:lnTo>
                  <a:pt x="676605" y="62014"/>
                </a:lnTo>
                <a:lnTo>
                  <a:pt x="638200" y="43916"/>
                </a:lnTo>
                <a:lnTo>
                  <a:pt x="634187" y="55372"/>
                </a:lnTo>
                <a:lnTo>
                  <a:pt x="650532" y="62458"/>
                </a:lnTo>
                <a:lnTo>
                  <a:pt x="664578" y="72288"/>
                </a:lnTo>
                <a:lnTo>
                  <a:pt x="693115" y="117792"/>
                </a:lnTo>
                <a:lnTo>
                  <a:pt x="701395" y="159270"/>
                </a:lnTo>
                <a:lnTo>
                  <a:pt x="701446" y="159575"/>
                </a:lnTo>
                <a:lnTo>
                  <a:pt x="701433" y="208559"/>
                </a:lnTo>
                <a:lnTo>
                  <a:pt x="693064" y="251498"/>
                </a:lnTo>
                <a:lnTo>
                  <a:pt x="664591" y="297738"/>
                </a:lnTo>
                <a:lnTo>
                  <a:pt x="634631" y="314782"/>
                </a:lnTo>
                <a:lnTo>
                  <a:pt x="638200" y="326237"/>
                </a:lnTo>
                <a:lnTo>
                  <a:pt x="676706" y="308178"/>
                </a:lnTo>
                <a:lnTo>
                  <a:pt x="705027" y="276910"/>
                </a:lnTo>
                <a:lnTo>
                  <a:pt x="722426" y="235026"/>
                </a:lnTo>
                <a:lnTo>
                  <a:pt x="726782" y="211086"/>
                </a:lnTo>
                <a:lnTo>
                  <a:pt x="728243" y="185153"/>
                </a:lnTo>
                <a:close/>
              </a:path>
              <a:path w="1155064" h="368300">
                <a:moveTo>
                  <a:pt x="1154709" y="184099"/>
                </a:moveTo>
                <a:lnTo>
                  <a:pt x="1153198" y="151904"/>
                </a:lnTo>
                <a:lnTo>
                  <a:pt x="1153134" y="150368"/>
                </a:lnTo>
                <a:lnTo>
                  <a:pt x="1148422" y="118986"/>
                </a:lnTo>
                <a:lnTo>
                  <a:pt x="1129563" y="63246"/>
                </a:lnTo>
                <a:lnTo>
                  <a:pt x="1099083" y="21907"/>
                </a:lnTo>
                <a:lnTo>
                  <a:pt x="1057973" y="0"/>
                </a:lnTo>
                <a:lnTo>
                  <a:pt x="1054252" y="12204"/>
                </a:lnTo>
                <a:lnTo>
                  <a:pt x="1071168" y="20967"/>
                </a:lnTo>
                <a:lnTo>
                  <a:pt x="1085888" y="33743"/>
                </a:lnTo>
                <a:lnTo>
                  <a:pt x="1108798" y="71285"/>
                </a:lnTo>
                <a:lnTo>
                  <a:pt x="1122692" y="122301"/>
                </a:lnTo>
                <a:lnTo>
                  <a:pt x="1127315" y="184099"/>
                </a:lnTo>
                <a:lnTo>
                  <a:pt x="1126159" y="216522"/>
                </a:lnTo>
                <a:lnTo>
                  <a:pt x="1116901" y="272884"/>
                </a:lnTo>
                <a:lnTo>
                  <a:pt x="1098435" y="317715"/>
                </a:lnTo>
                <a:lnTo>
                  <a:pt x="1071168" y="347218"/>
                </a:lnTo>
                <a:lnTo>
                  <a:pt x="1054252" y="355993"/>
                </a:lnTo>
                <a:lnTo>
                  <a:pt x="1057973" y="368198"/>
                </a:lnTo>
                <a:lnTo>
                  <a:pt x="1099083" y="346278"/>
                </a:lnTo>
                <a:lnTo>
                  <a:pt x="1129563" y="304952"/>
                </a:lnTo>
                <a:lnTo>
                  <a:pt x="1148422" y="249212"/>
                </a:lnTo>
                <a:lnTo>
                  <a:pt x="1154696" y="184251"/>
                </a:lnTo>
                <a:lnTo>
                  <a:pt x="1154709" y="184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 descr=""/>
          <p:cNvSpPr/>
          <p:nvPr/>
        </p:nvSpPr>
        <p:spPr>
          <a:xfrm>
            <a:off x="2413114" y="3513620"/>
            <a:ext cx="2282825" cy="368300"/>
          </a:xfrm>
          <a:custGeom>
            <a:avLst/>
            <a:gdLst/>
            <a:ahLst/>
            <a:cxnLst/>
            <a:rect l="l" t="t" r="r" b="b"/>
            <a:pathLst>
              <a:path w="2282825" h="368300">
                <a:moveTo>
                  <a:pt x="100457" y="12204"/>
                </a:moveTo>
                <a:lnTo>
                  <a:pt x="96735" y="0"/>
                </a:lnTo>
                <a:lnTo>
                  <a:pt x="74841" y="8521"/>
                </a:lnTo>
                <a:lnTo>
                  <a:pt x="55613" y="21907"/>
                </a:lnTo>
                <a:lnTo>
                  <a:pt x="25146" y="63246"/>
                </a:lnTo>
                <a:lnTo>
                  <a:pt x="6286" y="118986"/>
                </a:lnTo>
                <a:lnTo>
                  <a:pt x="0" y="184099"/>
                </a:lnTo>
                <a:lnTo>
                  <a:pt x="1511" y="216522"/>
                </a:lnTo>
                <a:lnTo>
                  <a:pt x="1562" y="217817"/>
                </a:lnTo>
                <a:lnTo>
                  <a:pt x="14135" y="278244"/>
                </a:lnTo>
                <a:lnTo>
                  <a:pt x="39039" y="328041"/>
                </a:lnTo>
                <a:lnTo>
                  <a:pt x="74841" y="359664"/>
                </a:lnTo>
                <a:lnTo>
                  <a:pt x="96735" y="368198"/>
                </a:lnTo>
                <a:lnTo>
                  <a:pt x="100457" y="355993"/>
                </a:lnTo>
                <a:lnTo>
                  <a:pt x="83540" y="347218"/>
                </a:lnTo>
                <a:lnTo>
                  <a:pt x="68808" y="334467"/>
                </a:lnTo>
                <a:lnTo>
                  <a:pt x="45910" y="296989"/>
                </a:lnTo>
                <a:lnTo>
                  <a:pt x="32004" y="246062"/>
                </a:lnTo>
                <a:lnTo>
                  <a:pt x="27381" y="184251"/>
                </a:lnTo>
                <a:lnTo>
                  <a:pt x="28536" y="151904"/>
                </a:lnTo>
                <a:lnTo>
                  <a:pt x="37795" y="95415"/>
                </a:lnTo>
                <a:lnTo>
                  <a:pt x="56261" y="50507"/>
                </a:lnTo>
                <a:lnTo>
                  <a:pt x="83540" y="20967"/>
                </a:lnTo>
                <a:lnTo>
                  <a:pt x="100457" y="12204"/>
                </a:lnTo>
                <a:close/>
              </a:path>
              <a:path w="2282825" h="368300">
                <a:moveTo>
                  <a:pt x="520776" y="55372"/>
                </a:moveTo>
                <a:lnTo>
                  <a:pt x="516763" y="43916"/>
                </a:lnTo>
                <a:lnTo>
                  <a:pt x="496290" y="51308"/>
                </a:lnTo>
                <a:lnTo>
                  <a:pt x="478332" y="62014"/>
                </a:lnTo>
                <a:lnTo>
                  <a:pt x="450011" y="93395"/>
                </a:lnTo>
                <a:lnTo>
                  <a:pt x="432536" y="135343"/>
                </a:lnTo>
                <a:lnTo>
                  <a:pt x="426796" y="183667"/>
                </a:lnTo>
                <a:lnTo>
                  <a:pt x="426720" y="185153"/>
                </a:lnTo>
                <a:lnTo>
                  <a:pt x="428167" y="211086"/>
                </a:lnTo>
                <a:lnTo>
                  <a:pt x="439775" y="256959"/>
                </a:lnTo>
                <a:lnTo>
                  <a:pt x="462813" y="294195"/>
                </a:lnTo>
                <a:lnTo>
                  <a:pt x="496227" y="318858"/>
                </a:lnTo>
                <a:lnTo>
                  <a:pt x="516763" y="326237"/>
                </a:lnTo>
                <a:lnTo>
                  <a:pt x="520331" y="314782"/>
                </a:lnTo>
                <a:lnTo>
                  <a:pt x="504240" y="307657"/>
                </a:lnTo>
                <a:lnTo>
                  <a:pt x="490347" y="297738"/>
                </a:lnTo>
                <a:lnTo>
                  <a:pt x="461873" y="251498"/>
                </a:lnTo>
                <a:lnTo>
                  <a:pt x="453504" y="208559"/>
                </a:lnTo>
                <a:lnTo>
                  <a:pt x="452526" y="185153"/>
                </a:lnTo>
                <a:lnTo>
                  <a:pt x="452462" y="183667"/>
                </a:lnTo>
                <a:lnTo>
                  <a:pt x="456641" y="137617"/>
                </a:lnTo>
                <a:lnTo>
                  <a:pt x="469201" y="100101"/>
                </a:lnTo>
                <a:lnTo>
                  <a:pt x="504494" y="62458"/>
                </a:lnTo>
                <a:lnTo>
                  <a:pt x="520776" y="55372"/>
                </a:lnTo>
                <a:close/>
              </a:path>
              <a:path w="2282825" h="368300">
                <a:moveTo>
                  <a:pt x="1043711" y="185153"/>
                </a:moveTo>
                <a:lnTo>
                  <a:pt x="1042263" y="159575"/>
                </a:lnTo>
                <a:lnTo>
                  <a:pt x="1042250" y="159270"/>
                </a:lnTo>
                <a:lnTo>
                  <a:pt x="1037882" y="135343"/>
                </a:lnTo>
                <a:lnTo>
                  <a:pt x="1020419" y="93395"/>
                </a:lnTo>
                <a:lnTo>
                  <a:pt x="992073" y="62014"/>
                </a:lnTo>
                <a:lnTo>
                  <a:pt x="953668" y="43916"/>
                </a:lnTo>
                <a:lnTo>
                  <a:pt x="949655" y="55372"/>
                </a:lnTo>
                <a:lnTo>
                  <a:pt x="966000" y="62458"/>
                </a:lnTo>
                <a:lnTo>
                  <a:pt x="980046" y="72288"/>
                </a:lnTo>
                <a:lnTo>
                  <a:pt x="1008583" y="117792"/>
                </a:lnTo>
                <a:lnTo>
                  <a:pt x="1016863" y="159270"/>
                </a:lnTo>
                <a:lnTo>
                  <a:pt x="1016914" y="159575"/>
                </a:lnTo>
                <a:lnTo>
                  <a:pt x="1016901" y="208559"/>
                </a:lnTo>
                <a:lnTo>
                  <a:pt x="1008532" y="251498"/>
                </a:lnTo>
                <a:lnTo>
                  <a:pt x="980059" y="297738"/>
                </a:lnTo>
                <a:lnTo>
                  <a:pt x="950099" y="314782"/>
                </a:lnTo>
                <a:lnTo>
                  <a:pt x="953668" y="326237"/>
                </a:lnTo>
                <a:lnTo>
                  <a:pt x="992174" y="308178"/>
                </a:lnTo>
                <a:lnTo>
                  <a:pt x="1020495" y="276910"/>
                </a:lnTo>
                <a:lnTo>
                  <a:pt x="1037894" y="235026"/>
                </a:lnTo>
                <a:lnTo>
                  <a:pt x="1042250" y="211086"/>
                </a:lnTo>
                <a:lnTo>
                  <a:pt x="1043711" y="185153"/>
                </a:lnTo>
                <a:close/>
              </a:path>
              <a:path w="2282825" h="368300">
                <a:moveTo>
                  <a:pt x="1599768" y="55372"/>
                </a:moveTo>
                <a:lnTo>
                  <a:pt x="1595755" y="43916"/>
                </a:lnTo>
                <a:lnTo>
                  <a:pt x="1575269" y="51308"/>
                </a:lnTo>
                <a:lnTo>
                  <a:pt x="1557324" y="62014"/>
                </a:lnTo>
                <a:lnTo>
                  <a:pt x="1529003" y="93395"/>
                </a:lnTo>
                <a:lnTo>
                  <a:pt x="1511528" y="135343"/>
                </a:lnTo>
                <a:lnTo>
                  <a:pt x="1505788" y="183667"/>
                </a:lnTo>
                <a:lnTo>
                  <a:pt x="1505712" y="185153"/>
                </a:lnTo>
                <a:lnTo>
                  <a:pt x="1507159" y="211086"/>
                </a:lnTo>
                <a:lnTo>
                  <a:pt x="1518767" y="256959"/>
                </a:lnTo>
                <a:lnTo>
                  <a:pt x="1541805" y="294195"/>
                </a:lnTo>
                <a:lnTo>
                  <a:pt x="1575219" y="318858"/>
                </a:lnTo>
                <a:lnTo>
                  <a:pt x="1595755" y="326237"/>
                </a:lnTo>
                <a:lnTo>
                  <a:pt x="1599323" y="314782"/>
                </a:lnTo>
                <a:lnTo>
                  <a:pt x="1583232" y="307657"/>
                </a:lnTo>
                <a:lnTo>
                  <a:pt x="1569339" y="297738"/>
                </a:lnTo>
                <a:lnTo>
                  <a:pt x="1540865" y="251498"/>
                </a:lnTo>
                <a:lnTo>
                  <a:pt x="1532496" y="208559"/>
                </a:lnTo>
                <a:lnTo>
                  <a:pt x="1531518" y="185153"/>
                </a:lnTo>
                <a:lnTo>
                  <a:pt x="1531454" y="183667"/>
                </a:lnTo>
                <a:lnTo>
                  <a:pt x="1535633" y="137617"/>
                </a:lnTo>
                <a:lnTo>
                  <a:pt x="1548193" y="100101"/>
                </a:lnTo>
                <a:lnTo>
                  <a:pt x="1583474" y="62458"/>
                </a:lnTo>
                <a:lnTo>
                  <a:pt x="1599768" y="55372"/>
                </a:lnTo>
                <a:close/>
              </a:path>
              <a:path w="2282825" h="368300">
                <a:moveTo>
                  <a:pt x="2145563" y="185153"/>
                </a:moveTo>
                <a:lnTo>
                  <a:pt x="2144115" y="159575"/>
                </a:lnTo>
                <a:lnTo>
                  <a:pt x="2144103" y="159270"/>
                </a:lnTo>
                <a:lnTo>
                  <a:pt x="2139734" y="135343"/>
                </a:lnTo>
                <a:lnTo>
                  <a:pt x="2122271" y="93395"/>
                </a:lnTo>
                <a:lnTo>
                  <a:pt x="2093925" y="62014"/>
                </a:lnTo>
                <a:lnTo>
                  <a:pt x="2055520" y="43916"/>
                </a:lnTo>
                <a:lnTo>
                  <a:pt x="2051507" y="55372"/>
                </a:lnTo>
                <a:lnTo>
                  <a:pt x="2067839" y="62458"/>
                </a:lnTo>
                <a:lnTo>
                  <a:pt x="2081898" y="72288"/>
                </a:lnTo>
                <a:lnTo>
                  <a:pt x="2110435" y="117792"/>
                </a:lnTo>
                <a:lnTo>
                  <a:pt x="2118715" y="159270"/>
                </a:lnTo>
                <a:lnTo>
                  <a:pt x="2118766" y="159575"/>
                </a:lnTo>
                <a:lnTo>
                  <a:pt x="2118753" y="208559"/>
                </a:lnTo>
                <a:lnTo>
                  <a:pt x="2110384" y="251498"/>
                </a:lnTo>
                <a:lnTo>
                  <a:pt x="2081911" y="297738"/>
                </a:lnTo>
                <a:lnTo>
                  <a:pt x="2051951" y="314782"/>
                </a:lnTo>
                <a:lnTo>
                  <a:pt x="2055520" y="326237"/>
                </a:lnTo>
                <a:lnTo>
                  <a:pt x="2094026" y="308178"/>
                </a:lnTo>
                <a:lnTo>
                  <a:pt x="2122347" y="276910"/>
                </a:lnTo>
                <a:lnTo>
                  <a:pt x="2139746" y="235026"/>
                </a:lnTo>
                <a:lnTo>
                  <a:pt x="2144103" y="211086"/>
                </a:lnTo>
                <a:lnTo>
                  <a:pt x="2145563" y="185153"/>
                </a:lnTo>
                <a:close/>
              </a:path>
              <a:path w="2282825" h="368300">
                <a:moveTo>
                  <a:pt x="2282469" y="184099"/>
                </a:moveTo>
                <a:lnTo>
                  <a:pt x="2280958" y="151904"/>
                </a:lnTo>
                <a:lnTo>
                  <a:pt x="2280894" y="150368"/>
                </a:lnTo>
                <a:lnTo>
                  <a:pt x="2276183" y="118986"/>
                </a:lnTo>
                <a:lnTo>
                  <a:pt x="2257323" y="63246"/>
                </a:lnTo>
                <a:lnTo>
                  <a:pt x="2226843" y="21907"/>
                </a:lnTo>
                <a:lnTo>
                  <a:pt x="2185733" y="0"/>
                </a:lnTo>
                <a:lnTo>
                  <a:pt x="2182012" y="12204"/>
                </a:lnTo>
                <a:lnTo>
                  <a:pt x="2198928" y="20967"/>
                </a:lnTo>
                <a:lnTo>
                  <a:pt x="2213648" y="33743"/>
                </a:lnTo>
                <a:lnTo>
                  <a:pt x="2236559" y="71285"/>
                </a:lnTo>
                <a:lnTo>
                  <a:pt x="2250452" y="122301"/>
                </a:lnTo>
                <a:lnTo>
                  <a:pt x="2255075" y="184099"/>
                </a:lnTo>
                <a:lnTo>
                  <a:pt x="2253919" y="216522"/>
                </a:lnTo>
                <a:lnTo>
                  <a:pt x="2244661" y="272884"/>
                </a:lnTo>
                <a:lnTo>
                  <a:pt x="2226195" y="317715"/>
                </a:lnTo>
                <a:lnTo>
                  <a:pt x="2198928" y="347218"/>
                </a:lnTo>
                <a:lnTo>
                  <a:pt x="2182012" y="355993"/>
                </a:lnTo>
                <a:lnTo>
                  <a:pt x="2185733" y="368198"/>
                </a:lnTo>
                <a:lnTo>
                  <a:pt x="2226843" y="346278"/>
                </a:lnTo>
                <a:lnTo>
                  <a:pt x="2257323" y="304952"/>
                </a:lnTo>
                <a:lnTo>
                  <a:pt x="2276183" y="249212"/>
                </a:lnTo>
                <a:lnTo>
                  <a:pt x="2282456" y="184251"/>
                </a:lnTo>
                <a:lnTo>
                  <a:pt x="2282469" y="184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 txBox="1"/>
          <p:nvPr/>
        </p:nvSpPr>
        <p:spPr>
          <a:xfrm>
            <a:off x="4005827" y="3467274"/>
            <a:ext cx="4591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𝑟,</a:t>
            </a:r>
            <a:r>
              <a:rPr dirty="0" sz="2400" spc="-100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3" name="object 73" descr=""/>
          <p:cNvSpPr/>
          <p:nvPr/>
        </p:nvSpPr>
        <p:spPr>
          <a:xfrm>
            <a:off x="1227446" y="4206775"/>
            <a:ext cx="1176655" cy="282575"/>
          </a:xfrm>
          <a:custGeom>
            <a:avLst/>
            <a:gdLst/>
            <a:ahLst/>
            <a:cxnLst/>
            <a:rect l="l" t="t" r="r" b="b"/>
            <a:pathLst>
              <a:path w="1176655" h="282575">
                <a:moveTo>
                  <a:pt x="1086256" y="0"/>
                </a:moveTo>
                <a:lnTo>
                  <a:pt x="1082243" y="11455"/>
                </a:lnTo>
                <a:lnTo>
                  <a:pt x="1098585" y="18551"/>
                </a:lnTo>
                <a:lnTo>
                  <a:pt x="1112639" y="28371"/>
                </a:lnTo>
                <a:lnTo>
                  <a:pt x="1141172" y="73880"/>
                </a:lnTo>
                <a:lnTo>
                  <a:pt x="1149459" y="115357"/>
                </a:lnTo>
                <a:lnTo>
                  <a:pt x="1149502" y="115661"/>
                </a:lnTo>
                <a:lnTo>
                  <a:pt x="1149498" y="164649"/>
                </a:lnTo>
                <a:lnTo>
                  <a:pt x="1141130" y="207587"/>
                </a:lnTo>
                <a:lnTo>
                  <a:pt x="1112651" y="253828"/>
                </a:lnTo>
                <a:lnTo>
                  <a:pt x="1082687" y="270865"/>
                </a:lnTo>
                <a:lnTo>
                  <a:pt x="1086256" y="282320"/>
                </a:lnTo>
                <a:lnTo>
                  <a:pt x="1124765" y="264263"/>
                </a:lnTo>
                <a:lnTo>
                  <a:pt x="1153083" y="232994"/>
                </a:lnTo>
                <a:lnTo>
                  <a:pt x="1170492" y="191111"/>
                </a:lnTo>
                <a:lnTo>
                  <a:pt x="1176299" y="141236"/>
                </a:lnTo>
                <a:lnTo>
                  <a:pt x="1174861" y="115661"/>
                </a:lnTo>
                <a:lnTo>
                  <a:pt x="1163199" y="69479"/>
                </a:lnTo>
                <a:lnTo>
                  <a:pt x="1140098" y="32129"/>
                </a:lnTo>
                <a:lnTo>
                  <a:pt x="1106723" y="7391"/>
                </a:lnTo>
                <a:lnTo>
                  <a:pt x="1086256" y="0"/>
                </a:lnTo>
                <a:close/>
              </a:path>
              <a:path w="1176655" h="282575">
                <a:moveTo>
                  <a:pt x="90043" y="0"/>
                </a:moveTo>
                <a:lnTo>
                  <a:pt x="51619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5802" y="191111"/>
                </a:lnTo>
                <a:lnTo>
                  <a:pt x="23215" y="232994"/>
                </a:lnTo>
                <a:lnTo>
                  <a:pt x="51528" y="264263"/>
                </a:lnTo>
                <a:lnTo>
                  <a:pt x="90043" y="282320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742" y="139750"/>
                </a:lnTo>
                <a:lnTo>
                  <a:pt x="26788" y="115661"/>
                </a:lnTo>
                <a:lnTo>
                  <a:pt x="35156" y="73880"/>
                </a:lnTo>
                <a:lnTo>
                  <a:pt x="63749" y="28371"/>
                </a:lnTo>
                <a:lnTo>
                  <a:pt x="94056" y="11455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/>
          <p:nvPr/>
        </p:nvSpPr>
        <p:spPr>
          <a:xfrm>
            <a:off x="2801738" y="4206775"/>
            <a:ext cx="1176655" cy="282575"/>
          </a:xfrm>
          <a:custGeom>
            <a:avLst/>
            <a:gdLst/>
            <a:ahLst/>
            <a:cxnLst/>
            <a:rect l="l" t="t" r="r" b="b"/>
            <a:pathLst>
              <a:path w="1176654" h="282575">
                <a:moveTo>
                  <a:pt x="1086256" y="0"/>
                </a:moveTo>
                <a:lnTo>
                  <a:pt x="1082243" y="11455"/>
                </a:lnTo>
                <a:lnTo>
                  <a:pt x="1098585" y="18551"/>
                </a:lnTo>
                <a:lnTo>
                  <a:pt x="1112639" y="28371"/>
                </a:lnTo>
                <a:lnTo>
                  <a:pt x="1141172" y="73880"/>
                </a:lnTo>
                <a:lnTo>
                  <a:pt x="1149459" y="115357"/>
                </a:lnTo>
                <a:lnTo>
                  <a:pt x="1149502" y="115661"/>
                </a:lnTo>
                <a:lnTo>
                  <a:pt x="1149498" y="164649"/>
                </a:lnTo>
                <a:lnTo>
                  <a:pt x="1141130" y="207587"/>
                </a:lnTo>
                <a:lnTo>
                  <a:pt x="1112651" y="253828"/>
                </a:lnTo>
                <a:lnTo>
                  <a:pt x="1082687" y="270865"/>
                </a:lnTo>
                <a:lnTo>
                  <a:pt x="1086256" y="282320"/>
                </a:lnTo>
                <a:lnTo>
                  <a:pt x="1124765" y="264263"/>
                </a:lnTo>
                <a:lnTo>
                  <a:pt x="1153083" y="232994"/>
                </a:lnTo>
                <a:lnTo>
                  <a:pt x="1170492" y="191111"/>
                </a:lnTo>
                <a:lnTo>
                  <a:pt x="1176299" y="141236"/>
                </a:lnTo>
                <a:lnTo>
                  <a:pt x="1174861" y="115661"/>
                </a:lnTo>
                <a:lnTo>
                  <a:pt x="1163199" y="69479"/>
                </a:lnTo>
                <a:lnTo>
                  <a:pt x="1140098" y="32129"/>
                </a:lnTo>
                <a:lnTo>
                  <a:pt x="1106723" y="7391"/>
                </a:lnTo>
                <a:lnTo>
                  <a:pt x="1086256" y="0"/>
                </a:lnTo>
                <a:close/>
              </a:path>
              <a:path w="1176654" h="282575">
                <a:moveTo>
                  <a:pt x="90042" y="0"/>
                </a:moveTo>
                <a:lnTo>
                  <a:pt x="51619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5802" y="191111"/>
                </a:lnTo>
                <a:lnTo>
                  <a:pt x="23215" y="232994"/>
                </a:lnTo>
                <a:lnTo>
                  <a:pt x="51528" y="264263"/>
                </a:lnTo>
                <a:lnTo>
                  <a:pt x="90042" y="282320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742" y="139750"/>
                </a:lnTo>
                <a:lnTo>
                  <a:pt x="26788" y="115661"/>
                </a:lnTo>
                <a:lnTo>
                  <a:pt x="35156" y="73880"/>
                </a:lnTo>
                <a:lnTo>
                  <a:pt x="63749" y="28371"/>
                </a:lnTo>
                <a:lnTo>
                  <a:pt x="94056" y="11455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 txBox="1"/>
          <p:nvPr/>
        </p:nvSpPr>
        <p:spPr>
          <a:xfrm>
            <a:off x="530092" y="3467274"/>
            <a:ext cx="3401695" cy="1040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5565">
              <a:lnSpc>
                <a:spcPct val="100000"/>
              </a:lnSpc>
              <a:spcBef>
                <a:spcPts val="100"/>
              </a:spcBef>
              <a:tabLst>
                <a:tab pos="514984" algn="l"/>
                <a:tab pos="1033144" algn="l"/>
                <a:tab pos="1544955" algn="l"/>
                <a:tab pos="1993264" algn="l"/>
                <a:tab pos="2409190" algn="l"/>
                <a:tab pos="2953385" algn="l"/>
              </a:tabLst>
            </a:pPr>
            <a:r>
              <a:rPr dirty="0" sz="2400" spc="-670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sz="2400">
                <a:solidFill>
                  <a:srgbClr val="538235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𝑡,</a:t>
            </a:r>
            <a:r>
              <a:rPr dirty="0" sz="2400" spc="-8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𝑟</a:t>
            </a:r>
            <a:r>
              <a:rPr dirty="0" sz="2400">
                <a:latin typeface="Cambria Math"/>
                <a:cs typeface="Cambria Math"/>
              </a:rPr>
              <a:t>	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50">
                <a:latin typeface="Cambria Math"/>
                <a:cs typeface="Cambria Math"/>
              </a:rPr>
              <a:t>=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490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baseline="-15873" sz="2625" spc="-735">
                <a:solidFill>
                  <a:srgbClr val="538235"/>
                </a:solidFill>
                <a:latin typeface="Cambria Math"/>
                <a:cs typeface="Cambria Math"/>
              </a:rPr>
              <a:t>1</a:t>
            </a:r>
            <a:r>
              <a:rPr dirty="0" baseline="-15873" sz="2625">
                <a:solidFill>
                  <a:srgbClr val="538235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𝑡,</a:t>
            </a:r>
            <a:r>
              <a:rPr dirty="0" sz="2400" spc="-8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r>
              <a:rPr dirty="0" sz="2400">
                <a:latin typeface="Cambria Math"/>
                <a:cs typeface="Cambria Math"/>
              </a:rPr>
              <a:t>	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-470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baseline="-15873" sz="2625" spc="-705">
                <a:solidFill>
                  <a:srgbClr val="538235"/>
                </a:solidFill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  <a:p>
            <a:pPr marL="76200">
              <a:lnSpc>
                <a:spcPct val="100000"/>
              </a:lnSpc>
              <a:spcBef>
                <a:spcPts val="2230"/>
              </a:spcBef>
              <a:tabLst>
                <a:tab pos="796925" algn="l"/>
                <a:tab pos="1968500" algn="l"/>
                <a:tab pos="2371090" algn="l"/>
              </a:tabLst>
            </a:pPr>
            <a:r>
              <a:rPr dirty="0" sz="240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sz="2400" spc="225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=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5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baseline="-15873" sz="2625" spc="-75">
                <a:solidFill>
                  <a:srgbClr val="8496AF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195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</a:t>
            </a:r>
            <a:r>
              <a:rPr dirty="0" sz="2400" spc="-95">
                <a:latin typeface="Cambria Math"/>
                <a:cs typeface="Cambria Math"/>
              </a:rPr>
              <a:t> </a:t>
            </a:r>
            <a:r>
              <a:rPr dirty="0" sz="2400" spc="-59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892">
                <a:solidFill>
                  <a:srgbClr val="C55A11"/>
                </a:solidFill>
                <a:latin typeface="Cambria Math"/>
                <a:cs typeface="Cambria Math"/>
              </a:rPr>
              <a:t>2</a:t>
            </a:r>
            <a:r>
              <a:rPr dirty="0" baseline="-15873" sz="2625">
                <a:solidFill>
                  <a:srgbClr val="C55A11"/>
                </a:solidFill>
                <a:latin typeface="Cambria Math"/>
                <a:cs typeface="Cambria Math"/>
              </a:rPr>
              <a:t>	</a:t>
            </a:r>
            <a:r>
              <a:rPr dirty="0" sz="2400" spc="-50">
                <a:latin typeface="Cambria Math"/>
                <a:cs typeface="Cambria Math"/>
              </a:rPr>
              <a:t>∪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63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952">
                <a:solidFill>
                  <a:srgbClr val="C55A11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359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</a:t>
            </a:r>
            <a:r>
              <a:rPr dirty="0" sz="2400" spc="5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baseline="-15873" sz="2625" spc="-37">
                <a:solidFill>
                  <a:srgbClr val="8496AF"/>
                </a:solidFill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76" name="object 76" descr=""/>
          <p:cNvSpPr txBox="1"/>
          <p:nvPr/>
        </p:nvSpPr>
        <p:spPr>
          <a:xfrm>
            <a:off x="4993022" y="1535290"/>
            <a:ext cx="11976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0">
                <a:latin typeface="Franklin Gothic Medium"/>
                <a:cs typeface="Franklin Gothic Medium"/>
              </a:rPr>
              <a:t>Example:</a:t>
            </a:r>
            <a:endParaRPr sz="2400">
              <a:latin typeface="Franklin Gothic Medium"/>
              <a:cs typeface="Franklin Gothic Medium"/>
            </a:endParaRPr>
          </a:p>
        </p:txBody>
      </p:sp>
      <p:grpSp>
        <p:nvGrpSpPr>
          <p:cNvPr id="77" name="object 77" descr=""/>
          <p:cNvGrpSpPr/>
          <p:nvPr/>
        </p:nvGrpSpPr>
        <p:grpSpPr>
          <a:xfrm>
            <a:off x="-6350" y="2131822"/>
            <a:ext cx="452120" cy="497840"/>
            <a:chOff x="-6350" y="2131822"/>
            <a:chExt cx="452120" cy="497840"/>
          </a:xfrm>
        </p:grpSpPr>
        <p:sp>
          <p:nvSpPr>
            <p:cNvPr id="78" name="object 78" descr=""/>
            <p:cNvSpPr/>
            <p:nvPr/>
          </p:nvSpPr>
          <p:spPr>
            <a:xfrm>
              <a:off x="0" y="2138175"/>
              <a:ext cx="439420" cy="485140"/>
            </a:xfrm>
            <a:custGeom>
              <a:avLst/>
              <a:gdLst/>
              <a:ahLst/>
              <a:cxnLst/>
              <a:rect l="l" t="t" r="r" b="b"/>
              <a:pathLst>
                <a:path w="439420" h="485139">
                  <a:moveTo>
                    <a:pt x="196596" y="0"/>
                  </a:moveTo>
                  <a:lnTo>
                    <a:pt x="196596" y="121158"/>
                  </a:lnTo>
                  <a:lnTo>
                    <a:pt x="0" y="121158"/>
                  </a:lnTo>
                  <a:lnTo>
                    <a:pt x="0" y="363474"/>
                  </a:lnTo>
                  <a:lnTo>
                    <a:pt x="196596" y="363474"/>
                  </a:lnTo>
                  <a:lnTo>
                    <a:pt x="196596" y="484632"/>
                  </a:lnTo>
                  <a:lnTo>
                    <a:pt x="438912" y="242316"/>
                  </a:lnTo>
                  <a:lnTo>
                    <a:pt x="19659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0" y="2138172"/>
              <a:ext cx="439420" cy="485140"/>
            </a:xfrm>
            <a:custGeom>
              <a:avLst/>
              <a:gdLst/>
              <a:ahLst/>
              <a:cxnLst/>
              <a:rect l="l" t="t" r="r" b="b"/>
              <a:pathLst>
                <a:path w="439420" h="485139">
                  <a:moveTo>
                    <a:pt x="0" y="121158"/>
                  </a:moveTo>
                  <a:lnTo>
                    <a:pt x="196596" y="121158"/>
                  </a:lnTo>
                  <a:lnTo>
                    <a:pt x="196596" y="0"/>
                  </a:lnTo>
                  <a:lnTo>
                    <a:pt x="438912" y="242316"/>
                  </a:lnTo>
                  <a:lnTo>
                    <a:pt x="196596" y="484632"/>
                  </a:lnTo>
                  <a:lnTo>
                    <a:pt x="196596" y="363474"/>
                  </a:lnTo>
                  <a:lnTo>
                    <a:pt x="0" y="3634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Closure</a:t>
            </a:r>
            <a:r>
              <a:rPr dirty="0" spc="-170"/>
              <a:t> </a:t>
            </a:r>
            <a:r>
              <a:rPr dirty="0" spc="-20"/>
              <a:t>Properties</a:t>
            </a:r>
            <a:r>
              <a:rPr dirty="0" spc="-160"/>
              <a:t> </a:t>
            </a:r>
            <a:r>
              <a:rPr dirty="0"/>
              <a:t>for</a:t>
            </a:r>
            <a:r>
              <a:rPr dirty="0" spc="-165"/>
              <a:t> </a:t>
            </a:r>
            <a:r>
              <a:rPr dirty="0" spc="-45"/>
              <a:t>RegEx</a:t>
            </a:r>
            <a:r>
              <a:rPr dirty="0" spc="-160"/>
              <a:t> </a:t>
            </a:r>
            <a:r>
              <a:rPr dirty="0"/>
              <a:t>-</a:t>
            </a:r>
            <a:r>
              <a:rPr dirty="0" spc="-140"/>
              <a:t> </a:t>
            </a:r>
            <a:r>
              <a:rPr dirty="0" spc="-10"/>
              <a:t>Union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452871" y="2095500"/>
            <a:ext cx="419100" cy="33845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dirty="0" sz="16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84919" y="2119883"/>
            <a:ext cx="424180" cy="33845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10"/>
              </a:spcBef>
            </a:pPr>
            <a:r>
              <a:rPr dirty="0" sz="16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492" sz="1725" spc="-37">
                <a:latin typeface="Cambria Math"/>
                <a:cs typeface="Cambria Math"/>
              </a:rPr>
              <a:t>2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6271005" y="2710942"/>
            <a:ext cx="735330" cy="741680"/>
            <a:chOff x="6271005" y="2710942"/>
            <a:chExt cx="735330" cy="741680"/>
          </a:xfrm>
        </p:grpSpPr>
        <p:sp>
          <p:nvSpPr>
            <p:cNvPr id="6" name="object 6" descr=""/>
            <p:cNvSpPr/>
            <p:nvPr/>
          </p:nvSpPr>
          <p:spPr>
            <a:xfrm>
              <a:off x="62773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361188" y="0"/>
                  </a:moveTo>
                  <a:lnTo>
                    <a:pt x="312176" y="3324"/>
                  </a:lnTo>
                  <a:lnTo>
                    <a:pt x="265169" y="13010"/>
                  </a:lnTo>
                  <a:lnTo>
                    <a:pt x="220597" y="28622"/>
                  </a:lnTo>
                  <a:lnTo>
                    <a:pt x="178889" y="49727"/>
                  </a:lnTo>
                  <a:lnTo>
                    <a:pt x="140476" y="75891"/>
                  </a:lnTo>
                  <a:lnTo>
                    <a:pt x="105789" y="106680"/>
                  </a:lnTo>
                  <a:lnTo>
                    <a:pt x="75257" y="141659"/>
                  </a:lnTo>
                  <a:lnTo>
                    <a:pt x="49312" y="180396"/>
                  </a:lnTo>
                  <a:lnTo>
                    <a:pt x="28383" y="222456"/>
                  </a:lnTo>
                  <a:lnTo>
                    <a:pt x="12901" y="267405"/>
                  </a:lnTo>
                  <a:lnTo>
                    <a:pt x="3297" y="314810"/>
                  </a:lnTo>
                  <a:lnTo>
                    <a:pt x="0" y="364236"/>
                  </a:lnTo>
                  <a:lnTo>
                    <a:pt x="3297" y="413661"/>
                  </a:lnTo>
                  <a:lnTo>
                    <a:pt x="12901" y="461066"/>
                  </a:lnTo>
                  <a:lnTo>
                    <a:pt x="28383" y="506015"/>
                  </a:lnTo>
                  <a:lnTo>
                    <a:pt x="49312" y="548075"/>
                  </a:lnTo>
                  <a:lnTo>
                    <a:pt x="75257" y="586812"/>
                  </a:lnTo>
                  <a:lnTo>
                    <a:pt x="105789" y="621792"/>
                  </a:lnTo>
                  <a:lnTo>
                    <a:pt x="140476" y="652580"/>
                  </a:lnTo>
                  <a:lnTo>
                    <a:pt x="178889" y="678744"/>
                  </a:lnTo>
                  <a:lnTo>
                    <a:pt x="220597" y="699849"/>
                  </a:lnTo>
                  <a:lnTo>
                    <a:pt x="265169" y="715461"/>
                  </a:lnTo>
                  <a:lnTo>
                    <a:pt x="312176" y="725147"/>
                  </a:lnTo>
                  <a:lnTo>
                    <a:pt x="361188" y="728472"/>
                  </a:lnTo>
                  <a:lnTo>
                    <a:pt x="410199" y="725147"/>
                  </a:lnTo>
                  <a:lnTo>
                    <a:pt x="457206" y="715461"/>
                  </a:lnTo>
                  <a:lnTo>
                    <a:pt x="501778" y="699849"/>
                  </a:lnTo>
                  <a:lnTo>
                    <a:pt x="543486" y="678744"/>
                  </a:lnTo>
                  <a:lnTo>
                    <a:pt x="581899" y="652580"/>
                  </a:lnTo>
                  <a:lnTo>
                    <a:pt x="616586" y="621792"/>
                  </a:lnTo>
                  <a:lnTo>
                    <a:pt x="647118" y="586812"/>
                  </a:lnTo>
                  <a:lnTo>
                    <a:pt x="673063" y="548075"/>
                  </a:lnTo>
                  <a:lnTo>
                    <a:pt x="693992" y="506015"/>
                  </a:lnTo>
                  <a:lnTo>
                    <a:pt x="709474" y="461066"/>
                  </a:lnTo>
                  <a:lnTo>
                    <a:pt x="719078" y="413661"/>
                  </a:lnTo>
                  <a:lnTo>
                    <a:pt x="722376" y="364236"/>
                  </a:lnTo>
                  <a:lnTo>
                    <a:pt x="719078" y="314810"/>
                  </a:lnTo>
                  <a:lnTo>
                    <a:pt x="709474" y="267405"/>
                  </a:lnTo>
                  <a:lnTo>
                    <a:pt x="693992" y="222456"/>
                  </a:lnTo>
                  <a:lnTo>
                    <a:pt x="673063" y="180396"/>
                  </a:lnTo>
                  <a:lnTo>
                    <a:pt x="647118" y="141659"/>
                  </a:lnTo>
                  <a:lnTo>
                    <a:pt x="616586" y="106680"/>
                  </a:lnTo>
                  <a:lnTo>
                    <a:pt x="581899" y="75891"/>
                  </a:lnTo>
                  <a:lnTo>
                    <a:pt x="543486" y="49727"/>
                  </a:lnTo>
                  <a:lnTo>
                    <a:pt x="501778" y="28622"/>
                  </a:lnTo>
                  <a:lnTo>
                    <a:pt x="457206" y="13010"/>
                  </a:lnTo>
                  <a:lnTo>
                    <a:pt x="410199" y="332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2773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0" y="364236"/>
                  </a:moveTo>
                  <a:lnTo>
                    <a:pt x="3297" y="314810"/>
                  </a:lnTo>
                  <a:lnTo>
                    <a:pt x="12901" y="267405"/>
                  </a:lnTo>
                  <a:lnTo>
                    <a:pt x="28383" y="222456"/>
                  </a:lnTo>
                  <a:lnTo>
                    <a:pt x="49312" y="180396"/>
                  </a:lnTo>
                  <a:lnTo>
                    <a:pt x="75257" y="141659"/>
                  </a:lnTo>
                  <a:lnTo>
                    <a:pt x="105789" y="106680"/>
                  </a:lnTo>
                  <a:lnTo>
                    <a:pt x="140476" y="75891"/>
                  </a:lnTo>
                  <a:lnTo>
                    <a:pt x="178889" y="49727"/>
                  </a:lnTo>
                  <a:lnTo>
                    <a:pt x="220597" y="28622"/>
                  </a:lnTo>
                  <a:lnTo>
                    <a:pt x="265169" y="13010"/>
                  </a:lnTo>
                  <a:lnTo>
                    <a:pt x="312176" y="3324"/>
                  </a:lnTo>
                  <a:lnTo>
                    <a:pt x="361188" y="0"/>
                  </a:lnTo>
                  <a:lnTo>
                    <a:pt x="410199" y="3324"/>
                  </a:lnTo>
                  <a:lnTo>
                    <a:pt x="457206" y="13010"/>
                  </a:lnTo>
                  <a:lnTo>
                    <a:pt x="501778" y="28622"/>
                  </a:lnTo>
                  <a:lnTo>
                    <a:pt x="543486" y="49727"/>
                  </a:lnTo>
                  <a:lnTo>
                    <a:pt x="581899" y="75891"/>
                  </a:lnTo>
                  <a:lnTo>
                    <a:pt x="616586" y="106680"/>
                  </a:lnTo>
                  <a:lnTo>
                    <a:pt x="647118" y="141659"/>
                  </a:lnTo>
                  <a:lnTo>
                    <a:pt x="673063" y="180396"/>
                  </a:lnTo>
                  <a:lnTo>
                    <a:pt x="693992" y="222456"/>
                  </a:lnTo>
                  <a:lnTo>
                    <a:pt x="709474" y="267405"/>
                  </a:lnTo>
                  <a:lnTo>
                    <a:pt x="719078" y="314810"/>
                  </a:lnTo>
                  <a:lnTo>
                    <a:pt x="722376" y="364236"/>
                  </a:lnTo>
                  <a:lnTo>
                    <a:pt x="719078" y="413661"/>
                  </a:lnTo>
                  <a:lnTo>
                    <a:pt x="709474" y="461066"/>
                  </a:lnTo>
                  <a:lnTo>
                    <a:pt x="693992" y="506015"/>
                  </a:lnTo>
                  <a:lnTo>
                    <a:pt x="673063" y="548075"/>
                  </a:lnTo>
                  <a:lnTo>
                    <a:pt x="647118" y="586812"/>
                  </a:lnTo>
                  <a:lnTo>
                    <a:pt x="616586" y="621792"/>
                  </a:lnTo>
                  <a:lnTo>
                    <a:pt x="581899" y="652580"/>
                  </a:lnTo>
                  <a:lnTo>
                    <a:pt x="543486" y="678744"/>
                  </a:lnTo>
                  <a:lnTo>
                    <a:pt x="501778" y="699849"/>
                  </a:lnTo>
                  <a:lnTo>
                    <a:pt x="457206" y="715461"/>
                  </a:lnTo>
                  <a:lnTo>
                    <a:pt x="410199" y="725147"/>
                  </a:lnTo>
                  <a:lnTo>
                    <a:pt x="361188" y="728472"/>
                  </a:lnTo>
                  <a:lnTo>
                    <a:pt x="312176" y="725147"/>
                  </a:lnTo>
                  <a:lnTo>
                    <a:pt x="265169" y="715461"/>
                  </a:lnTo>
                  <a:lnTo>
                    <a:pt x="220597" y="699849"/>
                  </a:lnTo>
                  <a:lnTo>
                    <a:pt x="178889" y="678744"/>
                  </a:lnTo>
                  <a:lnTo>
                    <a:pt x="140476" y="652580"/>
                  </a:lnTo>
                  <a:lnTo>
                    <a:pt x="105789" y="621792"/>
                  </a:lnTo>
                  <a:lnTo>
                    <a:pt x="75257" y="586812"/>
                  </a:lnTo>
                  <a:lnTo>
                    <a:pt x="49312" y="548075"/>
                  </a:lnTo>
                  <a:lnTo>
                    <a:pt x="28383" y="506015"/>
                  </a:lnTo>
                  <a:lnTo>
                    <a:pt x="12901" y="461066"/>
                  </a:lnTo>
                  <a:lnTo>
                    <a:pt x="3297" y="413661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514596" y="2941121"/>
            <a:ext cx="105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𝑡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590796" y="3037133"/>
            <a:ext cx="11112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latin typeface="Cambria Math"/>
                <a:cs typeface="Cambria Math"/>
              </a:rPr>
              <a:t>0</a:t>
            </a:r>
            <a:endParaRPr sz="1150">
              <a:latin typeface="Cambria Math"/>
              <a:cs typeface="Cambria Math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5916548" y="2710942"/>
            <a:ext cx="2461260" cy="741680"/>
            <a:chOff x="5916548" y="2710942"/>
            <a:chExt cx="2461260" cy="741680"/>
          </a:xfrm>
        </p:grpSpPr>
        <p:sp>
          <p:nvSpPr>
            <p:cNvPr id="11" name="object 11" descr=""/>
            <p:cNvSpPr/>
            <p:nvPr/>
          </p:nvSpPr>
          <p:spPr>
            <a:xfrm>
              <a:off x="5926073" y="3082290"/>
              <a:ext cx="288925" cy="0"/>
            </a:xfrm>
            <a:custGeom>
              <a:avLst/>
              <a:gdLst/>
              <a:ahLst/>
              <a:cxnLst/>
              <a:rect l="l" t="t" r="r" b="b"/>
              <a:pathLst>
                <a:path w="288925" h="0">
                  <a:moveTo>
                    <a:pt x="0" y="0"/>
                  </a:moveTo>
                  <a:lnTo>
                    <a:pt x="288709" y="0"/>
                  </a:lnTo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202080" y="304418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6489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361188" y="0"/>
                  </a:moveTo>
                  <a:lnTo>
                    <a:pt x="312176" y="3324"/>
                  </a:lnTo>
                  <a:lnTo>
                    <a:pt x="265169" y="13010"/>
                  </a:lnTo>
                  <a:lnTo>
                    <a:pt x="220597" y="28622"/>
                  </a:lnTo>
                  <a:lnTo>
                    <a:pt x="178889" y="49727"/>
                  </a:lnTo>
                  <a:lnTo>
                    <a:pt x="140476" y="75891"/>
                  </a:lnTo>
                  <a:lnTo>
                    <a:pt x="105789" y="106680"/>
                  </a:lnTo>
                  <a:lnTo>
                    <a:pt x="75257" y="141659"/>
                  </a:lnTo>
                  <a:lnTo>
                    <a:pt x="49312" y="180396"/>
                  </a:lnTo>
                  <a:lnTo>
                    <a:pt x="28383" y="222456"/>
                  </a:lnTo>
                  <a:lnTo>
                    <a:pt x="12901" y="267405"/>
                  </a:lnTo>
                  <a:lnTo>
                    <a:pt x="3297" y="314810"/>
                  </a:lnTo>
                  <a:lnTo>
                    <a:pt x="0" y="364236"/>
                  </a:lnTo>
                  <a:lnTo>
                    <a:pt x="3297" y="413661"/>
                  </a:lnTo>
                  <a:lnTo>
                    <a:pt x="12901" y="461066"/>
                  </a:lnTo>
                  <a:lnTo>
                    <a:pt x="28383" y="506015"/>
                  </a:lnTo>
                  <a:lnTo>
                    <a:pt x="49312" y="548075"/>
                  </a:lnTo>
                  <a:lnTo>
                    <a:pt x="75257" y="586812"/>
                  </a:lnTo>
                  <a:lnTo>
                    <a:pt x="105789" y="621792"/>
                  </a:lnTo>
                  <a:lnTo>
                    <a:pt x="140476" y="652580"/>
                  </a:lnTo>
                  <a:lnTo>
                    <a:pt x="178889" y="678744"/>
                  </a:lnTo>
                  <a:lnTo>
                    <a:pt x="220597" y="699849"/>
                  </a:lnTo>
                  <a:lnTo>
                    <a:pt x="265169" y="715461"/>
                  </a:lnTo>
                  <a:lnTo>
                    <a:pt x="312176" y="725147"/>
                  </a:lnTo>
                  <a:lnTo>
                    <a:pt x="361188" y="728472"/>
                  </a:lnTo>
                  <a:lnTo>
                    <a:pt x="410199" y="725147"/>
                  </a:lnTo>
                  <a:lnTo>
                    <a:pt x="457206" y="715461"/>
                  </a:lnTo>
                  <a:lnTo>
                    <a:pt x="501778" y="699849"/>
                  </a:lnTo>
                  <a:lnTo>
                    <a:pt x="543486" y="678744"/>
                  </a:lnTo>
                  <a:lnTo>
                    <a:pt x="581899" y="652580"/>
                  </a:lnTo>
                  <a:lnTo>
                    <a:pt x="616586" y="621792"/>
                  </a:lnTo>
                  <a:lnTo>
                    <a:pt x="647118" y="586812"/>
                  </a:lnTo>
                  <a:lnTo>
                    <a:pt x="673063" y="548075"/>
                  </a:lnTo>
                  <a:lnTo>
                    <a:pt x="693992" y="506015"/>
                  </a:lnTo>
                  <a:lnTo>
                    <a:pt x="709474" y="461066"/>
                  </a:lnTo>
                  <a:lnTo>
                    <a:pt x="719078" y="413661"/>
                  </a:lnTo>
                  <a:lnTo>
                    <a:pt x="722376" y="364236"/>
                  </a:lnTo>
                  <a:lnTo>
                    <a:pt x="719078" y="314810"/>
                  </a:lnTo>
                  <a:lnTo>
                    <a:pt x="709474" y="267405"/>
                  </a:lnTo>
                  <a:lnTo>
                    <a:pt x="693992" y="222456"/>
                  </a:lnTo>
                  <a:lnTo>
                    <a:pt x="673063" y="180396"/>
                  </a:lnTo>
                  <a:lnTo>
                    <a:pt x="647118" y="141659"/>
                  </a:lnTo>
                  <a:lnTo>
                    <a:pt x="616586" y="106680"/>
                  </a:lnTo>
                  <a:lnTo>
                    <a:pt x="581899" y="75891"/>
                  </a:lnTo>
                  <a:lnTo>
                    <a:pt x="543486" y="49727"/>
                  </a:lnTo>
                  <a:lnTo>
                    <a:pt x="501778" y="28622"/>
                  </a:lnTo>
                  <a:lnTo>
                    <a:pt x="457206" y="13010"/>
                  </a:lnTo>
                  <a:lnTo>
                    <a:pt x="410199" y="332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6489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0" y="364236"/>
                  </a:moveTo>
                  <a:lnTo>
                    <a:pt x="3297" y="314810"/>
                  </a:lnTo>
                  <a:lnTo>
                    <a:pt x="12901" y="267405"/>
                  </a:lnTo>
                  <a:lnTo>
                    <a:pt x="28383" y="222456"/>
                  </a:lnTo>
                  <a:lnTo>
                    <a:pt x="49312" y="180396"/>
                  </a:lnTo>
                  <a:lnTo>
                    <a:pt x="75257" y="141659"/>
                  </a:lnTo>
                  <a:lnTo>
                    <a:pt x="105789" y="106680"/>
                  </a:lnTo>
                  <a:lnTo>
                    <a:pt x="140476" y="75891"/>
                  </a:lnTo>
                  <a:lnTo>
                    <a:pt x="178889" y="49727"/>
                  </a:lnTo>
                  <a:lnTo>
                    <a:pt x="220597" y="28622"/>
                  </a:lnTo>
                  <a:lnTo>
                    <a:pt x="265169" y="13010"/>
                  </a:lnTo>
                  <a:lnTo>
                    <a:pt x="312176" y="3324"/>
                  </a:lnTo>
                  <a:lnTo>
                    <a:pt x="361188" y="0"/>
                  </a:lnTo>
                  <a:lnTo>
                    <a:pt x="410199" y="3324"/>
                  </a:lnTo>
                  <a:lnTo>
                    <a:pt x="457206" y="13010"/>
                  </a:lnTo>
                  <a:lnTo>
                    <a:pt x="501778" y="28622"/>
                  </a:lnTo>
                  <a:lnTo>
                    <a:pt x="543486" y="49727"/>
                  </a:lnTo>
                  <a:lnTo>
                    <a:pt x="581899" y="75891"/>
                  </a:lnTo>
                  <a:lnTo>
                    <a:pt x="616586" y="106680"/>
                  </a:lnTo>
                  <a:lnTo>
                    <a:pt x="647118" y="141659"/>
                  </a:lnTo>
                  <a:lnTo>
                    <a:pt x="673063" y="180396"/>
                  </a:lnTo>
                  <a:lnTo>
                    <a:pt x="693992" y="222456"/>
                  </a:lnTo>
                  <a:lnTo>
                    <a:pt x="709474" y="267405"/>
                  </a:lnTo>
                  <a:lnTo>
                    <a:pt x="719078" y="314810"/>
                  </a:lnTo>
                  <a:lnTo>
                    <a:pt x="722376" y="364236"/>
                  </a:lnTo>
                  <a:lnTo>
                    <a:pt x="719078" y="413661"/>
                  </a:lnTo>
                  <a:lnTo>
                    <a:pt x="709474" y="461066"/>
                  </a:lnTo>
                  <a:lnTo>
                    <a:pt x="693992" y="506015"/>
                  </a:lnTo>
                  <a:lnTo>
                    <a:pt x="673063" y="548075"/>
                  </a:lnTo>
                  <a:lnTo>
                    <a:pt x="647118" y="586812"/>
                  </a:lnTo>
                  <a:lnTo>
                    <a:pt x="616586" y="621792"/>
                  </a:lnTo>
                  <a:lnTo>
                    <a:pt x="581899" y="652580"/>
                  </a:lnTo>
                  <a:lnTo>
                    <a:pt x="543486" y="678744"/>
                  </a:lnTo>
                  <a:lnTo>
                    <a:pt x="501778" y="699849"/>
                  </a:lnTo>
                  <a:lnTo>
                    <a:pt x="457206" y="715461"/>
                  </a:lnTo>
                  <a:lnTo>
                    <a:pt x="410199" y="725147"/>
                  </a:lnTo>
                  <a:lnTo>
                    <a:pt x="361188" y="728472"/>
                  </a:lnTo>
                  <a:lnTo>
                    <a:pt x="312176" y="725147"/>
                  </a:lnTo>
                  <a:lnTo>
                    <a:pt x="265169" y="715461"/>
                  </a:lnTo>
                  <a:lnTo>
                    <a:pt x="220597" y="699849"/>
                  </a:lnTo>
                  <a:lnTo>
                    <a:pt x="178889" y="678744"/>
                  </a:lnTo>
                  <a:lnTo>
                    <a:pt x="140476" y="652580"/>
                  </a:lnTo>
                  <a:lnTo>
                    <a:pt x="105789" y="621792"/>
                  </a:lnTo>
                  <a:lnTo>
                    <a:pt x="75257" y="586812"/>
                  </a:lnTo>
                  <a:lnTo>
                    <a:pt x="49312" y="548075"/>
                  </a:lnTo>
                  <a:lnTo>
                    <a:pt x="28383" y="506015"/>
                  </a:lnTo>
                  <a:lnTo>
                    <a:pt x="12901" y="461066"/>
                  </a:lnTo>
                  <a:lnTo>
                    <a:pt x="3297" y="413661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7245801" y="2357804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888032" y="2941121"/>
            <a:ext cx="105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𝑡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959659" y="3037133"/>
            <a:ext cx="11112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latin typeface="Cambria Math"/>
                <a:cs typeface="Cambria Math"/>
              </a:rPr>
              <a:t>1</a:t>
            </a:r>
            <a:endParaRPr sz="1150">
              <a:latin typeface="Cambria Math"/>
              <a:cs typeface="Cambria Math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6183480" y="2554812"/>
            <a:ext cx="2132330" cy="954405"/>
            <a:chOff x="6183480" y="2554812"/>
            <a:chExt cx="2132330" cy="954405"/>
          </a:xfrm>
        </p:grpSpPr>
        <p:sp>
          <p:nvSpPr>
            <p:cNvPr id="19" name="object 19" descr=""/>
            <p:cNvSpPr/>
            <p:nvPr/>
          </p:nvSpPr>
          <p:spPr>
            <a:xfrm>
              <a:off x="7711440" y="2781300"/>
              <a:ext cx="597535" cy="601980"/>
            </a:xfrm>
            <a:custGeom>
              <a:avLst/>
              <a:gdLst/>
              <a:ahLst/>
              <a:cxnLst/>
              <a:rect l="l" t="t" r="r" b="b"/>
              <a:pathLst>
                <a:path w="597534" h="601979">
                  <a:moveTo>
                    <a:pt x="0" y="300989"/>
                  </a:moveTo>
                  <a:lnTo>
                    <a:pt x="3909" y="252168"/>
                  </a:lnTo>
                  <a:lnTo>
                    <a:pt x="15227" y="205854"/>
                  </a:lnTo>
                  <a:lnTo>
                    <a:pt x="33340" y="162668"/>
                  </a:lnTo>
                  <a:lnTo>
                    <a:pt x="57631" y="123230"/>
                  </a:lnTo>
                  <a:lnTo>
                    <a:pt x="87487" y="88158"/>
                  </a:lnTo>
                  <a:lnTo>
                    <a:pt x="122291" y="58074"/>
                  </a:lnTo>
                  <a:lnTo>
                    <a:pt x="161430" y="33596"/>
                  </a:lnTo>
                  <a:lnTo>
                    <a:pt x="204289" y="15344"/>
                  </a:lnTo>
                  <a:lnTo>
                    <a:pt x="250251" y="3939"/>
                  </a:lnTo>
                  <a:lnTo>
                    <a:pt x="298704" y="0"/>
                  </a:lnTo>
                  <a:lnTo>
                    <a:pt x="347156" y="3939"/>
                  </a:lnTo>
                  <a:lnTo>
                    <a:pt x="393118" y="15344"/>
                  </a:lnTo>
                  <a:lnTo>
                    <a:pt x="435977" y="33596"/>
                  </a:lnTo>
                  <a:lnTo>
                    <a:pt x="475116" y="58074"/>
                  </a:lnTo>
                  <a:lnTo>
                    <a:pt x="509920" y="88158"/>
                  </a:lnTo>
                  <a:lnTo>
                    <a:pt x="539776" y="123230"/>
                  </a:lnTo>
                  <a:lnTo>
                    <a:pt x="564067" y="162668"/>
                  </a:lnTo>
                  <a:lnTo>
                    <a:pt x="582180" y="205854"/>
                  </a:lnTo>
                  <a:lnTo>
                    <a:pt x="593498" y="252168"/>
                  </a:lnTo>
                  <a:lnTo>
                    <a:pt x="597408" y="300989"/>
                  </a:lnTo>
                  <a:lnTo>
                    <a:pt x="593498" y="349811"/>
                  </a:lnTo>
                  <a:lnTo>
                    <a:pt x="582180" y="396125"/>
                  </a:lnTo>
                  <a:lnTo>
                    <a:pt x="564067" y="439311"/>
                  </a:lnTo>
                  <a:lnTo>
                    <a:pt x="539776" y="478749"/>
                  </a:lnTo>
                  <a:lnTo>
                    <a:pt x="509920" y="513821"/>
                  </a:lnTo>
                  <a:lnTo>
                    <a:pt x="475116" y="543905"/>
                  </a:lnTo>
                  <a:lnTo>
                    <a:pt x="435977" y="568383"/>
                  </a:lnTo>
                  <a:lnTo>
                    <a:pt x="393118" y="586635"/>
                  </a:lnTo>
                  <a:lnTo>
                    <a:pt x="347156" y="598040"/>
                  </a:lnTo>
                  <a:lnTo>
                    <a:pt x="298704" y="601979"/>
                  </a:lnTo>
                  <a:lnTo>
                    <a:pt x="250251" y="598040"/>
                  </a:lnTo>
                  <a:lnTo>
                    <a:pt x="204289" y="586635"/>
                  </a:lnTo>
                  <a:lnTo>
                    <a:pt x="161430" y="568383"/>
                  </a:lnTo>
                  <a:lnTo>
                    <a:pt x="122291" y="543905"/>
                  </a:lnTo>
                  <a:lnTo>
                    <a:pt x="87487" y="513821"/>
                  </a:lnTo>
                  <a:lnTo>
                    <a:pt x="57631" y="478749"/>
                  </a:lnTo>
                  <a:lnTo>
                    <a:pt x="33340" y="439311"/>
                  </a:lnTo>
                  <a:lnTo>
                    <a:pt x="15227" y="396125"/>
                  </a:lnTo>
                  <a:lnTo>
                    <a:pt x="3909" y="349811"/>
                  </a:lnTo>
                  <a:lnTo>
                    <a:pt x="0" y="30098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999368" y="3243265"/>
              <a:ext cx="684530" cy="256540"/>
            </a:xfrm>
            <a:custGeom>
              <a:avLst/>
              <a:gdLst/>
              <a:ahLst/>
              <a:cxnLst/>
              <a:rect l="l" t="t" r="r" b="b"/>
              <a:pathLst>
                <a:path w="684529" h="256539">
                  <a:moveTo>
                    <a:pt x="684123" y="0"/>
                  </a:moveTo>
                  <a:lnTo>
                    <a:pt x="675865" y="41028"/>
                  </a:lnTo>
                  <a:lnTo>
                    <a:pt x="660534" y="79685"/>
                  </a:lnTo>
                  <a:lnTo>
                    <a:pt x="638720" y="115574"/>
                  </a:lnTo>
                  <a:lnTo>
                    <a:pt x="611015" y="148299"/>
                  </a:lnTo>
                  <a:lnTo>
                    <a:pt x="578009" y="177466"/>
                  </a:lnTo>
                  <a:lnTo>
                    <a:pt x="540296" y="202679"/>
                  </a:lnTo>
                  <a:lnTo>
                    <a:pt x="498466" y="223542"/>
                  </a:lnTo>
                  <a:lnTo>
                    <a:pt x="453110" y="239660"/>
                  </a:lnTo>
                  <a:lnTo>
                    <a:pt x="404820" y="250637"/>
                  </a:lnTo>
                  <a:lnTo>
                    <a:pt x="354187" y="256078"/>
                  </a:lnTo>
                  <a:lnTo>
                    <a:pt x="301802" y="255587"/>
                  </a:lnTo>
                  <a:lnTo>
                    <a:pt x="250842" y="249163"/>
                  </a:lnTo>
                  <a:lnTo>
                    <a:pt x="202561" y="237219"/>
                  </a:lnTo>
                  <a:lnTo>
                    <a:pt x="157509" y="220173"/>
                  </a:lnTo>
                  <a:lnTo>
                    <a:pt x="116239" y="198443"/>
                  </a:lnTo>
                  <a:lnTo>
                    <a:pt x="79302" y="172449"/>
                  </a:lnTo>
                  <a:lnTo>
                    <a:pt x="47249" y="142609"/>
                  </a:lnTo>
                  <a:lnTo>
                    <a:pt x="20631" y="109340"/>
                  </a:lnTo>
                  <a:lnTo>
                    <a:pt x="0" y="7306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966583" y="3255275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4">
                  <a:moveTo>
                    <a:pt x="13944" y="0"/>
                  </a:moveTo>
                  <a:lnTo>
                    <a:pt x="0" y="84048"/>
                  </a:lnTo>
                  <a:lnTo>
                    <a:pt x="72809" y="61582"/>
                  </a:lnTo>
                  <a:lnTo>
                    <a:pt x="139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193005" y="2564337"/>
              <a:ext cx="363855" cy="335915"/>
            </a:xfrm>
            <a:custGeom>
              <a:avLst/>
              <a:gdLst/>
              <a:ahLst/>
              <a:cxnLst/>
              <a:rect l="l" t="t" r="r" b="b"/>
              <a:pathLst>
                <a:path w="363854" h="335914">
                  <a:moveTo>
                    <a:pt x="131375" y="335315"/>
                  </a:moveTo>
                  <a:lnTo>
                    <a:pt x="84961" y="314951"/>
                  </a:lnTo>
                  <a:lnTo>
                    <a:pt x="47456" y="285434"/>
                  </a:lnTo>
                  <a:lnTo>
                    <a:pt x="20020" y="248839"/>
                  </a:lnTo>
                  <a:lnTo>
                    <a:pt x="3815" y="207243"/>
                  </a:lnTo>
                  <a:lnTo>
                    <a:pt x="0" y="162724"/>
                  </a:lnTo>
                  <a:lnTo>
                    <a:pt x="9735" y="117357"/>
                  </a:lnTo>
                  <a:lnTo>
                    <a:pt x="32527" y="75894"/>
                  </a:lnTo>
                  <a:lnTo>
                    <a:pt x="65570" y="42391"/>
                  </a:lnTo>
                  <a:lnTo>
                    <a:pt x="106537" y="17883"/>
                  </a:lnTo>
                  <a:lnTo>
                    <a:pt x="153104" y="3407"/>
                  </a:lnTo>
                  <a:lnTo>
                    <a:pt x="202942" y="0"/>
                  </a:lnTo>
                  <a:lnTo>
                    <a:pt x="253727" y="8696"/>
                  </a:lnTo>
                  <a:lnTo>
                    <a:pt x="287997" y="22372"/>
                  </a:lnTo>
                  <a:lnTo>
                    <a:pt x="318138" y="41338"/>
                  </a:lnTo>
                  <a:lnTo>
                    <a:pt x="343503" y="64882"/>
                  </a:lnTo>
                  <a:lnTo>
                    <a:pt x="363443" y="92287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516326" y="2632330"/>
              <a:ext cx="72390" cy="84455"/>
            </a:xfrm>
            <a:custGeom>
              <a:avLst/>
              <a:gdLst/>
              <a:ahLst/>
              <a:cxnLst/>
              <a:rect l="l" t="t" r="r" b="b"/>
              <a:pathLst>
                <a:path w="72390" h="84455">
                  <a:moveTo>
                    <a:pt x="72072" y="0"/>
                  </a:moveTo>
                  <a:lnTo>
                    <a:pt x="0" y="24739"/>
                  </a:lnTo>
                  <a:lnTo>
                    <a:pt x="60769" y="84442"/>
                  </a:lnTo>
                  <a:lnTo>
                    <a:pt x="720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6978904" y="2668292"/>
              <a:ext cx="684530" cy="257175"/>
            </a:xfrm>
            <a:custGeom>
              <a:avLst/>
              <a:gdLst/>
              <a:ahLst/>
              <a:cxnLst/>
              <a:rect l="l" t="t" r="r" b="b"/>
              <a:pathLst>
                <a:path w="684529" h="257175">
                  <a:moveTo>
                    <a:pt x="0" y="256832"/>
                  </a:moveTo>
                  <a:lnTo>
                    <a:pt x="8244" y="215688"/>
                  </a:lnTo>
                  <a:lnTo>
                    <a:pt x="23563" y="176922"/>
                  </a:lnTo>
                  <a:lnTo>
                    <a:pt x="45367" y="140931"/>
                  </a:lnTo>
                  <a:lnTo>
                    <a:pt x="73063" y="108112"/>
                  </a:lnTo>
                  <a:lnTo>
                    <a:pt x="106060" y="78861"/>
                  </a:lnTo>
                  <a:lnTo>
                    <a:pt x="143766" y="53573"/>
                  </a:lnTo>
                  <a:lnTo>
                    <a:pt x="185591" y="32647"/>
                  </a:lnTo>
                  <a:lnTo>
                    <a:pt x="230942" y="16479"/>
                  </a:lnTo>
                  <a:lnTo>
                    <a:pt x="279229" y="5464"/>
                  </a:lnTo>
                  <a:lnTo>
                    <a:pt x="329860" y="0"/>
                  </a:lnTo>
                  <a:lnTo>
                    <a:pt x="382244" y="482"/>
                  </a:lnTo>
                  <a:lnTo>
                    <a:pt x="433291" y="6929"/>
                  </a:lnTo>
                  <a:lnTo>
                    <a:pt x="481649" y="18929"/>
                  </a:lnTo>
                  <a:lnTo>
                    <a:pt x="526765" y="36061"/>
                  </a:lnTo>
                  <a:lnTo>
                    <a:pt x="568085" y="57904"/>
                  </a:lnTo>
                  <a:lnTo>
                    <a:pt x="605055" y="84034"/>
                  </a:lnTo>
                  <a:lnTo>
                    <a:pt x="637121" y="114030"/>
                  </a:lnTo>
                  <a:lnTo>
                    <a:pt x="663729" y="147471"/>
                  </a:lnTo>
                  <a:lnTo>
                    <a:pt x="684326" y="18393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623139" y="2829092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5">
                  <a:moveTo>
                    <a:pt x="72859" y="0"/>
                  </a:moveTo>
                  <a:lnTo>
                    <a:pt x="0" y="22313"/>
                  </a:lnTo>
                  <a:lnTo>
                    <a:pt x="58750" y="84023"/>
                  </a:lnTo>
                  <a:lnTo>
                    <a:pt x="728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6078696" y="2319326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7195928" y="3502177"/>
            <a:ext cx="2527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𝑎,</a:t>
            </a:r>
            <a:r>
              <a:rPr dirty="0" sz="1200" spc="-50">
                <a:latin typeface="Cambria Math"/>
                <a:cs typeface="Cambria Math"/>
              </a:rPr>
              <a:t> 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9379966" y="2688082"/>
            <a:ext cx="735330" cy="741680"/>
            <a:chOff x="9379966" y="2688082"/>
            <a:chExt cx="735330" cy="741680"/>
          </a:xfrm>
        </p:grpSpPr>
        <p:sp>
          <p:nvSpPr>
            <p:cNvPr id="29" name="object 29" descr=""/>
            <p:cNvSpPr/>
            <p:nvPr/>
          </p:nvSpPr>
          <p:spPr>
            <a:xfrm>
              <a:off x="9386316" y="269443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361188" y="0"/>
                  </a:moveTo>
                  <a:lnTo>
                    <a:pt x="312176" y="3324"/>
                  </a:lnTo>
                  <a:lnTo>
                    <a:pt x="265169" y="13010"/>
                  </a:lnTo>
                  <a:lnTo>
                    <a:pt x="220597" y="28622"/>
                  </a:lnTo>
                  <a:lnTo>
                    <a:pt x="178889" y="49727"/>
                  </a:lnTo>
                  <a:lnTo>
                    <a:pt x="140476" y="75891"/>
                  </a:lnTo>
                  <a:lnTo>
                    <a:pt x="105789" y="106680"/>
                  </a:lnTo>
                  <a:lnTo>
                    <a:pt x="75257" y="141659"/>
                  </a:lnTo>
                  <a:lnTo>
                    <a:pt x="49312" y="180396"/>
                  </a:lnTo>
                  <a:lnTo>
                    <a:pt x="28383" y="222456"/>
                  </a:lnTo>
                  <a:lnTo>
                    <a:pt x="12901" y="267405"/>
                  </a:lnTo>
                  <a:lnTo>
                    <a:pt x="3297" y="314810"/>
                  </a:lnTo>
                  <a:lnTo>
                    <a:pt x="0" y="364236"/>
                  </a:lnTo>
                  <a:lnTo>
                    <a:pt x="3297" y="413661"/>
                  </a:lnTo>
                  <a:lnTo>
                    <a:pt x="12901" y="461066"/>
                  </a:lnTo>
                  <a:lnTo>
                    <a:pt x="28383" y="506015"/>
                  </a:lnTo>
                  <a:lnTo>
                    <a:pt x="49312" y="548075"/>
                  </a:lnTo>
                  <a:lnTo>
                    <a:pt x="75257" y="586812"/>
                  </a:lnTo>
                  <a:lnTo>
                    <a:pt x="105789" y="621792"/>
                  </a:lnTo>
                  <a:lnTo>
                    <a:pt x="140476" y="652580"/>
                  </a:lnTo>
                  <a:lnTo>
                    <a:pt x="178889" y="678744"/>
                  </a:lnTo>
                  <a:lnTo>
                    <a:pt x="220597" y="699849"/>
                  </a:lnTo>
                  <a:lnTo>
                    <a:pt x="265169" y="715461"/>
                  </a:lnTo>
                  <a:lnTo>
                    <a:pt x="312176" y="725147"/>
                  </a:lnTo>
                  <a:lnTo>
                    <a:pt x="361188" y="728472"/>
                  </a:lnTo>
                  <a:lnTo>
                    <a:pt x="410199" y="725147"/>
                  </a:lnTo>
                  <a:lnTo>
                    <a:pt x="457206" y="715461"/>
                  </a:lnTo>
                  <a:lnTo>
                    <a:pt x="501778" y="699849"/>
                  </a:lnTo>
                  <a:lnTo>
                    <a:pt x="543486" y="678744"/>
                  </a:lnTo>
                  <a:lnTo>
                    <a:pt x="581899" y="652580"/>
                  </a:lnTo>
                  <a:lnTo>
                    <a:pt x="616586" y="621792"/>
                  </a:lnTo>
                  <a:lnTo>
                    <a:pt x="647118" y="586812"/>
                  </a:lnTo>
                  <a:lnTo>
                    <a:pt x="673063" y="548075"/>
                  </a:lnTo>
                  <a:lnTo>
                    <a:pt x="693992" y="506015"/>
                  </a:lnTo>
                  <a:lnTo>
                    <a:pt x="709474" y="461066"/>
                  </a:lnTo>
                  <a:lnTo>
                    <a:pt x="719078" y="413661"/>
                  </a:lnTo>
                  <a:lnTo>
                    <a:pt x="722376" y="364236"/>
                  </a:lnTo>
                  <a:lnTo>
                    <a:pt x="719078" y="314810"/>
                  </a:lnTo>
                  <a:lnTo>
                    <a:pt x="709474" y="267405"/>
                  </a:lnTo>
                  <a:lnTo>
                    <a:pt x="693992" y="222456"/>
                  </a:lnTo>
                  <a:lnTo>
                    <a:pt x="673063" y="180396"/>
                  </a:lnTo>
                  <a:lnTo>
                    <a:pt x="647118" y="141659"/>
                  </a:lnTo>
                  <a:lnTo>
                    <a:pt x="616586" y="106680"/>
                  </a:lnTo>
                  <a:lnTo>
                    <a:pt x="581899" y="75891"/>
                  </a:lnTo>
                  <a:lnTo>
                    <a:pt x="543486" y="49727"/>
                  </a:lnTo>
                  <a:lnTo>
                    <a:pt x="501778" y="28622"/>
                  </a:lnTo>
                  <a:lnTo>
                    <a:pt x="457206" y="13010"/>
                  </a:lnTo>
                  <a:lnTo>
                    <a:pt x="410199" y="332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9386316" y="269443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0" y="364236"/>
                  </a:moveTo>
                  <a:lnTo>
                    <a:pt x="3297" y="314810"/>
                  </a:lnTo>
                  <a:lnTo>
                    <a:pt x="12901" y="267405"/>
                  </a:lnTo>
                  <a:lnTo>
                    <a:pt x="28383" y="222456"/>
                  </a:lnTo>
                  <a:lnTo>
                    <a:pt x="49312" y="180396"/>
                  </a:lnTo>
                  <a:lnTo>
                    <a:pt x="75257" y="141659"/>
                  </a:lnTo>
                  <a:lnTo>
                    <a:pt x="105789" y="106680"/>
                  </a:lnTo>
                  <a:lnTo>
                    <a:pt x="140476" y="75891"/>
                  </a:lnTo>
                  <a:lnTo>
                    <a:pt x="178889" y="49727"/>
                  </a:lnTo>
                  <a:lnTo>
                    <a:pt x="220597" y="28622"/>
                  </a:lnTo>
                  <a:lnTo>
                    <a:pt x="265169" y="13010"/>
                  </a:lnTo>
                  <a:lnTo>
                    <a:pt x="312176" y="3324"/>
                  </a:lnTo>
                  <a:lnTo>
                    <a:pt x="361188" y="0"/>
                  </a:lnTo>
                  <a:lnTo>
                    <a:pt x="410199" y="3324"/>
                  </a:lnTo>
                  <a:lnTo>
                    <a:pt x="457206" y="13010"/>
                  </a:lnTo>
                  <a:lnTo>
                    <a:pt x="501778" y="28622"/>
                  </a:lnTo>
                  <a:lnTo>
                    <a:pt x="543486" y="49727"/>
                  </a:lnTo>
                  <a:lnTo>
                    <a:pt x="581899" y="75891"/>
                  </a:lnTo>
                  <a:lnTo>
                    <a:pt x="616586" y="106680"/>
                  </a:lnTo>
                  <a:lnTo>
                    <a:pt x="647118" y="141659"/>
                  </a:lnTo>
                  <a:lnTo>
                    <a:pt x="673063" y="180396"/>
                  </a:lnTo>
                  <a:lnTo>
                    <a:pt x="693992" y="222456"/>
                  </a:lnTo>
                  <a:lnTo>
                    <a:pt x="709474" y="267405"/>
                  </a:lnTo>
                  <a:lnTo>
                    <a:pt x="719078" y="314810"/>
                  </a:lnTo>
                  <a:lnTo>
                    <a:pt x="722376" y="364236"/>
                  </a:lnTo>
                  <a:lnTo>
                    <a:pt x="719078" y="413661"/>
                  </a:lnTo>
                  <a:lnTo>
                    <a:pt x="709474" y="461066"/>
                  </a:lnTo>
                  <a:lnTo>
                    <a:pt x="693992" y="506015"/>
                  </a:lnTo>
                  <a:lnTo>
                    <a:pt x="673063" y="548075"/>
                  </a:lnTo>
                  <a:lnTo>
                    <a:pt x="647118" y="586812"/>
                  </a:lnTo>
                  <a:lnTo>
                    <a:pt x="616586" y="621792"/>
                  </a:lnTo>
                  <a:lnTo>
                    <a:pt x="581899" y="652580"/>
                  </a:lnTo>
                  <a:lnTo>
                    <a:pt x="543486" y="678744"/>
                  </a:lnTo>
                  <a:lnTo>
                    <a:pt x="501778" y="699849"/>
                  </a:lnTo>
                  <a:lnTo>
                    <a:pt x="457206" y="715461"/>
                  </a:lnTo>
                  <a:lnTo>
                    <a:pt x="410199" y="725147"/>
                  </a:lnTo>
                  <a:lnTo>
                    <a:pt x="361188" y="728472"/>
                  </a:lnTo>
                  <a:lnTo>
                    <a:pt x="312176" y="725147"/>
                  </a:lnTo>
                  <a:lnTo>
                    <a:pt x="265169" y="715461"/>
                  </a:lnTo>
                  <a:lnTo>
                    <a:pt x="220597" y="699849"/>
                  </a:lnTo>
                  <a:lnTo>
                    <a:pt x="178889" y="678744"/>
                  </a:lnTo>
                  <a:lnTo>
                    <a:pt x="140476" y="652580"/>
                  </a:lnTo>
                  <a:lnTo>
                    <a:pt x="105789" y="621792"/>
                  </a:lnTo>
                  <a:lnTo>
                    <a:pt x="75257" y="586812"/>
                  </a:lnTo>
                  <a:lnTo>
                    <a:pt x="49312" y="548075"/>
                  </a:lnTo>
                  <a:lnTo>
                    <a:pt x="28383" y="506015"/>
                  </a:lnTo>
                  <a:lnTo>
                    <a:pt x="12901" y="461066"/>
                  </a:lnTo>
                  <a:lnTo>
                    <a:pt x="3297" y="413661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9599141" y="2918503"/>
            <a:ext cx="2349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9023984" y="2688082"/>
            <a:ext cx="2463165" cy="741680"/>
            <a:chOff x="9023984" y="2688082"/>
            <a:chExt cx="2463165" cy="741680"/>
          </a:xfrm>
        </p:grpSpPr>
        <p:sp>
          <p:nvSpPr>
            <p:cNvPr id="33" name="object 33" descr=""/>
            <p:cNvSpPr/>
            <p:nvPr/>
          </p:nvSpPr>
          <p:spPr>
            <a:xfrm>
              <a:off x="9033509" y="3059430"/>
              <a:ext cx="288925" cy="0"/>
            </a:xfrm>
            <a:custGeom>
              <a:avLst/>
              <a:gdLst/>
              <a:ahLst/>
              <a:cxnLst/>
              <a:rect l="l" t="t" r="r" b="b"/>
              <a:pathLst>
                <a:path w="288925" h="0">
                  <a:moveTo>
                    <a:pt x="0" y="0"/>
                  </a:moveTo>
                  <a:lnTo>
                    <a:pt x="288709" y="0"/>
                  </a:lnTo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9309515" y="302132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0757915" y="269443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361188" y="0"/>
                  </a:moveTo>
                  <a:lnTo>
                    <a:pt x="312176" y="3324"/>
                  </a:lnTo>
                  <a:lnTo>
                    <a:pt x="265169" y="13010"/>
                  </a:lnTo>
                  <a:lnTo>
                    <a:pt x="220597" y="28622"/>
                  </a:lnTo>
                  <a:lnTo>
                    <a:pt x="178889" y="49727"/>
                  </a:lnTo>
                  <a:lnTo>
                    <a:pt x="140476" y="75891"/>
                  </a:lnTo>
                  <a:lnTo>
                    <a:pt x="105789" y="106680"/>
                  </a:lnTo>
                  <a:lnTo>
                    <a:pt x="75257" y="141659"/>
                  </a:lnTo>
                  <a:lnTo>
                    <a:pt x="49312" y="180396"/>
                  </a:lnTo>
                  <a:lnTo>
                    <a:pt x="28383" y="222456"/>
                  </a:lnTo>
                  <a:lnTo>
                    <a:pt x="12901" y="267405"/>
                  </a:lnTo>
                  <a:lnTo>
                    <a:pt x="3297" y="314810"/>
                  </a:lnTo>
                  <a:lnTo>
                    <a:pt x="0" y="364236"/>
                  </a:lnTo>
                  <a:lnTo>
                    <a:pt x="3297" y="413661"/>
                  </a:lnTo>
                  <a:lnTo>
                    <a:pt x="12901" y="461066"/>
                  </a:lnTo>
                  <a:lnTo>
                    <a:pt x="28383" y="506015"/>
                  </a:lnTo>
                  <a:lnTo>
                    <a:pt x="49312" y="548075"/>
                  </a:lnTo>
                  <a:lnTo>
                    <a:pt x="75257" y="586812"/>
                  </a:lnTo>
                  <a:lnTo>
                    <a:pt x="105789" y="621792"/>
                  </a:lnTo>
                  <a:lnTo>
                    <a:pt x="140476" y="652580"/>
                  </a:lnTo>
                  <a:lnTo>
                    <a:pt x="178889" y="678744"/>
                  </a:lnTo>
                  <a:lnTo>
                    <a:pt x="220597" y="699849"/>
                  </a:lnTo>
                  <a:lnTo>
                    <a:pt x="265169" y="715461"/>
                  </a:lnTo>
                  <a:lnTo>
                    <a:pt x="312176" y="725147"/>
                  </a:lnTo>
                  <a:lnTo>
                    <a:pt x="361188" y="728472"/>
                  </a:lnTo>
                  <a:lnTo>
                    <a:pt x="410199" y="725147"/>
                  </a:lnTo>
                  <a:lnTo>
                    <a:pt x="457206" y="715461"/>
                  </a:lnTo>
                  <a:lnTo>
                    <a:pt x="501778" y="699849"/>
                  </a:lnTo>
                  <a:lnTo>
                    <a:pt x="543486" y="678744"/>
                  </a:lnTo>
                  <a:lnTo>
                    <a:pt x="581899" y="652580"/>
                  </a:lnTo>
                  <a:lnTo>
                    <a:pt x="616586" y="621792"/>
                  </a:lnTo>
                  <a:lnTo>
                    <a:pt x="647118" y="586812"/>
                  </a:lnTo>
                  <a:lnTo>
                    <a:pt x="673063" y="548075"/>
                  </a:lnTo>
                  <a:lnTo>
                    <a:pt x="693992" y="506015"/>
                  </a:lnTo>
                  <a:lnTo>
                    <a:pt x="709474" y="461066"/>
                  </a:lnTo>
                  <a:lnTo>
                    <a:pt x="719078" y="413661"/>
                  </a:lnTo>
                  <a:lnTo>
                    <a:pt x="722376" y="364236"/>
                  </a:lnTo>
                  <a:lnTo>
                    <a:pt x="719078" y="314810"/>
                  </a:lnTo>
                  <a:lnTo>
                    <a:pt x="709474" y="267405"/>
                  </a:lnTo>
                  <a:lnTo>
                    <a:pt x="693992" y="222456"/>
                  </a:lnTo>
                  <a:lnTo>
                    <a:pt x="673063" y="180396"/>
                  </a:lnTo>
                  <a:lnTo>
                    <a:pt x="647118" y="141659"/>
                  </a:lnTo>
                  <a:lnTo>
                    <a:pt x="616586" y="106680"/>
                  </a:lnTo>
                  <a:lnTo>
                    <a:pt x="581899" y="75891"/>
                  </a:lnTo>
                  <a:lnTo>
                    <a:pt x="543486" y="49727"/>
                  </a:lnTo>
                  <a:lnTo>
                    <a:pt x="501778" y="28622"/>
                  </a:lnTo>
                  <a:lnTo>
                    <a:pt x="457206" y="13010"/>
                  </a:lnTo>
                  <a:lnTo>
                    <a:pt x="410199" y="332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0757915" y="269443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0" y="364236"/>
                  </a:moveTo>
                  <a:lnTo>
                    <a:pt x="3297" y="314810"/>
                  </a:lnTo>
                  <a:lnTo>
                    <a:pt x="12901" y="267405"/>
                  </a:lnTo>
                  <a:lnTo>
                    <a:pt x="28383" y="222456"/>
                  </a:lnTo>
                  <a:lnTo>
                    <a:pt x="49312" y="180396"/>
                  </a:lnTo>
                  <a:lnTo>
                    <a:pt x="75257" y="141659"/>
                  </a:lnTo>
                  <a:lnTo>
                    <a:pt x="105789" y="106680"/>
                  </a:lnTo>
                  <a:lnTo>
                    <a:pt x="140476" y="75891"/>
                  </a:lnTo>
                  <a:lnTo>
                    <a:pt x="178889" y="49727"/>
                  </a:lnTo>
                  <a:lnTo>
                    <a:pt x="220597" y="28622"/>
                  </a:lnTo>
                  <a:lnTo>
                    <a:pt x="265169" y="13010"/>
                  </a:lnTo>
                  <a:lnTo>
                    <a:pt x="312176" y="3324"/>
                  </a:lnTo>
                  <a:lnTo>
                    <a:pt x="361188" y="0"/>
                  </a:lnTo>
                  <a:lnTo>
                    <a:pt x="410199" y="3324"/>
                  </a:lnTo>
                  <a:lnTo>
                    <a:pt x="457206" y="13010"/>
                  </a:lnTo>
                  <a:lnTo>
                    <a:pt x="501778" y="28622"/>
                  </a:lnTo>
                  <a:lnTo>
                    <a:pt x="543486" y="49727"/>
                  </a:lnTo>
                  <a:lnTo>
                    <a:pt x="581899" y="75891"/>
                  </a:lnTo>
                  <a:lnTo>
                    <a:pt x="616586" y="106680"/>
                  </a:lnTo>
                  <a:lnTo>
                    <a:pt x="647118" y="141659"/>
                  </a:lnTo>
                  <a:lnTo>
                    <a:pt x="673063" y="180396"/>
                  </a:lnTo>
                  <a:lnTo>
                    <a:pt x="693992" y="222456"/>
                  </a:lnTo>
                  <a:lnTo>
                    <a:pt x="709474" y="267405"/>
                  </a:lnTo>
                  <a:lnTo>
                    <a:pt x="719078" y="314810"/>
                  </a:lnTo>
                  <a:lnTo>
                    <a:pt x="722376" y="364236"/>
                  </a:lnTo>
                  <a:lnTo>
                    <a:pt x="719078" y="413661"/>
                  </a:lnTo>
                  <a:lnTo>
                    <a:pt x="709474" y="461066"/>
                  </a:lnTo>
                  <a:lnTo>
                    <a:pt x="693992" y="506015"/>
                  </a:lnTo>
                  <a:lnTo>
                    <a:pt x="673063" y="548075"/>
                  </a:lnTo>
                  <a:lnTo>
                    <a:pt x="647118" y="586812"/>
                  </a:lnTo>
                  <a:lnTo>
                    <a:pt x="616586" y="621792"/>
                  </a:lnTo>
                  <a:lnTo>
                    <a:pt x="581899" y="652580"/>
                  </a:lnTo>
                  <a:lnTo>
                    <a:pt x="543486" y="678744"/>
                  </a:lnTo>
                  <a:lnTo>
                    <a:pt x="501778" y="699849"/>
                  </a:lnTo>
                  <a:lnTo>
                    <a:pt x="457206" y="715461"/>
                  </a:lnTo>
                  <a:lnTo>
                    <a:pt x="410199" y="725147"/>
                  </a:lnTo>
                  <a:lnTo>
                    <a:pt x="361188" y="728472"/>
                  </a:lnTo>
                  <a:lnTo>
                    <a:pt x="312176" y="725147"/>
                  </a:lnTo>
                  <a:lnTo>
                    <a:pt x="265169" y="715461"/>
                  </a:lnTo>
                  <a:lnTo>
                    <a:pt x="220597" y="699849"/>
                  </a:lnTo>
                  <a:lnTo>
                    <a:pt x="178889" y="678744"/>
                  </a:lnTo>
                  <a:lnTo>
                    <a:pt x="140476" y="652580"/>
                  </a:lnTo>
                  <a:lnTo>
                    <a:pt x="105789" y="621792"/>
                  </a:lnTo>
                  <a:lnTo>
                    <a:pt x="75257" y="586812"/>
                  </a:lnTo>
                  <a:lnTo>
                    <a:pt x="49312" y="548075"/>
                  </a:lnTo>
                  <a:lnTo>
                    <a:pt x="28383" y="506015"/>
                  </a:lnTo>
                  <a:lnTo>
                    <a:pt x="12901" y="461066"/>
                  </a:lnTo>
                  <a:lnTo>
                    <a:pt x="3297" y="413661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11320207" y="2215814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0974100" y="2918503"/>
            <a:ext cx="23050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10075543" y="2473729"/>
            <a:ext cx="1425575" cy="1012825"/>
            <a:chOff x="10075543" y="2473729"/>
            <a:chExt cx="1425575" cy="1012825"/>
          </a:xfrm>
        </p:grpSpPr>
        <p:sp>
          <p:nvSpPr>
            <p:cNvPr id="40" name="object 40" descr=""/>
            <p:cNvSpPr/>
            <p:nvPr/>
          </p:nvSpPr>
          <p:spPr>
            <a:xfrm>
              <a:off x="10820400" y="2758440"/>
              <a:ext cx="597535" cy="601980"/>
            </a:xfrm>
            <a:custGeom>
              <a:avLst/>
              <a:gdLst/>
              <a:ahLst/>
              <a:cxnLst/>
              <a:rect l="l" t="t" r="r" b="b"/>
              <a:pathLst>
                <a:path w="597534" h="601979">
                  <a:moveTo>
                    <a:pt x="0" y="300989"/>
                  </a:moveTo>
                  <a:lnTo>
                    <a:pt x="3909" y="252168"/>
                  </a:lnTo>
                  <a:lnTo>
                    <a:pt x="15227" y="205854"/>
                  </a:lnTo>
                  <a:lnTo>
                    <a:pt x="33340" y="162668"/>
                  </a:lnTo>
                  <a:lnTo>
                    <a:pt x="57631" y="123230"/>
                  </a:lnTo>
                  <a:lnTo>
                    <a:pt x="87487" y="88158"/>
                  </a:lnTo>
                  <a:lnTo>
                    <a:pt x="122291" y="58074"/>
                  </a:lnTo>
                  <a:lnTo>
                    <a:pt x="161430" y="33596"/>
                  </a:lnTo>
                  <a:lnTo>
                    <a:pt x="204289" y="15344"/>
                  </a:lnTo>
                  <a:lnTo>
                    <a:pt x="250251" y="3939"/>
                  </a:lnTo>
                  <a:lnTo>
                    <a:pt x="298704" y="0"/>
                  </a:lnTo>
                  <a:lnTo>
                    <a:pt x="347156" y="3939"/>
                  </a:lnTo>
                  <a:lnTo>
                    <a:pt x="393118" y="15344"/>
                  </a:lnTo>
                  <a:lnTo>
                    <a:pt x="435977" y="33596"/>
                  </a:lnTo>
                  <a:lnTo>
                    <a:pt x="475116" y="58074"/>
                  </a:lnTo>
                  <a:lnTo>
                    <a:pt x="509920" y="88158"/>
                  </a:lnTo>
                  <a:lnTo>
                    <a:pt x="539776" y="123230"/>
                  </a:lnTo>
                  <a:lnTo>
                    <a:pt x="564067" y="162668"/>
                  </a:lnTo>
                  <a:lnTo>
                    <a:pt x="582180" y="205854"/>
                  </a:lnTo>
                  <a:lnTo>
                    <a:pt x="593498" y="252168"/>
                  </a:lnTo>
                  <a:lnTo>
                    <a:pt x="597408" y="300989"/>
                  </a:lnTo>
                  <a:lnTo>
                    <a:pt x="593498" y="349811"/>
                  </a:lnTo>
                  <a:lnTo>
                    <a:pt x="582180" y="396125"/>
                  </a:lnTo>
                  <a:lnTo>
                    <a:pt x="564067" y="439311"/>
                  </a:lnTo>
                  <a:lnTo>
                    <a:pt x="539776" y="478749"/>
                  </a:lnTo>
                  <a:lnTo>
                    <a:pt x="509920" y="513821"/>
                  </a:lnTo>
                  <a:lnTo>
                    <a:pt x="475116" y="543905"/>
                  </a:lnTo>
                  <a:lnTo>
                    <a:pt x="435977" y="568383"/>
                  </a:lnTo>
                  <a:lnTo>
                    <a:pt x="393118" y="586635"/>
                  </a:lnTo>
                  <a:lnTo>
                    <a:pt x="347156" y="598040"/>
                  </a:lnTo>
                  <a:lnTo>
                    <a:pt x="298704" y="601979"/>
                  </a:lnTo>
                  <a:lnTo>
                    <a:pt x="250251" y="598040"/>
                  </a:lnTo>
                  <a:lnTo>
                    <a:pt x="204289" y="586635"/>
                  </a:lnTo>
                  <a:lnTo>
                    <a:pt x="161430" y="568383"/>
                  </a:lnTo>
                  <a:lnTo>
                    <a:pt x="122291" y="543905"/>
                  </a:lnTo>
                  <a:lnTo>
                    <a:pt x="87487" y="513821"/>
                  </a:lnTo>
                  <a:lnTo>
                    <a:pt x="57631" y="478749"/>
                  </a:lnTo>
                  <a:lnTo>
                    <a:pt x="33340" y="439311"/>
                  </a:lnTo>
                  <a:lnTo>
                    <a:pt x="15227" y="396125"/>
                  </a:lnTo>
                  <a:lnTo>
                    <a:pt x="3909" y="349811"/>
                  </a:lnTo>
                  <a:lnTo>
                    <a:pt x="0" y="30098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0108328" y="3220405"/>
              <a:ext cx="684530" cy="256540"/>
            </a:xfrm>
            <a:custGeom>
              <a:avLst/>
              <a:gdLst/>
              <a:ahLst/>
              <a:cxnLst/>
              <a:rect l="l" t="t" r="r" b="b"/>
              <a:pathLst>
                <a:path w="684529" h="256539">
                  <a:moveTo>
                    <a:pt x="684123" y="0"/>
                  </a:moveTo>
                  <a:lnTo>
                    <a:pt x="675865" y="41028"/>
                  </a:lnTo>
                  <a:lnTo>
                    <a:pt x="660534" y="79685"/>
                  </a:lnTo>
                  <a:lnTo>
                    <a:pt x="638720" y="115574"/>
                  </a:lnTo>
                  <a:lnTo>
                    <a:pt x="611015" y="148299"/>
                  </a:lnTo>
                  <a:lnTo>
                    <a:pt x="578009" y="177466"/>
                  </a:lnTo>
                  <a:lnTo>
                    <a:pt x="540296" y="202679"/>
                  </a:lnTo>
                  <a:lnTo>
                    <a:pt x="498466" y="223542"/>
                  </a:lnTo>
                  <a:lnTo>
                    <a:pt x="453110" y="239660"/>
                  </a:lnTo>
                  <a:lnTo>
                    <a:pt x="404820" y="250637"/>
                  </a:lnTo>
                  <a:lnTo>
                    <a:pt x="354187" y="256078"/>
                  </a:lnTo>
                  <a:lnTo>
                    <a:pt x="301802" y="255587"/>
                  </a:lnTo>
                  <a:lnTo>
                    <a:pt x="250842" y="249163"/>
                  </a:lnTo>
                  <a:lnTo>
                    <a:pt x="202561" y="237219"/>
                  </a:lnTo>
                  <a:lnTo>
                    <a:pt x="157509" y="220173"/>
                  </a:lnTo>
                  <a:lnTo>
                    <a:pt x="116239" y="198443"/>
                  </a:lnTo>
                  <a:lnTo>
                    <a:pt x="79302" y="172449"/>
                  </a:lnTo>
                  <a:lnTo>
                    <a:pt x="47249" y="142609"/>
                  </a:lnTo>
                  <a:lnTo>
                    <a:pt x="20631" y="109340"/>
                  </a:lnTo>
                  <a:lnTo>
                    <a:pt x="0" y="7306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0075543" y="3232415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4">
                  <a:moveTo>
                    <a:pt x="13944" y="0"/>
                  </a:moveTo>
                  <a:lnTo>
                    <a:pt x="0" y="84048"/>
                  </a:lnTo>
                  <a:lnTo>
                    <a:pt x="72809" y="61582"/>
                  </a:lnTo>
                  <a:lnTo>
                    <a:pt x="139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1132024" y="2483254"/>
              <a:ext cx="354965" cy="294640"/>
            </a:xfrm>
            <a:custGeom>
              <a:avLst/>
              <a:gdLst/>
              <a:ahLst/>
              <a:cxnLst/>
              <a:rect l="l" t="t" r="r" b="b"/>
              <a:pathLst>
                <a:path w="354965" h="294639">
                  <a:moveTo>
                    <a:pt x="5620" y="215131"/>
                  </a:moveTo>
                  <a:lnTo>
                    <a:pt x="0" y="164788"/>
                  </a:lnTo>
                  <a:lnTo>
                    <a:pt x="6750" y="117585"/>
                  </a:lnTo>
                  <a:lnTo>
                    <a:pt x="24654" y="75562"/>
                  </a:lnTo>
                  <a:lnTo>
                    <a:pt x="52496" y="40761"/>
                  </a:lnTo>
                  <a:lnTo>
                    <a:pt x="89059" y="15221"/>
                  </a:lnTo>
                  <a:lnTo>
                    <a:pt x="133128" y="983"/>
                  </a:lnTo>
                  <a:lnTo>
                    <a:pt x="180360" y="0"/>
                  </a:lnTo>
                  <a:lnTo>
                    <a:pt x="225840" y="11863"/>
                  </a:lnTo>
                  <a:lnTo>
                    <a:pt x="267510" y="35078"/>
                  </a:lnTo>
                  <a:lnTo>
                    <a:pt x="303310" y="68149"/>
                  </a:lnTo>
                  <a:lnTo>
                    <a:pt x="331181" y="109581"/>
                  </a:lnTo>
                  <a:lnTo>
                    <a:pt x="349066" y="157879"/>
                  </a:lnTo>
                  <a:lnTo>
                    <a:pt x="354384" y="194379"/>
                  </a:lnTo>
                  <a:lnTo>
                    <a:pt x="353066" y="229945"/>
                  </a:lnTo>
                  <a:lnTo>
                    <a:pt x="345405" y="263664"/>
                  </a:lnTo>
                  <a:lnTo>
                    <a:pt x="331692" y="29462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1422043" y="2743290"/>
              <a:ext cx="79375" cy="82550"/>
            </a:xfrm>
            <a:custGeom>
              <a:avLst/>
              <a:gdLst/>
              <a:ahLst/>
              <a:cxnLst/>
              <a:rect l="l" t="t" r="r" b="b"/>
              <a:pathLst>
                <a:path w="79375" h="82550">
                  <a:moveTo>
                    <a:pt x="21259" y="0"/>
                  </a:moveTo>
                  <a:lnTo>
                    <a:pt x="0" y="82499"/>
                  </a:lnTo>
                  <a:lnTo>
                    <a:pt x="78752" y="50012"/>
                  </a:lnTo>
                  <a:lnTo>
                    <a:pt x="212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0087864" y="2645432"/>
              <a:ext cx="684530" cy="257175"/>
            </a:xfrm>
            <a:custGeom>
              <a:avLst/>
              <a:gdLst/>
              <a:ahLst/>
              <a:cxnLst/>
              <a:rect l="l" t="t" r="r" b="b"/>
              <a:pathLst>
                <a:path w="684529" h="257175">
                  <a:moveTo>
                    <a:pt x="0" y="256832"/>
                  </a:moveTo>
                  <a:lnTo>
                    <a:pt x="8244" y="215688"/>
                  </a:lnTo>
                  <a:lnTo>
                    <a:pt x="23563" y="176922"/>
                  </a:lnTo>
                  <a:lnTo>
                    <a:pt x="45367" y="140931"/>
                  </a:lnTo>
                  <a:lnTo>
                    <a:pt x="73063" y="108112"/>
                  </a:lnTo>
                  <a:lnTo>
                    <a:pt x="106060" y="78861"/>
                  </a:lnTo>
                  <a:lnTo>
                    <a:pt x="143766" y="53573"/>
                  </a:lnTo>
                  <a:lnTo>
                    <a:pt x="185591" y="32647"/>
                  </a:lnTo>
                  <a:lnTo>
                    <a:pt x="230942" y="16479"/>
                  </a:lnTo>
                  <a:lnTo>
                    <a:pt x="279229" y="5464"/>
                  </a:lnTo>
                  <a:lnTo>
                    <a:pt x="329860" y="0"/>
                  </a:lnTo>
                  <a:lnTo>
                    <a:pt x="382244" y="482"/>
                  </a:lnTo>
                  <a:lnTo>
                    <a:pt x="433291" y="6929"/>
                  </a:lnTo>
                  <a:lnTo>
                    <a:pt x="481649" y="18929"/>
                  </a:lnTo>
                  <a:lnTo>
                    <a:pt x="526765" y="36061"/>
                  </a:lnTo>
                  <a:lnTo>
                    <a:pt x="568085" y="57904"/>
                  </a:lnTo>
                  <a:lnTo>
                    <a:pt x="605055" y="84034"/>
                  </a:lnTo>
                  <a:lnTo>
                    <a:pt x="637121" y="114030"/>
                  </a:lnTo>
                  <a:lnTo>
                    <a:pt x="663729" y="147471"/>
                  </a:lnTo>
                  <a:lnTo>
                    <a:pt x="684326" y="18393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0732099" y="2806232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5">
                  <a:moveTo>
                    <a:pt x="72859" y="0"/>
                  </a:moveTo>
                  <a:lnTo>
                    <a:pt x="0" y="22313"/>
                  </a:lnTo>
                  <a:lnTo>
                    <a:pt x="58750" y="84023"/>
                  </a:lnTo>
                  <a:lnTo>
                    <a:pt x="728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 txBox="1"/>
          <p:nvPr/>
        </p:nvSpPr>
        <p:spPr>
          <a:xfrm>
            <a:off x="10278579" y="2359919"/>
            <a:ext cx="2527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𝑎,</a:t>
            </a:r>
            <a:r>
              <a:rPr dirty="0" sz="1200" spc="-50">
                <a:latin typeface="Cambria Math"/>
                <a:cs typeface="Cambria Math"/>
              </a:rPr>
              <a:t> 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10382792" y="3468772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49" name="object 49" descr=""/>
          <p:cNvGrpSpPr/>
          <p:nvPr/>
        </p:nvGrpSpPr>
        <p:grpSpPr>
          <a:xfrm>
            <a:off x="6272593" y="4049077"/>
            <a:ext cx="445770" cy="427355"/>
            <a:chOff x="6272593" y="4049077"/>
            <a:chExt cx="445770" cy="427355"/>
          </a:xfrm>
        </p:grpSpPr>
        <p:sp>
          <p:nvSpPr>
            <p:cNvPr id="50" name="object 50" descr=""/>
            <p:cNvSpPr/>
            <p:nvPr/>
          </p:nvSpPr>
          <p:spPr>
            <a:xfrm>
              <a:off x="6277355" y="4053840"/>
              <a:ext cx="436245" cy="417830"/>
            </a:xfrm>
            <a:custGeom>
              <a:avLst/>
              <a:gdLst/>
              <a:ahLst/>
              <a:cxnLst/>
              <a:rect l="l" t="t" r="r" b="b"/>
              <a:pathLst>
                <a:path w="436245" h="417829">
                  <a:moveTo>
                    <a:pt x="435864" y="0"/>
                  </a:moveTo>
                  <a:lnTo>
                    <a:pt x="0" y="0"/>
                  </a:lnTo>
                  <a:lnTo>
                    <a:pt x="0" y="417575"/>
                  </a:lnTo>
                  <a:lnTo>
                    <a:pt x="435864" y="417575"/>
                  </a:lnTo>
                  <a:lnTo>
                    <a:pt x="43586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6277355" y="4053840"/>
              <a:ext cx="436245" cy="417830"/>
            </a:xfrm>
            <a:custGeom>
              <a:avLst/>
              <a:gdLst/>
              <a:ahLst/>
              <a:cxnLst/>
              <a:rect l="l" t="t" r="r" b="b"/>
              <a:pathLst>
                <a:path w="436245" h="417829">
                  <a:moveTo>
                    <a:pt x="0" y="0"/>
                  </a:moveTo>
                  <a:lnTo>
                    <a:pt x="435864" y="0"/>
                  </a:lnTo>
                  <a:lnTo>
                    <a:pt x="435864" y="417575"/>
                  </a:lnTo>
                  <a:lnTo>
                    <a:pt x="0" y="41757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 descr=""/>
          <p:cNvSpPr txBox="1"/>
          <p:nvPr/>
        </p:nvSpPr>
        <p:spPr>
          <a:xfrm>
            <a:off x="6392489" y="4080133"/>
            <a:ext cx="1981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53" name="object 53" descr=""/>
          <p:cNvGrpSpPr/>
          <p:nvPr/>
        </p:nvGrpSpPr>
        <p:grpSpPr>
          <a:xfrm>
            <a:off x="7781290" y="5521197"/>
            <a:ext cx="890905" cy="898525"/>
            <a:chOff x="7781290" y="5521197"/>
            <a:chExt cx="890905" cy="898525"/>
          </a:xfrm>
        </p:grpSpPr>
        <p:sp>
          <p:nvSpPr>
            <p:cNvPr id="54" name="object 54" descr=""/>
            <p:cNvSpPr/>
            <p:nvPr/>
          </p:nvSpPr>
          <p:spPr>
            <a:xfrm>
              <a:off x="7787640" y="5527547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438912" y="0"/>
                  </a:moveTo>
                  <a:lnTo>
                    <a:pt x="391087" y="2597"/>
                  </a:lnTo>
                  <a:lnTo>
                    <a:pt x="344754" y="10211"/>
                  </a:lnTo>
                  <a:lnTo>
                    <a:pt x="300181" y="22569"/>
                  </a:lnTo>
                  <a:lnTo>
                    <a:pt x="257635" y="39404"/>
                  </a:lnTo>
                  <a:lnTo>
                    <a:pt x="217384" y="60443"/>
                  </a:lnTo>
                  <a:lnTo>
                    <a:pt x="179696" y="85418"/>
                  </a:lnTo>
                  <a:lnTo>
                    <a:pt x="144838" y="114058"/>
                  </a:lnTo>
                  <a:lnTo>
                    <a:pt x="113078" y="146093"/>
                  </a:lnTo>
                  <a:lnTo>
                    <a:pt x="84684" y="181254"/>
                  </a:lnTo>
                  <a:lnTo>
                    <a:pt x="59924" y="219269"/>
                  </a:lnTo>
                  <a:lnTo>
                    <a:pt x="39065" y="259870"/>
                  </a:lnTo>
                  <a:lnTo>
                    <a:pt x="22375" y="302785"/>
                  </a:lnTo>
                  <a:lnTo>
                    <a:pt x="10123" y="347746"/>
                  </a:lnTo>
                  <a:lnTo>
                    <a:pt x="2575" y="394481"/>
                  </a:lnTo>
                  <a:lnTo>
                    <a:pt x="0" y="442721"/>
                  </a:lnTo>
                  <a:lnTo>
                    <a:pt x="2575" y="490962"/>
                  </a:lnTo>
                  <a:lnTo>
                    <a:pt x="10123" y="537697"/>
                  </a:lnTo>
                  <a:lnTo>
                    <a:pt x="22375" y="582658"/>
                  </a:lnTo>
                  <a:lnTo>
                    <a:pt x="39065" y="625573"/>
                  </a:lnTo>
                  <a:lnTo>
                    <a:pt x="59924" y="666174"/>
                  </a:lnTo>
                  <a:lnTo>
                    <a:pt x="84684" y="704189"/>
                  </a:lnTo>
                  <a:lnTo>
                    <a:pt x="113078" y="739350"/>
                  </a:lnTo>
                  <a:lnTo>
                    <a:pt x="144838" y="771385"/>
                  </a:lnTo>
                  <a:lnTo>
                    <a:pt x="179696" y="800025"/>
                  </a:lnTo>
                  <a:lnTo>
                    <a:pt x="217384" y="825000"/>
                  </a:lnTo>
                  <a:lnTo>
                    <a:pt x="257635" y="846039"/>
                  </a:lnTo>
                  <a:lnTo>
                    <a:pt x="300181" y="862874"/>
                  </a:lnTo>
                  <a:lnTo>
                    <a:pt x="344754" y="875232"/>
                  </a:lnTo>
                  <a:lnTo>
                    <a:pt x="391087" y="882846"/>
                  </a:lnTo>
                  <a:lnTo>
                    <a:pt x="438912" y="885443"/>
                  </a:lnTo>
                  <a:lnTo>
                    <a:pt x="486736" y="882846"/>
                  </a:lnTo>
                  <a:lnTo>
                    <a:pt x="533069" y="875232"/>
                  </a:lnTo>
                  <a:lnTo>
                    <a:pt x="577642" y="862874"/>
                  </a:lnTo>
                  <a:lnTo>
                    <a:pt x="620188" y="846039"/>
                  </a:lnTo>
                  <a:lnTo>
                    <a:pt x="660439" y="825000"/>
                  </a:lnTo>
                  <a:lnTo>
                    <a:pt x="698127" y="800025"/>
                  </a:lnTo>
                  <a:lnTo>
                    <a:pt x="732985" y="771385"/>
                  </a:lnTo>
                  <a:lnTo>
                    <a:pt x="764745" y="739350"/>
                  </a:lnTo>
                  <a:lnTo>
                    <a:pt x="793139" y="704189"/>
                  </a:lnTo>
                  <a:lnTo>
                    <a:pt x="817899" y="666174"/>
                  </a:lnTo>
                  <a:lnTo>
                    <a:pt x="838758" y="625573"/>
                  </a:lnTo>
                  <a:lnTo>
                    <a:pt x="855448" y="582658"/>
                  </a:lnTo>
                  <a:lnTo>
                    <a:pt x="867700" y="537697"/>
                  </a:lnTo>
                  <a:lnTo>
                    <a:pt x="875248" y="490962"/>
                  </a:lnTo>
                  <a:lnTo>
                    <a:pt x="877824" y="442721"/>
                  </a:lnTo>
                  <a:lnTo>
                    <a:pt x="875248" y="394481"/>
                  </a:lnTo>
                  <a:lnTo>
                    <a:pt x="867700" y="347746"/>
                  </a:lnTo>
                  <a:lnTo>
                    <a:pt x="855448" y="302785"/>
                  </a:lnTo>
                  <a:lnTo>
                    <a:pt x="838758" y="259870"/>
                  </a:lnTo>
                  <a:lnTo>
                    <a:pt x="817899" y="219269"/>
                  </a:lnTo>
                  <a:lnTo>
                    <a:pt x="793139" y="181254"/>
                  </a:lnTo>
                  <a:lnTo>
                    <a:pt x="764745" y="146093"/>
                  </a:lnTo>
                  <a:lnTo>
                    <a:pt x="732985" y="114058"/>
                  </a:lnTo>
                  <a:lnTo>
                    <a:pt x="698127" y="85418"/>
                  </a:lnTo>
                  <a:lnTo>
                    <a:pt x="660439" y="60443"/>
                  </a:lnTo>
                  <a:lnTo>
                    <a:pt x="620188" y="39404"/>
                  </a:lnTo>
                  <a:lnTo>
                    <a:pt x="577642" y="22569"/>
                  </a:lnTo>
                  <a:lnTo>
                    <a:pt x="533069" y="10211"/>
                  </a:lnTo>
                  <a:lnTo>
                    <a:pt x="486736" y="2597"/>
                  </a:lnTo>
                  <a:lnTo>
                    <a:pt x="4389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7787640" y="5527547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0" y="442721"/>
                  </a:moveTo>
                  <a:lnTo>
                    <a:pt x="2575" y="394481"/>
                  </a:lnTo>
                  <a:lnTo>
                    <a:pt x="10123" y="347746"/>
                  </a:lnTo>
                  <a:lnTo>
                    <a:pt x="22375" y="302785"/>
                  </a:lnTo>
                  <a:lnTo>
                    <a:pt x="39065" y="259870"/>
                  </a:lnTo>
                  <a:lnTo>
                    <a:pt x="59924" y="219269"/>
                  </a:lnTo>
                  <a:lnTo>
                    <a:pt x="84684" y="181254"/>
                  </a:lnTo>
                  <a:lnTo>
                    <a:pt x="113078" y="146093"/>
                  </a:lnTo>
                  <a:lnTo>
                    <a:pt x="144838" y="114058"/>
                  </a:lnTo>
                  <a:lnTo>
                    <a:pt x="179696" y="85418"/>
                  </a:lnTo>
                  <a:lnTo>
                    <a:pt x="217384" y="60443"/>
                  </a:lnTo>
                  <a:lnTo>
                    <a:pt x="257635" y="39404"/>
                  </a:lnTo>
                  <a:lnTo>
                    <a:pt x="300181" y="22569"/>
                  </a:lnTo>
                  <a:lnTo>
                    <a:pt x="344754" y="10211"/>
                  </a:lnTo>
                  <a:lnTo>
                    <a:pt x="391087" y="2597"/>
                  </a:lnTo>
                  <a:lnTo>
                    <a:pt x="438912" y="0"/>
                  </a:lnTo>
                  <a:lnTo>
                    <a:pt x="486736" y="2597"/>
                  </a:lnTo>
                  <a:lnTo>
                    <a:pt x="533069" y="10211"/>
                  </a:lnTo>
                  <a:lnTo>
                    <a:pt x="577642" y="22569"/>
                  </a:lnTo>
                  <a:lnTo>
                    <a:pt x="620188" y="39404"/>
                  </a:lnTo>
                  <a:lnTo>
                    <a:pt x="660439" y="60443"/>
                  </a:lnTo>
                  <a:lnTo>
                    <a:pt x="698127" y="85418"/>
                  </a:lnTo>
                  <a:lnTo>
                    <a:pt x="732985" y="114058"/>
                  </a:lnTo>
                  <a:lnTo>
                    <a:pt x="764745" y="146093"/>
                  </a:lnTo>
                  <a:lnTo>
                    <a:pt x="793139" y="181254"/>
                  </a:lnTo>
                  <a:lnTo>
                    <a:pt x="817899" y="219269"/>
                  </a:lnTo>
                  <a:lnTo>
                    <a:pt x="838758" y="259870"/>
                  </a:lnTo>
                  <a:lnTo>
                    <a:pt x="855448" y="302785"/>
                  </a:lnTo>
                  <a:lnTo>
                    <a:pt x="867700" y="347746"/>
                  </a:lnTo>
                  <a:lnTo>
                    <a:pt x="875248" y="394481"/>
                  </a:lnTo>
                  <a:lnTo>
                    <a:pt x="877824" y="442721"/>
                  </a:lnTo>
                  <a:lnTo>
                    <a:pt x="875248" y="490962"/>
                  </a:lnTo>
                  <a:lnTo>
                    <a:pt x="867700" y="537697"/>
                  </a:lnTo>
                  <a:lnTo>
                    <a:pt x="855448" y="582658"/>
                  </a:lnTo>
                  <a:lnTo>
                    <a:pt x="838758" y="625573"/>
                  </a:lnTo>
                  <a:lnTo>
                    <a:pt x="817899" y="666174"/>
                  </a:lnTo>
                  <a:lnTo>
                    <a:pt x="793139" y="704189"/>
                  </a:lnTo>
                  <a:lnTo>
                    <a:pt x="764745" y="739350"/>
                  </a:lnTo>
                  <a:lnTo>
                    <a:pt x="732985" y="771385"/>
                  </a:lnTo>
                  <a:lnTo>
                    <a:pt x="698127" y="800025"/>
                  </a:lnTo>
                  <a:lnTo>
                    <a:pt x="660439" y="825000"/>
                  </a:lnTo>
                  <a:lnTo>
                    <a:pt x="620188" y="846039"/>
                  </a:lnTo>
                  <a:lnTo>
                    <a:pt x="577642" y="862874"/>
                  </a:lnTo>
                  <a:lnTo>
                    <a:pt x="533069" y="875232"/>
                  </a:lnTo>
                  <a:lnTo>
                    <a:pt x="486736" y="882846"/>
                  </a:lnTo>
                  <a:lnTo>
                    <a:pt x="438912" y="885443"/>
                  </a:lnTo>
                  <a:lnTo>
                    <a:pt x="391087" y="882846"/>
                  </a:lnTo>
                  <a:lnTo>
                    <a:pt x="344754" y="875232"/>
                  </a:lnTo>
                  <a:lnTo>
                    <a:pt x="300181" y="862874"/>
                  </a:lnTo>
                  <a:lnTo>
                    <a:pt x="257635" y="846039"/>
                  </a:lnTo>
                  <a:lnTo>
                    <a:pt x="217384" y="825000"/>
                  </a:lnTo>
                  <a:lnTo>
                    <a:pt x="179696" y="800025"/>
                  </a:lnTo>
                  <a:lnTo>
                    <a:pt x="144838" y="771385"/>
                  </a:lnTo>
                  <a:lnTo>
                    <a:pt x="113078" y="739350"/>
                  </a:lnTo>
                  <a:lnTo>
                    <a:pt x="84684" y="704189"/>
                  </a:lnTo>
                  <a:lnTo>
                    <a:pt x="59924" y="666174"/>
                  </a:lnTo>
                  <a:lnTo>
                    <a:pt x="39065" y="625573"/>
                  </a:lnTo>
                  <a:lnTo>
                    <a:pt x="22375" y="582658"/>
                  </a:lnTo>
                  <a:lnTo>
                    <a:pt x="10123" y="537697"/>
                  </a:lnTo>
                  <a:lnTo>
                    <a:pt x="2575" y="490962"/>
                  </a:lnTo>
                  <a:lnTo>
                    <a:pt x="0" y="4427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 descr=""/>
          <p:cNvSpPr txBox="1"/>
          <p:nvPr/>
        </p:nvSpPr>
        <p:spPr>
          <a:xfrm>
            <a:off x="7943843" y="5831324"/>
            <a:ext cx="5111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0</a:t>
            </a:r>
            <a:r>
              <a:rPr dirty="0" baseline="-14492" sz="1725" spc="11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57" name="object 57" descr=""/>
          <p:cNvGrpSpPr/>
          <p:nvPr/>
        </p:nvGrpSpPr>
        <p:grpSpPr>
          <a:xfrm>
            <a:off x="10305033" y="4039870"/>
            <a:ext cx="890905" cy="898525"/>
            <a:chOff x="10305033" y="4039870"/>
            <a:chExt cx="890905" cy="898525"/>
          </a:xfrm>
        </p:grpSpPr>
        <p:sp>
          <p:nvSpPr>
            <p:cNvPr id="58" name="object 58" descr=""/>
            <p:cNvSpPr/>
            <p:nvPr/>
          </p:nvSpPr>
          <p:spPr>
            <a:xfrm>
              <a:off x="10311383" y="4046220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438912" y="0"/>
                  </a:moveTo>
                  <a:lnTo>
                    <a:pt x="391087" y="2597"/>
                  </a:lnTo>
                  <a:lnTo>
                    <a:pt x="344754" y="10211"/>
                  </a:lnTo>
                  <a:lnTo>
                    <a:pt x="300181" y="22569"/>
                  </a:lnTo>
                  <a:lnTo>
                    <a:pt x="257635" y="39404"/>
                  </a:lnTo>
                  <a:lnTo>
                    <a:pt x="217384" y="60443"/>
                  </a:lnTo>
                  <a:lnTo>
                    <a:pt x="179696" y="85418"/>
                  </a:lnTo>
                  <a:lnTo>
                    <a:pt x="144838" y="114058"/>
                  </a:lnTo>
                  <a:lnTo>
                    <a:pt x="113078" y="146093"/>
                  </a:lnTo>
                  <a:lnTo>
                    <a:pt x="84684" y="181254"/>
                  </a:lnTo>
                  <a:lnTo>
                    <a:pt x="59924" y="219269"/>
                  </a:lnTo>
                  <a:lnTo>
                    <a:pt x="39065" y="259870"/>
                  </a:lnTo>
                  <a:lnTo>
                    <a:pt x="22375" y="302785"/>
                  </a:lnTo>
                  <a:lnTo>
                    <a:pt x="10123" y="347746"/>
                  </a:lnTo>
                  <a:lnTo>
                    <a:pt x="2575" y="394481"/>
                  </a:lnTo>
                  <a:lnTo>
                    <a:pt x="0" y="442721"/>
                  </a:lnTo>
                  <a:lnTo>
                    <a:pt x="2575" y="490962"/>
                  </a:lnTo>
                  <a:lnTo>
                    <a:pt x="10123" y="537697"/>
                  </a:lnTo>
                  <a:lnTo>
                    <a:pt x="22375" y="582658"/>
                  </a:lnTo>
                  <a:lnTo>
                    <a:pt x="39065" y="625573"/>
                  </a:lnTo>
                  <a:lnTo>
                    <a:pt x="59924" y="666174"/>
                  </a:lnTo>
                  <a:lnTo>
                    <a:pt x="84684" y="704189"/>
                  </a:lnTo>
                  <a:lnTo>
                    <a:pt x="113078" y="739350"/>
                  </a:lnTo>
                  <a:lnTo>
                    <a:pt x="144838" y="771385"/>
                  </a:lnTo>
                  <a:lnTo>
                    <a:pt x="179696" y="800025"/>
                  </a:lnTo>
                  <a:lnTo>
                    <a:pt x="217384" y="825000"/>
                  </a:lnTo>
                  <a:lnTo>
                    <a:pt x="257635" y="846039"/>
                  </a:lnTo>
                  <a:lnTo>
                    <a:pt x="300181" y="862874"/>
                  </a:lnTo>
                  <a:lnTo>
                    <a:pt x="344754" y="875232"/>
                  </a:lnTo>
                  <a:lnTo>
                    <a:pt x="391087" y="882846"/>
                  </a:lnTo>
                  <a:lnTo>
                    <a:pt x="438912" y="885443"/>
                  </a:lnTo>
                  <a:lnTo>
                    <a:pt x="486736" y="882846"/>
                  </a:lnTo>
                  <a:lnTo>
                    <a:pt x="533069" y="875232"/>
                  </a:lnTo>
                  <a:lnTo>
                    <a:pt x="577642" y="862874"/>
                  </a:lnTo>
                  <a:lnTo>
                    <a:pt x="620188" y="846039"/>
                  </a:lnTo>
                  <a:lnTo>
                    <a:pt x="660439" y="825000"/>
                  </a:lnTo>
                  <a:lnTo>
                    <a:pt x="698127" y="800025"/>
                  </a:lnTo>
                  <a:lnTo>
                    <a:pt x="732985" y="771385"/>
                  </a:lnTo>
                  <a:lnTo>
                    <a:pt x="764745" y="739350"/>
                  </a:lnTo>
                  <a:lnTo>
                    <a:pt x="793139" y="704189"/>
                  </a:lnTo>
                  <a:lnTo>
                    <a:pt x="817899" y="666174"/>
                  </a:lnTo>
                  <a:lnTo>
                    <a:pt x="838758" y="625573"/>
                  </a:lnTo>
                  <a:lnTo>
                    <a:pt x="855448" y="582658"/>
                  </a:lnTo>
                  <a:lnTo>
                    <a:pt x="867700" y="537697"/>
                  </a:lnTo>
                  <a:lnTo>
                    <a:pt x="875248" y="490962"/>
                  </a:lnTo>
                  <a:lnTo>
                    <a:pt x="877824" y="442721"/>
                  </a:lnTo>
                  <a:lnTo>
                    <a:pt x="875248" y="394481"/>
                  </a:lnTo>
                  <a:lnTo>
                    <a:pt x="867700" y="347746"/>
                  </a:lnTo>
                  <a:lnTo>
                    <a:pt x="855448" y="302785"/>
                  </a:lnTo>
                  <a:lnTo>
                    <a:pt x="838758" y="259870"/>
                  </a:lnTo>
                  <a:lnTo>
                    <a:pt x="817899" y="219269"/>
                  </a:lnTo>
                  <a:lnTo>
                    <a:pt x="793139" y="181254"/>
                  </a:lnTo>
                  <a:lnTo>
                    <a:pt x="764745" y="146093"/>
                  </a:lnTo>
                  <a:lnTo>
                    <a:pt x="732985" y="114058"/>
                  </a:lnTo>
                  <a:lnTo>
                    <a:pt x="698127" y="85418"/>
                  </a:lnTo>
                  <a:lnTo>
                    <a:pt x="660439" y="60443"/>
                  </a:lnTo>
                  <a:lnTo>
                    <a:pt x="620188" y="39404"/>
                  </a:lnTo>
                  <a:lnTo>
                    <a:pt x="577642" y="22569"/>
                  </a:lnTo>
                  <a:lnTo>
                    <a:pt x="533069" y="10211"/>
                  </a:lnTo>
                  <a:lnTo>
                    <a:pt x="486736" y="2597"/>
                  </a:lnTo>
                  <a:lnTo>
                    <a:pt x="4389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10311383" y="4046220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0" y="442721"/>
                  </a:moveTo>
                  <a:lnTo>
                    <a:pt x="2575" y="394481"/>
                  </a:lnTo>
                  <a:lnTo>
                    <a:pt x="10123" y="347746"/>
                  </a:lnTo>
                  <a:lnTo>
                    <a:pt x="22375" y="302785"/>
                  </a:lnTo>
                  <a:lnTo>
                    <a:pt x="39065" y="259870"/>
                  </a:lnTo>
                  <a:lnTo>
                    <a:pt x="59924" y="219269"/>
                  </a:lnTo>
                  <a:lnTo>
                    <a:pt x="84684" y="181254"/>
                  </a:lnTo>
                  <a:lnTo>
                    <a:pt x="113078" y="146093"/>
                  </a:lnTo>
                  <a:lnTo>
                    <a:pt x="144838" y="114058"/>
                  </a:lnTo>
                  <a:lnTo>
                    <a:pt x="179696" y="85418"/>
                  </a:lnTo>
                  <a:lnTo>
                    <a:pt x="217384" y="60443"/>
                  </a:lnTo>
                  <a:lnTo>
                    <a:pt x="257635" y="39404"/>
                  </a:lnTo>
                  <a:lnTo>
                    <a:pt x="300181" y="22569"/>
                  </a:lnTo>
                  <a:lnTo>
                    <a:pt x="344754" y="10211"/>
                  </a:lnTo>
                  <a:lnTo>
                    <a:pt x="391087" y="2597"/>
                  </a:lnTo>
                  <a:lnTo>
                    <a:pt x="438912" y="0"/>
                  </a:lnTo>
                  <a:lnTo>
                    <a:pt x="486736" y="2597"/>
                  </a:lnTo>
                  <a:lnTo>
                    <a:pt x="533069" y="10211"/>
                  </a:lnTo>
                  <a:lnTo>
                    <a:pt x="577642" y="22569"/>
                  </a:lnTo>
                  <a:lnTo>
                    <a:pt x="620188" y="39404"/>
                  </a:lnTo>
                  <a:lnTo>
                    <a:pt x="660439" y="60443"/>
                  </a:lnTo>
                  <a:lnTo>
                    <a:pt x="698127" y="85418"/>
                  </a:lnTo>
                  <a:lnTo>
                    <a:pt x="732985" y="114058"/>
                  </a:lnTo>
                  <a:lnTo>
                    <a:pt x="764745" y="146093"/>
                  </a:lnTo>
                  <a:lnTo>
                    <a:pt x="793139" y="181254"/>
                  </a:lnTo>
                  <a:lnTo>
                    <a:pt x="817899" y="219269"/>
                  </a:lnTo>
                  <a:lnTo>
                    <a:pt x="838758" y="259870"/>
                  </a:lnTo>
                  <a:lnTo>
                    <a:pt x="855448" y="302785"/>
                  </a:lnTo>
                  <a:lnTo>
                    <a:pt x="867700" y="347746"/>
                  </a:lnTo>
                  <a:lnTo>
                    <a:pt x="875248" y="394481"/>
                  </a:lnTo>
                  <a:lnTo>
                    <a:pt x="877824" y="442721"/>
                  </a:lnTo>
                  <a:lnTo>
                    <a:pt x="875248" y="490962"/>
                  </a:lnTo>
                  <a:lnTo>
                    <a:pt x="867700" y="537697"/>
                  </a:lnTo>
                  <a:lnTo>
                    <a:pt x="855448" y="582658"/>
                  </a:lnTo>
                  <a:lnTo>
                    <a:pt x="838758" y="625573"/>
                  </a:lnTo>
                  <a:lnTo>
                    <a:pt x="817899" y="666174"/>
                  </a:lnTo>
                  <a:lnTo>
                    <a:pt x="793139" y="704189"/>
                  </a:lnTo>
                  <a:lnTo>
                    <a:pt x="764745" y="739350"/>
                  </a:lnTo>
                  <a:lnTo>
                    <a:pt x="732985" y="771385"/>
                  </a:lnTo>
                  <a:lnTo>
                    <a:pt x="698127" y="800025"/>
                  </a:lnTo>
                  <a:lnTo>
                    <a:pt x="660439" y="825000"/>
                  </a:lnTo>
                  <a:lnTo>
                    <a:pt x="620188" y="846039"/>
                  </a:lnTo>
                  <a:lnTo>
                    <a:pt x="577642" y="862874"/>
                  </a:lnTo>
                  <a:lnTo>
                    <a:pt x="533069" y="875232"/>
                  </a:lnTo>
                  <a:lnTo>
                    <a:pt x="486736" y="882846"/>
                  </a:lnTo>
                  <a:lnTo>
                    <a:pt x="438912" y="885443"/>
                  </a:lnTo>
                  <a:lnTo>
                    <a:pt x="391087" y="882846"/>
                  </a:lnTo>
                  <a:lnTo>
                    <a:pt x="344754" y="875232"/>
                  </a:lnTo>
                  <a:lnTo>
                    <a:pt x="300181" y="862874"/>
                  </a:lnTo>
                  <a:lnTo>
                    <a:pt x="257635" y="846039"/>
                  </a:lnTo>
                  <a:lnTo>
                    <a:pt x="217384" y="825000"/>
                  </a:lnTo>
                  <a:lnTo>
                    <a:pt x="179696" y="800025"/>
                  </a:lnTo>
                  <a:lnTo>
                    <a:pt x="144838" y="771385"/>
                  </a:lnTo>
                  <a:lnTo>
                    <a:pt x="113078" y="739350"/>
                  </a:lnTo>
                  <a:lnTo>
                    <a:pt x="84684" y="704189"/>
                  </a:lnTo>
                  <a:lnTo>
                    <a:pt x="59924" y="666174"/>
                  </a:lnTo>
                  <a:lnTo>
                    <a:pt x="39065" y="625573"/>
                  </a:lnTo>
                  <a:lnTo>
                    <a:pt x="22375" y="582658"/>
                  </a:lnTo>
                  <a:lnTo>
                    <a:pt x="10123" y="537697"/>
                  </a:lnTo>
                  <a:lnTo>
                    <a:pt x="2575" y="490962"/>
                  </a:lnTo>
                  <a:lnTo>
                    <a:pt x="0" y="4427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 descr=""/>
          <p:cNvSpPr txBox="1"/>
          <p:nvPr/>
        </p:nvSpPr>
        <p:spPr>
          <a:xfrm>
            <a:off x="10467945" y="4349723"/>
            <a:ext cx="5111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1</a:t>
            </a:r>
            <a:r>
              <a:rPr dirty="0" baseline="-14492" sz="1725" spc="5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61" name="object 61" descr=""/>
          <p:cNvGrpSpPr/>
          <p:nvPr/>
        </p:nvGrpSpPr>
        <p:grpSpPr>
          <a:xfrm>
            <a:off x="10343133" y="5509005"/>
            <a:ext cx="889000" cy="896619"/>
            <a:chOff x="10343133" y="5509005"/>
            <a:chExt cx="889000" cy="896619"/>
          </a:xfrm>
        </p:grpSpPr>
        <p:sp>
          <p:nvSpPr>
            <p:cNvPr id="62" name="object 62" descr=""/>
            <p:cNvSpPr/>
            <p:nvPr/>
          </p:nvSpPr>
          <p:spPr>
            <a:xfrm>
              <a:off x="10349483" y="5515355"/>
              <a:ext cx="876300" cy="883919"/>
            </a:xfrm>
            <a:custGeom>
              <a:avLst/>
              <a:gdLst/>
              <a:ahLst/>
              <a:cxnLst/>
              <a:rect l="l" t="t" r="r" b="b"/>
              <a:pathLst>
                <a:path w="876300" h="883920">
                  <a:moveTo>
                    <a:pt x="438150" y="0"/>
                  </a:moveTo>
                  <a:lnTo>
                    <a:pt x="390408" y="2593"/>
                  </a:lnTo>
                  <a:lnTo>
                    <a:pt x="344155" y="10193"/>
                  </a:lnTo>
                  <a:lnTo>
                    <a:pt x="299659" y="22530"/>
                  </a:lnTo>
                  <a:lnTo>
                    <a:pt x="257187" y="39335"/>
                  </a:lnTo>
                  <a:lnTo>
                    <a:pt x="217006" y="60339"/>
                  </a:lnTo>
                  <a:lnTo>
                    <a:pt x="179383" y="85270"/>
                  </a:lnTo>
                  <a:lnTo>
                    <a:pt x="144585" y="113861"/>
                  </a:lnTo>
                  <a:lnTo>
                    <a:pt x="112881" y="145841"/>
                  </a:lnTo>
                  <a:lnTo>
                    <a:pt x="84536" y="180941"/>
                  </a:lnTo>
                  <a:lnTo>
                    <a:pt x="59819" y="218891"/>
                  </a:lnTo>
                  <a:lnTo>
                    <a:pt x="38997" y="259422"/>
                  </a:lnTo>
                  <a:lnTo>
                    <a:pt x="22336" y="302264"/>
                  </a:lnTo>
                  <a:lnTo>
                    <a:pt x="10105" y="347147"/>
                  </a:lnTo>
                  <a:lnTo>
                    <a:pt x="2570" y="393802"/>
                  </a:lnTo>
                  <a:lnTo>
                    <a:pt x="0" y="441960"/>
                  </a:lnTo>
                  <a:lnTo>
                    <a:pt x="2570" y="490115"/>
                  </a:lnTo>
                  <a:lnTo>
                    <a:pt x="10105" y="536768"/>
                  </a:lnTo>
                  <a:lnTo>
                    <a:pt x="22336" y="581651"/>
                  </a:lnTo>
                  <a:lnTo>
                    <a:pt x="38997" y="624492"/>
                  </a:lnTo>
                  <a:lnTo>
                    <a:pt x="59819" y="665022"/>
                  </a:lnTo>
                  <a:lnTo>
                    <a:pt x="84536" y="702973"/>
                  </a:lnTo>
                  <a:lnTo>
                    <a:pt x="112881" y="738073"/>
                  </a:lnTo>
                  <a:lnTo>
                    <a:pt x="144585" y="770054"/>
                  </a:lnTo>
                  <a:lnTo>
                    <a:pt x="179383" y="798645"/>
                  </a:lnTo>
                  <a:lnTo>
                    <a:pt x="217006" y="823578"/>
                  </a:lnTo>
                  <a:lnTo>
                    <a:pt x="257187" y="844582"/>
                  </a:lnTo>
                  <a:lnTo>
                    <a:pt x="299659" y="861387"/>
                  </a:lnTo>
                  <a:lnTo>
                    <a:pt x="344155" y="873725"/>
                  </a:lnTo>
                  <a:lnTo>
                    <a:pt x="390408" y="881326"/>
                  </a:lnTo>
                  <a:lnTo>
                    <a:pt x="438150" y="883920"/>
                  </a:lnTo>
                  <a:lnTo>
                    <a:pt x="485891" y="881326"/>
                  </a:lnTo>
                  <a:lnTo>
                    <a:pt x="532144" y="873725"/>
                  </a:lnTo>
                  <a:lnTo>
                    <a:pt x="576640" y="861387"/>
                  </a:lnTo>
                  <a:lnTo>
                    <a:pt x="619112" y="844582"/>
                  </a:lnTo>
                  <a:lnTo>
                    <a:pt x="659293" y="823578"/>
                  </a:lnTo>
                  <a:lnTo>
                    <a:pt x="696916" y="798645"/>
                  </a:lnTo>
                  <a:lnTo>
                    <a:pt x="731714" y="770054"/>
                  </a:lnTo>
                  <a:lnTo>
                    <a:pt x="763418" y="738073"/>
                  </a:lnTo>
                  <a:lnTo>
                    <a:pt x="791763" y="702973"/>
                  </a:lnTo>
                  <a:lnTo>
                    <a:pt x="816480" y="665022"/>
                  </a:lnTo>
                  <a:lnTo>
                    <a:pt x="837302" y="624492"/>
                  </a:lnTo>
                  <a:lnTo>
                    <a:pt x="853963" y="581651"/>
                  </a:lnTo>
                  <a:lnTo>
                    <a:pt x="866194" y="536768"/>
                  </a:lnTo>
                  <a:lnTo>
                    <a:pt x="873729" y="490115"/>
                  </a:lnTo>
                  <a:lnTo>
                    <a:pt x="876300" y="441960"/>
                  </a:lnTo>
                  <a:lnTo>
                    <a:pt x="873729" y="393802"/>
                  </a:lnTo>
                  <a:lnTo>
                    <a:pt x="866194" y="347147"/>
                  </a:lnTo>
                  <a:lnTo>
                    <a:pt x="853963" y="302264"/>
                  </a:lnTo>
                  <a:lnTo>
                    <a:pt x="837302" y="259422"/>
                  </a:lnTo>
                  <a:lnTo>
                    <a:pt x="816480" y="218891"/>
                  </a:lnTo>
                  <a:lnTo>
                    <a:pt x="791763" y="180941"/>
                  </a:lnTo>
                  <a:lnTo>
                    <a:pt x="763418" y="145841"/>
                  </a:lnTo>
                  <a:lnTo>
                    <a:pt x="731714" y="113861"/>
                  </a:lnTo>
                  <a:lnTo>
                    <a:pt x="696916" y="85270"/>
                  </a:lnTo>
                  <a:lnTo>
                    <a:pt x="659293" y="60339"/>
                  </a:lnTo>
                  <a:lnTo>
                    <a:pt x="619112" y="39335"/>
                  </a:lnTo>
                  <a:lnTo>
                    <a:pt x="576640" y="22530"/>
                  </a:lnTo>
                  <a:lnTo>
                    <a:pt x="532144" y="10193"/>
                  </a:lnTo>
                  <a:lnTo>
                    <a:pt x="485891" y="2593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10349483" y="5515355"/>
              <a:ext cx="876300" cy="883919"/>
            </a:xfrm>
            <a:custGeom>
              <a:avLst/>
              <a:gdLst/>
              <a:ahLst/>
              <a:cxnLst/>
              <a:rect l="l" t="t" r="r" b="b"/>
              <a:pathLst>
                <a:path w="876300" h="883920">
                  <a:moveTo>
                    <a:pt x="0" y="441960"/>
                  </a:moveTo>
                  <a:lnTo>
                    <a:pt x="2570" y="393802"/>
                  </a:lnTo>
                  <a:lnTo>
                    <a:pt x="10105" y="347147"/>
                  </a:lnTo>
                  <a:lnTo>
                    <a:pt x="22336" y="302264"/>
                  </a:lnTo>
                  <a:lnTo>
                    <a:pt x="38997" y="259422"/>
                  </a:lnTo>
                  <a:lnTo>
                    <a:pt x="59819" y="218891"/>
                  </a:lnTo>
                  <a:lnTo>
                    <a:pt x="84536" y="180941"/>
                  </a:lnTo>
                  <a:lnTo>
                    <a:pt x="112881" y="145841"/>
                  </a:lnTo>
                  <a:lnTo>
                    <a:pt x="144585" y="113861"/>
                  </a:lnTo>
                  <a:lnTo>
                    <a:pt x="179383" y="85270"/>
                  </a:lnTo>
                  <a:lnTo>
                    <a:pt x="217006" y="60339"/>
                  </a:lnTo>
                  <a:lnTo>
                    <a:pt x="257187" y="39335"/>
                  </a:lnTo>
                  <a:lnTo>
                    <a:pt x="299659" y="22530"/>
                  </a:lnTo>
                  <a:lnTo>
                    <a:pt x="344155" y="10193"/>
                  </a:lnTo>
                  <a:lnTo>
                    <a:pt x="390408" y="2593"/>
                  </a:lnTo>
                  <a:lnTo>
                    <a:pt x="438150" y="0"/>
                  </a:lnTo>
                  <a:lnTo>
                    <a:pt x="485891" y="2593"/>
                  </a:lnTo>
                  <a:lnTo>
                    <a:pt x="532144" y="10193"/>
                  </a:lnTo>
                  <a:lnTo>
                    <a:pt x="576640" y="22530"/>
                  </a:lnTo>
                  <a:lnTo>
                    <a:pt x="619112" y="39335"/>
                  </a:lnTo>
                  <a:lnTo>
                    <a:pt x="659293" y="60339"/>
                  </a:lnTo>
                  <a:lnTo>
                    <a:pt x="696916" y="85270"/>
                  </a:lnTo>
                  <a:lnTo>
                    <a:pt x="731714" y="113861"/>
                  </a:lnTo>
                  <a:lnTo>
                    <a:pt x="763418" y="145841"/>
                  </a:lnTo>
                  <a:lnTo>
                    <a:pt x="791763" y="180941"/>
                  </a:lnTo>
                  <a:lnTo>
                    <a:pt x="816480" y="218891"/>
                  </a:lnTo>
                  <a:lnTo>
                    <a:pt x="837302" y="259422"/>
                  </a:lnTo>
                  <a:lnTo>
                    <a:pt x="853963" y="302264"/>
                  </a:lnTo>
                  <a:lnTo>
                    <a:pt x="866194" y="347147"/>
                  </a:lnTo>
                  <a:lnTo>
                    <a:pt x="873729" y="393802"/>
                  </a:lnTo>
                  <a:lnTo>
                    <a:pt x="876300" y="441960"/>
                  </a:lnTo>
                  <a:lnTo>
                    <a:pt x="873729" y="490115"/>
                  </a:lnTo>
                  <a:lnTo>
                    <a:pt x="866194" y="536768"/>
                  </a:lnTo>
                  <a:lnTo>
                    <a:pt x="853963" y="581651"/>
                  </a:lnTo>
                  <a:lnTo>
                    <a:pt x="837302" y="624492"/>
                  </a:lnTo>
                  <a:lnTo>
                    <a:pt x="816480" y="665022"/>
                  </a:lnTo>
                  <a:lnTo>
                    <a:pt x="791763" y="702973"/>
                  </a:lnTo>
                  <a:lnTo>
                    <a:pt x="763418" y="738073"/>
                  </a:lnTo>
                  <a:lnTo>
                    <a:pt x="731714" y="770054"/>
                  </a:lnTo>
                  <a:lnTo>
                    <a:pt x="696916" y="798645"/>
                  </a:lnTo>
                  <a:lnTo>
                    <a:pt x="659293" y="823578"/>
                  </a:lnTo>
                  <a:lnTo>
                    <a:pt x="619112" y="844582"/>
                  </a:lnTo>
                  <a:lnTo>
                    <a:pt x="576640" y="861387"/>
                  </a:lnTo>
                  <a:lnTo>
                    <a:pt x="532144" y="873725"/>
                  </a:lnTo>
                  <a:lnTo>
                    <a:pt x="485891" y="881326"/>
                  </a:lnTo>
                  <a:lnTo>
                    <a:pt x="438150" y="883920"/>
                  </a:lnTo>
                  <a:lnTo>
                    <a:pt x="390408" y="881326"/>
                  </a:lnTo>
                  <a:lnTo>
                    <a:pt x="344155" y="873725"/>
                  </a:lnTo>
                  <a:lnTo>
                    <a:pt x="299659" y="861387"/>
                  </a:lnTo>
                  <a:lnTo>
                    <a:pt x="257187" y="844582"/>
                  </a:lnTo>
                  <a:lnTo>
                    <a:pt x="217006" y="823578"/>
                  </a:lnTo>
                  <a:lnTo>
                    <a:pt x="179383" y="798645"/>
                  </a:lnTo>
                  <a:lnTo>
                    <a:pt x="144585" y="770054"/>
                  </a:lnTo>
                  <a:lnTo>
                    <a:pt x="112881" y="738073"/>
                  </a:lnTo>
                  <a:lnTo>
                    <a:pt x="84536" y="702973"/>
                  </a:lnTo>
                  <a:lnTo>
                    <a:pt x="59819" y="665022"/>
                  </a:lnTo>
                  <a:lnTo>
                    <a:pt x="38997" y="624492"/>
                  </a:lnTo>
                  <a:lnTo>
                    <a:pt x="22336" y="581651"/>
                  </a:lnTo>
                  <a:lnTo>
                    <a:pt x="10105" y="536768"/>
                  </a:lnTo>
                  <a:lnTo>
                    <a:pt x="2570" y="490115"/>
                  </a:lnTo>
                  <a:lnTo>
                    <a:pt x="0" y="44196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 descr=""/>
          <p:cNvSpPr txBox="1"/>
          <p:nvPr/>
        </p:nvSpPr>
        <p:spPr>
          <a:xfrm>
            <a:off x="10507571" y="5817833"/>
            <a:ext cx="5067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1</a:t>
            </a:r>
            <a:r>
              <a:rPr dirty="0" baseline="-14492" sz="1725" spc="5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65" name="object 65" descr=""/>
          <p:cNvGrpSpPr/>
          <p:nvPr/>
        </p:nvGrpSpPr>
        <p:grpSpPr>
          <a:xfrm>
            <a:off x="7781290" y="4058158"/>
            <a:ext cx="890905" cy="898525"/>
            <a:chOff x="7781290" y="4058158"/>
            <a:chExt cx="890905" cy="898525"/>
          </a:xfrm>
        </p:grpSpPr>
        <p:sp>
          <p:nvSpPr>
            <p:cNvPr id="66" name="object 66" descr=""/>
            <p:cNvSpPr/>
            <p:nvPr/>
          </p:nvSpPr>
          <p:spPr>
            <a:xfrm>
              <a:off x="7787640" y="4064508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438912" y="0"/>
                  </a:moveTo>
                  <a:lnTo>
                    <a:pt x="391087" y="2597"/>
                  </a:lnTo>
                  <a:lnTo>
                    <a:pt x="344754" y="10211"/>
                  </a:lnTo>
                  <a:lnTo>
                    <a:pt x="300181" y="22569"/>
                  </a:lnTo>
                  <a:lnTo>
                    <a:pt x="257635" y="39404"/>
                  </a:lnTo>
                  <a:lnTo>
                    <a:pt x="217384" y="60443"/>
                  </a:lnTo>
                  <a:lnTo>
                    <a:pt x="179696" y="85418"/>
                  </a:lnTo>
                  <a:lnTo>
                    <a:pt x="144838" y="114058"/>
                  </a:lnTo>
                  <a:lnTo>
                    <a:pt x="113078" y="146093"/>
                  </a:lnTo>
                  <a:lnTo>
                    <a:pt x="84684" y="181254"/>
                  </a:lnTo>
                  <a:lnTo>
                    <a:pt x="59924" y="219269"/>
                  </a:lnTo>
                  <a:lnTo>
                    <a:pt x="39065" y="259870"/>
                  </a:lnTo>
                  <a:lnTo>
                    <a:pt x="22375" y="302785"/>
                  </a:lnTo>
                  <a:lnTo>
                    <a:pt x="10123" y="347746"/>
                  </a:lnTo>
                  <a:lnTo>
                    <a:pt x="2575" y="394481"/>
                  </a:lnTo>
                  <a:lnTo>
                    <a:pt x="0" y="442721"/>
                  </a:lnTo>
                  <a:lnTo>
                    <a:pt x="2575" y="490962"/>
                  </a:lnTo>
                  <a:lnTo>
                    <a:pt x="10123" y="537697"/>
                  </a:lnTo>
                  <a:lnTo>
                    <a:pt x="22375" y="582658"/>
                  </a:lnTo>
                  <a:lnTo>
                    <a:pt x="39065" y="625573"/>
                  </a:lnTo>
                  <a:lnTo>
                    <a:pt x="59924" y="666174"/>
                  </a:lnTo>
                  <a:lnTo>
                    <a:pt x="84684" y="704189"/>
                  </a:lnTo>
                  <a:lnTo>
                    <a:pt x="113078" y="739350"/>
                  </a:lnTo>
                  <a:lnTo>
                    <a:pt x="144838" y="771385"/>
                  </a:lnTo>
                  <a:lnTo>
                    <a:pt x="179696" y="800025"/>
                  </a:lnTo>
                  <a:lnTo>
                    <a:pt x="217384" y="825000"/>
                  </a:lnTo>
                  <a:lnTo>
                    <a:pt x="257635" y="846039"/>
                  </a:lnTo>
                  <a:lnTo>
                    <a:pt x="300181" y="862874"/>
                  </a:lnTo>
                  <a:lnTo>
                    <a:pt x="344754" y="875232"/>
                  </a:lnTo>
                  <a:lnTo>
                    <a:pt x="391087" y="882846"/>
                  </a:lnTo>
                  <a:lnTo>
                    <a:pt x="438912" y="885443"/>
                  </a:lnTo>
                  <a:lnTo>
                    <a:pt x="486736" y="882846"/>
                  </a:lnTo>
                  <a:lnTo>
                    <a:pt x="533069" y="875232"/>
                  </a:lnTo>
                  <a:lnTo>
                    <a:pt x="577642" y="862874"/>
                  </a:lnTo>
                  <a:lnTo>
                    <a:pt x="620188" y="846039"/>
                  </a:lnTo>
                  <a:lnTo>
                    <a:pt x="660439" y="825000"/>
                  </a:lnTo>
                  <a:lnTo>
                    <a:pt x="698127" y="800025"/>
                  </a:lnTo>
                  <a:lnTo>
                    <a:pt x="732985" y="771385"/>
                  </a:lnTo>
                  <a:lnTo>
                    <a:pt x="764745" y="739350"/>
                  </a:lnTo>
                  <a:lnTo>
                    <a:pt x="793139" y="704189"/>
                  </a:lnTo>
                  <a:lnTo>
                    <a:pt x="817899" y="666174"/>
                  </a:lnTo>
                  <a:lnTo>
                    <a:pt x="838758" y="625573"/>
                  </a:lnTo>
                  <a:lnTo>
                    <a:pt x="855448" y="582658"/>
                  </a:lnTo>
                  <a:lnTo>
                    <a:pt x="867700" y="537697"/>
                  </a:lnTo>
                  <a:lnTo>
                    <a:pt x="875248" y="490962"/>
                  </a:lnTo>
                  <a:lnTo>
                    <a:pt x="877824" y="442721"/>
                  </a:lnTo>
                  <a:lnTo>
                    <a:pt x="875248" y="394481"/>
                  </a:lnTo>
                  <a:lnTo>
                    <a:pt x="867700" y="347746"/>
                  </a:lnTo>
                  <a:lnTo>
                    <a:pt x="855448" y="302785"/>
                  </a:lnTo>
                  <a:lnTo>
                    <a:pt x="838758" y="259870"/>
                  </a:lnTo>
                  <a:lnTo>
                    <a:pt x="817899" y="219269"/>
                  </a:lnTo>
                  <a:lnTo>
                    <a:pt x="793139" y="181254"/>
                  </a:lnTo>
                  <a:lnTo>
                    <a:pt x="764745" y="146093"/>
                  </a:lnTo>
                  <a:lnTo>
                    <a:pt x="732985" y="114058"/>
                  </a:lnTo>
                  <a:lnTo>
                    <a:pt x="698127" y="85418"/>
                  </a:lnTo>
                  <a:lnTo>
                    <a:pt x="660439" y="60443"/>
                  </a:lnTo>
                  <a:lnTo>
                    <a:pt x="620188" y="39404"/>
                  </a:lnTo>
                  <a:lnTo>
                    <a:pt x="577642" y="22569"/>
                  </a:lnTo>
                  <a:lnTo>
                    <a:pt x="533069" y="10211"/>
                  </a:lnTo>
                  <a:lnTo>
                    <a:pt x="486736" y="2597"/>
                  </a:lnTo>
                  <a:lnTo>
                    <a:pt x="4389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7787640" y="4064508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0" y="442721"/>
                  </a:moveTo>
                  <a:lnTo>
                    <a:pt x="2575" y="394481"/>
                  </a:lnTo>
                  <a:lnTo>
                    <a:pt x="10123" y="347746"/>
                  </a:lnTo>
                  <a:lnTo>
                    <a:pt x="22375" y="302785"/>
                  </a:lnTo>
                  <a:lnTo>
                    <a:pt x="39065" y="259870"/>
                  </a:lnTo>
                  <a:lnTo>
                    <a:pt x="59924" y="219269"/>
                  </a:lnTo>
                  <a:lnTo>
                    <a:pt x="84684" y="181254"/>
                  </a:lnTo>
                  <a:lnTo>
                    <a:pt x="113078" y="146093"/>
                  </a:lnTo>
                  <a:lnTo>
                    <a:pt x="144838" y="114058"/>
                  </a:lnTo>
                  <a:lnTo>
                    <a:pt x="179696" y="85418"/>
                  </a:lnTo>
                  <a:lnTo>
                    <a:pt x="217384" y="60443"/>
                  </a:lnTo>
                  <a:lnTo>
                    <a:pt x="257635" y="39404"/>
                  </a:lnTo>
                  <a:lnTo>
                    <a:pt x="300181" y="22569"/>
                  </a:lnTo>
                  <a:lnTo>
                    <a:pt x="344754" y="10211"/>
                  </a:lnTo>
                  <a:lnTo>
                    <a:pt x="391087" y="2597"/>
                  </a:lnTo>
                  <a:lnTo>
                    <a:pt x="438912" y="0"/>
                  </a:lnTo>
                  <a:lnTo>
                    <a:pt x="486736" y="2597"/>
                  </a:lnTo>
                  <a:lnTo>
                    <a:pt x="533069" y="10211"/>
                  </a:lnTo>
                  <a:lnTo>
                    <a:pt x="577642" y="22569"/>
                  </a:lnTo>
                  <a:lnTo>
                    <a:pt x="620188" y="39404"/>
                  </a:lnTo>
                  <a:lnTo>
                    <a:pt x="660439" y="60443"/>
                  </a:lnTo>
                  <a:lnTo>
                    <a:pt x="698127" y="85418"/>
                  </a:lnTo>
                  <a:lnTo>
                    <a:pt x="732985" y="114058"/>
                  </a:lnTo>
                  <a:lnTo>
                    <a:pt x="764745" y="146093"/>
                  </a:lnTo>
                  <a:lnTo>
                    <a:pt x="793139" y="181254"/>
                  </a:lnTo>
                  <a:lnTo>
                    <a:pt x="817899" y="219269"/>
                  </a:lnTo>
                  <a:lnTo>
                    <a:pt x="838758" y="259870"/>
                  </a:lnTo>
                  <a:lnTo>
                    <a:pt x="855448" y="302785"/>
                  </a:lnTo>
                  <a:lnTo>
                    <a:pt x="867700" y="347746"/>
                  </a:lnTo>
                  <a:lnTo>
                    <a:pt x="875248" y="394481"/>
                  </a:lnTo>
                  <a:lnTo>
                    <a:pt x="877824" y="442721"/>
                  </a:lnTo>
                  <a:lnTo>
                    <a:pt x="875248" y="490962"/>
                  </a:lnTo>
                  <a:lnTo>
                    <a:pt x="867700" y="537697"/>
                  </a:lnTo>
                  <a:lnTo>
                    <a:pt x="855448" y="582658"/>
                  </a:lnTo>
                  <a:lnTo>
                    <a:pt x="838758" y="625573"/>
                  </a:lnTo>
                  <a:lnTo>
                    <a:pt x="817899" y="666174"/>
                  </a:lnTo>
                  <a:lnTo>
                    <a:pt x="793139" y="704189"/>
                  </a:lnTo>
                  <a:lnTo>
                    <a:pt x="764745" y="739350"/>
                  </a:lnTo>
                  <a:lnTo>
                    <a:pt x="732985" y="771385"/>
                  </a:lnTo>
                  <a:lnTo>
                    <a:pt x="698127" y="800025"/>
                  </a:lnTo>
                  <a:lnTo>
                    <a:pt x="660439" y="825000"/>
                  </a:lnTo>
                  <a:lnTo>
                    <a:pt x="620188" y="846039"/>
                  </a:lnTo>
                  <a:lnTo>
                    <a:pt x="577642" y="862874"/>
                  </a:lnTo>
                  <a:lnTo>
                    <a:pt x="533069" y="875232"/>
                  </a:lnTo>
                  <a:lnTo>
                    <a:pt x="486736" y="882846"/>
                  </a:lnTo>
                  <a:lnTo>
                    <a:pt x="438912" y="885443"/>
                  </a:lnTo>
                  <a:lnTo>
                    <a:pt x="391087" y="882846"/>
                  </a:lnTo>
                  <a:lnTo>
                    <a:pt x="344754" y="875232"/>
                  </a:lnTo>
                  <a:lnTo>
                    <a:pt x="300181" y="862874"/>
                  </a:lnTo>
                  <a:lnTo>
                    <a:pt x="257635" y="846039"/>
                  </a:lnTo>
                  <a:lnTo>
                    <a:pt x="217384" y="825000"/>
                  </a:lnTo>
                  <a:lnTo>
                    <a:pt x="179696" y="800025"/>
                  </a:lnTo>
                  <a:lnTo>
                    <a:pt x="144838" y="771385"/>
                  </a:lnTo>
                  <a:lnTo>
                    <a:pt x="113078" y="739350"/>
                  </a:lnTo>
                  <a:lnTo>
                    <a:pt x="84684" y="704189"/>
                  </a:lnTo>
                  <a:lnTo>
                    <a:pt x="59924" y="666174"/>
                  </a:lnTo>
                  <a:lnTo>
                    <a:pt x="39065" y="625573"/>
                  </a:lnTo>
                  <a:lnTo>
                    <a:pt x="22375" y="582658"/>
                  </a:lnTo>
                  <a:lnTo>
                    <a:pt x="10123" y="537697"/>
                  </a:lnTo>
                  <a:lnTo>
                    <a:pt x="2575" y="490962"/>
                  </a:lnTo>
                  <a:lnTo>
                    <a:pt x="0" y="4427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 descr=""/>
          <p:cNvSpPr txBox="1"/>
          <p:nvPr/>
        </p:nvSpPr>
        <p:spPr>
          <a:xfrm>
            <a:off x="7941492" y="4368079"/>
            <a:ext cx="5156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0</a:t>
            </a:r>
            <a:r>
              <a:rPr dirty="0" baseline="-14492" sz="1725" spc="11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69" name="object 69" descr=""/>
          <p:cNvGrpSpPr/>
          <p:nvPr/>
        </p:nvGrpSpPr>
        <p:grpSpPr>
          <a:xfrm>
            <a:off x="7287006" y="4470651"/>
            <a:ext cx="501015" cy="76200"/>
            <a:chOff x="7287006" y="4470651"/>
            <a:chExt cx="501015" cy="76200"/>
          </a:xfrm>
        </p:grpSpPr>
        <p:sp>
          <p:nvSpPr>
            <p:cNvPr id="70" name="object 70" descr=""/>
            <p:cNvSpPr/>
            <p:nvPr/>
          </p:nvSpPr>
          <p:spPr>
            <a:xfrm>
              <a:off x="7287006" y="4508754"/>
              <a:ext cx="437515" cy="0"/>
            </a:xfrm>
            <a:custGeom>
              <a:avLst/>
              <a:gdLst/>
              <a:ahLst/>
              <a:cxnLst/>
              <a:rect l="l" t="t" r="r" b="b"/>
              <a:pathLst>
                <a:path w="437515" h="0">
                  <a:moveTo>
                    <a:pt x="0" y="0"/>
                  </a:moveTo>
                  <a:lnTo>
                    <a:pt x="437464" y="0"/>
                  </a:lnTo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7711778" y="447065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 descr=""/>
          <p:cNvSpPr txBox="1"/>
          <p:nvPr/>
        </p:nvSpPr>
        <p:spPr>
          <a:xfrm>
            <a:off x="252078" y="1292075"/>
            <a:ext cx="2841625" cy="1842135"/>
          </a:xfrm>
          <a:prstGeom prst="rect">
            <a:avLst/>
          </a:prstGeom>
        </p:spPr>
        <p:txBody>
          <a:bodyPr wrap="square" lIns="0" tIns="2540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000"/>
              </a:spcBef>
            </a:pPr>
            <a:r>
              <a:rPr dirty="0" sz="2800" spc="-25">
                <a:latin typeface="Franklin Gothic Medium"/>
                <a:cs typeface="Franklin Gothic Medium"/>
              </a:rPr>
              <a:t>Components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800" spc="-25">
                <a:latin typeface="Franklin Gothic Medium"/>
                <a:cs typeface="Franklin Gothic Medium"/>
              </a:rPr>
              <a:t>:</a:t>
            </a:r>
            <a:endParaRPr sz="2800">
              <a:latin typeface="Franklin Gothic Medium"/>
              <a:cs typeface="Franklin Gothic Medium"/>
            </a:endParaRPr>
          </a:p>
          <a:p>
            <a:pPr marL="353695">
              <a:lnSpc>
                <a:spcPct val="100000"/>
              </a:lnSpc>
              <a:spcBef>
                <a:spcPts val="1630"/>
              </a:spcBef>
            </a:pPr>
            <a:r>
              <a:rPr dirty="0" sz="2400" spc="-830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sz="2400" spc="21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30">
                <a:latin typeface="Cambria Math"/>
                <a:cs typeface="Cambria Math"/>
              </a:rPr>
              <a:t> </a:t>
            </a:r>
            <a:r>
              <a:rPr dirty="0" sz="2400" spc="-63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952">
                <a:solidFill>
                  <a:srgbClr val="C55A11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382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 </a:t>
            </a:r>
            <a:r>
              <a:rPr dirty="0" sz="2400" spc="-59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892">
                <a:solidFill>
                  <a:srgbClr val="C55A11"/>
                </a:solidFill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  <a:p>
            <a:pPr marL="366395">
              <a:lnSpc>
                <a:spcPct val="100000"/>
              </a:lnSpc>
              <a:spcBef>
                <a:spcPts val="1650"/>
              </a:spcBef>
            </a:pPr>
            <a:r>
              <a:rPr dirty="0" sz="240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15873" sz="2625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baseline="-15873" sz="2625" spc="600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5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(</a:t>
            </a:r>
            <a:r>
              <a:rPr dirty="0" sz="2400">
                <a:solidFill>
                  <a:srgbClr val="BE9000"/>
                </a:solidFill>
                <a:latin typeface="Cambria Math"/>
                <a:cs typeface="Cambria Math"/>
              </a:rPr>
              <a:t>𝑡</a:t>
            </a:r>
            <a:r>
              <a:rPr dirty="0" baseline="-15873" sz="2625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120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BE9000"/>
                </a:solidFill>
                <a:latin typeface="Cambria Math"/>
                <a:cs typeface="Cambria Math"/>
              </a:rPr>
              <a:t>𝑟</a:t>
            </a:r>
            <a:r>
              <a:rPr dirty="0" baseline="-15873" sz="2625" spc="-37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sz="2400" spc="-25">
                <a:latin typeface="Cambria Math"/>
                <a:cs typeface="Cambria Math"/>
              </a:rPr>
              <a:t>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3" name="object 73" descr=""/>
          <p:cNvSpPr/>
          <p:nvPr/>
        </p:nvSpPr>
        <p:spPr>
          <a:xfrm>
            <a:off x="808342" y="3513620"/>
            <a:ext cx="1155065" cy="368300"/>
          </a:xfrm>
          <a:custGeom>
            <a:avLst/>
            <a:gdLst/>
            <a:ahLst/>
            <a:cxnLst/>
            <a:rect l="l" t="t" r="r" b="b"/>
            <a:pathLst>
              <a:path w="1155064" h="368300">
                <a:moveTo>
                  <a:pt x="100457" y="12204"/>
                </a:moveTo>
                <a:lnTo>
                  <a:pt x="96735" y="0"/>
                </a:lnTo>
                <a:lnTo>
                  <a:pt x="74841" y="8521"/>
                </a:lnTo>
                <a:lnTo>
                  <a:pt x="55613" y="21907"/>
                </a:lnTo>
                <a:lnTo>
                  <a:pt x="25146" y="63246"/>
                </a:lnTo>
                <a:lnTo>
                  <a:pt x="6286" y="118986"/>
                </a:lnTo>
                <a:lnTo>
                  <a:pt x="0" y="184099"/>
                </a:lnTo>
                <a:lnTo>
                  <a:pt x="1511" y="216522"/>
                </a:lnTo>
                <a:lnTo>
                  <a:pt x="1562" y="217817"/>
                </a:lnTo>
                <a:lnTo>
                  <a:pt x="14135" y="278244"/>
                </a:lnTo>
                <a:lnTo>
                  <a:pt x="39039" y="328041"/>
                </a:lnTo>
                <a:lnTo>
                  <a:pt x="74841" y="359664"/>
                </a:lnTo>
                <a:lnTo>
                  <a:pt x="96735" y="368198"/>
                </a:lnTo>
                <a:lnTo>
                  <a:pt x="100457" y="355993"/>
                </a:lnTo>
                <a:lnTo>
                  <a:pt x="83540" y="347218"/>
                </a:lnTo>
                <a:lnTo>
                  <a:pt x="68808" y="334467"/>
                </a:lnTo>
                <a:lnTo>
                  <a:pt x="45910" y="296989"/>
                </a:lnTo>
                <a:lnTo>
                  <a:pt x="32004" y="246062"/>
                </a:lnTo>
                <a:lnTo>
                  <a:pt x="27381" y="184251"/>
                </a:lnTo>
                <a:lnTo>
                  <a:pt x="28536" y="151904"/>
                </a:lnTo>
                <a:lnTo>
                  <a:pt x="37795" y="95415"/>
                </a:lnTo>
                <a:lnTo>
                  <a:pt x="56261" y="50507"/>
                </a:lnTo>
                <a:lnTo>
                  <a:pt x="83540" y="20967"/>
                </a:lnTo>
                <a:lnTo>
                  <a:pt x="100457" y="12204"/>
                </a:lnTo>
                <a:close/>
              </a:path>
              <a:path w="1155064" h="368300">
                <a:moveTo>
                  <a:pt x="231216" y="55372"/>
                </a:moveTo>
                <a:lnTo>
                  <a:pt x="227190" y="43916"/>
                </a:lnTo>
                <a:lnTo>
                  <a:pt x="206717" y="51308"/>
                </a:lnTo>
                <a:lnTo>
                  <a:pt x="188772" y="62014"/>
                </a:lnTo>
                <a:lnTo>
                  <a:pt x="160451" y="93395"/>
                </a:lnTo>
                <a:lnTo>
                  <a:pt x="142976" y="135343"/>
                </a:lnTo>
                <a:lnTo>
                  <a:pt x="137236" y="183667"/>
                </a:lnTo>
                <a:lnTo>
                  <a:pt x="137160" y="185153"/>
                </a:lnTo>
                <a:lnTo>
                  <a:pt x="138607" y="211086"/>
                </a:lnTo>
                <a:lnTo>
                  <a:pt x="150215" y="256959"/>
                </a:lnTo>
                <a:lnTo>
                  <a:pt x="173253" y="294195"/>
                </a:lnTo>
                <a:lnTo>
                  <a:pt x="206654" y="318858"/>
                </a:lnTo>
                <a:lnTo>
                  <a:pt x="227190" y="326237"/>
                </a:lnTo>
                <a:lnTo>
                  <a:pt x="230771" y="314782"/>
                </a:lnTo>
                <a:lnTo>
                  <a:pt x="214680" y="307657"/>
                </a:lnTo>
                <a:lnTo>
                  <a:pt x="200787" y="297738"/>
                </a:lnTo>
                <a:lnTo>
                  <a:pt x="172313" y="251498"/>
                </a:lnTo>
                <a:lnTo>
                  <a:pt x="163944" y="208559"/>
                </a:lnTo>
                <a:lnTo>
                  <a:pt x="162966" y="185153"/>
                </a:lnTo>
                <a:lnTo>
                  <a:pt x="162902" y="183667"/>
                </a:lnTo>
                <a:lnTo>
                  <a:pt x="167081" y="137617"/>
                </a:lnTo>
                <a:lnTo>
                  <a:pt x="179641" y="100101"/>
                </a:lnTo>
                <a:lnTo>
                  <a:pt x="214934" y="62458"/>
                </a:lnTo>
                <a:lnTo>
                  <a:pt x="231216" y="55372"/>
                </a:lnTo>
                <a:close/>
              </a:path>
              <a:path w="1155064" h="368300">
                <a:moveTo>
                  <a:pt x="728243" y="185153"/>
                </a:moveTo>
                <a:lnTo>
                  <a:pt x="726795" y="159575"/>
                </a:lnTo>
                <a:lnTo>
                  <a:pt x="726782" y="159270"/>
                </a:lnTo>
                <a:lnTo>
                  <a:pt x="722414" y="135343"/>
                </a:lnTo>
                <a:lnTo>
                  <a:pt x="704951" y="93395"/>
                </a:lnTo>
                <a:lnTo>
                  <a:pt x="676605" y="62014"/>
                </a:lnTo>
                <a:lnTo>
                  <a:pt x="638200" y="43916"/>
                </a:lnTo>
                <a:lnTo>
                  <a:pt x="634187" y="55372"/>
                </a:lnTo>
                <a:lnTo>
                  <a:pt x="650532" y="62458"/>
                </a:lnTo>
                <a:lnTo>
                  <a:pt x="664578" y="72288"/>
                </a:lnTo>
                <a:lnTo>
                  <a:pt x="693115" y="117792"/>
                </a:lnTo>
                <a:lnTo>
                  <a:pt x="701395" y="159270"/>
                </a:lnTo>
                <a:lnTo>
                  <a:pt x="701446" y="159575"/>
                </a:lnTo>
                <a:lnTo>
                  <a:pt x="701433" y="208559"/>
                </a:lnTo>
                <a:lnTo>
                  <a:pt x="693064" y="251498"/>
                </a:lnTo>
                <a:lnTo>
                  <a:pt x="664591" y="297738"/>
                </a:lnTo>
                <a:lnTo>
                  <a:pt x="634631" y="314782"/>
                </a:lnTo>
                <a:lnTo>
                  <a:pt x="638200" y="326237"/>
                </a:lnTo>
                <a:lnTo>
                  <a:pt x="676706" y="308178"/>
                </a:lnTo>
                <a:lnTo>
                  <a:pt x="705027" y="276910"/>
                </a:lnTo>
                <a:lnTo>
                  <a:pt x="722426" y="235026"/>
                </a:lnTo>
                <a:lnTo>
                  <a:pt x="726782" y="211086"/>
                </a:lnTo>
                <a:lnTo>
                  <a:pt x="728243" y="185153"/>
                </a:lnTo>
                <a:close/>
              </a:path>
              <a:path w="1155064" h="368300">
                <a:moveTo>
                  <a:pt x="1154709" y="184099"/>
                </a:moveTo>
                <a:lnTo>
                  <a:pt x="1153198" y="151904"/>
                </a:lnTo>
                <a:lnTo>
                  <a:pt x="1153134" y="150368"/>
                </a:lnTo>
                <a:lnTo>
                  <a:pt x="1148422" y="118986"/>
                </a:lnTo>
                <a:lnTo>
                  <a:pt x="1129563" y="63246"/>
                </a:lnTo>
                <a:lnTo>
                  <a:pt x="1099083" y="21907"/>
                </a:lnTo>
                <a:lnTo>
                  <a:pt x="1057973" y="0"/>
                </a:lnTo>
                <a:lnTo>
                  <a:pt x="1054252" y="12204"/>
                </a:lnTo>
                <a:lnTo>
                  <a:pt x="1071168" y="20967"/>
                </a:lnTo>
                <a:lnTo>
                  <a:pt x="1085888" y="33743"/>
                </a:lnTo>
                <a:lnTo>
                  <a:pt x="1108798" y="71285"/>
                </a:lnTo>
                <a:lnTo>
                  <a:pt x="1122692" y="122301"/>
                </a:lnTo>
                <a:lnTo>
                  <a:pt x="1127315" y="184099"/>
                </a:lnTo>
                <a:lnTo>
                  <a:pt x="1126159" y="216522"/>
                </a:lnTo>
                <a:lnTo>
                  <a:pt x="1116901" y="272884"/>
                </a:lnTo>
                <a:lnTo>
                  <a:pt x="1098435" y="317715"/>
                </a:lnTo>
                <a:lnTo>
                  <a:pt x="1071168" y="347218"/>
                </a:lnTo>
                <a:lnTo>
                  <a:pt x="1054252" y="355993"/>
                </a:lnTo>
                <a:lnTo>
                  <a:pt x="1057973" y="368198"/>
                </a:lnTo>
                <a:lnTo>
                  <a:pt x="1099083" y="346278"/>
                </a:lnTo>
                <a:lnTo>
                  <a:pt x="1129563" y="304952"/>
                </a:lnTo>
                <a:lnTo>
                  <a:pt x="1148422" y="249212"/>
                </a:lnTo>
                <a:lnTo>
                  <a:pt x="1154696" y="184251"/>
                </a:lnTo>
                <a:lnTo>
                  <a:pt x="1154709" y="184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/>
          <p:nvPr/>
        </p:nvSpPr>
        <p:spPr>
          <a:xfrm>
            <a:off x="2413114" y="3513620"/>
            <a:ext cx="2282825" cy="368300"/>
          </a:xfrm>
          <a:custGeom>
            <a:avLst/>
            <a:gdLst/>
            <a:ahLst/>
            <a:cxnLst/>
            <a:rect l="l" t="t" r="r" b="b"/>
            <a:pathLst>
              <a:path w="2282825" h="368300">
                <a:moveTo>
                  <a:pt x="100457" y="12204"/>
                </a:moveTo>
                <a:lnTo>
                  <a:pt x="96735" y="0"/>
                </a:lnTo>
                <a:lnTo>
                  <a:pt x="74841" y="8521"/>
                </a:lnTo>
                <a:lnTo>
                  <a:pt x="55613" y="21907"/>
                </a:lnTo>
                <a:lnTo>
                  <a:pt x="25146" y="63246"/>
                </a:lnTo>
                <a:lnTo>
                  <a:pt x="6286" y="118986"/>
                </a:lnTo>
                <a:lnTo>
                  <a:pt x="0" y="184099"/>
                </a:lnTo>
                <a:lnTo>
                  <a:pt x="1511" y="216522"/>
                </a:lnTo>
                <a:lnTo>
                  <a:pt x="1562" y="217817"/>
                </a:lnTo>
                <a:lnTo>
                  <a:pt x="14135" y="278244"/>
                </a:lnTo>
                <a:lnTo>
                  <a:pt x="39039" y="328041"/>
                </a:lnTo>
                <a:lnTo>
                  <a:pt x="74841" y="359664"/>
                </a:lnTo>
                <a:lnTo>
                  <a:pt x="96735" y="368198"/>
                </a:lnTo>
                <a:lnTo>
                  <a:pt x="100457" y="355993"/>
                </a:lnTo>
                <a:lnTo>
                  <a:pt x="83540" y="347218"/>
                </a:lnTo>
                <a:lnTo>
                  <a:pt x="68808" y="334467"/>
                </a:lnTo>
                <a:lnTo>
                  <a:pt x="45910" y="296989"/>
                </a:lnTo>
                <a:lnTo>
                  <a:pt x="32004" y="246062"/>
                </a:lnTo>
                <a:lnTo>
                  <a:pt x="27381" y="184251"/>
                </a:lnTo>
                <a:lnTo>
                  <a:pt x="28536" y="151904"/>
                </a:lnTo>
                <a:lnTo>
                  <a:pt x="37795" y="95415"/>
                </a:lnTo>
                <a:lnTo>
                  <a:pt x="56261" y="50507"/>
                </a:lnTo>
                <a:lnTo>
                  <a:pt x="83540" y="20967"/>
                </a:lnTo>
                <a:lnTo>
                  <a:pt x="100457" y="12204"/>
                </a:lnTo>
                <a:close/>
              </a:path>
              <a:path w="2282825" h="368300">
                <a:moveTo>
                  <a:pt x="520776" y="55372"/>
                </a:moveTo>
                <a:lnTo>
                  <a:pt x="516763" y="43916"/>
                </a:lnTo>
                <a:lnTo>
                  <a:pt x="496290" y="51308"/>
                </a:lnTo>
                <a:lnTo>
                  <a:pt x="478332" y="62014"/>
                </a:lnTo>
                <a:lnTo>
                  <a:pt x="450011" y="93395"/>
                </a:lnTo>
                <a:lnTo>
                  <a:pt x="432536" y="135343"/>
                </a:lnTo>
                <a:lnTo>
                  <a:pt x="426796" y="183667"/>
                </a:lnTo>
                <a:lnTo>
                  <a:pt x="426720" y="185153"/>
                </a:lnTo>
                <a:lnTo>
                  <a:pt x="428167" y="211086"/>
                </a:lnTo>
                <a:lnTo>
                  <a:pt x="439775" y="256959"/>
                </a:lnTo>
                <a:lnTo>
                  <a:pt x="462813" y="294195"/>
                </a:lnTo>
                <a:lnTo>
                  <a:pt x="496227" y="318858"/>
                </a:lnTo>
                <a:lnTo>
                  <a:pt x="516763" y="326237"/>
                </a:lnTo>
                <a:lnTo>
                  <a:pt x="520331" y="314782"/>
                </a:lnTo>
                <a:lnTo>
                  <a:pt x="504240" y="307657"/>
                </a:lnTo>
                <a:lnTo>
                  <a:pt x="490347" y="297738"/>
                </a:lnTo>
                <a:lnTo>
                  <a:pt x="461873" y="251498"/>
                </a:lnTo>
                <a:lnTo>
                  <a:pt x="453504" y="208559"/>
                </a:lnTo>
                <a:lnTo>
                  <a:pt x="452526" y="185153"/>
                </a:lnTo>
                <a:lnTo>
                  <a:pt x="452462" y="183667"/>
                </a:lnTo>
                <a:lnTo>
                  <a:pt x="456641" y="137617"/>
                </a:lnTo>
                <a:lnTo>
                  <a:pt x="469201" y="100101"/>
                </a:lnTo>
                <a:lnTo>
                  <a:pt x="504494" y="62458"/>
                </a:lnTo>
                <a:lnTo>
                  <a:pt x="520776" y="55372"/>
                </a:lnTo>
                <a:close/>
              </a:path>
              <a:path w="2282825" h="368300">
                <a:moveTo>
                  <a:pt x="1043711" y="185153"/>
                </a:moveTo>
                <a:lnTo>
                  <a:pt x="1042263" y="159575"/>
                </a:lnTo>
                <a:lnTo>
                  <a:pt x="1042250" y="159270"/>
                </a:lnTo>
                <a:lnTo>
                  <a:pt x="1037882" y="135343"/>
                </a:lnTo>
                <a:lnTo>
                  <a:pt x="1020419" y="93395"/>
                </a:lnTo>
                <a:lnTo>
                  <a:pt x="992073" y="62014"/>
                </a:lnTo>
                <a:lnTo>
                  <a:pt x="953668" y="43916"/>
                </a:lnTo>
                <a:lnTo>
                  <a:pt x="949655" y="55372"/>
                </a:lnTo>
                <a:lnTo>
                  <a:pt x="966000" y="62458"/>
                </a:lnTo>
                <a:lnTo>
                  <a:pt x="980046" y="72288"/>
                </a:lnTo>
                <a:lnTo>
                  <a:pt x="1008583" y="117792"/>
                </a:lnTo>
                <a:lnTo>
                  <a:pt x="1016863" y="159270"/>
                </a:lnTo>
                <a:lnTo>
                  <a:pt x="1016914" y="159575"/>
                </a:lnTo>
                <a:lnTo>
                  <a:pt x="1016901" y="208559"/>
                </a:lnTo>
                <a:lnTo>
                  <a:pt x="1008532" y="251498"/>
                </a:lnTo>
                <a:lnTo>
                  <a:pt x="980059" y="297738"/>
                </a:lnTo>
                <a:lnTo>
                  <a:pt x="950099" y="314782"/>
                </a:lnTo>
                <a:lnTo>
                  <a:pt x="953668" y="326237"/>
                </a:lnTo>
                <a:lnTo>
                  <a:pt x="992174" y="308178"/>
                </a:lnTo>
                <a:lnTo>
                  <a:pt x="1020495" y="276910"/>
                </a:lnTo>
                <a:lnTo>
                  <a:pt x="1037894" y="235026"/>
                </a:lnTo>
                <a:lnTo>
                  <a:pt x="1042250" y="211086"/>
                </a:lnTo>
                <a:lnTo>
                  <a:pt x="1043711" y="185153"/>
                </a:lnTo>
                <a:close/>
              </a:path>
              <a:path w="2282825" h="368300">
                <a:moveTo>
                  <a:pt x="1599768" y="55372"/>
                </a:moveTo>
                <a:lnTo>
                  <a:pt x="1595755" y="43916"/>
                </a:lnTo>
                <a:lnTo>
                  <a:pt x="1575269" y="51308"/>
                </a:lnTo>
                <a:lnTo>
                  <a:pt x="1557324" y="62014"/>
                </a:lnTo>
                <a:lnTo>
                  <a:pt x="1529003" y="93395"/>
                </a:lnTo>
                <a:lnTo>
                  <a:pt x="1511528" y="135343"/>
                </a:lnTo>
                <a:lnTo>
                  <a:pt x="1505788" y="183667"/>
                </a:lnTo>
                <a:lnTo>
                  <a:pt x="1505712" y="185153"/>
                </a:lnTo>
                <a:lnTo>
                  <a:pt x="1507159" y="211086"/>
                </a:lnTo>
                <a:lnTo>
                  <a:pt x="1518767" y="256959"/>
                </a:lnTo>
                <a:lnTo>
                  <a:pt x="1541805" y="294195"/>
                </a:lnTo>
                <a:lnTo>
                  <a:pt x="1575219" y="318858"/>
                </a:lnTo>
                <a:lnTo>
                  <a:pt x="1595755" y="326237"/>
                </a:lnTo>
                <a:lnTo>
                  <a:pt x="1599323" y="314782"/>
                </a:lnTo>
                <a:lnTo>
                  <a:pt x="1583232" y="307657"/>
                </a:lnTo>
                <a:lnTo>
                  <a:pt x="1569339" y="297738"/>
                </a:lnTo>
                <a:lnTo>
                  <a:pt x="1540865" y="251498"/>
                </a:lnTo>
                <a:lnTo>
                  <a:pt x="1532496" y="208559"/>
                </a:lnTo>
                <a:lnTo>
                  <a:pt x="1531518" y="185153"/>
                </a:lnTo>
                <a:lnTo>
                  <a:pt x="1531454" y="183667"/>
                </a:lnTo>
                <a:lnTo>
                  <a:pt x="1535633" y="137617"/>
                </a:lnTo>
                <a:lnTo>
                  <a:pt x="1548193" y="100101"/>
                </a:lnTo>
                <a:lnTo>
                  <a:pt x="1583474" y="62458"/>
                </a:lnTo>
                <a:lnTo>
                  <a:pt x="1599768" y="55372"/>
                </a:lnTo>
                <a:close/>
              </a:path>
              <a:path w="2282825" h="368300">
                <a:moveTo>
                  <a:pt x="2145563" y="185153"/>
                </a:moveTo>
                <a:lnTo>
                  <a:pt x="2144115" y="159575"/>
                </a:lnTo>
                <a:lnTo>
                  <a:pt x="2144103" y="159270"/>
                </a:lnTo>
                <a:lnTo>
                  <a:pt x="2139734" y="135343"/>
                </a:lnTo>
                <a:lnTo>
                  <a:pt x="2122271" y="93395"/>
                </a:lnTo>
                <a:lnTo>
                  <a:pt x="2093925" y="62014"/>
                </a:lnTo>
                <a:lnTo>
                  <a:pt x="2055520" y="43916"/>
                </a:lnTo>
                <a:lnTo>
                  <a:pt x="2051507" y="55372"/>
                </a:lnTo>
                <a:lnTo>
                  <a:pt x="2067839" y="62458"/>
                </a:lnTo>
                <a:lnTo>
                  <a:pt x="2081898" y="72288"/>
                </a:lnTo>
                <a:lnTo>
                  <a:pt x="2110435" y="117792"/>
                </a:lnTo>
                <a:lnTo>
                  <a:pt x="2118715" y="159270"/>
                </a:lnTo>
                <a:lnTo>
                  <a:pt x="2118766" y="159575"/>
                </a:lnTo>
                <a:lnTo>
                  <a:pt x="2118753" y="208559"/>
                </a:lnTo>
                <a:lnTo>
                  <a:pt x="2110384" y="251498"/>
                </a:lnTo>
                <a:lnTo>
                  <a:pt x="2081911" y="297738"/>
                </a:lnTo>
                <a:lnTo>
                  <a:pt x="2051951" y="314782"/>
                </a:lnTo>
                <a:lnTo>
                  <a:pt x="2055520" y="326237"/>
                </a:lnTo>
                <a:lnTo>
                  <a:pt x="2094026" y="308178"/>
                </a:lnTo>
                <a:lnTo>
                  <a:pt x="2122347" y="276910"/>
                </a:lnTo>
                <a:lnTo>
                  <a:pt x="2139746" y="235026"/>
                </a:lnTo>
                <a:lnTo>
                  <a:pt x="2144103" y="211086"/>
                </a:lnTo>
                <a:lnTo>
                  <a:pt x="2145563" y="185153"/>
                </a:lnTo>
                <a:close/>
              </a:path>
              <a:path w="2282825" h="368300">
                <a:moveTo>
                  <a:pt x="2282469" y="184099"/>
                </a:moveTo>
                <a:lnTo>
                  <a:pt x="2280958" y="151904"/>
                </a:lnTo>
                <a:lnTo>
                  <a:pt x="2280894" y="150368"/>
                </a:lnTo>
                <a:lnTo>
                  <a:pt x="2276183" y="118986"/>
                </a:lnTo>
                <a:lnTo>
                  <a:pt x="2257323" y="63246"/>
                </a:lnTo>
                <a:lnTo>
                  <a:pt x="2226843" y="21907"/>
                </a:lnTo>
                <a:lnTo>
                  <a:pt x="2185733" y="0"/>
                </a:lnTo>
                <a:lnTo>
                  <a:pt x="2182012" y="12204"/>
                </a:lnTo>
                <a:lnTo>
                  <a:pt x="2198928" y="20967"/>
                </a:lnTo>
                <a:lnTo>
                  <a:pt x="2213648" y="33743"/>
                </a:lnTo>
                <a:lnTo>
                  <a:pt x="2236559" y="71285"/>
                </a:lnTo>
                <a:lnTo>
                  <a:pt x="2250452" y="122301"/>
                </a:lnTo>
                <a:lnTo>
                  <a:pt x="2255075" y="184099"/>
                </a:lnTo>
                <a:lnTo>
                  <a:pt x="2253919" y="216522"/>
                </a:lnTo>
                <a:lnTo>
                  <a:pt x="2244661" y="272884"/>
                </a:lnTo>
                <a:lnTo>
                  <a:pt x="2226195" y="317715"/>
                </a:lnTo>
                <a:lnTo>
                  <a:pt x="2198928" y="347218"/>
                </a:lnTo>
                <a:lnTo>
                  <a:pt x="2182012" y="355993"/>
                </a:lnTo>
                <a:lnTo>
                  <a:pt x="2185733" y="368198"/>
                </a:lnTo>
                <a:lnTo>
                  <a:pt x="2226843" y="346278"/>
                </a:lnTo>
                <a:lnTo>
                  <a:pt x="2257323" y="304952"/>
                </a:lnTo>
                <a:lnTo>
                  <a:pt x="2276183" y="249212"/>
                </a:lnTo>
                <a:lnTo>
                  <a:pt x="2282456" y="184251"/>
                </a:lnTo>
                <a:lnTo>
                  <a:pt x="2282469" y="184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 txBox="1"/>
          <p:nvPr/>
        </p:nvSpPr>
        <p:spPr>
          <a:xfrm>
            <a:off x="4005827" y="3467274"/>
            <a:ext cx="4591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𝑟,</a:t>
            </a:r>
            <a:r>
              <a:rPr dirty="0" sz="2400" spc="-100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6" name="object 76" descr=""/>
          <p:cNvSpPr/>
          <p:nvPr/>
        </p:nvSpPr>
        <p:spPr>
          <a:xfrm>
            <a:off x="1227446" y="4206775"/>
            <a:ext cx="1176655" cy="282575"/>
          </a:xfrm>
          <a:custGeom>
            <a:avLst/>
            <a:gdLst/>
            <a:ahLst/>
            <a:cxnLst/>
            <a:rect l="l" t="t" r="r" b="b"/>
            <a:pathLst>
              <a:path w="1176655" h="282575">
                <a:moveTo>
                  <a:pt x="1086256" y="0"/>
                </a:moveTo>
                <a:lnTo>
                  <a:pt x="1082243" y="11455"/>
                </a:lnTo>
                <a:lnTo>
                  <a:pt x="1098585" y="18551"/>
                </a:lnTo>
                <a:lnTo>
                  <a:pt x="1112639" y="28371"/>
                </a:lnTo>
                <a:lnTo>
                  <a:pt x="1141172" y="73880"/>
                </a:lnTo>
                <a:lnTo>
                  <a:pt x="1149459" y="115357"/>
                </a:lnTo>
                <a:lnTo>
                  <a:pt x="1149502" y="115661"/>
                </a:lnTo>
                <a:lnTo>
                  <a:pt x="1149498" y="164649"/>
                </a:lnTo>
                <a:lnTo>
                  <a:pt x="1141130" y="207587"/>
                </a:lnTo>
                <a:lnTo>
                  <a:pt x="1112651" y="253828"/>
                </a:lnTo>
                <a:lnTo>
                  <a:pt x="1082687" y="270865"/>
                </a:lnTo>
                <a:lnTo>
                  <a:pt x="1086256" y="282320"/>
                </a:lnTo>
                <a:lnTo>
                  <a:pt x="1124765" y="264263"/>
                </a:lnTo>
                <a:lnTo>
                  <a:pt x="1153083" y="232994"/>
                </a:lnTo>
                <a:lnTo>
                  <a:pt x="1170492" y="191111"/>
                </a:lnTo>
                <a:lnTo>
                  <a:pt x="1176299" y="141236"/>
                </a:lnTo>
                <a:lnTo>
                  <a:pt x="1174861" y="115661"/>
                </a:lnTo>
                <a:lnTo>
                  <a:pt x="1163199" y="69479"/>
                </a:lnTo>
                <a:lnTo>
                  <a:pt x="1140098" y="32129"/>
                </a:lnTo>
                <a:lnTo>
                  <a:pt x="1106723" y="7391"/>
                </a:lnTo>
                <a:lnTo>
                  <a:pt x="1086256" y="0"/>
                </a:lnTo>
                <a:close/>
              </a:path>
              <a:path w="1176655" h="282575">
                <a:moveTo>
                  <a:pt x="90043" y="0"/>
                </a:moveTo>
                <a:lnTo>
                  <a:pt x="51619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5802" y="191111"/>
                </a:lnTo>
                <a:lnTo>
                  <a:pt x="23215" y="232994"/>
                </a:lnTo>
                <a:lnTo>
                  <a:pt x="51528" y="264263"/>
                </a:lnTo>
                <a:lnTo>
                  <a:pt x="90043" y="282320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742" y="139750"/>
                </a:lnTo>
                <a:lnTo>
                  <a:pt x="26788" y="115661"/>
                </a:lnTo>
                <a:lnTo>
                  <a:pt x="35156" y="73880"/>
                </a:lnTo>
                <a:lnTo>
                  <a:pt x="63749" y="28371"/>
                </a:lnTo>
                <a:lnTo>
                  <a:pt x="94056" y="11455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 descr=""/>
          <p:cNvSpPr/>
          <p:nvPr/>
        </p:nvSpPr>
        <p:spPr>
          <a:xfrm>
            <a:off x="2801738" y="4206775"/>
            <a:ext cx="1176655" cy="282575"/>
          </a:xfrm>
          <a:custGeom>
            <a:avLst/>
            <a:gdLst/>
            <a:ahLst/>
            <a:cxnLst/>
            <a:rect l="l" t="t" r="r" b="b"/>
            <a:pathLst>
              <a:path w="1176654" h="282575">
                <a:moveTo>
                  <a:pt x="1086256" y="0"/>
                </a:moveTo>
                <a:lnTo>
                  <a:pt x="1082243" y="11455"/>
                </a:lnTo>
                <a:lnTo>
                  <a:pt x="1098585" y="18551"/>
                </a:lnTo>
                <a:lnTo>
                  <a:pt x="1112639" y="28371"/>
                </a:lnTo>
                <a:lnTo>
                  <a:pt x="1141172" y="73880"/>
                </a:lnTo>
                <a:lnTo>
                  <a:pt x="1149459" y="115357"/>
                </a:lnTo>
                <a:lnTo>
                  <a:pt x="1149502" y="115661"/>
                </a:lnTo>
                <a:lnTo>
                  <a:pt x="1149498" y="164649"/>
                </a:lnTo>
                <a:lnTo>
                  <a:pt x="1141130" y="207587"/>
                </a:lnTo>
                <a:lnTo>
                  <a:pt x="1112651" y="253828"/>
                </a:lnTo>
                <a:lnTo>
                  <a:pt x="1082687" y="270865"/>
                </a:lnTo>
                <a:lnTo>
                  <a:pt x="1086256" y="282320"/>
                </a:lnTo>
                <a:lnTo>
                  <a:pt x="1124765" y="264263"/>
                </a:lnTo>
                <a:lnTo>
                  <a:pt x="1153083" y="232994"/>
                </a:lnTo>
                <a:lnTo>
                  <a:pt x="1170492" y="191111"/>
                </a:lnTo>
                <a:lnTo>
                  <a:pt x="1176299" y="141236"/>
                </a:lnTo>
                <a:lnTo>
                  <a:pt x="1174861" y="115661"/>
                </a:lnTo>
                <a:lnTo>
                  <a:pt x="1163199" y="69479"/>
                </a:lnTo>
                <a:lnTo>
                  <a:pt x="1140098" y="32129"/>
                </a:lnTo>
                <a:lnTo>
                  <a:pt x="1106723" y="7391"/>
                </a:lnTo>
                <a:lnTo>
                  <a:pt x="1086256" y="0"/>
                </a:lnTo>
                <a:close/>
              </a:path>
              <a:path w="1176654" h="282575">
                <a:moveTo>
                  <a:pt x="90042" y="0"/>
                </a:moveTo>
                <a:lnTo>
                  <a:pt x="51619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5802" y="191111"/>
                </a:lnTo>
                <a:lnTo>
                  <a:pt x="23215" y="232994"/>
                </a:lnTo>
                <a:lnTo>
                  <a:pt x="51528" y="264263"/>
                </a:lnTo>
                <a:lnTo>
                  <a:pt x="90042" y="282320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742" y="139750"/>
                </a:lnTo>
                <a:lnTo>
                  <a:pt x="26788" y="115661"/>
                </a:lnTo>
                <a:lnTo>
                  <a:pt x="35156" y="73880"/>
                </a:lnTo>
                <a:lnTo>
                  <a:pt x="63749" y="28371"/>
                </a:lnTo>
                <a:lnTo>
                  <a:pt x="94056" y="11455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 descr=""/>
          <p:cNvSpPr txBox="1"/>
          <p:nvPr/>
        </p:nvSpPr>
        <p:spPr>
          <a:xfrm>
            <a:off x="530092" y="3467274"/>
            <a:ext cx="3401695" cy="1040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5565">
              <a:lnSpc>
                <a:spcPct val="100000"/>
              </a:lnSpc>
              <a:spcBef>
                <a:spcPts val="100"/>
              </a:spcBef>
              <a:tabLst>
                <a:tab pos="514984" algn="l"/>
                <a:tab pos="1033144" algn="l"/>
                <a:tab pos="1544955" algn="l"/>
                <a:tab pos="1993264" algn="l"/>
                <a:tab pos="2409190" algn="l"/>
                <a:tab pos="2953385" algn="l"/>
              </a:tabLst>
            </a:pPr>
            <a:r>
              <a:rPr dirty="0" sz="2400" spc="-670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sz="2400">
                <a:solidFill>
                  <a:srgbClr val="538235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𝑡,</a:t>
            </a:r>
            <a:r>
              <a:rPr dirty="0" sz="2400" spc="-8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𝑟</a:t>
            </a:r>
            <a:r>
              <a:rPr dirty="0" sz="2400">
                <a:latin typeface="Cambria Math"/>
                <a:cs typeface="Cambria Math"/>
              </a:rPr>
              <a:t>	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50">
                <a:latin typeface="Cambria Math"/>
                <a:cs typeface="Cambria Math"/>
              </a:rPr>
              <a:t>=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490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baseline="-15873" sz="2625" spc="-735">
                <a:solidFill>
                  <a:srgbClr val="538235"/>
                </a:solidFill>
                <a:latin typeface="Cambria Math"/>
                <a:cs typeface="Cambria Math"/>
              </a:rPr>
              <a:t>1</a:t>
            </a:r>
            <a:r>
              <a:rPr dirty="0" baseline="-15873" sz="2625">
                <a:solidFill>
                  <a:srgbClr val="538235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𝑡,</a:t>
            </a:r>
            <a:r>
              <a:rPr dirty="0" sz="2400" spc="-8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r>
              <a:rPr dirty="0" sz="2400">
                <a:latin typeface="Cambria Math"/>
                <a:cs typeface="Cambria Math"/>
              </a:rPr>
              <a:t>	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-470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baseline="-15873" sz="2625" spc="-705">
                <a:solidFill>
                  <a:srgbClr val="538235"/>
                </a:solidFill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  <a:p>
            <a:pPr marL="76200">
              <a:lnSpc>
                <a:spcPct val="100000"/>
              </a:lnSpc>
              <a:spcBef>
                <a:spcPts val="2230"/>
              </a:spcBef>
              <a:tabLst>
                <a:tab pos="796925" algn="l"/>
                <a:tab pos="1968500" algn="l"/>
                <a:tab pos="2371090" algn="l"/>
              </a:tabLst>
            </a:pPr>
            <a:r>
              <a:rPr dirty="0" sz="240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sz="2400" spc="225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=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5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baseline="-15873" sz="2625" spc="-75">
                <a:solidFill>
                  <a:srgbClr val="8496AF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195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</a:t>
            </a:r>
            <a:r>
              <a:rPr dirty="0" sz="2400" spc="-95">
                <a:latin typeface="Cambria Math"/>
                <a:cs typeface="Cambria Math"/>
              </a:rPr>
              <a:t> </a:t>
            </a:r>
            <a:r>
              <a:rPr dirty="0" sz="2400" spc="-59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892">
                <a:solidFill>
                  <a:srgbClr val="C55A11"/>
                </a:solidFill>
                <a:latin typeface="Cambria Math"/>
                <a:cs typeface="Cambria Math"/>
              </a:rPr>
              <a:t>2</a:t>
            </a:r>
            <a:r>
              <a:rPr dirty="0" baseline="-15873" sz="2625">
                <a:solidFill>
                  <a:srgbClr val="C55A11"/>
                </a:solidFill>
                <a:latin typeface="Cambria Math"/>
                <a:cs typeface="Cambria Math"/>
              </a:rPr>
              <a:t>	</a:t>
            </a:r>
            <a:r>
              <a:rPr dirty="0" sz="2400" spc="-50">
                <a:latin typeface="Cambria Math"/>
                <a:cs typeface="Cambria Math"/>
              </a:rPr>
              <a:t>∪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63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952">
                <a:solidFill>
                  <a:srgbClr val="C55A11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359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</a:t>
            </a:r>
            <a:r>
              <a:rPr dirty="0" sz="2400" spc="5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baseline="-15873" sz="2625" spc="-37">
                <a:solidFill>
                  <a:srgbClr val="8496AF"/>
                </a:solidFill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79" name="object 79" descr=""/>
          <p:cNvSpPr txBox="1"/>
          <p:nvPr/>
        </p:nvSpPr>
        <p:spPr>
          <a:xfrm>
            <a:off x="4993022" y="1535290"/>
            <a:ext cx="11976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0">
                <a:latin typeface="Franklin Gothic Medium"/>
                <a:cs typeface="Franklin Gothic Medium"/>
              </a:rPr>
              <a:t>Example:</a:t>
            </a:r>
            <a:endParaRPr sz="2400">
              <a:latin typeface="Franklin Gothic Medium"/>
              <a:cs typeface="Franklin Gothic Medium"/>
            </a:endParaRPr>
          </a:p>
        </p:txBody>
      </p:sp>
      <p:grpSp>
        <p:nvGrpSpPr>
          <p:cNvPr id="80" name="object 80" descr=""/>
          <p:cNvGrpSpPr/>
          <p:nvPr/>
        </p:nvGrpSpPr>
        <p:grpSpPr>
          <a:xfrm>
            <a:off x="-6350" y="2724658"/>
            <a:ext cx="452120" cy="497840"/>
            <a:chOff x="-6350" y="2724658"/>
            <a:chExt cx="452120" cy="497840"/>
          </a:xfrm>
        </p:grpSpPr>
        <p:sp>
          <p:nvSpPr>
            <p:cNvPr id="81" name="object 81" descr=""/>
            <p:cNvSpPr/>
            <p:nvPr/>
          </p:nvSpPr>
          <p:spPr>
            <a:xfrm>
              <a:off x="0" y="2731004"/>
              <a:ext cx="439420" cy="485140"/>
            </a:xfrm>
            <a:custGeom>
              <a:avLst/>
              <a:gdLst/>
              <a:ahLst/>
              <a:cxnLst/>
              <a:rect l="l" t="t" r="r" b="b"/>
              <a:pathLst>
                <a:path w="439420" h="485139">
                  <a:moveTo>
                    <a:pt x="196596" y="0"/>
                  </a:moveTo>
                  <a:lnTo>
                    <a:pt x="196596" y="121158"/>
                  </a:lnTo>
                  <a:lnTo>
                    <a:pt x="0" y="121158"/>
                  </a:lnTo>
                  <a:lnTo>
                    <a:pt x="0" y="363474"/>
                  </a:lnTo>
                  <a:lnTo>
                    <a:pt x="196596" y="363474"/>
                  </a:lnTo>
                  <a:lnTo>
                    <a:pt x="196596" y="484632"/>
                  </a:lnTo>
                  <a:lnTo>
                    <a:pt x="438912" y="242316"/>
                  </a:lnTo>
                  <a:lnTo>
                    <a:pt x="19659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0" y="2731008"/>
              <a:ext cx="439420" cy="485140"/>
            </a:xfrm>
            <a:custGeom>
              <a:avLst/>
              <a:gdLst/>
              <a:ahLst/>
              <a:cxnLst/>
              <a:rect l="l" t="t" r="r" b="b"/>
              <a:pathLst>
                <a:path w="439420" h="485139">
                  <a:moveTo>
                    <a:pt x="0" y="121158"/>
                  </a:moveTo>
                  <a:lnTo>
                    <a:pt x="196596" y="121158"/>
                  </a:lnTo>
                  <a:lnTo>
                    <a:pt x="196596" y="0"/>
                  </a:lnTo>
                  <a:lnTo>
                    <a:pt x="438912" y="242316"/>
                  </a:lnTo>
                  <a:lnTo>
                    <a:pt x="196596" y="484632"/>
                  </a:lnTo>
                  <a:lnTo>
                    <a:pt x="196596" y="363474"/>
                  </a:lnTo>
                  <a:lnTo>
                    <a:pt x="0" y="3634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Closure</a:t>
            </a:r>
            <a:r>
              <a:rPr dirty="0" spc="-170"/>
              <a:t> </a:t>
            </a:r>
            <a:r>
              <a:rPr dirty="0" spc="-20"/>
              <a:t>Properties</a:t>
            </a:r>
            <a:r>
              <a:rPr dirty="0" spc="-160"/>
              <a:t> </a:t>
            </a:r>
            <a:r>
              <a:rPr dirty="0"/>
              <a:t>for</a:t>
            </a:r>
            <a:r>
              <a:rPr dirty="0" spc="-165"/>
              <a:t> </a:t>
            </a:r>
            <a:r>
              <a:rPr dirty="0" spc="-45"/>
              <a:t>RegEx</a:t>
            </a:r>
            <a:r>
              <a:rPr dirty="0" spc="-160"/>
              <a:t> </a:t>
            </a:r>
            <a:r>
              <a:rPr dirty="0"/>
              <a:t>-</a:t>
            </a:r>
            <a:r>
              <a:rPr dirty="0" spc="-140"/>
              <a:t> </a:t>
            </a:r>
            <a:r>
              <a:rPr dirty="0" spc="-10"/>
              <a:t>Union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452871" y="2095500"/>
            <a:ext cx="419100" cy="33845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dirty="0" sz="16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84919" y="2119883"/>
            <a:ext cx="424180" cy="33845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10"/>
              </a:spcBef>
            </a:pPr>
            <a:r>
              <a:rPr dirty="0" sz="16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492" sz="1725" spc="-37">
                <a:latin typeface="Cambria Math"/>
                <a:cs typeface="Cambria Math"/>
              </a:rPr>
              <a:t>2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6271005" y="2710942"/>
            <a:ext cx="735330" cy="741680"/>
            <a:chOff x="6271005" y="2710942"/>
            <a:chExt cx="735330" cy="741680"/>
          </a:xfrm>
        </p:grpSpPr>
        <p:sp>
          <p:nvSpPr>
            <p:cNvPr id="6" name="object 6" descr=""/>
            <p:cNvSpPr/>
            <p:nvPr/>
          </p:nvSpPr>
          <p:spPr>
            <a:xfrm>
              <a:off x="62773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361188" y="0"/>
                  </a:moveTo>
                  <a:lnTo>
                    <a:pt x="312176" y="3324"/>
                  </a:lnTo>
                  <a:lnTo>
                    <a:pt x="265169" y="13010"/>
                  </a:lnTo>
                  <a:lnTo>
                    <a:pt x="220597" y="28622"/>
                  </a:lnTo>
                  <a:lnTo>
                    <a:pt x="178889" y="49727"/>
                  </a:lnTo>
                  <a:lnTo>
                    <a:pt x="140476" y="75891"/>
                  </a:lnTo>
                  <a:lnTo>
                    <a:pt x="105789" y="106680"/>
                  </a:lnTo>
                  <a:lnTo>
                    <a:pt x="75257" y="141659"/>
                  </a:lnTo>
                  <a:lnTo>
                    <a:pt x="49312" y="180396"/>
                  </a:lnTo>
                  <a:lnTo>
                    <a:pt x="28383" y="222456"/>
                  </a:lnTo>
                  <a:lnTo>
                    <a:pt x="12901" y="267405"/>
                  </a:lnTo>
                  <a:lnTo>
                    <a:pt x="3297" y="314810"/>
                  </a:lnTo>
                  <a:lnTo>
                    <a:pt x="0" y="364236"/>
                  </a:lnTo>
                  <a:lnTo>
                    <a:pt x="3297" y="413661"/>
                  </a:lnTo>
                  <a:lnTo>
                    <a:pt x="12901" y="461066"/>
                  </a:lnTo>
                  <a:lnTo>
                    <a:pt x="28383" y="506015"/>
                  </a:lnTo>
                  <a:lnTo>
                    <a:pt x="49312" y="548075"/>
                  </a:lnTo>
                  <a:lnTo>
                    <a:pt x="75257" y="586812"/>
                  </a:lnTo>
                  <a:lnTo>
                    <a:pt x="105789" y="621792"/>
                  </a:lnTo>
                  <a:lnTo>
                    <a:pt x="140476" y="652580"/>
                  </a:lnTo>
                  <a:lnTo>
                    <a:pt x="178889" y="678744"/>
                  </a:lnTo>
                  <a:lnTo>
                    <a:pt x="220597" y="699849"/>
                  </a:lnTo>
                  <a:lnTo>
                    <a:pt x="265169" y="715461"/>
                  </a:lnTo>
                  <a:lnTo>
                    <a:pt x="312176" y="725147"/>
                  </a:lnTo>
                  <a:lnTo>
                    <a:pt x="361188" y="728472"/>
                  </a:lnTo>
                  <a:lnTo>
                    <a:pt x="410199" y="725147"/>
                  </a:lnTo>
                  <a:lnTo>
                    <a:pt x="457206" y="715461"/>
                  </a:lnTo>
                  <a:lnTo>
                    <a:pt x="501778" y="699849"/>
                  </a:lnTo>
                  <a:lnTo>
                    <a:pt x="543486" y="678744"/>
                  </a:lnTo>
                  <a:lnTo>
                    <a:pt x="581899" y="652580"/>
                  </a:lnTo>
                  <a:lnTo>
                    <a:pt x="616586" y="621792"/>
                  </a:lnTo>
                  <a:lnTo>
                    <a:pt x="647118" y="586812"/>
                  </a:lnTo>
                  <a:lnTo>
                    <a:pt x="673063" y="548075"/>
                  </a:lnTo>
                  <a:lnTo>
                    <a:pt x="693992" y="506015"/>
                  </a:lnTo>
                  <a:lnTo>
                    <a:pt x="709474" y="461066"/>
                  </a:lnTo>
                  <a:lnTo>
                    <a:pt x="719078" y="413661"/>
                  </a:lnTo>
                  <a:lnTo>
                    <a:pt x="722376" y="364236"/>
                  </a:lnTo>
                  <a:lnTo>
                    <a:pt x="719078" y="314810"/>
                  </a:lnTo>
                  <a:lnTo>
                    <a:pt x="709474" y="267405"/>
                  </a:lnTo>
                  <a:lnTo>
                    <a:pt x="693992" y="222456"/>
                  </a:lnTo>
                  <a:lnTo>
                    <a:pt x="673063" y="180396"/>
                  </a:lnTo>
                  <a:lnTo>
                    <a:pt x="647118" y="141659"/>
                  </a:lnTo>
                  <a:lnTo>
                    <a:pt x="616586" y="106680"/>
                  </a:lnTo>
                  <a:lnTo>
                    <a:pt x="581899" y="75891"/>
                  </a:lnTo>
                  <a:lnTo>
                    <a:pt x="543486" y="49727"/>
                  </a:lnTo>
                  <a:lnTo>
                    <a:pt x="501778" y="28622"/>
                  </a:lnTo>
                  <a:lnTo>
                    <a:pt x="457206" y="13010"/>
                  </a:lnTo>
                  <a:lnTo>
                    <a:pt x="410199" y="332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2773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0" y="364236"/>
                  </a:moveTo>
                  <a:lnTo>
                    <a:pt x="3297" y="314810"/>
                  </a:lnTo>
                  <a:lnTo>
                    <a:pt x="12901" y="267405"/>
                  </a:lnTo>
                  <a:lnTo>
                    <a:pt x="28383" y="222456"/>
                  </a:lnTo>
                  <a:lnTo>
                    <a:pt x="49312" y="180396"/>
                  </a:lnTo>
                  <a:lnTo>
                    <a:pt x="75257" y="141659"/>
                  </a:lnTo>
                  <a:lnTo>
                    <a:pt x="105789" y="106680"/>
                  </a:lnTo>
                  <a:lnTo>
                    <a:pt x="140476" y="75891"/>
                  </a:lnTo>
                  <a:lnTo>
                    <a:pt x="178889" y="49727"/>
                  </a:lnTo>
                  <a:lnTo>
                    <a:pt x="220597" y="28622"/>
                  </a:lnTo>
                  <a:lnTo>
                    <a:pt x="265169" y="13010"/>
                  </a:lnTo>
                  <a:lnTo>
                    <a:pt x="312176" y="3324"/>
                  </a:lnTo>
                  <a:lnTo>
                    <a:pt x="361188" y="0"/>
                  </a:lnTo>
                  <a:lnTo>
                    <a:pt x="410199" y="3324"/>
                  </a:lnTo>
                  <a:lnTo>
                    <a:pt x="457206" y="13010"/>
                  </a:lnTo>
                  <a:lnTo>
                    <a:pt x="501778" y="28622"/>
                  </a:lnTo>
                  <a:lnTo>
                    <a:pt x="543486" y="49727"/>
                  </a:lnTo>
                  <a:lnTo>
                    <a:pt x="581899" y="75891"/>
                  </a:lnTo>
                  <a:lnTo>
                    <a:pt x="616586" y="106680"/>
                  </a:lnTo>
                  <a:lnTo>
                    <a:pt x="647118" y="141659"/>
                  </a:lnTo>
                  <a:lnTo>
                    <a:pt x="673063" y="180396"/>
                  </a:lnTo>
                  <a:lnTo>
                    <a:pt x="693992" y="222456"/>
                  </a:lnTo>
                  <a:lnTo>
                    <a:pt x="709474" y="267405"/>
                  </a:lnTo>
                  <a:lnTo>
                    <a:pt x="719078" y="314810"/>
                  </a:lnTo>
                  <a:lnTo>
                    <a:pt x="722376" y="364236"/>
                  </a:lnTo>
                  <a:lnTo>
                    <a:pt x="719078" y="413661"/>
                  </a:lnTo>
                  <a:lnTo>
                    <a:pt x="709474" y="461066"/>
                  </a:lnTo>
                  <a:lnTo>
                    <a:pt x="693992" y="506015"/>
                  </a:lnTo>
                  <a:lnTo>
                    <a:pt x="673063" y="548075"/>
                  </a:lnTo>
                  <a:lnTo>
                    <a:pt x="647118" y="586812"/>
                  </a:lnTo>
                  <a:lnTo>
                    <a:pt x="616586" y="621792"/>
                  </a:lnTo>
                  <a:lnTo>
                    <a:pt x="581899" y="652580"/>
                  </a:lnTo>
                  <a:lnTo>
                    <a:pt x="543486" y="678744"/>
                  </a:lnTo>
                  <a:lnTo>
                    <a:pt x="501778" y="699849"/>
                  </a:lnTo>
                  <a:lnTo>
                    <a:pt x="457206" y="715461"/>
                  </a:lnTo>
                  <a:lnTo>
                    <a:pt x="410199" y="725147"/>
                  </a:lnTo>
                  <a:lnTo>
                    <a:pt x="361188" y="728472"/>
                  </a:lnTo>
                  <a:lnTo>
                    <a:pt x="312176" y="725147"/>
                  </a:lnTo>
                  <a:lnTo>
                    <a:pt x="265169" y="715461"/>
                  </a:lnTo>
                  <a:lnTo>
                    <a:pt x="220597" y="699849"/>
                  </a:lnTo>
                  <a:lnTo>
                    <a:pt x="178889" y="678744"/>
                  </a:lnTo>
                  <a:lnTo>
                    <a:pt x="140476" y="652580"/>
                  </a:lnTo>
                  <a:lnTo>
                    <a:pt x="105789" y="621792"/>
                  </a:lnTo>
                  <a:lnTo>
                    <a:pt x="75257" y="586812"/>
                  </a:lnTo>
                  <a:lnTo>
                    <a:pt x="49312" y="548075"/>
                  </a:lnTo>
                  <a:lnTo>
                    <a:pt x="28383" y="506015"/>
                  </a:lnTo>
                  <a:lnTo>
                    <a:pt x="12901" y="461066"/>
                  </a:lnTo>
                  <a:lnTo>
                    <a:pt x="3297" y="413661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514596" y="2941121"/>
            <a:ext cx="105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𝑡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590796" y="3037133"/>
            <a:ext cx="11112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latin typeface="Cambria Math"/>
                <a:cs typeface="Cambria Math"/>
              </a:rPr>
              <a:t>0</a:t>
            </a:r>
            <a:endParaRPr sz="1150">
              <a:latin typeface="Cambria Math"/>
              <a:cs typeface="Cambria Math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5916548" y="2710942"/>
            <a:ext cx="2461260" cy="741680"/>
            <a:chOff x="5916548" y="2710942"/>
            <a:chExt cx="2461260" cy="741680"/>
          </a:xfrm>
        </p:grpSpPr>
        <p:sp>
          <p:nvSpPr>
            <p:cNvPr id="11" name="object 11" descr=""/>
            <p:cNvSpPr/>
            <p:nvPr/>
          </p:nvSpPr>
          <p:spPr>
            <a:xfrm>
              <a:off x="5926073" y="3082290"/>
              <a:ext cx="288925" cy="0"/>
            </a:xfrm>
            <a:custGeom>
              <a:avLst/>
              <a:gdLst/>
              <a:ahLst/>
              <a:cxnLst/>
              <a:rect l="l" t="t" r="r" b="b"/>
              <a:pathLst>
                <a:path w="288925" h="0">
                  <a:moveTo>
                    <a:pt x="0" y="0"/>
                  </a:moveTo>
                  <a:lnTo>
                    <a:pt x="288709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202080" y="304418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6489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361188" y="0"/>
                  </a:moveTo>
                  <a:lnTo>
                    <a:pt x="312176" y="3324"/>
                  </a:lnTo>
                  <a:lnTo>
                    <a:pt x="265169" y="13010"/>
                  </a:lnTo>
                  <a:lnTo>
                    <a:pt x="220597" y="28622"/>
                  </a:lnTo>
                  <a:lnTo>
                    <a:pt x="178889" y="49727"/>
                  </a:lnTo>
                  <a:lnTo>
                    <a:pt x="140476" y="75891"/>
                  </a:lnTo>
                  <a:lnTo>
                    <a:pt x="105789" y="106680"/>
                  </a:lnTo>
                  <a:lnTo>
                    <a:pt x="75257" y="141659"/>
                  </a:lnTo>
                  <a:lnTo>
                    <a:pt x="49312" y="180396"/>
                  </a:lnTo>
                  <a:lnTo>
                    <a:pt x="28383" y="222456"/>
                  </a:lnTo>
                  <a:lnTo>
                    <a:pt x="12901" y="267405"/>
                  </a:lnTo>
                  <a:lnTo>
                    <a:pt x="3297" y="314810"/>
                  </a:lnTo>
                  <a:lnTo>
                    <a:pt x="0" y="364236"/>
                  </a:lnTo>
                  <a:lnTo>
                    <a:pt x="3297" y="413661"/>
                  </a:lnTo>
                  <a:lnTo>
                    <a:pt x="12901" y="461066"/>
                  </a:lnTo>
                  <a:lnTo>
                    <a:pt x="28383" y="506015"/>
                  </a:lnTo>
                  <a:lnTo>
                    <a:pt x="49312" y="548075"/>
                  </a:lnTo>
                  <a:lnTo>
                    <a:pt x="75257" y="586812"/>
                  </a:lnTo>
                  <a:lnTo>
                    <a:pt x="105789" y="621792"/>
                  </a:lnTo>
                  <a:lnTo>
                    <a:pt x="140476" y="652580"/>
                  </a:lnTo>
                  <a:lnTo>
                    <a:pt x="178889" y="678744"/>
                  </a:lnTo>
                  <a:lnTo>
                    <a:pt x="220597" y="699849"/>
                  </a:lnTo>
                  <a:lnTo>
                    <a:pt x="265169" y="715461"/>
                  </a:lnTo>
                  <a:lnTo>
                    <a:pt x="312176" y="725147"/>
                  </a:lnTo>
                  <a:lnTo>
                    <a:pt x="361188" y="728472"/>
                  </a:lnTo>
                  <a:lnTo>
                    <a:pt x="410199" y="725147"/>
                  </a:lnTo>
                  <a:lnTo>
                    <a:pt x="457206" y="715461"/>
                  </a:lnTo>
                  <a:lnTo>
                    <a:pt x="501778" y="699849"/>
                  </a:lnTo>
                  <a:lnTo>
                    <a:pt x="543486" y="678744"/>
                  </a:lnTo>
                  <a:lnTo>
                    <a:pt x="581899" y="652580"/>
                  </a:lnTo>
                  <a:lnTo>
                    <a:pt x="616586" y="621792"/>
                  </a:lnTo>
                  <a:lnTo>
                    <a:pt x="647118" y="586812"/>
                  </a:lnTo>
                  <a:lnTo>
                    <a:pt x="673063" y="548075"/>
                  </a:lnTo>
                  <a:lnTo>
                    <a:pt x="693992" y="506015"/>
                  </a:lnTo>
                  <a:lnTo>
                    <a:pt x="709474" y="461066"/>
                  </a:lnTo>
                  <a:lnTo>
                    <a:pt x="719078" y="413661"/>
                  </a:lnTo>
                  <a:lnTo>
                    <a:pt x="722376" y="364236"/>
                  </a:lnTo>
                  <a:lnTo>
                    <a:pt x="719078" y="314810"/>
                  </a:lnTo>
                  <a:lnTo>
                    <a:pt x="709474" y="267405"/>
                  </a:lnTo>
                  <a:lnTo>
                    <a:pt x="693992" y="222456"/>
                  </a:lnTo>
                  <a:lnTo>
                    <a:pt x="673063" y="180396"/>
                  </a:lnTo>
                  <a:lnTo>
                    <a:pt x="647118" y="141659"/>
                  </a:lnTo>
                  <a:lnTo>
                    <a:pt x="616586" y="106680"/>
                  </a:lnTo>
                  <a:lnTo>
                    <a:pt x="581899" y="75891"/>
                  </a:lnTo>
                  <a:lnTo>
                    <a:pt x="543486" y="49727"/>
                  </a:lnTo>
                  <a:lnTo>
                    <a:pt x="501778" y="28622"/>
                  </a:lnTo>
                  <a:lnTo>
                    <a:pt x="457206" y="13010"/>
                  </a:lnTo>
                  <a:lnTo>
                    <a:pt x="410199" y="332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6489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0" y="364236"/>
                  </a:moveTo>
                  <a:lnTo>
                    <a:pt x="3297" y="314810"/>
                  </a:lnTo>
                  <a:lnTo>
                    <a:pt x="12901" y="267405"/>
                  </a:lnTo>
                  <a:lnTo>
                    <a:pt x="28383" y="222456"/>
                  </a:lnTo>
                  <a:lnTo>
                    <a:pt x="49312" y="180396"/>
                  </a:lnTo>
                  <a:lnTo>
                    <a:pt x="75257" y="141659"/>
                  </a:lnTo>
                  <a:lnTo>
                    <a:pt x="105789" y="106680"/>
                  </a:lnTo>
                  <a:lnTo>
                    <a:pt x="140476" y="75891"/>
                  </a:lnTo>
                  <a:lnTo>
                    <a:pt x="178889" y="49727"/>
                  </a:lnTo>
                  <a:lnTo>
                    <a:pt x="220597" y="28622"/>
                  </a:lnTo>
                  <a:lnTo>
                    <a:pt x="265169" y="13010"/>
                  </a:lnTo>
                  <a:lnTo>
                    <a:pt x="312176" y="3324"/>
                  </a:lnTo>
                  <a:lnTo>
                    <a:pt x="361188" y="0"/>
                  </a:lnTo>
                  <a:lnTo>
                    <a:pt x="410199" y="3324"/>
                  </a:lnTo>
                  <a:lnTo>
                    <a:pt x="457206" y="13010"/>
                  </a:lnTo>
                  <a:lnTo>
                    <a:pt x="501778" y="28622"/>
                  </a:lnTo>
                  <a:lnTo>
                    <a:pt x="543486" y="49727"/>
                  </a:lnTo>
                  <a:lnTo>
                    <a:pt x="581899" y="75891"/>
                  </a:lnTo>
                  <a:lnTo>
                    <a:pt x="616586" y="106680"/>
                  </a:lnTo>
                  <a:lnTo>
                    <a:pt x="647118" y="141659"/>
                  </a:lnTo>
                  <a:lnTo>
                    <a:pt x="673063" y="180396"/>
                  </a:lnTo>
                  <a:lnTo>
                    <a:pt x="693992" y="222456"/>
                  </a:lnTo>
                  <a:lnTo>
                    <a:pt x="709474" y="267405"/>
                  </a:lnTo>
                  <a:lnTo>
                    <a:pt x="719078" y="314810"/>
                  </a:lnTo>
                  <a:lnTo>
                    <a:pt x="722376" y="364236"/>
                  </a:lnTo>
                  <a:lnTo>
                    <a:pt x="719078" y="413661"/>
                  </a:lnTo>
                  <a:lnTo>
                    <a:pt x="709474" y="461066"/>
                  </a:lnTo>
                  <a:lnTo>
                    <a:pt x="693992" y="506015"/>
                  </a:lnTo>
                  <a:lnTo>
                    <a:pt x="673063" y="548075"/>
                  </a:lnTo>
                  <a:lnTo>
                    <a:pt x="647118" y="586812"/>
                  </a:lnTo>
                  <a:lnTo>
                    <a:pt x="616586" y="621792"/>
                  </a:lnTo>
                  <a:lnTo>
                    <a:pt x="581899" y="652580"/>
                  </a:lnTo>
                  <a:lnTo>
                    <a:pt x="543486" y="678744"/>
                  </a:lnTo>
                  <a:lnTo>
                    <a:pt x="501778" y="699849"/>
                  </a:lnTo>
                  <a:lnTo>
                    <a:pt x="457206" y="715461"/>
                  </a:lnTo>
                  <a:lnTo>
                    <a:pt x="410199" y="725147"/>
                  </a:lnTo>
                  <a:lnTo>
                    <a:pt x="361188" y="728472"/>
                  </a:lnTo>
                  <a:lnTo>
                    <a:pt x="312176" y="725147"/>
                  </a:lnTo>
                  <a:lnTo>
                    <a:pt x="265169" y="715461"/>
                  </a:lnTo>
                  <a:lnTo>
                    <a:pt x="220597" y="699849"/>
                  </a:lnTo>
                  <a:lnTo>
                    <a:pt x="178889" y="678744"/>
                  </a:lnTo>
                  <a:lnTo>
                    <a:pt x="140476" y="652580"/>
                  </a:lnTo>
                  <a:lnTo>
                    <a:pt x="105789" y="621792"/>
                  </a:lnTo>
                  <a:lnTo>
                    <a:pt x="75257" y="586812"/>
                  </a:lnTo>
                  <a:lnTo>
                    <a:pt x="49312" y="548075"/>
                  </a:lnTo>
                  <a:lnTo>
                    <a:pt x="28383" y="506015"/>
                  </a:lnTo>
                  <a:lnTo>
                    <a:pt x="12901" y="461066"/>
                  </a:lnTo>
                  <a:lnTo>
                    <a:pt x="3297" y="413661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7245801" y="2357804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C00000"/>
                </a:solidFill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888032" y="2941121"/>
            <a:ext cx="105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𝑡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959659" y="3037133"/>
            <a:ext cx="11112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latin typeface="Cambria Math"/>
                <a:cs typeface="Cambria Math"/>
              </a:rPr>
              <a:t>1</a:t>
            </a:r>
            <a:endParaRPr sz="1150">
              <a:latin typeface="Cambria Math"/>
              <a:cs typeface="Cambria Math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6183480" y="2554812"/>
            <a:ext cx="2132330" cy="954405"/>
            <a:chOff x="6183480" y="2554812"/>
            <a:chExt cx="2132330" cy="954405"/>
          </a:xfrm>
        </p:grpSpPr>
        <p:sp>
          <p:nvSpPr>
            <p:cNvPr id="19" name="object 19" descr=""/>
            <p:cNvSpPr/>
            <p:nvPr/>
          </p:nvSpPr>
          <p:spPr>
            <a:xfrm>
              <a:off x="7711440" y="2781300"/>
              <a:ext cx="597535" cy="601980"/>
            </a:xfrm>
            <a:custGeom>
              <a:avLst/>
              <a:gdLst/>
              <a:ahLst/>
              <a:cxnLst/>
              <a:rect l="l" t="t" r="r" b="b"/>
              <a:pathLst>
                <a:path w="597534" h="601979">
                  <a:moveTo>
                    <a:pt x="0" y="300989"/>
                  </a:moveTo>
                  <a:lnTo>
                    <a:pt x="3909" y="252168"/>
                  </a:lnTo>
                  <a:lnTo>
                    <a:pt x="15227" y="205854"/>
                  </a:lnTo>
                  <a:lnTo>
                    <a:pt x="33340" y="162668"/>
                  </a:lnTo>
                  <a:lnTo>
                    <a:pt x="57631" y="123230"/>
                  </a:lnTo>
                  <a:lnTo>
                    <a:pt x="87487" y="88158"/>
                  </a:lnTo>
                  <a:lnTo>
                    <a:pt x="122291" y="58074"/>
                  </a:lnTo>
                  <a:lnTo>
                    <a:pt x="161430" y="33596"/>
                  </a:lnTo>
                  <a:lnTo>
                    <a:pt x="204289" y="15344"/>
                  </a:lnTo>
                  <a:lnTo>
                    <a:pt x="250251" y="3939"/>
                  </a:lnTo>
                  <a:lnTo>
                    <a:pt x="298704" y="0"/>
                  </a:lnTo>
                  <a:lnTo>
                    <a:pt x="347156" y="3939"/>
                  </a:lnTo>
                  <a:lnTo>
                    <a:pt x="393118" y="15344"/>
                  </a:lnTo>
                  <a:lnTo>
                    <a:pt x="435977" y="33596"/>
                  </a:lnTo>
                  <a:lnTo>
                    <a:pt x="475116" y="58074"/>
                  </a:lnTo>
                  <a:lnTo>
                    <a:pt x="509920" y="88158"/>
                  </a:lnTo>
                  <a:lnTo>
                    <a:pt x="539776" y="123230"/>
                  </a:lnTo>
                  <a:lnTo>
                    <a:pt x="564067" y="162668"/>
                  </a:lnTo>
                  <a:lnTo>
                    <a:pt x="582180" y="205854"/>
                  </a:lnTo>
                  <a:lnTo>
                    <a:pt x="593498" y="252168"/>
                  </a:lnTo>
                  <a:lnTo>
                    <a:pt x="597408" y="300989"/>
                  </a:lnTo>
                  <a:lnTo>
                    <a:pt x="593498" y="349811"/>
                  </a:lnTo>
                  <a:lnTo>
                    <a:pt x="582180" y="396125"/>
                  </a:lnTo>
                  <a:lnTo>
                    <a:pt x="564067" y="439311"/>
                  </a:lnTo>
                  <a:lnTo>
                    <a:pt x="539776" y="478749"/>
                  </a:lnTo>
                  <a:lnTo>
                    <a:pt x="509920" y="513821"/>
                  </a:lnTo>
                  <a:lnTo>
                    <a:pt x="475116" y="543905"/>
                  </a:lnTo>
                  <a:lnTo>
                    <a:pt x="435977" y="568383"/>
                  </a:lnTo>
                  <a:lnTo>
                    <a:pt x="393118" y="586635"/>
                  </a:lnTo>
                  <a:lnTo>
                    <a:pt x="347156" y="598040"/>
                  </a:lnTo>
                  <a:lnTo>
                    <a:pt x="298704" y="601979"/>
                  </a:lnTo>
                  <a:lnTo>
                    <a:pt x="250251" y="598040"/>
                  </a:lnTo>
                  <a:lnTo>
                    <a:pt x="204289" y="586635"/>
                  </a:lnTo>
                  <a:lnTo>
                    <a:pt x="161430" y="568383"/>
                  </a:lnTo>
                  <a:lnTo>
                    <a:pt x="122291" y="543905"/>
                  </a:lnTo>
                  <a:lnTo>
                    <a:pt x="87487" y="513821"/>
                  </a:lnTo>
                  <a:lnTo>
                    <a:pt x="57631" y="478749"/>
                  </a:lnTo>
                  <a:lnTo>
                    <a:pt x="33340" y="439311"/>
                  </a:lnTo>
                  <a:lnTo>
                    <a:pt x="15227" y="396125"/>
                  </a:lnTo>
                  <a:lnTo>
                    <a:pt x="3909" y="349811"/>
                  </a:lnTo>
                  <a:lnTo>
                    <a:pt x="0" y="30098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999368" y="3243265"/>
              <a:ext cx="684530" cy="256540"/>
            </a:xfrm>
            <a:custGeom>
              <a:avLst/>
              <a:gdLst/>
              <a:ahLst/>
              <a:cxnLst/>
              <a:rect l="l" t="t" r="r" b="b"/>
              <a:pathLst>
                <a:path w="684529" h="256539">
                  <a:moveTo>
                    <a:pt x="684123" y="0"/>
                  </a:moveTo>
                  <a:lnTo>
                    <a:pt x="675865" y="41028"/>
                  </a:lnTo>
                  <a:lnTo>
                    <a:pt x="660534" y="79685"/>
                  </a:lnTo>
                  <a:lnTo>
                    <a:pt x="638720" y="115574"/>
                  </a:lnTo>
                  <a:lnTo>
                    <a:pt x="611015" y="148299"/>
                  </a:lnTo>
                  <a:lnTo>
                    <a:pt x="578009" y="177466"/>
                  </a:lnTo>
                  <a:lnTo>
                    <a:pt x="540296" y="202679"/>
                  </a:lnTo>
                  <a:lnTo>
                    <a:pt x="498466" y="223542"/>
                  </a:lnTo>
                  <a:lnTo>
                    <a:pt x="453110" y="239660"/>
                  </a:lnTo>
                  <a:lnTo>
                    <a:pt x="404820" y="250637"/>
                  </a:lnTo>
                  <a:lnTo>
                    <a:pt x="354187" y="256078"/>
                  </a:lnTo>
                  <a:lnTo>
                    <a:pt x="301802" y="255587"/>
                  </a:lnTo>
                  <a:lnTo>
                    <a:pt x="250842" y="249163"/>
                  </a:lnTo>
                  <a:lnTo>
                    <a:pt x="202561" y="237219"/>
                  </a:lnTo>
                  <a:lnTo>
                    <a:pt x="157509" y="220173"/>
                  </a:lnTo>
                  <a:lnTo>
                    <a:pt x="116239" y="198443"/>
                  </a:lnTo>
                  <a:lnTo>
                    <a:pt x="79302" y="172449"/>
                  </a:lnTo>
                  <a:lnTo>
                    <a:pt x="47249" y="142609"/>
                  </a:lnTo>
                  <a:lnTo>
                    <a:pt x="20631" y="109340"/>
                  </a:lnTo>
                  <a:lnTo>
                    <a:pt x="0" y="7306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966583" y="3255275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4">
                  <a:moveTo>
                    <a:pt x="13944" y="0"/>
                  </a:moveTo>
                  <a:lnTo>
                    <a:pt x="0" y="84048"/>
                  </a:lnTo>
                  <a:lnTo>
                    <a:pt x="72809" y="61582"/>
                  </a:lnTo>
                  <a:lnTo>
                    <a:pt x="139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193005" y="2564337"/>
              <a:ext cx="363855" cy="335915"/>
            </a:xfrm>
            <a:custGeom>
              <a:avLst/>
              <a:gdLst/>
              <a:ahLst/>
              <a:cxnLst/>
              <a:rect l="l" t="t" r="r" b="b"/>
              <a:pathLst>
                <a:path w="363854" h="335914">
                  <a:moveTo>
                    <a:pt x="131375" y="335315"/>
                  </a:moveTo>
                  <a:lnTo>
                    <a:pt x="84961" y="314951"/>
                  </a:lnTo>
                  <a:lnTo>
                    <a:pt x="47456" y="285434"/>
                  </a:lnTo>
                  <a:lnTo>
                    <a:pt x="20020" y="248839"/>
                  </a:lnTo>
                  <a:lnTo>
                    <a:pt x="3815" y="207243"/>
                  </a:lnTo>
                  <a:lnTo>
                    <a:pt x="0" y="162724"/>
                  </a:lnTo>
                  <a:lnTo>
                    <a:pt x="9735" y="117357"/>
                  </a:lnTo>
                  <a:lnTo>
                    <a:pt x="32527" y="75894"/>
                  </a:lnTo>
                  <a:lnTo>
                    <a:pt x="65570" y="42391"/>
                  </a:lnTo>
                  <a:lnTo>
                    <a:pt x="106537" y="17883"/>
                  </a:lnTo>
                  <a:lnTo>
                    <a:pt x="153104" y="3407"/>
                  </a:lnTo>
                  <a:lnTo>
                    <a:pt x="202942" y="0"/>
                  </a:lnTo>
                  <a:lnTo>
                    <a:pt x="253727" y="8696"/>
                  </a:lnTo>
                  <a:lnTo>
                    <a:pt x="287997" y="22372"/>
                  </a:lnTo>
                  <a:lnTo>
                    <a:pt x="318138" y="41338"/>
                  </a:lnTo>
                  <a:lnTo>
                    <a:pt x="343503" y="64882"/>
                  </a:lnTo>
                  <a:lnTo>
                    <a:pt x="363443" y="92287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516326" y="2632330"/>
              <a:ext cx="72390" cy="84455"/>
            </a:xfrm>
            <a:custGeom>
              <a:avLst/>
              <a:gdLst/>
              <a:ahLst/>
              <a:cxnLst/>
              <a:rect l="l" t="t" r="r" b="b"/>
              <a:pathLst>
                <a:path w="72390" h="84455">
                  <a:moveTo>
                    <a:pt x="72072" y="0"/>
                  </a:moveTo>
                  <a:lnTo>
                    <a:pt x="0" y="24739"/>
                  </a:lnTo>
                  <a:lnTo>
                    <a:pt x="60769" y="84442"/>
                  </a:lnTo>
                  <a:lnTo>
                    <a:pt x="720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6978904" y="2668292"/>
              <a:ext cx="684530" cy="257175"/>
            </a:xfrm>
            <a:custGeom>
              <a:avLst/>
              <a:gdLst/>
              <a:ahLst/>
              <a:cxnLst/>
              <a:rect l="l" t="t" r="r" b="b"/>
              <a:pathLst>
                <a:path w="684529" h="257175">
                  <a:moveTo>
                    <a:pt x="0" y="256832"/>
                  </a:moveTo>
                  <a:lnTo>
                    <a:pt x="8244" y="215688"/>
                  </a:lnTo>
                  <a:lnTo>
                    <a:pt x="23563" y="176922"/>
                  </a:lnTo>
                  <a:lnTo>
                    <a:pt x="45367" y="140931"/>
                  </a:lnTo>
                  <a:lnTo>
                    <a:pt x="73063" y="108112"/>
                  </a:lnTo>
                  <a:lnTo>
                    <a:pt x="106060" y="78861"/>
                  </a:lnTo>
                  <a:lnTo>
                    <a:pt x="143766" y="53573"/>
                  </a:lnTo>
                  <a:lnTo>
                    <a:pt x="185591" y="32647"/>
                  </a:lnTo>
                  <a:lnTo>
                    <a:pt x="230942" y="16479"/>
                  </a:lnTo>
                  <a:lnTo>
                    <a:pt x="279229" y="5464"/>
                  </a:lnTo>
                  <a:lnTo>
                    <a:pt x="329860" y="0"/>
                  </a:lnTo>
                  <a:lnTo>
                    <a:pt x="382244" y="482"/>
                  </a:lnTo>
                  <a:lnTo>
                    <a:pt x="433291" y="6929"/>
                  </a:lnTo>
                  <a:lnTo>
                    <a:pt x="481649" y="18929"/>
                  </a:lnTo>
                  <a:lnTo>
                    <a:pt x="526765" y="36061"/>
                  </a:lnTo>
                  <a:lnTo>
                    <a:pt x="568085" y="57904"/>
                  </a:lnTo>
                  <a:lnTo>
                    <a:pt x="605055" y="84034"/>
                  </a:lnTo>
                  <a:lnTo>
                    <a:pt x="637121" y="114030"/>
                  </a:lnTo>
                  <a:lnTo>
                    <a:pt x="663729" y="147471"/>
                  </a:lnTo>
                  <a:lnTo>
                    <a:pt x="684326" y="183934"/>
                  </a:lnTo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623139" y="2829092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5">
                  <a:moveTo>
                    <a:pt x="72859" y="0"/>
                  </a:moveTo>
                  <a:lnTo>
                    <a:pt x="0" y="22313"/>
                  </a:lnTo>
                  <a:lnTo>
                    <a:pt x="58750" y="84023"/>
                  </a:lnTo>
                  <a:lnTo>
                    <a:pt x="7285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6078696" y="2319326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7195928" y="3502177"/>
            <a:ext cx="2527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𝑎,</a:t>
            </a:r>
            <a:r>
              <a:rPr dirty="0" sz="1200" spc="-50">
                <a:latin typeface="Cambria Math"/>
                <a:cs typeface="Cambria Math"/>
              </a:rPr>
              <a:t> 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9379966" y="2688082"/>
            <a:ext cx="735330" cy="741680"/>
            <a:chOff x="9379966" y="2688082"/>
            <a:chExt cx="735330" cy="741680"/>
          </a:xfrm>
        </p:grpSpPr>
        <p:sp>
          <p:nvSpPr>
            <p:cNvPr id="29" name="object 29" descr=""/>
            <p:cNvSpPr/>
            <p:nvPr/>
          </p:nvSpPr>
          <p:spPr>
            <a:xfrm>
              <a:off x="9386316" y="269443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361188" y="0"/>
                  </a:moveTo>
                  <a:lnTo>
                    <a:pt x="312176" y="3324"/>
                  </a:lnTo>
                  <a:lnTo>
                    <a:pt x="265169" y="13010"/>
                  </a:lnTo>
                  <a:lnTo>
                    <a:pt x="220597" y="28622"/>
                  </a:lnTo>
                  <a:lnTo>
                    <a:pt x="178889" y="49727"/>
                  </a:lnTo>
                  <a:lnTo>
                    <a:pt x="140476" y="75891"/>
                  </a:lnTo>
                  <a:lnTo>
                    <a:pt x="105789" y="106680"/>
                  </a:lnTo>
                  <a:lnTo>
                    <a:pt x="75257" y="141659"/>
                  </a:lnTo>
                  <a:lnTo>
                    <a:pt x="49312" y="180396"/>
                  </a:lnTo>
                  <a:lnTo>
                    <a:pt x="28383" y="222456"/>
                  </a:lnTo>
                  <a:lnTo>
                    <a:pt x="12901" y="267405"/>
                  </a:lnTo>
                  <a:lnTo>
                    <a:pt x="3297" y="314810"/>
                  </a:lnTo>
                  <a:lnTo>
                    <a:pt x="0" y="364236"/>
                  </a:lnTo>
                  <a:lnTo>
                    <a:pt x="3297" y="413661"/>
                  </a:lnTo>
                  <a:lnTo>
                    <a:pt x="12901" y="461066"/>
                  </a:lnTo>
                  <a:lnTo>
                    <a:pt x="28383" y="506015"/>
                  </a:lnTo>
                  <a:lnTo>
                    <a:pt x="49312" y="548075"/>
                  </a:lnTo>
                  <a:lnTo>
                    <a:pt x="75257" y="586812"/>
                  </a:lnTo>
                  <a:lnTo>
                    <a:pt x="105789" y="621792"/>
                  </a:lnTo>
                  <a:lnTo>
                    <a:pt x="140476" y="652580"/>
                  </a:lnTo>
                  <a:lnTo>
                    <a:pt x="178889" y="678744"/>
                  </a:lnTo>
                  <a:lnTo>
                    <a:pt x="220597" y="699849"/>
                  </a:lnTo>
                  <a:lnTo>
                    <a:pt x="265169" y="715461"/>
                  </a:lnTo>
                  <a:lnTo>
                    <a:pt x="312176" y="725147"/>
                  </a:lnTo>
                  <a:lnTo>
                    <a:pt x="361188" y="728472"/>
                  </a:lnTo>
                  <a:lnTo>
                    <a:pt x="410199" y="725147"/>
                  </a:lnTo>
                  <a:lnTo>
                    <a:pt x="457206" y="715461"/>
                  </a:lnTo>
                  <a:lnTo>
                    <a:pt x="501778" y="699849"/>
                  </a:lnTo>
                  <a:lnTo>
                    <a:pt x="543486" y="678744"/>
                  </a:lnTo>
                  <a:lnTo>
                    <a:pt x="581899" y="652580"/>
                  </a:lnTo>
                  <a:lnTo>
                    <a:pt x="616586" y="621792"/>
                  </a:lnTo>
                  <a:lnTo>
                    <a:pt x="647118" y="586812"/>
                  </a:lnTo>
                  <a:lnTo>
                    <a:pt x="673063" y="548075"/>
                  </a:lnTo>
                  <a:lnTo>
                    <a:pt x="693992" y="506015"/>
                  </a:lnTo>
                  <a:lnTo>
                    <a:pt x="709474" y="461066"/>
                  </a:lnTo>
                  <a:lnTo>
                    <a:pt x="719078" y="413661"/>
                  </a:lnTo>
                  <a:lnTo>
                    <a:pt x="722376" y="364236"/>
                  </a:lnTo>
                  <a:lnTo>
                    <a:pt x="719078" y="314810"/>
                  </a:lnTo>
                  <a:lnTo>
                    <a:pt x="709474" y="267405"/>
                  </a:lnTo>
                  <a:lnTo>
                    <a:pt x="693992" y="222456"/>
                  </a:lnTo>
                  <a:lnTo>
                    <a:pt x="673063" y="180396"/>
                  </a:lnTo>
                  <a:lnTo>
                    <a:pt x="647118" y="141659"/>
                  </a:lnTo>
                  <a:lnTo>
                    <a:pt x="616586" y="106680"/>
                  </a:lnTo>
                  <a:lnTo>
                    <a:pt x="581899" y="75891"/>
                  </a:lnTo>
                  <a:lnTo>
                    <a:pt x="543486" y="49727"/>
                  </a:lnTo>
                  <a:lnTo>
                    <a:pt x="501778" y="28622"/>
                  </a:lnTo>
                  <a:lnTo>
                    <a:pt x="457206" y="13010"/>
                  </a:lnTo>
                  <a:lnTo>
                    <a:pt x="410199" y="332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9386316" y="269443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0" y="364236"/>
                  </a:moveTo>
                  <a:lnTo>
                    <a:pt x="3297" y="314810"/>
                  </a:lnTo>
                  <a:lnTo>
                    <a:pt x="12901" y="267405"/>
                  </a:lnTo>
                  <a:lnTo>
                    <a:pt x="28383" y="222456"/>
                  </a:lnTo>
                  <a:lnTo>
                    <a:pt x="49312" y="180396"/>
                  </a:lnTo>
                  <a:lnTo>
                    <a:pt x="75257" y="141659"/>
                  </a:lnTo>
                  <a:lnTo>
                    <a:pt x="105789" y="106680"/>
                  </a:lnTo>
                  <a:lnTo>
                    <a:pt x="140476" y="75891"/>
                  </a:lnTo>
                  <a:lnTo>
                    <a:pt x="178889" y="49727"/>
                  </a:lnTo>
                  <a:lnTo>
                    <a:pt x="220597" y="28622"/>
                  </a:lnTo>
                  <a:lnTo>
                    <a:pt x="265169" y="13010"/>
                  </a:lnTo>
                  <a:lnTo>
                    <a:pt x="312176" y="3324"/>
                  </a:lnTo>
                  <a:lnTo>
                    <a:pt x="361188" y="0"/>
                  </a:lnTo>
                  <a:lnTo>
                    <a:pt x="410199" y="3324"/>
                  </a:lnTo>
                  <a:lnTo>
                    <a:pt x="457206" y="13010"/>
                  </a:lnTo>
                  <a:lnTo>
                    <a:pt x="501778" y="28622"/>
                  </a:lnTo>
                  <a:lnTo>
                    <a:pt x="543486" y="49727"/>
                  </a:lnTo>
                  <a:lnTo>
                    <a:pt x="581899" y="75891"/>
                  </a:lnTo>
                  <a:lnTo>
                    <a:pt x="616586" y="106680"/>
                  </a:lnTo>
                  <a:lnTo>
                    <a:pt x="647118" y="141659"/>
                  </a:lnTo>
                  <a:lnTo>
                    <a:pt x="673063" y="180396"/>
                  </a:lnTo>
                  <a:lnTo>
                    <a:pt x="693992" y="222456"/>
                  </a:lnTo>
                  <a:lnTo>
                    <a:pt x="709474" y="267405"/>
                  </a:lnTo>
                  <a:lnTo>
                    <a:pt x="719078" y="314810"/>
                  </a:lnTo>
                  <a:lnTo>
                    <a:pt x="722376" y="364236"/>
                  </a:lnTo>
                  <a:lnTo>
                    <a:pt x="719078" y="413661"/>
                  </a:lnTo>
                  <a:lnTo>
                    <a:pt x="709474" y="461066"/>
                  </a:lnTo>
                  <a:lnTo>
                    <a:pt x="693992" y="506015"/>
                  </a:lnTo>
                  <a:lnTo>
                    <a:pt x="673063" y="548075"/>
                  </a:lnTo>
                  <a:lnTo>
                    <a:pt x="647118" y="586812"/>
                  </a:lnTo>
                  <a:lnTo>
                    <a:pt x="616586" y="621792"/>
                  </a:lnTo>
                  <a:lnTo>
                    <a:pt x="581899" y="652580"/>
                  </a:lnTo>
                  <a:lnTo>
                    <a:pt x="543486" y="678744"/>
                  </a:lnTo>
                  <a:lnTo>
                    <a:pt x="501778" y="699849"/>
                  </a:lnTo>
                  <a:lnTo>
                    <a:pt x="457206" y="715461"/>
                  </a:lnTo>
                  <a:lnTo>
                    <a:pt x="410199" y="725147"/>
                  </a:lnTo>
                  <a:lnTo>
                    <a:pt x="361188" y="728472"/>
                  </a:lnTo>
                  <a:lnTo>
                    <a:pt x="312176" y="725147"/>
                  </a:lnTo>
                  <a:lnTo>
                    <a:pt x="265169" y="715461"/>
                  </a:lnTo>
                  <a:lnTo>
                    <a:pt x="220597" y="699849"/>
                  </a:lnTo>
                  <a:lnTo>
                    <a:pt x="178889" y="678744"/>
                  </a:lnTo>
                  <a:lnTo>
                    <a:pt x="140476" y="652580"/>
                  </a:lnTo>
                  <a:lnTo>
                    <a:pt x="105789" y="621792"/>
                  </a:lnTo>
                  <a:lnTo>
                    <a:pt x="75257" y="586812"/>
                  </a:lnTo>
                  <a:lnTo>
                    <a:pt x="49312" y="548075"/>
                  </a:lnTo>
                  <a:lnTo>
                    <a:pt x="28383" y="506015"/>
                  </a:lnTo>
                  <a:lnTo>
                    <a:pt x="12901" y="461066"/>
                  </a:lnTo>
                  <a:lnTo>
                    <a:pt x="3297" y="413661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9599141" y="2918503"/>
            <a:ext cx="2349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9023984" y="2688082"/>
            <a:ext cx="2463165" cy="741680"/>
            <a:chOff x="9023984" y="2688082"/>
            <a:chExt cx="2463165" cy="741680"/>
          </a:xfrm>
        </p:grpSpPr>
        <p:sp>
          <p:nvSpPr>
            <p:cNvPr id="33" name="object 33" descr=""/>
            <p:cNvSpPr/>
            <p:nvPr/>
          </p:nvSpPr>
          <p:spPr>
            <a:xfrm>
              <a:off x="9033509" y="3059430"/>
              <a:ext cx="288925" cy="0"/>
            </a:xfrm>
            <a:custGeom>
              <a:avLst/>
              <a:gdLst/>
              <a:ahLst/>
              <a:cxnLst/>
              <a:rect l="l" t="t" r="r" b="b"/>
              <a:pathLst>
                <a:path w="288925" h="0">
                  <a:moveTo>
                    <a:pt x="0" y="0"/>
                  </a:moveTo>
                  <a:lnTo>
                    <a:pt x="288709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9309515" y="302132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0757915" y="269443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361188" y="0"/>
                  </a:moveTo>
                  <a:lnTo>
                    <a:pt x="312176" y="3324"/>
                  </a:lnTo>
                  <a:lnTo>
                    <a:pt x="265169" y="13010"/>
                  </a:lnTo>
                  <a:lnTo>
                    <a:pt x="220597" y="28622"/>
                  </a:lnTo>
                  <a:lnTo>
                    <a:pt x="178889" y="49727"/>
                  </a:lnTo>
                  <a:lnTo>
                    <a:pt x="140476" y="75891"/>
                  </a:lnTo>
                  <a:lnTo>
                    <a:pt x="105789" y="106680"/>
                  </a:lnTo>
                  <a:lnTo>
                    <a:pt x="75257" y="141659"/>
                  </a:lnTo>
                  <a:lnTo>
                    <a:pt x="49312" y="180396"/>
                  </a:lnTo>
                  <a:lnTo>
                    <a:pt x="28383" y="222456"/>
                  </a:lnTo>
                  <a:lnTo>
                    <a:pt x="12901" y="267405"/>
                  </a:lnTo>
                  <a:lnTo>
                    <a:pt x="3297" y="314810"/>
                  </a:lnTo>
                  <a:lnTo>
                    <a:pt x="0" y="364236"/>
                  </a:lnTo>
                  <a:lnTo>
                    <a:pt x="3297" y="413661"/>
                  </a:lnTo>
                  <a:lnTo>
                    <a:pt x="12901" y="461066"/>
                  </a:lnTo>
                  <a:lnTo>
                    <a:pt x="28383" y="506015"/>
                  </a:lnTo>
                  <a:lnTo>
                    <a:pt x="49312" y="548075"/>
                  </a:lnTo>
                  <a:lnTo>
                    <a:pt x="75257" y="586812"/>
                  </a:lnTo>
                  <a:lnTo>
                    <a:pt x="105789" y="621792"/>
                  </a:lnTo>
                  <a:lnTo>
                    <a:pt x="140476" y="652580"/>
                  </a:lnTo>
                  <a:lnTo>
                    <a:pt x="178889" y="678744"/>
                  </a:lnTo>
                  <a:lnTo>
                    <a:pt x="220597" y="699849"/>
                  </a:lnTo>
                  <a:lnTo>
                    <a:pt x="265169" y="715461"/>
                  </a:lnTo>
                  <a:lnTo>
                    <a:pt x="312176" y="725147"/>
                  </a:lnTo>
                  <a:lnTo>
                    <a:pt x="361188" y="728472"/>
                  </a:lnTo>
                  <a:lnTo>
                    <a:pt x="410199" y="725147"/>
                  </a:lnTo>
                  <a:lnTo>
                    <a:pt x="457206" y="715461"/>
                  </a:lnTo>
                  <a:lnTo>
                    <a:pt x="501778" y="699849"/>
                  </a:lnTo>
                  <a:lnTo>
                    <a:pt x="543486" y="678744"/>
                  </a:lnTo>
                  <a:lnTo>
                    <a:pt x="581899" y="652580"/>
                  </a:lnTo>
                  <a:lnTo>
                    <a:pt x="616586" y="621792"/>
                  </a:lnTo>
                  <a:lnTo>
                    <a:pt x="647118" y="586812"/>
                  </a:lnTo>
                  <a:lnTo>
                    <a:pt x="673063" y="548075"/>
                  </a:lnTo>
                  <a:lnTo>
                    <a:pt x="693992" y="506015"/>
                  </a:lnTo>
                  <a:lnTo>
                    <a:pt x="709474" y="461066"/>
                  </a:lnTo>
                  <a:lnTo>
                    <a:pt x="719078" y="413661"/>
                  </a:lnTo>
                  <a:lnTo>
                    <a:pt x="722376" y="364236"/>
                  </a:lnTo>
                  <a:lnTo>
                    <a:pt x="719078" y="314810"/>
                  </a:lnTo>
                  <a:lnTo>
                    <a:pt x="709474" y="267405"/>
                  </a:lnTo>
                  <a:lnTo>
                    <a:pt x="693992" y="222456"/>
                  </a:lnTo>
                  <a:lnTo>
                    <a:pt x="673063" y="180396"/>
                  </a:lnTo>
                  <a:lnTo>
                    <a:pt x="647118" y="141659"/>
                  </a:lnTo>
                  <a:lnTo>
                    <a:pt x="616586" y="106680"/>
                  </a:lnTo>
                  <a:lnTo>
                    <a:pt x="581899" y="75891"/>
                  </a:lnTo>
                  <a:lnTo>
                    <a:pt x="543486" y="49727"/>
                  </a:lnTo>
                  <a:lnTo>
                    <a:pt x="501778" y="28622"/>
                  </a:lnTo>
                  <a:lnTo>
                    <a:pt x="457206" y="13010"/>
                  </a:lnTo>
                  <a:lnTo>
                    <a:pt x="410199" y="332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0757915" y="269443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0" y="364236"/>
                  </a:moveTo>
                  <a:lnTo>
                    <a:pt x="3297" y="314810"/>
                  </a:lnTo>
                  <a:lnTo>
                    <a:pt x="12901" y="267405"/>
                  </a:lnTo>
                  <a:lnTo>
                    <a:pt x="28383" y="222456"/>
                  </a:lnTo>
                  <a:lnTo>
                    <a:pt x="49312" y="180396"/>
                  </a:lnTo>
                  <a:lnTo>
                    <a:pt x="75257" y="141659"/>
                  </a:lnTo>
                  <a:lnTo>
                    <a:pt x="105789" y="106680"/>
                  </a:lnTo>
                  <a:lnTo>
                    <a:pt x="140476" y="75891"/>
                  </a:lnTo>
                  <a:lnTo>
                    <a:pt x="178889" y="49727"/>
                  </a:lnTo>
                  <a:lnTo>
                    <a:pt x="220597" y="28622"/>
                  </a:lnTo>
                  <a:lnTo>
                    <a:pt x="265169" y="13010"/>
                  </a:lnTo>
                  <a:lnTo>
                    <a:pt x="312176" y="3324"/>
                  </a:lnTo>
                  <a:lnTo>
                    <a:pt x="361188" y="0"/>
                  </a:lnTo>
                  <a:lnTo>
                    <a:pt x="410199" y="3324"/>
                  </a:lnTo>
                  <a:lnTo>
                    <a:pt x="457206" y="13010"/>
                  </a:lnTo>
                  <a:lnTo>
                    <a:pt x="501778" y="28622"/>
                  </a:lnTo>
                  <a:lnTo>
                    <a:pt x="543486" y="49727"/>
                  </a:lnTo>
                  <a:lnTo>
                    <a:pt x="581899" y="75891"/>
                  </a:lnTo>
                  <a:lnTo>
                    <a:pt x="616586" y="106680"/>
                  </a:lnTo>
                  <a:lnTo>
                    <a:pt x="647118" y="141659"/>
                  </a:lnTo>
                  <a:lnTo>
                    <a:pt x="673063" y="180396"/>
                  </a:lnTo>
                  <a:lnTo>
                    <a:pt x="693992" y="222456"/>
                  </a:lnTo>
                  <a:lnTo>
                    <a:pt x="709474" y="267405"/>
                  </a:lnTo>
                  <a:lnTo>
                    <a:pt x="719078" y="314810"/>
                  </a:lnTo>
                  <a:lnTo>
                    <a:pt x="722376" y="364236"/>
                  </a:lnTo>
                  <a:lnTo>
                    <a:pt x="719078" y="413661"/>
                  </a:lnTo>
                  <a:lnTo>
                    <a:pt x="709474" y="461066"/>
                  </a:lnTo>
                  <a:lnTo>
                    <a:pt x="693992" y="506015"/>
                  </a:lnTo>
                  <a:lnTo>
                    <a:pt x="673063" y="548075"/>
                  </a:lnTo>
                  <a:lnTo>
                    <a:pt x="647118" y="586812"/>
                  </a:lnTo>
                  <a:lnTo>
                    <a:pt x="616586" y="621792"/>
                  </a:lnTo>
                  <a:lnTo>
                    <a:pt x="581899" y="652580"/>
                  </a:lnTo>
                  <a:lnTo>
                    <a:pt x="543486" y="678744"/>
                  </a:lnTo>
                  <a:lnTo>
                    <a:pt x="501778" y="699849"/>
                  </a:lnTo>
                  <a:lnTo>
                    <a:pt x="457206" y="715461"/>
                  </a:lnTo>
                  <a:lnTo>
                    <a:pt x="410199" y="725147"/>
                  </a:lnTo>
                  <a:lnTo>
                    <a:pt x="361188" y="728472"/>
                  </a:lnTo>
                  <a:lnTo>
                    <a:pt x="312176" y="725147"/>
                  </a:lnTo>
                  <a:lnTo>
                    <a:pt x="265169" y="715461"/>
                  </a:lnTo>
                  <a:lnTo>
                    <a:pt x="220597" y="699849"/>
                  </a:lnTo>
                  <a:lnTo>
                    <a:pt x="178889" y="678744"/>
                  </a:lnTo>
                  <a:lnTo>
                    <a:pt x="140476" y="652580"/>
                  </a:lnTo>
                  <a:lnTo>
                    <a:pt x="105789" y="621792"/>
                  </a:lnTo>
                  <a:lnTo>
                    <a:pt x="75257" y="586812"/>
                  </a:lnTo>
                  <a:lnTo>
                    <a:pt x="49312" y="548075"/>
                  </a:lnTo>
                  <a:lnTo>
                    <a:pt x="28383" y="506015"/>
                  </a:lnTo>
                  <a:lnTo>
                    <a:pt x="12901" y="461066"/>
                  </a:lnTo>
                  <a:lnTo>
                    <a:pt x="3297" y="413661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11320207" y="2215814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0974100" y="2918503"/>
            <a:ext cx="23050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10075543" y="2473729"/>
            <a:ext cx="1425575" cy="1012825"/>
            <a:chOff x="10075543" y="2473729"/>
            <a:chExt cx="1425575" cy="1012825"/>
          </a:xfrm>
        </p:grpSpPr>
        <p:sp>
          <p:nvSpPr>
            <p:cNvPr id="40" name="object 40" descr=""/>
            <p:cNvSpPr/>
            <p:nvPr/>
          </p:nvSpPr>
          <p:spPr>
            <a:xfrm>
              <a:off x="10820400" y="2758440"/>
              <a:ext cx="597535" cy="601980"/>
            </a:xfrm>
            <a:custGeom>
              <a:avLst/>
              <a:gdLst/>
              <a:ahLst/>
              <a:cxnLst/>
              <a:rect l="l" t="t" r="r" b="b"/>
              <a:pathLst>
                <a:path w="597534" h="601979">
                  <a:moveTo>
                    <a:pt x="0" y="300989"/>
                  </a:moveTo>
                  <a:lnTo>
                    <a:pt x="3909" y="252168"/>
                  </a:lnTo>
                  <a:lnTo>
                    <a:pt x="15227" y="205854"/>
                  </a:lnTo>
                  <a:lnTo>
                    <a:pt x="33340" y="162668"/>
                  </a:lnTo>
                  <a:lnTo>
                    <a:pt x="57631" y="123230"/>
                  </a:lnTo>
                  <a:lnTo>
                    <a:pt x="87487" y="88158"/>
                  </a:lnTo>
                  <a:lnTo>
                    <a:pt x="122291" y="58074"/>
                  </a:lnTo>
                  <a:lnTo>
                    <a:pt x="161430" y="33596"/>
                  </a:lnTo>
                  <a:lnTo>
                    <a:pt x="204289" y="15344"/>
                  </a:lnTo>
                  <a:lnTo>
                    <a:pt x="250251" y="3939"/>
                  </a:lnTo>
                  <a:lnTo>
                    <a:pt x="298704" y="0"/>
                  </a:lnTo>
                  <a:lnTo>
                    <a:pt x="347156" y="3939"/>
                  </a:lnTo>
                  <a:lnTo>
                    <a:pt x="393118" y="15344"/>
                  </a:lnTo>
                  <a:lnTo>
                    <a:pt x="435977" y="33596"/>
                  </a:lnTo>
                  <a:lnTo>
                    <a:pt x="475116" y="58074"/>
                  </a:lnTo>
                  <a:lnTo>
                    <a:pt x="509920" y="88158"/>
                  </a:lnTo>
                  <a:lnTo>
                    <a:pt x="539776" y="123230"/>
                  </a:lnTo>
                  <a:lnTo>
                    <a:pt x="564067" y="162668"/>
                  </a:lnTo>
                  <a:lnTo>
                    <a:pt x="582180" y="205854"/>
                  </a:lnTo>
                  <a:lnTo>
                    <a:pt x="593498" y="252168"/>
                  </a:lnTo>
                  <a:lnTo>
                    <a:pt x="597408" y="300989"/>
                  </a:lnTo>
                  <a:lnTo>
                    <a:pt x="593498" y="349811"/>
                  </a:lnTo>
                  <a:lnTo>
                    <a:pt x="582180" y="396125"/>
                  </a:lnTo>
                  <a:lnTo>
                    <a:pt x="564067" y="439311"/>
                  </a:lnTo>
                  <a:lnTo>
                    <a:pt x="539776" y="478749"/>
                  </a:lnTo>
                  <a:lnTo>
                    <a:pt x="509920" y="513821"/>
                  </a:lnTo>
                  <a:lnTo>
                    <a:pt x="475116" y="543905"/>
                  </a:lnTo>
                  <a:lnTo>
                    <a:pt x="435977" y="568383"/>
                  </a:lnTo>
                  <a:lnTo>
                    <a:pt x="393118" y="586635"/>
                  </a:lnTo>
                  <a:lnTo>
                    <a:pt x="347156" y="598040"/>
                  </a:lnTo>
                  <a:lnTo>
                    <a:pt x="298704" y="601979"/>
                  </a:lnTo>
                  <a:lnTo>
                    <a:pt x="250251" y="598040"/>
                  </a:lnTo>
                  <a:lnTo>
                    <a:pt x="204289" y="586635"/>
                  </a:lnTo>
                  <a:lnTo>
                    <a:pt x="161430" y="568383"/>
                  </a:lnTo>
                  <a:lnTo>
                    <a:pt x="122291" y="543905"/>
                  </a:lnTo>
                  <a:lnTo>
                    <a:pt x="87487" y="513821"/>
                  </a:lnTo>
                  <a:lnTo>
                    <a:pt x="57631" y="478749"/>
                  </a:lnTo>
                  <a:lnTo>
                    <a:pt x="33340" y="439311"/>
                  </a:lnTo>
                  <a:lnTo>
                    <a:pt x="15227" y="396125"/>
                  </a:lnTo>
                  <a:lnTo>
                    <a:pt x="3909" y="349811"/>
                  </a:lnTo>
                  <a:lnTo>
                    <a:pt x="0" y="30098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0108328" y="3220405"/>
              <a:ext cx="684530" cy="256540"/>
            </a:xfrm>
            <a:custGeom>
              <a:avLst/>
              <a:gdLst/>
              <a:ahLst/>
              <a:cxnLst/>
              <a:rect l="l" t="t" r="r" b="b"/>
              <a:pathLst>
                <a:path w="684529" h="256539">
                  <a:moveTo>
                    <a:pt x="684123" y="0"/>
                  </a:moveTo>
                  <a:lnTo>
                    <a:pt x="675865" y="41028"/>
                  </a:lnTo>
                  <a:lnTo>
                    <a:pt x="660534" y="79685"/>
                  </a:lnTo>
                  <a:lnTo>
                    <a:pt x="638720" y="115574"/>
                  </a:lnTo>
                  <a:lnTo>
                    <a:pt x="611015" y="148299"/>
                  </a:lnTo>
                  <a:lnTo>
                    <a:pt x="578009" y="177466"/>
                  </a:lnTo>
                  <a:lnTo>
                    <a:pt x="540296" y="202679"/>
                  </a:lnTo>
                  <a:lnTo>
                    <a:pt x="498466" y="223542"/>
                  </a:lnTo>
                  <a:lnTo>
                    <a:pt x="453110" y="239660"/>
                  </a:lnTo>
                  <a:lnTo>
                    <a:pt x="404820" y="250637"/>
                  </a:lnTo>
                  <a:lnTo>
                    <a:pt x="354187" y="256078"/>
                  </a:lnTo>
                  <a:lnTo>
                    <a:pt x="301802" y="255587"/>
                  </a:lnTo>
                  <a:lnTo>
                    <a:pt x="250842" y="249163"/>
                  </a:lnTo>
                  <a:lnTo>
                    <a:pt x="202561" y="237219"/>
                  </a:lnTo>
                  <a:lnTo>
                    <a:pt x="157509" y="220173"/>
                  </a:lnTo>
                  <a:lnTo>
                    <a:pt x="116239" y="198443"/>
                  </a:lnTo>
                  <a:lnTo>
                    <a:pt x="79302" y="172449"/>
                  </a:lnTo>
                  <a:lnTo>
                    <a:pt x="47249" y="142609"/>
                  </a:lnTo>
                  <a:lnTo>
                    <a:pt x="20631" y="109340"/>
                  </a:lnTo>
                  <a:lnTo>
                    <a:pt x="0" y="7306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0075543" y="3232415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4">
                  <a:moveTo>
                    <a:pt x="13944" y="0"/>
                  </a:moveTo>
                  <a:lnTo>
                    <a:pt x="0" y="84048"/>
                  </a:lnTo>
                  <a:lnTo>
                    <a:pt x="72809" y="61582"/>
                  </a:lnTo>
                  <a:lnTo>
                    <a:pt x="139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1132024" y="2483254"/>
              <a:ext cx="354965" cy="294640"/>
            </a:xfrm>
            <a:custGeom>
              <a:avLst/>
              <a:gdLst/>
              <a:ahLst/>
              <a:cxnLst/>
              <a:rect l="l" t="t" r="r" b="b"/>
              <a:pathLst>
                <a:path w="354965" h="294639">
                  <a:moveTo>
                    <a:pt x="5620" y="215131"/>
                  </a:moveTo>
                  <a:lnTo>
                    <a:pt x="0" y="164788"/>
                  </a:lnTo>
                  <a:lnTo>
                    <a:pt x="6750" y="117585"/>
                  </a:lnTo>
                  <a:lnTo>
                    <a:pt x="24654" y="75562"/>
                  </a:lnTo>
                  <a:lnTo>
                    <a:pt x="52496" y="40761"/>
                  </a:lnTo>
                  <a:lnTo>
                    <a:pt x="89059" y="15221"/>
                  </a:lnTo>
                  <a:lnTo>
                    <a:pt x="133128" y="983"/>
                  </a:lnTo>
                  <a:lnTo>
                    <a:pt x="180360" y="0"/>
                  </a:lnTo>
                  <a:lnTo>
                    <a:pt x="225840" y="11863"/>
                  </a:lnTo>
                  <a:lnTo>
                    <a:pt x="267510" y="35078"/>
                  </a:lnTo>
                  <a:lnTo>
                    <a:pt x="303310" y="68149"/>
                  </a:lnTo>
                  <a:lnTo>
                    <a:pt x="331181" y="109581"/>
                  </a:lnTo>
                  <a:lnTo>
                    <a:pt x="349066" y="157879"/>
                  </a:lnTo>
                  <a:lnTo>
                    <a:pt x="354384" y="194379"/>
                  </a:lnTo>
                  <a:lnTo>
                    <a:pt x="353066" y="229945"/>
                  </a:lnTo>
                  <a:lnTo>
                    <a:pt x="345405" y="263664"/>
                  </a:lnTo>
                  <a:lnTo>
                    <a:pt x="331692" y="29462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1422043" y="2743290"/>
              <a:ext cx="79375" cy="82550"/>
            </a:xfrm>
            <a:custGeom>
              <a:avLst/>
              <a:gdLst/>
              <a:ahLst/>
              <a:cxnLst/>
              <a:rect l="l" t="t" r="r" b="b"/>
              <a:pathLst>
                <a:path w="79375" h="82550">
                  <a:moveTo>
                    <a:pt x="21259" y="0"/>
                  </a:moveTo>
                  <a:lnTo>
                    <a:pt x="0" y="82499"/>
                  </a:lnTo>
                  <a:lnTo>
                    <a:pt x="78752" y="50012"/>
                  </a:lnTo>
                  <a:lnTo>
                    <a:pt x="212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0087864" y="2645432"/>
              <a:ext cx="684530" cy="257175"/>
            </a:xfrm>
            <a:custGeom>
              <a:avLst/>
              <a:gdLst/>
              <a:ahLst/>
              <a:cxnLst/>
              <a:rect l="l" t="t" r="r" b="b"/>
              <a:pathLst>
                <a:path w="684529" h="257175">
                  <a:moveTo>
                    <a:pt x="0" y="256832"/>
                  </a:moveTo>
                  <a:lnTo>
                    <a:pt x="8244" y="215688"/>
                  </a:lnTo>
                  <a:lnTo>
                    <a:pt x="23563" y="176922"/>
                  </a:lnTo>
                  <a:lnTo>
                    <a:pt x="45367" y="140931"/>
                  </a:lnTo>
                  <a:lnTo>
                    <a:pt x="73063" y="108112"/>
                  </a:lnTo>
                  <a:lnTo>
                    <a:pt x="106060" y="78861"/>
                  </a:lnTo>
                  <a:lnTo>
                    <a:pt x="143766" y="53573"/>
                  </a:lnTo>
                  <a:lnTo>
                    <a:pt x="185591" y="32647"/>
                  </a:lnTo>
                  <a:lnTo>
                    <a:pt x="230942" y="16479"/>
                  </a:lnTo>
                  <a:lnTo>
                    <a:pt x="279229" y="5464"/>
                  </a:lnTo>
                  <a:lnTo>
                    <a:pt x="329860" y="0"/>
                  </a:lnTo>
                  <a:lnTo>
                    <a:pt x="382244" y="482"/>
                  </a:lnTo>
                  <a:lnTo>
                    <a:pt x="433291" y="6929"/>
                  </a:lnTo>
                  <a:lnTo>
                    <a:pt x="481649" y="18929"/>
                  </a:lnTo>
                  <a:lnTo>
                    <a:pt x="526765" y="36061"/>
                  </a:lnTo>
                  <a:lnTo>
                    <a:pt x="568085" y="57904"/>
                  </a:lnTo>
                  <a:lnTo>
                    <a:pt x="605055" y="84034"/>
                  </a:lnTo>
                  <a:lnTo>
                    <a:pt x="637121" y="114030"/>
                  </a:lnTo>
                  <a:lnTo>
                    <a:pt x="663729" y="147471"/>
                  </a:lnTo>
                  <a:lnTo>
                    <a:pt x="684326" y="183934"/>
                  </a:lnTo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0732099" y="2806232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5">
                  <a:moveTo>
                    <a:pt x="72859" y="0"/>
                  </a:moveTo>
                  <a:lnTo>
                    <a:pt x="0" y="22313"/>
                  </a:lnTo>
                  <a:lnTo>
                    <a:pt x="58750" y="84023"/>
                  </a:lnTo>
                  <a:lnTo>
                    <a:pt x="7285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 txBox="1"/>
          <p:nvPr/>
        </p:nvSpPr>
        <p:spPr>
          <a:xfrm>
            <a:off x="10278579" y="2359919"/>
            <a:ext cx="2527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C00000"/>
                </a:solidFill>
                <a:latin typeface="Cambria Math"/>
                <a:cs typeface="Cambria Math"/>
              </a:rPr>
              <a:t>𝑎</a:t>
            </a:r>
            <a:r>
              <a:rPr dirty="0" sz="1200">
                <a:latin typeface="Cambria Math"/>
                <a:cs typeface="Cambria Math"/>
              </a:rPr>
              <a:t>,</a:t>
            </a:r>
            <a:r>
              <a:rPr dirty="0" sz="1200" spc="-50">
                <a:latin typeface="Cambria Math"/>
                <a:cs typeface="Cambria Math"/>
              </a:rPr>
              <a:t> 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10382792" y="3468772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49" name="object 49" descr=""/>
          <p:cNvGrpSpPr/>
          <p:nvPr/>
        </p:nvGrpSpPr>
        <p:grpSpPr>
          <a:xfrm>
            <a:off x="6272593" y="4049077"/>
            <a:ext cx="445770" cy="427355"/>
            <a:chOff x="6272593" y="4049077"/>
            <a:chExt cx="445770" cy="427355"/>
          </a:xfrm>
        </p:grpSpPr>
        <p:sp>
          <p:nvSpPr>
            <p:cNvPr id="50" name="object 50" descr=""/>
            <p:cNvSpPr/>
            <p:nvPr/>
          </p:nvSpPr>
          <p:spPr>
            <a:xfrm>
              <a:off x="6277355" y="4053840"/>
              <a:ext cx="436245" cy="417830"/>
            </a:xfrm>
            <a:custGeom>
              <a:avLst/>
              <a:gdLst/>
              <a:ahLst/>
              <a:cxnLst/>
              <a:rect l="l" t="t" r="r" b="b"/>
              <a:pathLst>
                <a:path w="436245" h="417829">
                  <a:moveTo>
                    <a:pt x="435864" y="0"/>
                  </a:moveTo>
                  <a:lnTo>
                    <a:pt x="0" y="0"/>
                  </a:lnTo>
                  <a:lnTo>
                    <a:pt x="0" y="417575"/>
                  </a:lnTo>
                  <a:lnTo>
                    <a:pt x="435864" y="417575"/>
                  </a:lnTo>
                  <a:lnTo>
                    <a:pt x="43586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6277355" y="4053840"/>
              <a:ext cx="436245" cy="417830"/>
            </a:xfrm>
            <a:custGeom>
              <a:avLst/>
              <a:gdLst/>
              <a:ahLst/>
              <a:cxnLst/>
              <a:rect l="l" t="t" r="r" b="b"/>
              <a:pathLst>
                <a:path w="436245" h="417829">
                  <a:moveTo>
                    <a:pt x="0" y="0"/>
                  </a:moveTo>
                  <a:lnTo>
                    <a:pt x="435864" y="0"/>
                  </a:lnTo>
                  <a:lnTo>
                    <a:pt x="435864" y="417575"/>
                  </a:lnTo>
                  <a:lnTo>
                    <a:pt x="0" y="41757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 descr=""/>
          <p:cNvSpPr txBox="1"/>
          <p:nvPr/>
        </p:nvSpPr>
        <p:spPr>
          <a:xfrm>
            <a:off x="6392489" y="4080133"/>
            <a:ext cx="1981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53" name="object 53" descr=""/>
          <p:cNvGrpSpPr/>
          <p:nvPr/>
        </p:nvGrpSpPr>
        <p:grpSpPr>
          <a:xfrm>
            <a:off x="7781290" y="5521197"/>
            <a:ext cx="890905" cy="898525"/>
            <a:chOff x="7781290" y="5521197"/>
            <a:chExt cx="890905" cy="898525"/>
          </a:xfrm>
        </p:grpSpPr>
        <p:sp>
          <p:nvSpPr>
            <p:cNvPr id="54" name="object 54" descr=""/>
            <p:cNvSpPr/>
            <p:nvPr/>
          </p:nvSpPr>
          <p:spPr>
            <a:xfrm>
              <a:off x="7787640" y="5527547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438912" y="0"/>
                  </a:moveTo>
                  <a:lnTo>
                    <a:pt x="391087" y="2597"/>
                  </a:lnTo>
                  <a:lnTo>
                    <a:pt x="344754" y="10211"/>
                  </a:lnTo>
                  <a:lnTo>
                    <a:pt x="300181" y="22569"/>
                  </a:lnTo>
                  <a:lnTo>
                    <a:pt x="257635" y="39404"/>
                  </a:lnTo>
                  <a:lnTo>
                    <a:pt x="217384" y="60443"/>
                  </a:lnTo>
                  <a:lnTo>
                    <a:pt x="179696" y="85418"/>
                  </a:lnTo>
                  <a:lnTo>
                    <a:pt x="144838" y="114058"/>
                  </a:lnTo>
                  <a:lnTo>
                    <a:pt x="113078" y="146093"/>
                  </a:lnTo>
                  <a:lnTo>
                    <a:pt x="84684" y="181254"/>
                  </a:lnTo>
                  <a:lnTo>
                    <a:pt x="59924" y="219269"/>
                  </a:lnTo>
                  <a:lnTo>
                    <a:pt x="39065" y="259870"/>
                  </a:lnTo>
                  <a:lnTo>
                    <a:pt x="22375" y="302785"/>
                  </a:lnTo>
                  <a:lnTo>
                    <a:pt x="10123" y="347746"/>
                  </a:lnTo>
                  <a:lnTo>
                    <a:pt x="2575" y="394481"/>
                  </a:lnTo>
                  <a:lnTo>
                    <a:pt x="0" y="442721"/>
                  </a:lnTo>
                  <a:lnTo>
                    <a:pt x="2575" y="490962"/>
                  </a:lnTo>
                  <a:lnTo>
                    <a:pt x="10123" y="537697"/>
                  </a:lnTo>
                  <a:lnTo>
                    <a:pt x="22375" y="582658"/>
                  </a:lnTo>
                  <a:lnTo>
                    <a:pt x="39065" y="625573"/>
                  </a:lnTo>
                  <a:lnTo>
                    <a:pt x="59924" y="666174"/>
                  </a:lnTo>
                  <a:lnTo>
                    <a:pt x="84684" y="704189"/>
                  </a:lnTo>
                  <a:lnTo>
                    <a:pt x="113078" y="739350"/>
                  </a:lnTo>
                  <a:lnTo>
                    <a:pt x="144838" y="771385"/>
                  </a:lnTo>
                  <a:lnTo>
                    <a:pt x="179696" y="800025"/>
                  </a:lnTo>
                  <a:lnTo>
                    <a:pt x="217384" y="825000"/>
                  </a:lnTo>
                  <a:lnTo>
                    <a:pt x="257635" y="846039"/>
                  </a:lnTo>
                  <a:lnTo>
                    <a:pt x="300181" y="862874"/>
                  </a:lnTo>
                  <a:lnTo>
                    <a:pt x="344754" y="875232"/>
                  </a:lnTo>
                  <a:lnTo>
                    <a:pt x="391087" y="882846"/>
                  </a:lnTo>
                  <a:lnTo>
                    <a:pt x="438912" y="885443"/>
                  </a:lnTo>
                  <a:lnTo>
                    <a:pt x="486736" y="882846"/>
                  </a:lnTo>
                  <a:lnTo>
                    <a:pt x="533069" y="875232"/>
                  </a:lnTo>
                  <a:lnTo>
                    <a:pt x="577642" y="862874"/>
                  </a:lnTo>
                  <a:lnTo>
                    <a:pt x="620188" y="846039"/>
                  </a:lnTo>
                  <a:lnTo>
                    <a:pt x="660439" y="825000"/>
                  </a:lnTo>
                  <a:lnTo>
                    <a:pt x="698127" y="800025"/>
                  </a:lnTo>
                  <a:lnTo>
                    <a:pt x="732985" y="771385"/>
                  </a:lnTo>
                  <a:lnTo>
                    <a:pt x="764745" y="739350"/>
                  </a:lnTo>
                  <a:lnTo>
                    <a:pt x="793139" y="704189"/>
                  </a:lnTo>
                  <a:lnTo>
                    <a:pt x="817899" y="666174"/>
                  </a:lnTo>
                  <a:lnTo>
                    <a:pt x="838758" y="625573"/>
                  </a:lnTo>
                  <a:lnTo>
                    <a:pt x="855448" y="582658"/>
                  </a:lnTo>
                  <a:lnTo>
                    <a:pt x="867700" y="537697"/>
                  </a:lnTo>
                  <a:lnTo>
                    <a:pt x="875248" y="490962"/>
                  </a:lnTo>
                  <a:lnTo>
                    <a:pt x="877824" y="442721"/>
                  </a:lnTo>
                  <a:lnTo>
                    <a:pt x="875248" y="394481"/>
                  </a:lnTo>
                  <a:lnTo>
                    <a:pt x="867700" y="347746"/>
                  </a:lnTo>
                  <a:lnTo>
                    <a:pt x="855448" y="302785"/>
                  </a:lnTo>
                  <a:lnTo>
                    <a:pt x="838758" y="259870"/>
                  </a:lnTo>
                  <a:lnTo>
                    <a:pt x="817899" y="219269"/>
                  </a:lnTo>
                  <a:lnTo>
                    <a:pt x="793139" y="181254"/>
                  </a:lnTo>
                  <a:lnTo>
                    <a:pt x="764745" y="146093"/>
                  </a:lnTo>
                  <a:lnTo>
                    <a:pt x="732985" y="114058"/>
                  </a:lnTo>
                  <a:lnTo>
                    <a:pt x="698127" y="85418"/>
                  </a:lnTo>
                  <a:lnTo>
                    <a:pt x="660439" y="60443"/>
                  </a:lnTo>
                  <a:lnTo>
                    <a:pt x="620188" y="39404"/>
                  </a:lnTo>
                  <a:lnTo>
                    <a:pt x="577642" y="22569"/>
                  </a:lnTo>
                  <a:lnTo>
                    <a:pt x="533069" y="10211"/>
                  </a:lnTo>
                  <a:lnTo>
                    <a:pt x="486736" y="2597"/>
                  </a:lnTo>
                  <a:lnTo>
                    <a:pt x="4389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7787640" y="5527547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0" y="442721"/>
                  </a:moveTo>
                  <a:lnTo>
                    <a:pt x="2575" y="394481"/>
                  </a:lnTo>
                  <a:lnTo>
                    <a:pt x="10123" y="347746"/>
                  </a:lnTo>
                  <a:lnTo>
                    <a:pt x="22375" y="302785"/>
                  </a:lnTo>
                  <a:lnTo>
                    <a:pt x="39065" y="259870"/>
                  </a:lnTo>
                  <a:lnTo>
                    <a:pt x="59924" y="219269"/>
                  </a:lnTo>
                  <a:lnTo>
                    <a:pt x="84684" y="181254"/>
                  </a:lnTo>
                  <a:lnTo>
                    <a:pt x="113078" y="146093"/>
                  </a:lnTo>
                  <a:lnTo>
                    <a:pt x="144838" y="114058"/>
                  </a:lnTo>
                  <a:lnTo>
                    <a:pt x="179696" y="85418"/>
                  </a:lnTo>
                  <a:lnTo>
                    <a:pt x="217384" y="60443"/>
                  </a:lnTo>
                  <a:lnTo>
                    <a:pt x="257635" y="39404"/>
                  </a:lnTo>
                  <a:lnTo>
                    <a:pt x="300181" y="22569"/>
                  </a:lnTo>
                  <a:lnTo>
                    <a:pt x="344754" y="10211"/>
                  </a:lnTo>
                  <a:lnTo>
                    <a:pt x="391087" y="2597"/>
                  </a:lnTo>
                  <a:lnTo>
                    <a:pt x="438912" y="0"/>
                  </a:lnTo>
                  <a:lnTo>
                    <a:pt x="486736" y="2597"/>
                  </a:lnTo>
                  <a:lnTo>
                    <a:pt x="533069" y="10211"/>
                  </a:lnTo>
                  <a:lnTo>
                    <a:pt x="577642" y="22569"/>
                  </a:lnTo>
                  <a:lnTo>
                    <a:pt x="620188" y="39404"/>
                  </a:lnTo>
                  <a:lnTo>
                    <a:pt x="660439" y="60443"/>
                  </a:lnTo>
                  <a:lnTo>
                    <a:pt x="698127" y="85418"/>
                  </a:lnTo>
                  <a:lnTo>
                    <a:pt x="732985" y="114058"/>
                  </a:lnTo>
                  <a:lnTo>
                    <a:pt x="764745" y="146093"/>
                  </a:lnTo>
                  <a:lnTo>
                    <a:pt x="793139" y="181254"/>
                  </a:lnTo>
                  <a:lnTo>
                    <a:pt x="817899" y="219269"/>
                  </a:lnTo>
                  <a:lnTo>
                    <a:pt x="838758" y="259870"/>
                  </a:lnTo>
                  <a:lnTo>
                    <a:pt x="855448" y="302785"/>
                  </a:lnTo>
                  <a:lnTo>
                    <a:pt x="867700" y="347746"/>
                  </a:lnTo>
                  <a:lnTo>
                    <a:pt x="875248" y="394481"/>
                  </a:lnTo>
                  <a:lnTo>
                    <a:pt x="877824" y="442721"/>
                  </a:lnTo>
                  <a:lnTo>
                    <a:pt x="875248" y="490962"/>
                  </a:lnTo>
                  <a:lnTo>
                    <a:pt x="867700" y="537697"/>
                  </a:lnTo>
                  <a:lnTo>
                    <a:pt x="855448" y="582658"/>
                  </a:lnTo>
                  <a:lnTo>
                    <a:pt x="838758" y="625573"/>
                  </a:lnTo>
                  <a:lnTo>
                    <a:pt x="817899" y="666174"/>
                  </a:lnTo>
                  <a:lnTo>
                    <a:pt x="793139" y="704189"/>
                  </a:lnTo>
                  <a:lnTo>
                    <a:pt x="764745" y="739350"/>
                  </a:lnTo>
                  <a:lnTo>
                    <a:pt x="732985" y="771385"/>
                  </a:lnTo>
                  <a:lnTo>
                    <a:pt x="698127" y="800025"/>
                  </a:lnTo>
                  <a:lnTo>
                    <a:pt x="660439" y="825000"/>
                  </a:lnTo>
                  <a:lnTo>
                    <a:pt x="620188" y="846039"/>
                  </a:lnTo>
                  <a:lnTo>
                    <a:pt x="577642" y="862874"/>
                  </a:lnTo>
                  <a:lnTo>
                    <a:pt x="533069" y="875232"/>
                  </a:lnTo>
                  <a:lnTo>
                    <a:pt x="486736" y="882846"/>
                  </a:lnTo>
                  <a:lnTo>
                    <a:pt x="438912" y="885443"/>
                  </a:lnTo>
                  <a:lnTo>
                    <a:pt x="391087" y="882846"/>
                  </a:lnTo>
                  <a:lnTo>
                    <a:pt x="344754" y="875232"/>
                  </a:lnTo>
                  <a:lnTo>
                    <a:pt x="300181" y="862874"/>
                  </a:lnTo>
                  <a:lnTo>
                    <a:pt x="257635" y="846039"/>
                  </a:lnTo>
                  <a:lnTo>
                    <a:pt x="217384" y="825000"/>
                  </a:lnTo>
                  <a:lnTo>
                    <a:pt x="179696" y="800025"/>
                  </a:lnTo>
                  <a:lnTo>
                    <a:pt x="144838" y="771385"/>
                  </a:lnTo>
                  <a:lnTo>
                    <a:pt x="113078" y="739350"/>
                  </a:lnTo>
                  <a:lnTo>
                    <a:pt x="84684" y="704189"/>
                  </a:lnTo>
                  <a:lnTo>
                    <a:pt x="59924" y="666174"/>
                  </a:lnTo>
                  <a:lnTo>
                    <a:pt x="39065" y="625573"/>
                  </a:lnTo>
                  <a:lnTo>
                    <a:pt x="22375" y="582658"/>
                  </a:lnTo>
                  <a:lnTo>
                    <a:pt x="10123" y="537697"/>
                  </a:lnTo>
                  <a:lnTo>
                    <a:pt x="2575" y="490962"/>
                  </a:lnTo>
                  <a:lnTo>
                    <a:pt x="0" y="4427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 descr=""/>
          <p:cNvSpPr txBox="1"/>
          <p:nvPr/>
        </p:nvSpPr>
        <p:spPr>
          <a:xfrm>
            <a:off x="7943843" y="5831324"/>
            <a:ext cx="5111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0</a:t>
            </a:r>
            <a:r>
              <a:rPr dirty="0" baseline="-14492" sz="1725" spc="11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57" name="object 57" descr=""/>
          <p:cNvGrpSpPr/>
          <p:nvPr/>
        </p:nvGrpSpPr>
        <p:grpSpPr>
          <a:xfrm>
            <a:off x="10305033" y="4039870"/>
            <a:ext cx="890905" cy="898525"/>
            <a:chOff x="10305033" y="4039870"/>
            <a:chExt cx="890905" cy="898525"/>
          </a:xfrm>
        </p:grpSpPr>
        <p:sp>
          <p:nvSpPr>
            <p:cNvPr id="58" name="object 58" descr=""/>
            <p:cNvSpPr/>
            <p:nvPr/>
          </p:nvSpPr>
          <p:spPr>
            <a:xfrm>
              <a:off x="10311383" y="4046220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438912" y="0"/>
                  </a:moveTo>
                  <a:lnTo>
                    <a:pt x="391087" y="2597"/>
                  </a:lnTo>
                  <a:lnTo>
                    <a:pt x="344754" y="10211"/>
                  </a:lnTo>
                  <a:lnTo>
                    <a:pt x="300181" y="22569"/>
                  </a:lnTo>
                  <a:lnTo>
                    <a:pt x="257635" y="39404"/>
                  </a:lnTo>
                  <a:lnTo>
                    <a:pt x="217384" y="60443"/>
                  </a:lnTo>
                  <a:lnTo>
                    <a:pt x="179696" y="85418"/>
                  </a:lnTo>
                  <a:lnTo>
                    <a:pt x="144838" y="114058"/>
                  </a:lnTo>
                  <a:lnTo>
                    <a:pt x="113078" y="146093"/>
                  </a:lnTo>
                  <a:lnTo>
                    <a:pt x="84684" y="181254"/>
                  </a:lnTo>
                  <a:lnTo>
                    <a:pt x="59924" y="219269"/>
                  </a:lnTo>
                  <a:lnTo>
                    <a:pt x="39065" y="259870"/>
                  </a:lnTo>
                  <a:lnTo>
                    <a:pt x="22375" y="302785"/>
                  </a:lnTo>
                  <a:lnTo>
                    <a:pt x="10123" y="347746"/>
                  </a:lnTo>
                  <a:lnTo>
                    <a:pt x="2575" y="394481"/>
                  </a:lnTo>
                  <a:lnTo>
                    <a:pt x="0" y="442721"/>
                  </a:lnTo>
                  <a:lnTo>
                    <a:pt x="2575" y="490962"/>
                  </a:lnTo>
                  <a:lnTo>
                    <a:pt x="10123" y="537697"/>
                  </a:lnTo>
                  <a:lnTo>
                    <a:pt x="22375" y="582658"/>
                  </a:lnTo>
                  <a:lnTo>
                    <a:pt x="39065" y="625573"/>
                  </a:lnTo>
                  <a:lnTo>
                    <a:pt x="59924" y="666174"/>
                  </a:lnTo>
                  <a:lnTo>
                    <a:pt x="84684" y="704189"/>
                  </a:lnTo>
                  <a:lnTo>
                    <a:pt x="113078" y="739350"/>
                  </a:lnTo>
                  <a:lnTo>
                    <a:pt x="144838" y="771385"/>
                  </a:lnTo>
                  <a:lnTo>
                    <a:pt x="179696" y="800025"/>
                  </a:lnTo>
                  <a:lnTo>
                    <a:pt x="217384" y="825000"/>
                  </a:lnTo>
                  <a:lnTo>
                    <a:pt x="257635" y="846039"/>
                  </a:lnTo>
                  <a:lnTo>
                    <a:pt x="300181" y="862874"/>
                  </a:lnTo>
                  <a:lnTo>
                    <a:pt x="344754" y="875232"/>
                  </a:lnTo>
                  <a:lnTo>
                    <a:pt x="391087" y="882846"/>
                  </a:lnTo>
                  <a:lnTo>
                    <a:pt x="438912" y="885443"/>
                  </a:lnTo>
                  <a:lnTo>
                    <a:pt x="486736" y="882846"/>
                  </a:lnTo>
                  <a:lnTo>
                    <a:pt x="533069" y="875232"/>
                  </a:lnTo>
                  <a:lnTo>
                    <a:pt x="577642" y="862874"/>
                  </a:lnTo>
                  <a:lnTo>
                    <a:pt x="620188" y="846039"/>
                  </a:lnTo>
                  <a:lnTo>
                    <a:pt x="660439" y="825000"/>
                  </a:lnTo>
                  <a:lnTo>
                    <a:pt x="698127" y="800025"/>
                  </a:lnTo>
                  <a:lnTo>
                    <a:pt x="732985" y="771385"/>
                  </a:lnTo>
                  <a:lnTo>
                    <a:pt x="764745" y="739350"/>
                  </a:lnTo>
                  <a:lnTo>
                    <a:pt x="793139" y="704189"/>
                  </a:lnTo>
                  <a:lnTo>
                    <a:pt x="817899" y="666174"/>
                  </a:lnTo>
                  <a:lnTo>
                    <a:pt x="838758" y="625573"/>
                  </a:lnTo>
                  <a:lnTo>
                    <a:pt x="855448" y="582658"/>
                  </a:lnTo>
                  <a:lnTo>
                    <a:pt x="867700" y="537697"/>
                  </a:lnTo>
                  <a:lnTo>
                    <a:pt x="875248" y="490962"/>
                  </a:lnTo>
                  <a:lnTo>
                    <a:pt x="877824" y="442721"/>
                  </a:lnTo>
                  <a:lnTo>
                    <a:pt x="875248" y="394481"/>
                  </a:lnTo>
                  <a:lnTo>
                    <a:pt x="867700" y="347746"/>
                  </a:lnTo>
                  <a:lnTo>
                    <a:pt x="855448" y="302785"/>
                  </a:lnTo>
                  <a:lnTo>
                    <a:pt x="838758" y="259870"/>
                  </a:lnTo>
                  <a:lnTo>
                    <a:pt x="817899" y="219269"/>
                  </a:lnTo>
                  <a:lnTo>
                    <a:pt x="793139" y="181254"/>
                  </a:lnTo>
                  <a:lnTo>
                    <a:pt x="764745" y="146093"/>
                  </a:lnTo>
                  <a:lnTo>
                    <a:pt x="732985" y="114058"/>
                  </a:lnTo>
                  <a:lnTo>
                    <a:pt x="698127" y="85418"/>
                  </a:lnTo>
                  <a:lnTo>
                    <a:pt x="660439" y="60443"/>
                  </a:lnTo>
                  <a:lnTo>
                    <a:pt x="620188" y="39404"/>
                  </a:lnTo>
                  <a:lnTo>
                    <a:pt x="577642" y="22569"/>
                  </a:lnTo>
                  <a:lnTo>
                    <a:pt x="533069" y="10211"/>
                  </a:lnTo>
                  <a:lnTo>
                    <a:pt x="486736" y="2597"/>
                  </a:lnTo>
                  <a:lnTo>
                    <a:pt x="4389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10311383" y="4046220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0" y="442721"/>
                  </a:moveTo>
                  <a:lnTo>
                    <a:pt x="2575" y="394481"/>
                  </a:lnTo>
                  <a:lnTo>
                    <a:pt x="10123" y="347746"/>
                  </a:lnTo>
                  <a:lnTo>
                    <a:pt x="22375" y="302785"/>
                  </a:lnTo>
                  <a:lnTo>
                    <a:pt x="39065" y="259870"/>
                  </a:lnTo>
                  <a:lnTo>
                    <a:pt x="59924" y="219269"/>
                  </a:lnTo>
                  <a:lnTo>
                    <a:pt x="84684" y="181254"/>
                  </a:lnTo>
                  <a:lnTo>
                    <a:pt x="113078" y="146093"/>
                  </a:lnTo>
                  <a:lnTo>
                    <a:pt x="144838" y="114058"/>
                  </a:lnTo>
                  <a:lnTo>
                    <a:pt x="179696" y="85418"/>
                  </a:lnTo>
                  <a:lnTo>
                    <a:pt x="217384" y="60443"/>
                  </a:lnTo>
                  <a:lnTo>
                    <a:pt x="257635" y="39404"/>
                  </a:lnTo>
                  <a:lnTo>
                    <a:pt x="300181" y="22569"/>
                  </a:lnTo>
                  <a:lnTo>
                    <a:pt x="344754" y="10211"/>
                  </a:lnTo>
                  <a:lnTo>
                    <a:pt x="391087" y="2597"/>
                  </a:lnTo>
                  <a:lnTo>
                    <a:pt x="438912" y="0"/>
                  </a:lnTo>
                  <a:lnTo>
                    <a:pt x="486736" y="2597"/>
                  </a:lnTo>
                  <a:lnTo>
                    <a:pt x="533069" y="10211"/>
                  </a:lnTo>
                  <a:lnTo>
                    <a:pt x="577642" y="22569"/>
                  </a:lnTo>
                  <a:lnTo>
                    <a:pt x="620188" y="39404"/>
                  </a:lnTo>
                  <a:lnTo>
                    <a:pt x="660439" y="60443"/>
                  </a:lnTo>
                  <a:lnTo>
                    <a:pt x="698127" y="85418"/>
                  </a:lnTo>
                  <a:lnTo>
                    <a:pt x="732985" y="114058"/>
                  </a:lnTo>
                  <a:lnTo>
                    <a:pt x="764745" y="146093"/>
                  </a:lnTo>
                  <a:lnTo>
                    <a:pt x="793139" y="181254"/>
                  </a:lnTo>
                  <a:lnTo>
                    <a:pt x="817899" y="219269"/>
                  </a:lnTo>
                  <a:lnTo>
                    <a:pt x="838758" y="259870"/>
                  </a:lnTo>
                  <a:lnTo>
                    <a:pt x="855448" y="302785"/>
                  </a:lnTo>
                  <a:lnTo>
                    <a:pt x="867700" y="347746"/>
                  </a:lnTo>
                  <a:lnTo>
                    <a:pt x="875248" y="394481"/>
                  </a:lnTo>
                  <a:lnTo>
                    <a:pt x="877824" y="442721"/>
                  </a:lnTo>
                  <a:lnTo>
                    <a:pt x="875248" y="490962"/>
                  </a:lnTo>
                  <a:lnTo>
                    <a:pt x="867700" y="537697"/>
                  </a:lnTo>
                  <a:lnTo>
                    <a:pt x="855448" y="582658"/>
                  </a:lnTo>
                  <a:lnTo>
                    <a:pt x="838758" y="625573"/>
                  </a:lnTo>
                  <a:lnTo>
                    <a:pt x="817899" y="666174"/>
                  </a:lnTo>
                  <a:lnTo>
                    <a:pt x="793139" y="704189"/>
                  </a:lnTo>
                  <a:lnTo>
                    <a:pt x="764745" y="739350"/>
                  </a:lnTo>
                  <a:lnTo>
                    <a:pt x="732985" y="771385"/>
                  </a:lnTo>
                  <a:lnTo>
                    <a:pt x="698127" y="800025"/>
                  </a:lnTo>
                  <a:lnTo>
                    <a:pt x="660439" y="825000"/>
                  </a:lnTo>
                  <a:lnTo>
                    <a:pt x="620188" y="846039"/>
                  </a:lnTo>
                  <a:lnTo>
                    <a:pt x="577642" y="862874"/>
                  </a:lnTo>
                  <a:lnTo>
                    <a:pt x="533069" y="875232"/>
                  </a:lnTo>
                  <a:lnTo>
                    <a:pt x="486736" y="882846"/>
                  </a:lnTo>
                  <a:lnTo>
                    <a:pt x="438912" y="885443"/>
                  </a:lnTo>
                  <a:lnTo>
                    <a:pt x="391087" y="882846"/>
                  </a:lnTo>
                  <a:lnTo>
                    <a:pt x="344754" y="875232"/>
                  </a:lnTo>
                  <a:lnTo>
                    <a:pt x="300181" y="862874"/>
                  </a:lnTo>
                  <a:lnTo>
                    <a:pt x="257635" y="846039"/>
                  </a:lnTo>
                  <a:lnTo>
                    <a:pt x="217384" y="825000"/>
                  </a:lnTo>
                  <a:lnTo>
                    <a:pt x="179696" y="800025"/>
                  </a:lnTo>
                  <a:lnTo>
                    <a:pt x="144838" y="771385"/>
                  </a:lnTo>
                  <a:lnTo>
                    <a:pt x="113078" y="739350"/>
                  </a:lnTo>
                  <a:lnTo>
                    <a:pt x="84684" y="704189"/>
                  </a:lnTo>
                  <a:lnTo>
                    <a:pt x="59924" y="666174"/>
                  </a:lnTo>
                  <a:lnTo>
                    <a:pt x="39065" y="625573"/>
                  </a:lnTo>
                  <a:lnTo>
                    <a:pt x="22375" y="582658"/>
                  </a:lnTo>
                  <a:lnTo>
                    <a:pt x="10123" y="537697"/>
                  </a:lnTo>
                  <a:lnTo>
                    <a:pt x="2575" y="490962"/>
                  </a:lnTo>
                  <a:lnTo>
                    <a:pt x="0" y="4427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 descr=""/>
          <p:cNvSpPr txBox="1"/>
          <p:nvPr/>
        </p:nvSpPr>
        <p:spPr>
          <a:xfrm>
            <a:off x="10467945" y="4349723"/>
            <a:ext cx="5111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1</a:t>
            </a:r>
            <a:r>
              <a:rPr dirty="0" baseline="-14492" sz="1725" spc="5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61" name="object 61" descr=""/>
          <p:cNvGrpSpPr/>
          <p:nvPr/>
        </p:nvGrpSpPr>
        <p:grpSpPr>
          <a:xfrm>
            <a:off x="10343133" y="5509005"/>
            <a:ext cx="889000" cy="896619"/>
            <a:chOff x="10343133" y="5509005"/>
            <a:chExt cx="889000" cy="896619"/>
          </a:xfrm>
        </p:grpSpPr>
        <p:sp>
          <p:nvSpPr>
            <p:cNvPr id="62" name="object 62" descr=""/>
            <p:cNvSpPr/>
            <p:nvPr/>
          </p:nvSpPr>
          <p:spPr>
            <a:xfrm>
              <a:off x="10349483" y="5515355"/>
              <a:ext cx="876300" cy="883919"/>
            </a:xfrm>
            <a:custGeom>
              <a:avLst/>
              <a:gdLst/>
              <a:ahLst/>
              <a:cxnLst/>
              <a:rect l="l" t="t" r="r" b="b"/>
              <a:pathLst>
                <a:path w="876300" h="883920">
                  <a:moveTo>
                    <a:pt x="438150" y="0"/>
                  </a:moveTo>
                  <a:lnTo>
                    <a:pt x="390408" y="2593"/>
                  </a:lnTo>
                  <a:lnTo>
                    <a:pt x="344155" y="10193"/>
                  </a:lnTo>
                  <a:lnTo>
                    <a:pt x="299659" y="22530"/>
                  </a:lnTo>
                  <a:lnTo>
                    <a:pt x="257187" y="39335"/>
                  </a:lnTo>
                  <a:lnTo>
                    <a:pt x="217006" y="60339"/>
                  </a:lnTo>
                  <a:lnTo>
                    <a:pt x="179383" y="85270"/>
                  </a:lnTo>
                  <a:lnTo>
                    <a:pt x="144585" y="113861"/>
                  </a:lnTo>
                  <a:lnTo>
                    <a:pt x="112881" y="145841"/>
                  </a:lnTo>
                  <a:lnTo>
                    <a:pt x="84536" y="180941"/>
                  </a:lnTo>
                  <a:lnTo>
                    <a:pt x="59819" y="218891"/>
                  </a:lnTo>
                  <a:lnTo>
                    <a:pt x="38997" y="259422"/>
                  </a:lnTo>
                  <a:lnTo>
                    <a:pt x="22336" y="302264"/>
                  </a:lnTo>
                  <a:lnTo>
                    <a:pt x="10105" y="347147"/>
                  </a:lnTo>
                  <a:lnTo>
                    <a:pt x="2570" y="393802"/>
                  </a:lnTo>
                  <a:lnTo>
                    <a:pt x="0" y="441960"/>
                  </a:lnTo>
                  <a:lnTo>
                    <a:pt x="2570" y="490115"/>
                  </a:lnTo>
                  <a:lnTo>
                    <a:pt x="10105" y="536768"/>
                  </a:lnTo>
                  <a:lnTo>
                    <a:pt x="22336" y="581651"/>
                  </a:lnTo>
                  <a:lnTo>
                    <a:pt x="38997" y="624492"/>
                  </a:lnTo>
                  <a:lnTo>
                    <a:pt x="59819" y="665022"/>
                  </a:lnTo>
                  <a:lnTo>
                    <a:pt x="84536" y="702973"/>
                  </a:lnTo>
                  <a:lnTo>
                    <a:pt x="112881" y="738073"/>
                  </a:lnTo>
                  <a:lnTo>
                    <a:pt x="144585" y="770054"/>
                  </a:lnTo>
                  <a:lnTo>
                    <a:pt x="179383" y="798645"/>
                  </a:lnTo>
                  <a:lnTo>
                    <a:pt x="217006" y="823578"/>
                  </a:lnTo>
                  <a:lnTo>
                    <a:pt x="257187" y="844582"/>
                  </a:lnTo>
                  <a:lnTo>
                    <a:pt x="299659" y="861387"/>
                  </a:lnTo>
                  <a:lnTo>
                    <a:pt x="344155" y="873725"/>
                  </a:lnTo>
                  <a:lnTo>
                    <a:pt x="390408" y="881326"/>
                  </a:lnTo>
                  <a:lnTo>
                    <a:pt x="438150" y="883920"/>
                  </a:lnTo>
                  <a:lnTo>
                    <a:pt x="485891" y="881326"/>
                  </a:lnTo>
                  <a:lnTo>
                    <a:pt x="532144" y="873725"/>
                  </a:lnTo>
                  <a:lnTo>
                    <a:pt x="576640" y="861387"/>
                  </a:lnTo>
                  <a:lnTo>
                    <a:pt x="619112" y="844582"/>
                  </a:lnTo>
                  <a:lnTo>
                    <a:pt x="659293" y="823578"/>
                  </a:lnTo>
                  <a:lnTo>
                    <a:pt x="696916" y="798645"/>
                  </a:lnTo>
                  <a:lnTo>
                    <a:pt x="731714" y="770054"/>
                  </a:lnTo>
                  <a:lnTo>
                    <a:pt x="763418" y="738073"/>
                  </a:lnTo>
                  <a:lnTo>
                    <a:pt x="791763" y="702973"/>
                  </a:lnTo>
                  <a:lnTo>
                    <a:pt x="816480" y="665022"/>
                  </a:lnTo>
                  <a:lnTo>
                    <a:pt x="837302" y="624492"/>
                  </a:lnTo>
                  <a:lnTo>
                    <a:pt x="853963" y="581651"/>
                  </a:lnTo>
                  <a:lnTo>
                    <a:pt x="866194" y="536768"/>
                  </a:lnTo>
                  <a:lnTo>
                    <a:pt x="873729" y="490115"/>
                  </a:lnTo>
                  <a:lnTo>
                    <a:pt x="876300" y="441960"/>
                  </a:lnTo>
                  <a:lnTo>
                    <a:pt x="873729" y="393802"/>
                  </a:lnTo>
                  <a:lnTo>
                    <a:pt x="866194" y="347147"/>
                  </a:lnTo>
                  <a:lnTo>
                    <a:pt x="853963" y="302264"/>
                  </a:lnTo>
                  <a:lnTo>
                    <a:pt x="837302" y="259422"/>
                  </a:lnTo>
                  <a:lnTo>
                    <a:pt x="816480" y="218891"/>
                  </a:lnTo>
                  <a:lnTo>
                    <a:pt x="791763" y="180941"/>
                  </a:lnTo>
                  <a:lnTo>
                    <a:pt x="763418" y="145841"/>
                  </a:lnTo>
                  <a:lnTo>
                    <a:pt x="731714" y="113861"/>
                  </a:lnTo>
                  <a:lnTo>
                    <a:pt x="696916" y="85270"/>
                  </a:lnTo>
                  <a:lnTo>
                    <a:pt x="659293" y="60339"/>
                  </a:lnTo>
                  <a:lnTo>
                    <a:pt x="619112" y="39335"/>
                  </a:lnTo>
                  <a:lnTo>
                    <a:pt x="576640" y="22530"/>
                  </a:lnTo>
                  <a:lnTo>
                    <a:pt x="532144" y="10193"/>
                  </a:lnTo>
                  <a:lnTo>
                    <a:pt x="485891" y="2593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10349483" y="5515355"/>
              <a:ext cx="876300" cy="883919"/>
            </a:xfrm>
            <a:custGeom>
              <a:avLst/>
              <a:gdLst/>
              <a:ahLst/>
              <a:cxnLst/>
              <a:rect l="l" t="t" r="r" b="b"/>
              <a:pathLst>
                <a:path w="876300" h="883920">
                  <a:moveTo>
                    <a:pt x="0" y="441960"/>
                  </a:moveTo>
                  <a:lnTo>
                    <a:pt x="2570" y="393802"/>
                  </a:lnTo>
                  <a:lnTo>
                    <a:pt x="10105" y="347147"/>
                  </a:lnTo>
                  <a:lnTo>
                    <a:pt x="22336" y="302264"/>
                  </a:lnTo>
                  <a:lnTo>
                    <a:pt x="38997" y="259422"/>
                  </a:lnTo>
                  <a:lnTo>
                    <a:pt x="59819" y="218891"/>
                  </a:lnTo>
                  <a:lnTo>
                    <a:pt x="84536" y="180941"/>
                  </a:lnTo>
                  <a:lnTo>
                    <a:pt x="112881" y="145841"/>
                  </a:lnTo>
                  <a:lnTo>
                    <a:pt x="144585" y="113861"/>
                  </a:lnTo>
                  <a:lnTo>
                    <a:pt x="179383" y="85270"/>
                  </a:lnTo>
                  <a:lnTo>
                    <a:pt x="217006" y="60339"/>
                  </a:lnTo>
                  <a:lnTo>
                    <a:pt x="257187" y="39335"/>
                  </a:lnTo>
                  <a:lnTo>
                    <a:pt x="299659" y="22530"/>
                  </a:lnTo>
                  <a:lnTo>
                    <a:pt x="344155" y="10193"/>
                  </a:lnTo>
                  <a:lnTo>
                    <a:pt x="390408" y="2593"/>
                  </a:lnTo>
                  <a:lnTo>
                    <a:pt x="438150" y="0"/>
                  </a:lnTo>
                  <a:lnTo>
                    <a:pt x="485891" y="2593"/>
                  </a:lnTo>
                  <a:lnTo>
                    <a:pt x="532144" y="10193"/>
                  </a:lnTo>
                  <a:lnTo>
                    <a:pt x="576640" y="22530"/>
                  </a:lnTo>
                  <a:lnTo>
                    <a:pt x="619112" y="39335"/>
                  </a:lnTo>
                  <a:lnTo>
                    <a:pt x="659293" y="60339"/>
                  </a:lnTo>
                  <a:lnTo>
                    <a:pt x="696916" y="85270"/>
                  </a:lnTo>
                  <a:lnTo>
                    <a:pt x="731714" y="113861"/>
                  </a:lnTo>
                  <a:lnTo>
                    <a:pt x="763418" y="145841"/>
                  </a:lnTo>
                  <a:lnTo>
                    <a:pt x="791763" y="180941"/>
                  </a:lnTo>
                  <a:lnTo>
                    <a:pt x="816480" y="218891"/>
                  </a:lnTo>
                  <a:lnTo>
                    <a:pt x="837302" y="259422"/>
                  </a:lnTo>
                  <a:lnTo>
                    <a:pt x="853963" y="302264"/>
                  </a:lnTo>
                  <a:lnTo>
                    <a:pt x="866194" y="347147"/>
                  </a:lnTo>
                  <a:lnTo>
                    <a:pt x="873729" y="393802"/>
                  </a:lnTo>
                  <a:lnTo>
                    <a:pt x="876300" y="441960"/>
                  </a:lnTo>
                  <a:lnTo>
                    <a:pt x="873729" y="490115"/>
                  </a:lnTo>
                  <a:lnTo>
                    <a:pt x="866194" y="536768"/>
                  </a:lnTo>
                  <a:lnTo>
                    <a:pt x="853963" y="581651"/>
                  </a:lnTo>
                  <a:lnTo>
                    <a:pt x="837302" y="624492"/>
                  </a:lnTo>
                  <a:lnTo>
                    <a:pt x="816480" y="665022"/>
                  </a:lnTo>
                  <a:lnTo>
                    <a:pt x="791763" y="702973"/>
                  </a:lnTo>
                  <a:lnTo>
                    <a:pt x="763418" y="738073"/>
                  </a:lnTo>
                  <a:lnTo>
                    <a:pt x="731714" y="770054"/>
                  </a:lnTo>
                  <a:lnTo>
                    <a:pt x="696916" y="798645"/>
                  </a:lnTo>
                  <a:lnTo>
                    <a:pt x="659293" y="823578"/>
                  </a:lnTo>
                  <a:lnTo>
                    <a:pt x="619112" y="844582"/>
                  </a:lnTo>
                  <a:lnTo>
                    <a:pt x="576640" y="861387"/>
                  </a:lnTo>
                  <a:lnTo>
                    <a:pt x="532144" y="873725"/>
                  </a:lnTo>
                  <a:lnTo>
                    <a:pt x="485891" y="881326"/>
                  </a:lnTo>
                  <a:lnTo>
                    <a:pt x="438150" y="883920"/>
                  </a:lnTo>
                  <a:lnTo>
                    <a:pt x="390408" y="881326"/>
                  </a:lnTo>
                  <a:lnTo>
                    <a:pt x="344155" y="873725"/>
                  </a:lnTo>
                  <a:lnTo>
                    <a:pt x="299659" y="861387"/>
                  </a:lnTo>
                  <a:lnTo>
                    <a:pt x="257187" y="844582"/>
                  </a:lnTo>
                  <a:lnTo>
                    <a:pt x="217006" y="823578"/>
                  </a:lnTo>
                  <a:lnTo>
                    <a:pt x="179383" y="798645"/>
                  </a:lnTo>
                  <a:lnTo>
                    <a:pt x="144585" y="770054"/>
                  </a:lnTo>
                  <a:lnTo>
                    <a:pt x="112881" y="738073"/>
                  </a:lnTo>
                  <a:lnTo>
                    <a:pt x="84536" y="702973"/>
                  </a:lnTo>
                  <a:lnTo>
                    <a:pt x="59819" y="665022"/>
                  </a:lnTo>
                  <a:lnTo>
                    <a:pt x="38997" y="624492"/>
                  </a:lnTo>
                  <a:lnTo>
                    <a:pt x="22336" y="581651"/>
                  </a:lnTo>
                  <a:lnTo>
                    <a:pt x="10105" y="536768"/>
                  </a:lnTo>
                  <a:lnTo>
                    <a:pt x="2570" y="490115"/>
                  </a:lnTo>
                  <a:lnTo>
                    <a:pt x="0" y="44196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 descr=""/>
          <p:cNvSpPr txBox="1"/>
          <p:nvPr/>
        </p:nvSpPr>
        <p:spPr>
          <a:xfrm>
            <a:off x="10507571" y="5817833"/>
            <a:ext cx="5067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1</a:t>
            </a:r>
            <a:r>
              <a:rPr dirty="0" baseline="-14492" sz="1725" spc="5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65" name="object 65" descr=""/>
          <p:cNvGrpSpPr/>
          <p:nvPr/>
        </p:nvGrpSpPr>
        <p:grpSpPr>
          <a:xfrm>
            <a:off x="7781290" y="4058158"/>
            <a:ext cx="890905" cy="898525"/>
            <a:chOff x="7781290" y="4058158"/>
            <a:chExt cx="890905" cy="898525"/>
          </a:xfrm>
        </p:grpSpPr>
        <p:sp>
          <p:nvSpPr>
            <p:cNvPr id="66" name="object 66" descr=""/>
            <p:cNvSpPr/>
            <p:nvPr/>
          </p:nvSpPr>
          <p:spPr>
            <a:xfrm>
              <a:off x="7787640" y="4064508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438912" y="0"/>
                  </a:moveTo>
                  <a:lnTo>
                    <a:pt x="391087" y="2597"/>
                  </a:lnTo>
                  <a:lnTo>
                    <a:pt x="344754" y="10211"/>
                  </a:lnTo>
                  <a:lnTo>
                    <a:pt x="300181" y="22569"/>
                  </a:lnTo>
                  <a:lnTo>
                    <a:pt x="257635" y="39404"/>
                  </a:lnTo>
                  <a:lnTo>
                    <a:pt x="217384" y="60443"/>
                  </a:lnTo>
                  <a:lnTo>
                    <a:pt x="179696" y="85418"/>
                  </a:lnTo>
                  <a:lnTo>
                    <a:pt x="144838" y="114058"/>
                  </a:lnTo>
                  <a:lnTo>
                    <a:pt x="113078" y="146093"/>
                  </a:lnTo>
                  <a:lnTo>
                    <a:pt x="84684" y="181254"/>
                  </a:lnTo>
                  <a:lnTo>
                    <a:pt x="59924" y="219269"/>
                  </a:lnTo>
                  <a:lnTo>
                    <a:pt x="39065" y="259870"/>
                  </a:lnTo>
                  <a:lnTo>
                    <a:pt x="22375" y="302785"/>
                  </a:lnTo>
                  <a:lnTo>
                    <a:pt x="10123" y="347746"/>
                  </a:lnTo>
                  <a:lnTo>
                    <a:pt x="2575" y="394481"/>
                  </a:lnTo>
                  <a:lnTo>
                    <a:pt x="0" y="442721"/>
                  </a:lnTo>
                  <a:lnTo>
                    <a:pt x="2575" y="490962"/>
                  </a:lnTo>
                  <a:lnTo>
                    <a:pt x="10123" y="537697"/>
                  </a:lnTo>
                  <a:lnTo>
                    <a:pt x="22375" y="582658"/>
                  </a:lnTo>
                  <a:lnTo>
                    <a:pt x="39065" y="625573"/>
                  </a:lnTo>
                  <a:lnTo>
                    <a:pt x="59924" y="666174"/>
                  </a:lnTo>
                  <a:lnTo>
                    <a:pt x="84684" y="704189"/>
                  </a:lnTo>
                  <a:lnTo>
                    <a:pt x="113078" y="739350"/>
                  </a:lnTo>
                  <a:lnTo>
                    <a:pt x="144838" y="771385"/>
                  </a:lnTo>
                  <a:lnTo>
                    <a:pt x="179696" y="800025"/>
                  </a:lnTo>
                  <a:lnTo>
                    <a:pt x="217384" y="825000"/>
                  </a:lnTo>
                  <a:lnTo>
                    <a:pt x="257635" y="846039"/>
                  </a:lnTo>
                  <a:lnTo>
                    <a:pt x="300181" y="862874"/>
                  </a:lnTo>
                  <a:lnTo>
                    <a:pt x="344754" y="875232"/>
                  </a:lnTo>
                  <a:lnTo>
                    <a:pt x="391087" y="882846"/>
                  </a:lnTo>
                  <a:lnTo>
                    <a:pt x="438912" y="885443"/>
                  </a:lnTo>
                  <a:lnTo>
                    <a:pt x="486736" y="882846"/>
                  </a:lnTo>
                  <a:lnTo>
                    <a:pt x="533069" y="875232"/>
                  </a:lnTo>
                  <a:lnTo>
                    <a:pt x="577642" y="862874"/>
                  </a:lnTo>
                  <a:lnTo>
                    <a:pt x="620188" y="846039"/>
                  </a:lnTo>
                  <a:lnTo>
                    <a:pt x="660439" y="825000"/>
                  </a:lnTo>
                  <a:lnTo>
                    <a:pt x="698127" y="800025"/>
                  </a:lnTo>
                  <a:lnTo>
                    <a:pt x="732985" y="771385"/>
                  </a:lnTo>
                  <a:lnTo>
                    <a:pt x="764745" y="739350"/>
                  </a:lnTo>
                  <a:lnTo>
                    <a:pt x="793139" y="704189"/>
                  </a:lnTo>
                  <a:lnTo>
                    <a:pt x="817899" y="666174"/>
                  </a:lnTo>
                  <a:lnTo>
                    <a:pt x="838758" y="625573"/>
                  </a:lnTo>
                  <a:lnTo>
                    <a:pt x="855448" y="582658"/>
                  </a:lnTo>
                  <a:lnTo>
                    <a:pt x="867700" y="537697"/>
                  </a:lnTo>
                  <a:lnTo>
                    <a:pt x="875248" y="490962"/>
                  </a:lnTo>
                  <a:lnTo>
                    <a:pt x="877824" y="442721"/>
                  </a:lnTo>
                  <a:lnTo>
                    <a:pt x="875248" y="394481"/>
                  </a:lnTo>
                  <a:lnTo>
                    <a:pt x="867700" y="347746"/>
                  </a:lnTo>
                  <a:lnTo>
                    <a:pt x="855448" y="302785"/>
                  </a:lnTo>
                  <a:lnTo>
                    <a:pt x="838758" y="259870"/>
                  </a:lnTo>
                  <a:lnTo>
                    <a:pt x="817899" y="219269"/>
                  </a:lnTo>
                  <a:lnTo>
                    <a:pt x="793139" y="181254"/>
                  </a:lnTo>
                  <a:lnTo>
                    <a:pt x="764745" y="146093"/>
                  </a:lnTo>
                  <a:lnTo>
                    <a:pt x="732985" y="114058"/>
                  </a:lnTo>
                  <a:lnTo>
                    <a:pt x="698127" y="85418"/>
                  </a:lnTo>
                  <a:lnTo>
                    <a:pt x="660439" y="60443"/>
                  </a:lnTo>
                  <a:lnTo>
                    <a:pt x="620188" y="39404"/>
                  </a:lnTo>
                  <a:lnTo>
                    <a:pt x="577642" y="22569"/>
                  </a:lnTo>
                  <a:lnTo>
                    <a:pt x="533069" y="10211"/>
                  </a:lnTo>
                  <a:lnTo>
                    <a:pt x="486736" y="2597"/>
                  </a:lnTo>
                  <a:lnTo>
                    <a:pt x="4389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7787640" y="4064508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0" y="442721"/>
                  </a:moveTo>
                  <a:lnTo>
                    <a:pt x="2575" y="394481"/>
                  </a:lnTo>
                  <a:lnTo>
                    <a:pt x="10123" y="347746"/>
                  </a:lnTo>
                  <a:lnTo>
                    <a:pt x="22375" y="302785"/>
                  </a:lnTo>
                  <a:lnTo>
                    <a:pt x="39065" y="259870"/>
                  </a:lnTo>
                  <a:lnTo>
                    <a:pt x="59924" y="219269"/>
                  </a:lnTo>
                  <a:lnTo>
                    <a:pt x="84684" y="181254"/>
                  </a:lnTo>
                  <a:lnTo>
                    <a:pt x="113078" y="146093"/>
                  </a:lnTo>
                  <a:lnTo>
                    <a:pt x="144838" y="114058"/>
                  </a:lnTo>
                  <a:lnTo>
                    <a:pt x="179696" y="85418"/>
                  </a:lnTo>
                  <a:lnTo>
                    <a:pt x="217384" y="60443"/>
                  </a:lnTo>
                  <a:lnTo>
                    <a:pt x="257635" y="39404"/>
                  </a:lnTo>
                  <a:lnTo>
                    <a:pt x="300181" y="22569"/>
                  </a:lnTo>
                  <a:lnTo>
                    <a:pt x="344754" y="10211"/>
                  </a:lnTo>
                  <a:lnTo>
                    <a:pt x="391087" y="2597"/>
                  </a:lnTo>
                  <a:lnTo>
                    <a:pt x="438912" y="0"/>
                  </a:lnTo>
                  <a:lnTo>
                    <a:pt x="486736" y="2597"/>
                  </a:lnTo>
                  <a:lnTo>
                    <a:pt x="533069" y="10211"/>
                  </a:lnTo>
                  <a:lnTo>
                    <a:pt x="577642" y="22569"/>
                  </a:lnTo>
                  <a:lnTo>
                    <a:pt x="620188" y="39404"/>
                  </a:lnTo>
                  <a:lnTo>
                    <a:pt x="660439" y="60443"/>
                  </a:lnTo>
                  <a:lnTo>
                    <a:pt x="698127" y="85418"/>
                  </a:lnTo>
                  <a:lnTo>
                    <a:pt x="732985" y="114058"/>
                  </a:lnTo>
                  <a:lnTo>
                    <a:pt x="764745" y="146093"/>
                  </a:lnTo>
                  <a:lnTo>
                    <a:pt x="793139" y="181254"/>
                  </a:lnTo>
                  <a:lnTo>
                    <a:pt x="817899" y="219269"/>
                  </a:lnTo>
                  <a:lnTo>
                    <a:pt x="838758" y="259870"/>
                  </a:lnTo>
                  <a:lnTo>
                    <a:pt x="855448" y="302785"/>
                  </a:lnTo>
                  <a:lnTo>
                    <a:pt x="867700" y="347746"/>
                  </a:lnTo>
                  <a:lnTo>
                    <a:pt x="875248" y="394481"/>
                  </a:lnTo>
                  <a:lnTo>
                    <a:pt x="877824" y="442721"/>
                  </a:lnTo>
                  <a:lnTo>
                    <a:pt x="875248" y="490962"/>
                  </a:lnTo>
                  <a:lnTo>
                    <a:pt x="867700" y="537697"/>
                  </a:lnTo>
                  <a:lnTo>
                    <a:pt x="855448" y="582658"/>
                  </a:lnTo>
                  <a:lnTo>
                    <a:pt x="838758" y="625573"/>
                  </a:lnTo>
                  <a:lnTo>
                    <a:pt x="817899" y="666174"/>
                  </a:lnTo>
                  <a:lnTo>
                    <a:pt x="793139" y="704189"/>
                  </a:lnTo>
                  <a:lnTo>
                    <a:pt x="764745" y="739350"/>
                  </a:lnTo>
                  <a:lnTo>
                    <a:pt x="732985" y="771385"/>
                  </a:lnTo>
                  <a:lnTo>
                    <a:pt x="698127" y="800025"/>
                  </a:lnTo>
                  <a:lnTo>
                    <a:pt x="660439" y="825000"/>
                  </a:lnTo>
                  <a:lnTo>
                    <a:pt x="620188" y="846039"/>
                  </a:lnTo>
                  <a:lnTo>
                    <a:pt x="577642" y="862874"/>
                  </a:lnTo>
                  <a:lnTo>
                    <a:pt x="533069" y="875232"/>
                  </a:lnTo>
                  <a:lnTo>
                    <a:pt x="486736" y="882846"/>
                  </a:lnTo>
                  <a:lnTo>
                    <a:pt x="438912" y="885443"/>
                  </a:lnTo>
                  <a:lnTo>
                    <a:pt x="391087" y="882846"/>
                  </a:lnTo>
                  <a:lnTo>
                    <a:pt x="344754" y="875232"/>
                  </a:lnTo>
                  <a:lnTo>
                    <a:pt x="300181" y="862874"/>
                  </a:lnTo>
                  <a:lnTo>
                    <a:pt x="257635" y="846039"/>
                  </a:lnTo>
                  <a:lnTo>
                    <a:pt x="217384" y="825000"/>
                  </a:lnTo>
                  <a:lnTo>
                    <a:pt x="179696" y="800025"/>
                  </a:lnTo>
                  <a:lnTo>
                    <a:pt x="144838" y="771385"/>
                  </a:lnTo>
                  <a:lnTo>
                    <a:pt x="113078" y="739350"/>
                  </a:lnTo>
                  <a:lnTo>
                    <a:pt x="84684" y="704189"/>
                  </a:lnTo>
                  <a:lnTo>
                    <a:pt x="59924" y="666174"/>
                  </a:lnTo>
                  <a:lnTo>
                    <a:pt x="39065" y="625573"/>
                  </a:lnTo>
                  <a:lnTo>
                    <a:pt x="22375" y="582658"/>
                  </a:lnTo>
                  <a:lnTo>
                    <a:pt x="10123" y="537697"/>
                  </a:lnTo>
                  <a:lnTo>
                    <a:pt x="2575" y="490962"/>
                  </a:lnTo>
                  <a:lnTo>
                    <a:pt x="0" y="4427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 descr=""/>
          <p:cNvSpPr txBox="1"/>
          <p:nvPr/>
        </p:nvSpPr>
        <p:spPr>
          <a:xfrm>
            <a:off x="7941492" y="4368079"/>
            <a:ext cx="5156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0</a:t>
            </a:r>
            <a:r>
              <a:rPr dirty="0" baseline="-14492" sz="1725" spc="11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69" name="object 69" descr=""/>
          <p:cNvGrpSpPr/>
          <p:nvPr/>
        </p:nvGrpSpPr>
        <p:grpSpPr>
          <a:xfrm>
            <a:off x="7287006" y="4470651"/>
            <a:ext cx="3062605" cy="1487805"/>
            <a:chOff x="7287006" y="4470651"/>
            <a:chExt cx="3062605" cy="1487805"/>
          </a:xfrm>
        </p:grpSpPr>
        <p:sp>
          <p:nvSpPr>
            <p:cNvPr id="70" name="object 70" descr=""/>
            <p:cNvSpPr/>
            <p:nvPr/>
          </p:nvSpPr>
          <p:spPr>
            <a:xfrm>
              <a:off x="7287006" y="4508754"/>
              <a:ext cx="437515" cy="0"/>
            </a:xfrm>
            <a:custGeom>
              <a:avLst/>
              <a:gdLst/>
              <a:ahLst/>
              <a:cxnLst/>
              <a:rect l="l" t="t" r="r" b="b"/>
              <a:pathLst>
                <a:path w="437515" h="0">
                  <a:moveTo>
                    <a:pt x="0" y="0"/>
                  </a:moveTo>
                  <a:lnTo>
                    <a:pt x="437464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7711778" y="447065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8536686" y="4821174"/>
              <a:ext cx="1758950" cy="1103630"/>
            </a:xfrm>
            <a:custGeom>
              <a:avLst/>
              <a:gdLst/>
              <a:ahLst/>
              <a:cxnLst/>
              <a:rect l="l" t="t" r="r" b="b"/>
              <a:pathLst>
                <a:path w="1758950" h="1103629">
                  <a:moveTo>
                    <a:pt x="0" y="0"/>
                  </a:moveTo>
                  <a:lnTo>
                    <a:pt x="1758848" y="1103223"/>
                  </a:lnTo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10264543" y="5885374"/>
              <a:ext cx="85090" cy="73025"/>
            </a:xfrm>
            <a:custGeom>
              <a:avLst/>
              <a:gdLst/>
              <a:ahLst/>
              <a:cxnLst/>
              <a:rect l="l" t="t" r="r" b="b"/>
              <a:pathLst>
                <a:path w="85090" h="73025">
                  <a:moveTo>
                    <a:pt x="40487" y="0"/>
                  </a:moveTo>
                  <a:lnTo>
                    <a:pt x="0" y="64554"/>
                  </a:lnTo>
                  <a:lnTo>
                    <a:pt x="84797" y="72771"/>
                  </a:lnTo>
                  <a:lnTo>
                    <a:pt x="40487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4" name="object 74" descr=""/>
          <p:cNvSpPr txBox="1"/>
          <p:nvPr/>
        </p:nvSpPr>
        <p:spPr>
          <a:xfrm>
            <a:off x="252078" y="1292075"/>
            <a:ext cx="2841625" cy="1842135"/>
          </a:xfrm>
          <a:prstGeom prst="rect">
            <a:avLst/>
          </a:prstGeom>
        </p:spPr>
        <p:txBody>
          <a:bodyPr wrap="square" lIns="0" tIns="2540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000"/>
              </a:spcBef>
            </a:pPr>
            <a:r>
              <a:rPr dirty="0" sz="2800" spc="-25">
                <a:latin typeface="Franklin Gothic Medium"/>
                <a:cs typeface="Franklin Gothic Medium"/>
              </a:rPr>
              <a:t>Components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800" spc="-25">
                <a:latin typeface="Franklin Gothic Medium"/>
                <a:cs typeface="Franklin Gothic Medium"/>
              </a:rPr>
              <a:t>:</a:t>
            </a:r>
            <a:endParaRPr sz="2800">
              <a:latin typeface="Franklin Gothic Medium"/>
              <a:cs typeface="Franklin Gothic Medium"/>
            </a:endParaRPr>
          </a:p>
          <a:p>
            <a:pPr marL="353695">
              <a:lnSpc>
                <a:spcPct val="100000"/>
              </a:lnSpc>
              <a:spcBef>
                <a:spcPts val="1630"/>
              </a:spcBef>
            </a:pPr>
            <a:r>
              <a:rPr dirty="0" sz="2400" spc="-830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sz="2400" spc="21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30">
                <a:latin typeface="Cambria Math"/>
                <a:cs typeface="Cambria Math"/>
              </a:rPr>
              <a:t> </a:t>
            </a:r>
            <a:r>
              <a:rPr dirty="0" sz="2400" spc="-63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952">
                <a:solidFill>
                  <a:srgbClr val="C55A11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382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 </a:t>
            </a:r>
            <a:r>
              <a:rPr dirty="0" sz="2400" spc="-59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892">
                <a:solidFill>
                  <a:srgbClr val="C55A11"/>
                </a:solidFill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  <a:p>
            <a:pPr marL="366395">
              <a:lnSpc>
                <a:spcPct val="100000"/>
              </a:lnSpc>
              <a:spcBef>
                <a:spcPts val="1650"/>
              </a:spcBef>
            </a:pPr>
            <a:r>
              <a:rPr dirty="0" sz="240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15873" sz="2625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baseline="-15873" sz="2625" spc="600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5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(</a:t>
            </a:r>
            <a:r>
              <a:rPr dirty="0" sz="2400">
                <a:solidFill>
                  <a:srgbClr val="BE9000"/>
                </a:solidFill>
                <a:latin typeface="Cambria Math"/>
                <a:cs typeface="Cambria Math"/>
              </a:rPr>
              <a:t>𝑡</a:t>
            </a:r>
            <a:r>
              <a:rPr dirty="0" baseline="-15873" sz="2625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120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BE9000"/>
                </a:solidFill>
                <a:latin typeface="Cambria Math"/>
                <a:cs typeface="Cambria Math"/>
              </a:rPr>
              <a:t>𝑟</a:t>
            </a:r>
            <a:r>
              <a:rPr dirty="0" baseline="-15873" sz="2625" spc="-37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sz="2400" spc="-25">
                <a:latin typeface="Cambria Math"/>
                <a:cs typeface="Cambria Math"/>
              </a:rPr>
              <a:t>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5" name="object 75" descr=""/>
          <p:cNvSpPr/>
          <p:nvPr/>
        </p:nvSpPr>
        <p:spPr>
          <a:xfrm>
            <a:off x="808342" y="3513620"/>
            <a:ext cx="1155065" cy="368300"/>
          </a:xfrm>
          <a:custGeom>
            <a:avLst/>
            <a:gdLst/>
            <a:ahLst/>
            <a:cxnLst/>
            <a:rect l="l" t="t" r="r" b="b"/>
            <a:pathLst>
              <a:path w="1155064" h="368300">
                <a:moveTo>
                  <a:pt x="100457" y="12204"/>
                </a:moveTo>
                <a:lnTo>
                  <a:pt x="96735" y="0"/>
                </a:lnTo>
                <a:lnTo>
                  <a:pt x="74841" y="8521"/>
                </a:lnTo>
                <a:lnTo>
                  <a:pt x="55613" y="21907"/>
                </a:lnTo>
                <a:lnTo>
                  <a:pt x="25146" y="63246"/>
                </a:lnTo>
                <a:lnTo>
                  <a:pt x="6286" y="118986"/>
                </a:lnTo>
                <a:lnTo>
                  <a:pt x="0" y="184099"/>
                </a:lnTo>
                <a:lnTo>
                  <a:pt x="1511" y="216522"/>
                </a:lnTo>
                <a:lnTo>
                  <a:pt x="1562" y="217817"/>
                </a:lnTo>
                <a:lnTo>
                  <a:pt x="14135" y="278244"/>
                </a:lnTo>
                <a:lnTo>
                  <a:pt x="39039" y="328041"/>
                </a:lnTo>
                <a:lnTo>
                  <a:pt x="74841" y="359664"/>
                </a:lnTo>
                <a:lnTo>
                  <a:pt x="96735" y="368198"/>
                </a:lnTo>
                <a:lnTo>
                  <a:pt x="100457" y="355993"/>
                </a:lnTo>
                <a:lnTo>
                  <a:pt x="83540" y="347218"/>
                </a:lnTo>
                <a:lnTo>
                  <a:pt x="68808" y="334467"/>
                </a:lnTo>
                <a:lnTo>
                  <a:pt x="45910" y="296989"/>
                </a:lnTo>
                <a:lnTo>
                  <a:pt x="32004" y="246062"/>
                </a:lnTo>
                <a:lnTo>
                  <a:pt x="27381" y="184251"/>
                </a:lnTo>
                <a:lnTo>
                  <a:pt x="28536" y="151904"/>
                </a:lnTo>
                <a:lnTo>
                  <a:pt x="37795" y="95415"/>
                </a:lnTo>
                <a:lnTo>
                  <a:pt x="56261" y="50507"/>
                </a:lnTo>
                <a:lnTo>
                  <a:pt x="83540" y="20967"/>
                </a:lnTo>
                <a:lnTo>
                  <a:pt x="100457" y="12204"/>
                </a:lnTo>
                <a:close/>
              </a:path>
              <a:path w="1155064" h="368300">
                <a:moveTo>
                  <a:pt x="231216" y="55372"/>
                </a:moveTo>
                <a:lnTo>
                  <a:pt x="227190" y="43916"/>
                </a:lnTo>
                <a:lnTo>
                  <a:pt x="206717" y="51308"/>
                </a:lnTo>
                <a:lnTo>
                  <a:pt x="188772" y="62014"/>
                </a:lnTo>
                <a:lnTo>
                  <a:pt x="160451" y="93395"/>
                </a:lnTo>
                <a:lnTo>
                  <a:pt x="142976" y="135343"/>
                </a:lnTo>
                <a:lnTo>
                  <a:pt x="137236" y="183667"/>
                </a:lnTo>
                <a:lnTo>
                  <a:pt x="137160" y="185153"/>
                </a:lnTo>
                <a:lnTo>
                  <a:pt x="138607" y="211086"/>
                </a:lnTo>
                <a:lnTo>
                  <a:pt x="150215" y="256959"/>
                </a:lnTo>
                <a:lnTo>
                  <a:pt x="173253" y="294195"/>
                </a:lnTo>
                <a:lnTo>
                  <a:pt x="206654" y="318858"/>
                </a:lnTo>
                <a:lnTo>
                  <a:pt x="227190" y="326237"/>
                </a:lnTo>
                <a:lnTo>
                  <a:pt x="230771" y="314782"/>
                </a:lnTo>
                <a:lnTo>
                  <a:pt x="214680" y="307657"/>
                </a:lnTo>
                <a:lnTo>
                  <a:pt x="200787" y="297738"/>
                </a:lnTo>
                <a:lnTo>
                  <a:pt x="172313" y="251498"/>
                </a:lnTo>
                <a:lnTo>
                  <a:pt x="163944" y="208559"/>
                </a:lnTo>
                <a:lnTo>
                  <a:pt x="162966" y="185153"/>
                </a:lnTo>
                <a:lnTo>
                  <a:pt x="162902" y="183667"/>
                </a:lnTo>
                <a:lnTo>
                  <a:pt x="167081" y="137617"/>
                </a:lnTo>
                <a:lnTo>
                  <a:pt x="179641" y="100101"/>
                </a:lnTo>
                <a:lnTo>
                  <a:pt x="214934" y="62458"/>
                </a:lnTo>
                <a:lnTo>
                  <a:pt x="231216" y="55372"/>
                </a:lnTo>
                <a:close/>
              </a:path>
              <a:path w="1155064" h="368300">
                <a:moveTo>
                  <a:pt x="728243" y="185153"/>
                </a:moveTo>
                <a:lnTo>
                  <a:pt x="726795" y="159575"/>
                </a:lnTo>
                <a:lnTo>
                  <a:pt x="726782" y="159270"/>
                </a:lnTo>
                <a:lnTo>
                  <a:pt x="722414" y="135343"/>
                </a:lnTo>
                <a:lnTo>
                  <a:pt x="704951" y="93395"/>
                </a:lnTo>
                <a:lnTo>
                  <a:pt x="676605" y="62014"/>
                </a:lnTo>
                <a:lnTo>
                  <a:pt x="638200" y="43916"/>
                </a:lnTo>
                <a:lnTo>
                  <a:pt x="634187" y="55372"/>
                </a:lnTo>
                <a:lnTo>
                  <a:pt x="650532" y="62458"/>
                </a:lnTo>
                <a:lnTo>
                  <a:pt x="664578" y="72288"/>
                </a:lnTo>
                <a:lnTo>
                  <a:pt x="693115" y="117792"/>
                </a:lnTo>
                <a:lnTo>
                  <a:pt x="701395" y="159270"/>
                </a:lnTo>
                <a:lnTo>
                  <a:pt x="701446" y="159575"/>
                </a:lnTo>
                <a:lnTo>
                  <a:pt x="701433" y="208559"/>
                </a:lnTo>
                <a:lnTo>
                  <a:pt x="693064" y="251498"/>
                </a:lnTo>
                <a:lnTo>
                  <a:pt x="664591" y="297738"/>
                </a:lnTo>
                <a:lnTo>
                  <a:pt x="634631" y="314782"/>
                </a:lnTo>
                <a:lnTo>
                  <a:pt x="638200" y="326237"/>
                </a:lnTo>
                <a:lnTo>
                  <a:pt x="676706" y="308178"/>
                </a:lnTo>
                <a:lnTo>
                  <a:pt x="705027" y="276910"/>
                </a:lnTo>
                <a:lnTo>
                  <a:pt x="722426" y="235026"/>
                </a:lnTo>
                <a:lnTo>
                  <a:pt x="726782" y="211086"/>
                </a:lnTo>
                <a:lnTo>
                  <a:pt x="728243" y="185153"/>
                </a:lnTo>
                <a:close/>
              </a:path>
              <a:path w="1155064" h="368300">
                <a:moveTo>
                  <a:pt x="1154709" y="184099"/>
                </a:moveTo>
                <a:lnTo>
                  <a:pt x="1153198" y="151904"/>
                </a:lnTo>
                <a:lnTo>
                  <a:pt x="1153134" y="150368"/>
                </a:lnTo>
                <a:lnTo>
                  <a:pt x="1148422" y="118986"/>
                </a:lnTo>
                <a:lnTo>
                  <a:pt x="1129563" y="63246"/>
                </a:lnTo>
                <a:lnTo>
                  <a:pt x="1099083" y="21907"/>
                </a:lnTo>
                <a:lnTo>
                  <a:pt x="1057973" y="0"/>
                </a:lnTo>
                <a:lnTo>
                  <a:pt x="1054252" y="12204"/>
                </a:lnTo>
                <a:lnTo>
                  <a:pt x="1071168" y="20967"/>
                </a:lnTo>
                <a:lnTo>
                  <a:pt x="1085888" y="33743"/>
                </a:lnTo>
                <a:lnTo>
                  <a:pt x="1108798" y="71285"/>
                </a:lnTo>
                <a:lnTo>
                  <a:pt x="1122692" y="122301"/>
                </a:lnTo>
                <a:lnTo>
                  <a:pt x="1127315" y="184099"/>
                </a:lnTo>
                <a:lnTo>
                  <a:pt x="1126159" y="216522"/>
                </a:lnTo>
                <a:lnTo>
                  <a:pt x="1116901" y="272884"/>
                </a:lnTo>
                <a:lnTo>
                  <a:pt x="1098435" y="317715"/>
                </a:lnTo>
                <a:lnTo>
                  <a:pt x="1071168" y="347218"/>
                </a:lnTo>
                <a:lnTo>
                  <a:pt x="1054252" y="355993"/>
                </a:lnTo>
                <a:lnTo>
                  <a:pt x="1057973" y="368198"/>
                </a:lnTo>
                <a:lnTo>
                  <a:pt x="1099083" y="346278"/>
                </a:lnTo>
                <a:lnTo>
                  <a:pt x="1129563" y="304952"/>
                </a:lnTo>
                <a:lnTo>
                  <a:pt x="1148422" y="249212"/>
                </a:lnTo>
                <a:lnTo>
                  <a:pt x="1154696" y="184251"/>
                </a:lnTo>
                <a:lnTo>
                  <a:pt x="1154709" y="184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 descr=""/>
          <p:cNvSpPr/>
          <p:nvPr/>
        </p:nvSpPr>
        <p:spPr>
          <a:xfrm>
            <a:off x="2413114" y="3513620"/>
            <a:ext cx="2282825" cy="368300"/>
          </a:xfrm>
          <a:custGeom>
            <a:avLst/>
            <a:gdLst/>
            <a:ahLst/>
            <a:cxnLst/>
            <a:rect l="l" t="t" r="r" b="b"/>
            <a:pathLst>
              <a:path w="2282825" h="368300">
                <a:moveTo>
                  <a:pt x="100457" y="12204"/>
                </a:moveTo>
                <a:lnTo>
                  <a:pt x="96735" y="0"/>
                </a:lnTo>
                <a:lnTo>
                  <a:pt x="74841" y="8521"/>
                </a:lnTo>
                <a:lnTo>
                  <a:pt x="55613" y="21907"/>
                </a:lnTo>
                <a:lnTo>
                  <a:pt x="25146" y="63246"/>
                </a:lnTo>
                <a:lnTo>
                  <a:pt x="6286" y="118986"/>
                </a:lnTo>
                <a:lnTo>
                  <a:pt x="0" y="184099"/>
                </a:lnTo>
                <a:lnTo>
                  <a:pt x="1511" y="216522"/>
                </a:lnTo>
                <a:lnTo>
                  <a:pt x="1562" y="217817"/>
                </a:lnTo>
                <a:lnTo>
                  <a:pt x="14135" y="278244"/>
                </a:lnTo>
                <a:lnTo>
                  <a:pt x="39039" y="328041"/>
                </a:lnTo>
                <a:lnTo>
                  <a:pt x="74841" y="359664"/>
                </a:lnTo>
                <a:lnTo>
                  <a:pt x="96735" y="368198"/>
                </a:lnTo>
                <a:lnTo>
                  <a:pt x="100457" y="355993"/>
                </a:lnTo>
                <a:lnTo>
                  <a:pt x="83540" y="347218"/>
                </a:lnTo>
                <a:lnTo>
                  <a:pt x="68808" y="334467"/>
                </a:lnTo>
                <a:lnTo>
                  <a:pt x="45910" y="296989"/>
                </a:lnTo>
                <a:lnTo>
                  <a:pt x="32004" y="246062"/>
                </a:lnTo>
                <a:lnTo>
                  <a:pt x="27381" y="184251"/>
                </a:lnTo>
                <a:lnTo>
                  <a:pt x="28536" y="151904"/>
                </a:lnTo>
                <a:lnTo>
                  <a:pt x="37795" y="95415"/>
                </a:lnTo>
                <a:lnTo>
                  <a:pt x="56261" y="50507"/>
                </a:lnTo>
                <a:lnTo>
                  <a:pt x="83540" y="20967"/>
                </a:lnTo>
                <a:lnTo>
                  <a:pt x="100457" y="12204"/>
                </a:lnTo>
                <a:close/>
              </a:path>
              <a:path w="2282825" h="368300">
                <a:moveTo>
                  <a:pt x="520776" y="55372"/>
                </a:moveTo>
                <a:lnTo>
                  <a:pt x="516763" y="43916"/>
                </a:lnTo>
                <a:lnTo>
                  <a:pt x="496290" y="51308"/>
                </a:lnTo>
                <a:lnTo>
                  <a:pt x="478332" y="62014"/>
                </a:lnTo>
                <a:lnTo>
                  <a:pt x="450011" y="93395"/>
                </a:lnTo>
                <a:lnTo>
                  <a:pt x="432536" y="135343"/>
                </a:lnTo>
                <a:lnTo>
                  <a:pt x="426796" y="183667"/>
                </a:lnTo>
                <a:lnTo>
                  <a:pt x="426720" y="185153"/>
                </a:lnTo>
                <a:lnTo>
                  <a:pt x="428167" y="211086"/>
                </a:lnTo>
                <a:lnTo>
                  <a:pt x="439775" y="256959"/>
                </a:lnTo>
                <a:lnTo>
                  <a:pt x="462813" y="294195"/>
                </a:lnTo>
                <a:lnTo>
                  <a:pt x="496227" y="318858"/>
                </a:lnTo>
                <a:lnTo>
                  <a:pt x="516763" y="326237"/>
                </a:lnTo>
                <a:lnTo>
                  <a:pt x="520331" y="314782"/>
                </a:lnTo>
                <a:lnTo>
                  <a:pt x="504240" y="307657"/>
                </a:lnTo>
                <a:lnTo>
                  <a:pt x="490347" y="297738"/>
                </a:lnTo>
                <a:lnTo>
                  <a:pt x="461873" y="251498"/>
                </a:lnTo>
                <a:lnTo>
                  <a:pt x="453504" y="208559"/>
                </a:lnTo>
                <a:lnTo>
                  <a:pt x="452526" y="185153"/>
                </a:lnTo>
                <a:lnTo>
                  <a:pt x="452462" y="183667"/>
                </a:lnTo>
                <a:lnTo>
                  <a:pt x="456641" y="137617"/>
                </a:lnTo>
                <a:lnTo>
                  <a:pt x="469201" y="100101"/>
                </a:lnTo>
                <a:lnTo>
                  <a:pt x="504494" y="62458"/>
                </a:lnTo>
                <a:lnTo>
                  <a:pt x="520776" y="55372"/>
                </a:lnTo>
                <a:close/>
              </a:path>
              <a:path w="2282825" h="368300">
                <a:moveTo>
                  <a:pt x="1043711" y="185153"/>
                </a:moveTo>
                <a:lnTo>
                  <a:pt x="1042263" y="159575"/>
                </a:lnTo>
                <a:lnTo>
                  <a:pt x="1042250" y="159270"/>
                </a:lnTo>
                <a:lnTo>
                  <a:pt x="1037882" y="135343"/>
                </a:lnTo>
                <a:lnTo>
                  <a:pt x="1020419" y="93395"/>
                </a:lnTo>
                <a:lnTo>
                  <a:pt x="992073" y="62014"/>
                </a:lnTo>
                <a:lnTo>
                  <a:pt x="953668" y="43916"/>
                </a:lnTo>
                <a:lnTo>
                  <a:pt x="949655" y="55372"/>
                </a:lnTo>
                <a:lnTo>
                  <a:pt x="966000" y="62458"/>
                </a:lnTo>
                <a:lnTo>
                  <a:pt x="980046" y="72288"/>
                </a:lnTo>
                <a:lnTo>
                  <a:pt x="1008583" y="117792"/>
                </a:lnTo>
                <a:lnTo>
                  <a:pt x="1016863" y="159270"/>
                </a:lnTo>
                <a:lnTo>
                  <a:pt x="1016914" y="159575"/>
                </a:lnTo>
                <a:lnTo>
                  <a:pt x="1016901" y="208559"/>
                </a:lnTo>
                <a:lnTo>
                  <a:pt x="1008532" y="251498"/>
                </a:lnTo>
                <a:lnTo>
                  <a:pt x="980059" y="297738"/>
                </a:lnTo>
                <a:lnTo>
                  <a:pt x="950099" y="314782"/>
                </a:lnTo>
                <a:lnTo>
                  <a:pt x="953668" y="326237"/>
                </a:lnTo>
                <a:lnTo>
                  <a:pt x="992174" y="308178"/>
                </a:lnTo>
                <a:lnTo>
                  <a:pt x="1020495" y="276910"/>
                </a:lnTo>
                <a:lnTo>
                  <a:pt x="1037894" y="235026"/>
                </a:lnTo>
                <a:lnTo>
                  <a:pt x="1042250" y="211086"/>
                </a:lnTo>
                <a:lnTo>
                  <a:pt x="1043711" y="185153"/>
                </a:lnTo>
                <a:close/>
              </a:path>
              <a:path w="2282825" h="368300">
                <a:moveTo>
                  <a:pt x="1599768" y="55372"/>
                </a:moveTo>
                <a:lnTo>
                  <a:pt x="1595755" y="43916"/>
                </a:lnTo>
                <a:lnTo>
                  <a:pt x="1575269" y="51308"/>
                </a:lnTo>
                <a:lnTo>
                  <a:pt x="1557324" y="62014"/>
                </a:lnTo>
                <a:lnTo>
                  <a:pt x="1529003" y="93395"/>
                </a:lnTo>
                <a:lnTo>
                  <a:pt x="1511528" y="135343"/>
                </a:lnTo>
                <a:lnTo>
                  <a:pt x="1505788" y="183667"/>
                </a:lnTo>
                <a:lnTo>
                  <a:pt x="1505712" y="185153"/>
                </a:lnTo>
                <a:lnTo>
                  <a:pt x="1507159" y="211086"/>
                </a:lnTo>
                <a:lnTo>
                  <a:pt x="1518767" y="256959"/>
                </a:lnTo>
                <a:lnTo>
                  <a:pt x="1541805" y="294195"/>
                </a:lnTo>
                <a:lnTo>
                  <a:pt x="1575219" y="318858"/>
                </a:lnTo>
                <a:lnTo>
                  <a:pt x="1595755" y="326237"/>
                </a:lnTo>
                <a:lnTo>
                  <a:pt x="1599323" y="314782"/>
                </a:lnTo>
                <a:lnTo>
                  <a:pt x="1583232" y="307657"/>
                </a:lnTo>
                <a:lnTo>
                  <a:pt x="1569339" y="297738"/>
                </a:lnTo>
                <a:lnTo>
                  <a:pt x="1540865" y="251498"/>
                </a:lnTo>
                <a:lnTo>
                  <a:pt x="1532496" y="208559"/>
                </a:lnTo>
                <a:lnTo>
                  <a:pt x="1531518" y="185153"/>
                </a:lnTo>
                <a:lnTo>
                  <a:pt x="1531454" y="183667"/>
                </a:lnTo>
                <a:lnTo>
                  <a:pt x="1535633" y="137617"/>
                </a:lnTo>
                <a:lnTo>
                  <a:pt x="1548193" y="100101"/>
                </a:lnTo>
                <a:lnTo>
                  <a:pt x="1583474" y="62458"/>
                </a:lnTo>
                <a:lnTo>
                  <a:pt x="1599768" y="55372"/>
                </a:lnTo>
                <a:close/>
              </a:path>
              <a:path w="2282825" h="368300">
                <a:moveTo>
                  <a:pt x="2145563" y="185153"/>
                </a:moveTo>
                <a:lnTo>
                  <a:pt x="2144115" y="159575"/>
                </a:lnTo>
                <a:lnTo>
                  <a:pt x="2144103" y="159270"/>
                </a:lnTo>
                <a:lnTo>
                  <a:pt x="2139734" y="135343"/>
                </a:lnTo>
                <a:lnTo>
                  <a:pt x="2122271" y="93395"/>
                </a:lnTo>
                <a:lnTo>
                  <a:pt x="2093925" y="62014"/>
                </a:lnTo>
                <a:lnTo>
                  <a:pt x="2055520" y="43916"/>
                </a:lnTo>
                <a:lnTo>
                  <a:pt x="2051507" y="55372"/>
                </a:lnTo>
                <a:lnTo>
                  <a:pt x="2067839" y="62458"/>
                </a:lnTo>
                <a:lnTo>
                  <a:pt x="2081898" y="72288"/>
                </a:lnTo>
                <a:lnTo>
                  <a:pt x="2110435" y="117792"/>
                </a:lnTo>
                <a:lnTo>
                  <a:pt x="2118715" y="159270"/>
                </a:lnTo>
                <a:lnTo>
                  <a:pt x="2118766" y="159575"/>
                </a:lnTo>
                <a:lnTo>
                  <a:pt x="2118753" y="208559"/>
                </a:lnTo>
                <a:lnTo>
                  <a:pt x="2110384" y="251498"/>
                </a:lnTo>
                <a:lnTo>
                  <a:pt x="2081911" y="297738"/>
                </a:lnTo>
                <a:lnTo>
                  <a:pt x="2051951" y="314782"/>
                </a:lnTo>
                <a:lnTo>
                  <a:pt x="2055520" y="326237"/>
                </a:lnTo>
                <a:lnTo>
                  <a:pt x="2094026" y="308178"/>
                </a:lnTo>
                <a:lnTo>
                  <a:pt x="2122347" y="276910"/>
                </a:lnTo>
                <a:lnTo>
                  <a:pt x="2139746" y="235026"/>
                </a:lnTo>
                <a:lnTo>
                  <a:pt x="2144103" y="211086"/>
                </a:lnTo>
                <a:lnTo>
                  <a:pt x="2145563" y="185153"/>
                </a:lnTo>
                <a:close/>
              </a:path>
              <a:path w="2282825" h="368300">
                <a:moveTo>
                  <a:pt x="2282469" y="184099"/>
                </a:moveTo>
                <a:lnTo>
                  <a:pt x="2280958" y="151904"/>
                </a:lnTo>
                <a:lnTo>
                  <a:pt x="2280894" y="150368"/>
                </a:lnTo>
                <a:lnTo>
                  <a:pt x="2276183" y="118986"/>
                </a:lnTo>
                <a:lnTo>
                  <a:pt x="2257323" y="63246"/>
                </a:lnTo>
                <a:lnTo>
                  <a:pt x="2226843" y="21907"/>
                </a:lnTo>
                <a:lnTo>
                  <a:pt x="2185733" y="0"/>
                </a:lnTo>
                <a:lnTo>
                  <a:pt x="2182012" y="12204"/>
                </a:lnTo>
                <a:lnTo>
                  <a:pt x="2198928" y="20967"/>
                </a:lnTo>
                <a:lnTo>
                  <a:pt x="2213648" y="33743"/>
                </a:lnTo>
                <a:lnTo>
                  <a:pt x="2236559" y="71285"/>
                </a:lnTo>
                <a:lnTo>
                  <a:pt x="2250452" y="122301"/>
                </a:lnTo>
                <a:lnTo>
                  <a:pt x="2255075" y="184099"/>
                </a:lnTo>
                <a:lnTo>
                  <a:pt x="2253919" y="216522"/>
                </a:lnTo>
                <a:lnTo>
                  <a:pt x="2244661" y="272884"/>
                </a:lnTo>
                <a:lnTo>
                  <a:pt x="2226195" y="317715"/>
                </a:lnTo>
                <a:lnTo>
                  <a:pt x="2198928" y="347218"/>
                </a:lnTo>
                <a:lnTo>
                  <a:pt x="2182012" y="355993"/>
                </a:lnTo>
                <a:lnTo>
                  <a:pt x="2185733" y="368198"/>
                </a:lnTo>
                <a:lnTo>
                  <a:pt x="2226843" y="346278"/>
                </a:lnTo>
                <a:lnTo>
                  <a:pt x="2257323" y="304952"/>
                </a:lnTo>
                <a:lnTo>
                  <a:pt x="2276183" y="249212"/>
                </a:lnTo>
                <a:lnTo>
                  <a:pt x="2282456" y="184251"/>
                </a:lnTo>
                <a:lnTo>
                  <a:pt x="2282469" y="184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 descr=""/>
          <p:cNvSpPr txBox="1"/>
          <p:nvPr/>
        </p:nvSpPr>
        <p:spPr>
          <a:xfrm>
            <a:off x="4005827" y="3467274"/>
            <a:ext cx="4591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𝑟,</a:t>
            </a:r>
            <a:r>
              <a:rPr dirty="0" sz="2400" spc="-100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8" name="object 78" descr=""/>
          <p:cNvSpPr/>
          <p:nvPr/>
        </p:nvSpPr>
        <p:spPr>
          <a:xfrm>
            <a:off x="1227446" y="4206775"/>
            <a:ext cx="1176655" cy="282575"/>
          </a:xfrm>
          <a:custGeom>
            <a:avLst/>
            <a:gdLst/>
            <a:ahLst/>
            <a:cxnLst/>
            <a:rect l="l" t="t" r="r" b="b"/>
            <a:pathLst>
              <a:path w="1176655" h="282575">
                <a:moveTo>
                  <a:pt x="1086256" y="0"/>
                </a:moveTo>
                <a:lnTo>
                  <a:pt x="1082243" y="11455"/>
                </a:lnTo>
                <a:lnTo>
                  <a:pt x="1098585" y="18551"/>
                </a:lnTo>
                <a:lnTo>
                  <a:pt x="1112639" y="28371"/>
                </a:lnTo>
                <a:lnTo>
                  <a:pt x="1141172" y="73880"/>
                </a:lnTo>
                <a:lnTo>
                  <a:pt x="1149459" y="115357"/>
                </a:lnTo>
                <a:lnTo>
                  <a:pt x="1149502" y="115661"/>
                </a:lnTo>
                <a:lnTo>
                  <a:pt x="1149498" y="164649"/>
                </a:lnTo>
                <a:lnTo>
                  <a:pt x="1141130" y="207587"/>
                </a:lnTo>
                <a:lnTo>
                  <a:pt x="1112651" y="253828"/>
                </a:lnTo>
                <a:lnTo>
                  <a:pt x="1082687" y="270865"/>
                </a:lnTo>
                <a:lnTo>
                  <a:pt x="1086256" y="282320"/>
                </a:lnTo>
                <a:lnTo>
                  <a:pt x="1124765" y="264263"/>
                </a:lnTo>
                <a:lnTo>
                  <a:pt x="1153083" y="232994"/>
                </a:lnTo>
                <a:lnTo>
                  <a:pt x="1170492" y="191111"/>
                </a:lnTo>
                <a:lnTo>
                  <a:pt x="1176299" y="141236"/>
                </a:lnTo>
                <a:lnTo>
                  <a:pt x="1174861" y="115661"/>
                </a:lnTo>
                <a:lnTo>
                  <a:pt x="1163199" y="69479"/>
                </a:lnTo>
                <a:lnTo>
                  <a:pt x="1140098" y="32129"/>
                </a:lnTo>
                <a:lnTo>
                  <a:pt x="1106723" y="7391"/>
                </a:lnTo>
                <a:lnTo>
                  <a:pt x="1086256" y="0"/>
                </a:lnTo>
                <a:close/>
              </a:path>
              <a:path w="1176655" h="282575">
                <a:moveTo>
                  <a:pt x="90043" y="0"/>
                </a:moveTo>
                <a:lnTo>
                  <a:pt x="51619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5802" y="191111"/>
                </a:lnTo>
                <a:lnTo>
                  <a:pt x="23215" y="232994"/>
                </a:lnTo>
                <a:lnTo>
                  <a:pt x="51528" y="264263"/>
                </a:lnTo>
                <a:lnTo>
                  <a:pt x="90043" y="282320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742" y="139750"/>
                </a:lnTo>
                <a:lnTo>
                  <a:pt x="26788" y="115661"/>
                </a:lnTo>
                <a:lnTo>
                  <a:pt x="35156" y="73880"/>
                </a:lnTo>
                <a:lnTo>
                  <a:pt x="63749" y="28371"/>
                </a:lnTo>
                <a:lnTo>
                  <a:pt x="94056" y="11455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 descr=""/>
          <p:cNvSpPr/>
          <p:nvPr/>
        </p:nvSpPr>
        <p:spPr>
          <a:xfrm>
            <a:off x="2801738" y="4206775"/>
            <a:ext cx="1176655" cy="282575"/>
          </a:xfrm>
          <a:custGeom>
            <a:avLst/>
            <a:gdLst/>
            <a:ahLst/>
            <a:cxnLst/>
            <a:rect l="l" t="t" r="r" b="b"/>
            <a:pathLst>
              <a:path w="1176654" h="282575">
                <a:moveTo>
                  <a:pt x="1086256" y="0"/>
                </a:moveTo>
                <a:lnTo>
                  <a:pt x="1082243" y="11455"/>
                </a:lnTo>
                <a:lnTo>
                  <a:pt x="1098585" y="18551"/>
                </a:lnTo>
                <a:lnTo>
                  <a:pt x="1112639" y="28371"/>
                </a:lnTo>
                <a:lnTo>
                  <a:pt x="1141172" y="73880"/>
                </a:lnTo>
                <a:lnTo>
                  <a:pt x="1149459" y="115357"/>
                </a:lnTo>
                <a:lnTo>
                  <a:pt x="1149502" y="115661"/>
                </a:lnTo>
                <a:lnTo>
                  <a:pt x="1149498" y="164649"/>
                </a:lnTo>
                <a:lnTo>
                  <a:pt x="1141130" y="207587"/>
                </a:lnTo>
                <a:lnTo>
                  <a:pt x="1112651" y="253828"/>
                </a:lnTo>
                <a:lnTo>
                  <a:pt x="1082687" y="270865"/>
                </a:lnTo>
                <a:lnTo>
                  <a:pt x="1086256" y="282320"/>
                </a:lnTo>
                <a:lnTo>
                  <a:pt x="1124765" y="264263"/>
                </a:lnTo>
                <a:lnTo>
                  <a:pt x="1153083" y="232994"/>
                </a:lnTo>
                <a:lnTo>
                  <a:pt x="1170492" y="191111"/>
                </a:lnTo>
                <a:lnTo>
                  <a:pt x="1176299" y="141236"/>
                </a:lnTo>
                <a:lnTo>
                  <a:pt x="1174861" y="115661"/>
                </a:lnTo>
                <a:lnTo>
                  <a:pt x="1163199" y="69479"/>
                </a:lnTo>
                <a:lnTo>
                  <a:pt x="1140098" y="32129"/>
                </a:lnTo>
                <a:lnTo>
                  <a:pt x="1106723" y="7391"/>
                </a:lnTo>
                <a:lnTo>
                  <a:pt x="1086256" y="0"/>
                </a:lnTo>
                <a:close/>
              </a:path>
              <a:path w="1176654" h="282575">
                <a:moveTo>
                  <a:pt x="90042" y="0"/>
                </a:moveTo>
                <a:lnTo>
                  <a:pt x="51619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5802" y="191111"/>
                </a:lnTo>
                <a:lnTo>
                  <a:pt x="23215" y="232994"/>
                </a:lnTo>
                <a:lnTo>
                  <a:pt x="51528" y="264263"/>
                </a:lnTo>
                <a:lnTo>
                  <a:pt x="90042" y="282320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742" y="139750"/>
                </a:lnTo>
                <a:lnTo>
                  <a:pt x="26788" y="115661"/>
                </a:lnTo>
                <a:lnTo>
                  <a:pt x="35156" y="73880"/>
                </a:lnTo>
                <a:lnTo>
                  <a:pt x="63749" y="28371"/>
                </a:lnTo>
                <a:lnTo>
                  <a:pt x="94056" y="11455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 descr=""/>
          <p:cNvSpPr txBox="1"/>
          <p:nvPr/>
        </p:nvSpPr>
        <p:spPr>
          <a:xfrm>
            <a:off x="530092" y="3467274"/>
            <a:ext cx="3401695" cy="1040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5565">
              <a:lnSpc>
                <a:spcPct val="100000"/>
              </a:lnSpc>
              <a:spcBef>
                <a:spcPts val="100"/>
              </a:spcBef>
              <a:tabLst>
                <a:tab pos="514984" algn="l"/>
                <a:tab pos="1033144" algn="l"/>
                <a:tab pos="1544955" algn="l"/>
                <a:tab pos="1993264" algn="l"/>
                <a:tab pos="2409190" algn="l"/>
                <a:tab pos="2953385" algn="l"/>
              </a:tabLst>
            </a:pPr>
            <a:r>
              <a:rPr dirty="0" sz="2400" spc="-670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sz="2400">
                <a:solidFill>
                  <a:srgbClr val="538235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𝑡,</a:t>
            </a:r>
            <a:r>
              <a:rPr dirty="0" sz="2400" spc="-8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𝑟</a:t>
            </a:r>
            <a:r>
              <a:rPr dirty="0" sz="2400">
                <a:latin typeface="Cambria Math"/>
                <a:cs typeface="Cambria Math"/>
              </a:rPr>
              <a:t>	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50">
                <a:latin typeface="Cambria Math"/>
                <a:cs typeface="Cambria Math"/>
              </a:rPr>
              <a:t>=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490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baseline="-15873" sz="2625" spc="-735">
                <a:solidFill>
                  <a:srgbClr val="538235"/>
                </a:solidFill>
                <a:latin typeface="Cambria Math"/>
                <a:cs typeface="Cambria Math"/>
              </a:rPr>
              <a:t>1</a:t>
            </a:r>
            <a:r>
              <a:rPr dirty="0" baseline="-15873" sz="2625">
                <a:solidFill>
                  <a:srgbClr val="538235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𝑡,</a:t>
            </a:r>
            <a:r>
              <a:rPr dirty="0" sz="2400" spc="-8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r>
              <a:rPr dirty="0" sz="2400">
                <a:latin typeface="Cambria Math"/>
                <a:cs typeface="Cambria Math"/>
              </a:rPr>
              <a:t>	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-470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baseline="-15873" sz="2625" spc="-705">
                <a:solidFill>
                  <a:srgbClr val="538235"/>
                </a:solidFill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  <a:p>
            <a:pPr marL="76200">
              <a:lnSpc>
                <a:spcPct val="100000"/>
              </a:lnSpc>
              <a:spcBef>
                <a:spcPts val="2230"/>
              </a:spcBef>
              <a:tabLst>
                <a:tab pos="796925" algn="l"/>
                <a:tab pos="1968500" algn="l"/>
                <a:tab pos="2371090" algn="l"/>
              </a:tabLst>
            </a:pPr>
            <a:r>
              <a:rPr dirty="0" sz="240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sz="2400" spc="225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=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5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baseline="-15873" sz="2625" spc="-75">
                <a:solidFill>
                  <a:srgbClr val="8496AF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195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</a:t>
            </a:r>
            <a:r>
              <a:rPr dirty="0" sz="2400" spc="-95">
                <a:latin typeface="Cambria Math"/>
                <a:cs typeface="Cambria Math"/>
              </a:rPr>
              <a:t> </a:t>
            </a:r>
            <a:r>
              <a:rPr dirty="0" sz="2400" spc="-59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892">
                <a:solidFill>
                  <a:srgbClr val="C55A11"/>
                </a:solidFill>
                <a:latin typeface="Cambria Math"/>
                <a:cs typeface="Cambria Math"/>
              </a:rPr>
              <a:t>2</a:t>
            </a:r>
            <a:r>
              <a:rPr dirty="0" baseline="-15873" sz="2625">
                <a:solidFill>
                  <a:srgbClr val="C55A11"/>
                </a:solidFill>
                <a:latin typeface="Cambria Math"/>
                <a:cs typeface="Cambria Math"/>
              </a:rPr>
              <a:t>	</a:t>
            </a:r>
            <a:r>
              <a:rPr dirty="0" sz="2400" spc="-50">
                <a:latin typeface="Cambria Math"/>
                <a:cs typeface="Cambria Math"/>
              </a:rPr>
              <a:t>∪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63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952">
                <a:solidFill>
                  <a:srgbClr val="C55A11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359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</a:t>
            </a:r>
            <a:r>
              <a:rPr dirty="0" sz="2400" spc="5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baseline="-15873" sz="2625" spc="-37">
                <a:solidFill>
                  <a:srgbClr val="8496AF"/>
                </a:solidFill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81" name="object 81" descr=""/>
          <p:cNvSpPr txBox="1"/>
          <p:nvPr/>
        </p:nvSpPr>
        <p:spPr>
          <a:xfrm>
            <a:off x="4993022" y="1535290"/>
            <a:ext cx="11976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0">
                <a:latin typeface="Franklin Gothic Medium"/>
                <a:cs typeface="Franklin Gothic Medium"/>
              </a:rPr>
              <a:t>Example:</a:t>
            </a:r>
            <a:endParaRPr sz="2400">
              <a:latin typeface="Franklin Gothic Medium"/>
              <a:cs typeface="Franklin Gothic Medium"/>
            </a:endParaRPr>
          </a:p>
        </p:txBody>
      </p:sp>
      <p:grpSp>
        <p:nvGrpSpPr>
          <p:cNvPr id="82" name="object 82" descr=""/>
          <p:cNvGrpSpPr/>
          <p:nvPr/>
        </p:nvGrpSpPr>
        <p:grpSpPr>
          <a:xfrm>
            <a:off x="-6350" y="3399790"/>
            <a:ext cx="452120" cy="497840"/>
            <a:chOff x="-6350" y="3399790"/>
            <a:chExt cx="452120" cy="497840"/>
          </a:xfrm>
        </p:grpSpPr>
        <p:sp>
          <p:nvSpPr>
            <p:cNvPr id="83" name="object 83" descr=""/>
            <p:cNvSpPr/>
            <p:nvPr/>
          </p:nvSpPr>
          <p:spPr>
            <a:xfrm>
              <a:off x="0" y="3406140"/>
              <a:ext cx="439420" cy="485140"/>
            </a:xfrm>
            <a:custGeom>
              <a:avLst/>
              <a:gdLst/>
              <a:ahLst/>
              <a:cxnLst/>
              <a:rect l="l" t="t" r="r" b="b"/>
              <a:pathLst>
                <a:path w="439420" h="485139">
                  <a:moveTo>
                    <a:pt x="196596" y="0"/>
                  </a:moveTo>
                  <a:lnTo>
                    <a:pt x="196596" y="121158"/>
                  </a:lnTo>
                  <a:lnTo>
                    <a:pt x="0" y="121158"/>
                  </a:lnTo>
                  <a:lnTo>
                    <a:pt x="0" y="363474"/>
                  </a:lnTo>
                  <a:lnTo>
                    <a:pt x="196596" y="363474"/>
                  </a:lnTo>
                  <a:lnTo>
                    <a:pt x="196596" y="484632"/>
                  </a:lnTo>
                  <a:lnTo>
                    <a:pt x="438912" y="242316"/>
                  </a:lnTo>
                  <a:lnTo>
                    <a:pt x="19659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0" y="3406140"/>
              <a:ext cx="439420" cy="485140"/>
            </a:xfrm>
            <a:custGeom>
              <a:avLst/>
              <a:gdLst/>
              <a:ahLst/>
              <a:cxnLst/>
              <a:rect l="l" t="t" r="r" b="b"/>
              <a:pathLst>
                <a:path w="439420" h="485139">
                  <a:moveTo>
                    <a:pt x="0" y="121158"/>
                  </a:moveTo>
                  <a:lnTo>
                    <a:pt x="196596" y="121158"/>
                  </a:lnTo>
                  <a:lnTo>
                    <a:pt x="196596" y="0"/>
                  </a:lnTo>
                  <a:lnTo>
                    <a:pt x="438912" y="242316"/>
                  </a:lnTo>
                  <a:lnTo>
                    <a:pt x="196596" y="484632"/>
                  </a:lnTo>
                  <a:lnTo>
                    <a:pt x="196596" y="363474"/>
                  </a:lnTo>
                  <a:lnTo>
                    <a:pt x="0" y="3634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5" name="object 85" descr=""/>
          <p:cNvSpPr txBox="1"/>
          <p:nvPr/>
        </p:nvSpPr>
        <p:spPr>
          <a:xfrm>
            <a:off x="9784440" y="5651253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C00000"/>
                </a:solidFill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Closure</a:t>
            </a:r>
            <a:r>
              <a:rPr dirty="0" spc="-170"/>
              <a:t> </a:t>
            </a:r>
            <a:r>
              <a:rPr dirty="0" spc="-20"/>
              <a:t>Properties</a:t>
            </a:r>
            <a:r>
              <a:rPr dirty="0" spc="-160"/>
              <a:t> </a:t>
            </a:r>
            <a:r>
              <a:rPr dirty="0"/>
              <a:t>for</a:t>
            </a:r>
            <a:r>
              <a:rPr dirty="0" spc="-165"/>
              <a:t> </a:t>
            </a:r>
            <a:r>
              <a:rPr dirty="0" spc="-45"/>
              <a:t>RegEx</a:t>
            </a:r>
            <a:r>
              <a:rPr dirty="0" spc="-160"/>
              <a:t> </a:t>
            </a:r>
            <a:r>
              <a:rPr dirty="0"/>
              <a:t>-</a:t>
            </a:r>
            <a:r>
              <a:rPr dirty="0" spc="-140"/>
              <a:t> </a:t>
            </a:r>
            <a:r>
              <a:rPr dirty="0" spc="-10"/>
              <a:t>Union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452871" y="2095500"/>
            <a:ext cx="419100" cy="33845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dirty="0" sz="16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84919" y="2119883"/>
            <a:ext cx="424180" cy="33845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10"/>
              </a:spcBef>
            </a:pPr>
            <a:r>
              <a:rPr dirty="0" sz="16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492" sz="1725" spc="-37">
                <a:latin typeface="Cambria Math"/>
                <a:cs typeface="Cambria Math"/>
              </a:rPr>
              <a:t>2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6271005" y="2710942"/>
            <a:ext cx="735330" cy="741680"/>
            <a:chOff x="6271005" y="2710942"/>
            <a:chExt cx="735330" cy="741680"/>
          </a:xfrm>
        </p:grpSpPr>
        <p:sp>
          <p:nvSpPr>
            <p:cNvPr id="6" name="object 6" descr=""/>
            <p:cNvSpPr/>
            <p:nvPr/>
          </p:nvSpPr>
          <p:spPr>
            <a:xfrm>
              <a:off x="62773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361188" y="0"/>
                  </a:moveTo>
                  <a:lnTo>
                    <a:pt x="312176" y="3324"/>
                  </a:lnTo>
                  <a:lnTo>
                    <a:pt x="265169" y="13010"/>
                  </a:lnTo>
                  <a:lnTo>
                    <a:pt x="220597" y="28622"/>
                  </a:lnTo>
                  <a:lnTo>
                    <a:pt x="178889" y="49727"/>
                  </a:lnTo>
                  <a:lnTo>
                    <a:pt x="140476" y="75891"/>
                  </a:lnTo>
                  <a:lnTo>
                    <a:pt x="105789" y="106680"/>
                  </a:lnTo>
                  <a:lnTo>
                    <a:pt x="75257" y="141659"/>
                  </a:lnTo>
                  <a:lnTo>
                    <a:pt x="49312" y="180396"/>
                  </a:lnTo>
                  <a:lnTo>
                    <a:pt x="28383" y="222456"/>
                  </a:lnTo>
                  <a:lnTo>
                    <a:pt x="12901" y="267405"/>
                  </a:lnTo>
                  <a:lnTo>
                    <a:pt x="3297" y="314810"/>
                  </a:lnTo>
                  <a:lnTo>
                    <a:pt x="0" y="364236"/>
                  </a:lnTo>
                  <a:lnTo>
                    <a:pt x="3297" y="413661"/>
                  </a:lnTo>
                  <a:lnTo>
                    <a:pt x="12901" y="461066"/>
                  </a:lnTo>
                  <a:lnTo>
                    <a:pt x="28383" y="506015"/>
                  </a:lnTo>
                  <a:lnTo>
                    <a:pt x="49312" y="548075"/>
                  </a:lnTo>
                  <a:lnTo>
                    <a:pt x="75257" y="586812"/>
                  </a:lnTo>
                  <a:lnTo>
                    <a:pt x="105789" y="621792"/>
                  </a:lnTo>
                  <a:lnTo>
                    <a:pt x="140476" y="652580"/>
                  </a:lnTo>
                  <a:lnTo>
                    <a:pt x="178889" y="678744"/>
                  </a:lnTo>
                  <a:lnTo>
                    <a:pt x="220597" y="699849"/>
                  </a:lnTo>
                  <a:lnTo>
                    <a:pt x="265169" y="715461"/>
                  </a:lnTo>
                  <a:lnTo>
                    <a:pt x="312176" y="725147"/>
                  </a:lnTo>
                  <a:lnTo>
                    <a:pt x="361188" y="728472"/>
                  </a:lnTo>
                  <a:lnTo>
                    <a:pt x="410199" y="725147"/>
                  </a:lnTo>
                  <a:lnTo>
                    <a:pt x="457206" y="715461"/>
                  </a:lnTo>
                  <a:lnTo>
                    <a:pt x="501778" y="699849"/>
                  </a:lnTo>
                  <a:lnTo>
                    <a:pt x="543486" y="678744"/>
                  </a:lnTo>
                  <a:lnTo>
                    <a:pt x="581899" y="652580"/>
                  </a:lnTo>
                  <a:lnTo>
                    <a:pt x="616586" y="621792"/>
                  </a:lnTo>
                  <a:lnTo>
                    <a:pt x="647118" y="586812"/>
                  </a:lnTo>
                  <a:lnTo>
                    <a:pt x="673063" y="548075"/>
                  </a:lnTo>
                  <a:lnTo>
                    <a:pt x="693992" y="506015"/>
                  </a:lnTo>
                  <a:lnTo>
                    <a:pt x="709474" y="461066"/>
                  </a:lnTo>
                  <a:lnTo>
                    <a:pt x="719078" y="413661"/>
                  </a:lnTo>
                  <a:lnTo>
                    <a:pt x="722376" y="364236"/>
                  </a:lnTo>
                  <a:lnTo>
                    <a:pt x="719078" y="314810"/>
                  </a:lnTo>
                  <a:lnTo>
                    <a:pt x="709474" y="267405"/>
                  </a:lnTo>
                  <a:lnTo>
                    <a:pt x="693992" y="222456"/>
                  </a:lnTo>
                  <a:lnTo>
                    <a:pt x="673063" y="180396"/>
                  </a:lnTo>
                  <a:lnTo>
                    <a:pt x="647118" y="141659"/>
                  </a:lnTo>
                  <a:lnTo>
                    <a:pt x="616586" y="106680"/>
                  </a:lnTo>
                  <a:lnTo>
                    <a:pt x="581899" y="75891"/>
                  </a:lnTo>
                  <a:lnTo>
                    <a:pt x="543486" y="49727"/>
                  </a:lnTo>
                  <a:lnTo>
                    <a:pt x="501778" y="28622"/>
                  </a:lnTo>
                  <a:lnTo>
                    <a:pt x="457206" y="13010"/>
                  </a:lnTo>
                  <a:lnTo>
                    <a:pt x="410199" y="332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2773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0" y="364236"/>
                  </a:moveTo>
                  <a:lnTo>
                    <a:pt x="3297" y="314810"/>
                  </a:lnTo>
                  <a:lnTo>
                    <a:pt x="12901" y="267405"/>
                  </a:lnTo>
                  <a:lnTo>
                    <a:pt x="28383" y="222456"/>
                  </a:lnTo>
                  <a:lnTo>
                    <a:pt x="49312" y="180396"/>
                  </a:lnTo>
                  <a:lnTo>
                    <a:pt x="75257" y="141659"/>
                  </a:lnTo>
                  <a:lnTo>
                    <a:pt x="105789" y="106680"/>
                  </a:lnTo>
                  <a:lnTo>
                    <a:pt x="140476" y="75891"/>
                  </a:lnTo>
                  <a:lnTo>
                    <a:pt x="178889" y="49727"/>
                  </a:lnTo>
                  <a:lnTo>
                    <a:pt x="220597" y="28622"/>
                  </a:lnTo>
                  <a:lnTo>
                    <a:pt x="265169" y="13010"/>
                  </a:lnTo>
                  <a:lnTo>
                    <a:pt x="312176" y="3324"/>
                  </a:lnTo>
                  <a:lnTo>
                    <a:pt x="361188" y="0"/>
                  </a:lnTo>
                  <a:lnTo>
                    <a:pt x="410199" y="3324"/>
                  </a:lnTo>
                  <a:lnTo>
                    <a:pt x="457206" y="13010"/>
                  </a:lnTo>
                  <a:lnTo>
                    <a:pt x="501778" y="28622"/>
                  </a:lnTo>
                  <a:lnTo>
                    <a:pt x="543486" y="49727"/>
                  </a:lnTo>
                  <a:lnTo>
                    <a:pt x="581899" y="75891"/>
                  </a:lnTo>
                  <a:lnTo>
                    <a:pt x="616586" y="106680"/>
                  </a:lnTo>
                  <a:lnTo>
                    <a:pt x="647118" y="141659"/>
                  </a:lnTo>
                  <a:lnTo>
                    <a:pt x="673063" y="180396"/>
                  </a:lnTo>
                  <a:lnTo>
                    <a:pt x="693992" y="222456"/>
                  </a:lnTo>
                  <a:lnTo>
                    <a:pt x="709474" y="267405"/>
                  </a:lnTo>
                  <a:lnTo>
                    <a:pt x="719078" y="314810"/>
                  </a:lnTo>
                  <a:lnTo>
                    <a:pt x="722376" y="364236"/>
                  </a:lnTo>
                  <a:lnTo>
                    <a:pt x="719078" y="413661"/>
                  </a:lnTo>
                  <a:lnTo>
                    <a:pt x="709474" y="461066"/>
                  </a:lnTo>
                  <a:lnTo>
                    <a:pt x="693992" y="506015"/>
                  </a:lnTo>
                  <a:lnTo>
                    <a:pt x="673063" y="548075"/>
                  </a:lnTo>
                  <a:lnTo>
                    <a:pt x="647118" y="586812"/>
                  </a:lnTo>
                  <a:lnTo>
                    <a:pt x="616586" y="621792"/>
                  </a:lnTo>
                  <a:lnTo>
                    <a:pt x="581899" y="652580"/>
                  </a:lnTo>
                  <a:lnTo>
                    <a:pt x="543486" y="678744"/>
                  </a:lnTo>
                  <a:lnTo>
                    <a:pt x="501778" y="699849"/>
                  </a:lnTo>
                  <a:lnTo>
                    <a:pt x="457206" y="715461"/>
                  </a:lnTo>
                  <a:lnTo>
                    <a:pt x="410199" y="725147"/>
                  </a:lnTo>
                  <a:lnTo>
                    <a:pt x="361188" y="728472"/>
                  </a:lnTo>
                  <a:lnTo>
                    <a:pt x="312176" y="725147"/>
                  </a:lnTo>
                  <a:lnTo>
                    <a:pt x="265169" y="715461"/>
                  </a:lnTo>
                  <a:lnTo>
                    <a:pt x="220597" y="699849"/>
                  </a:lnTo>
                  <a:lnTo>
                    <a:pt x="178889" y="678744"/>
                  </a:lnTo>
                  <a:lnTo>
                    <a:pt x="140476" y="652580"/>
                  </a:lnTo>
                  <a:lnTo>
                    <a:pt x="105789" y="621792"/>
                  </a:lnTo>
                  <a:lnTo>
                    <a:pt x="75257" y="586812"/>
                  </a:lnTo>
                  <a:lnTo>
                    <a:pt x="49312" y="548075"/>
                  </a:lnTo>
                  <a:lnTo>
                    <a:pt x="28383" y="506015"/>
                  </a:lnTo>
                  <a:lnTo>
                    <a:pt x="12901" y="461066"/>
                  </a:lnTo>
                  <a:lnTo>
                    <a:pt x="3297" y="413661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514596" y="2941121"/>
            <a:ext cx="105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𝑡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590796" y="3037133"/>
            <a:ext cx="11112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latin typeface="Cambria Math"/>
                <a:cs typeface="Cambria Math"/>
              </a:rPr>
              <a:t>0</a:t>
            </a:r>
            <a:endParaRPr sz="1150">
              <a:latin typeface="Cambria Math"/>
              <a:cs typeface="Cambria Math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5916548" y="2710942"/>
            <a:ext cx="2461260" cy="741680"/>
            <a:chOff x="5916548" y="2710942"/>
            <a:chExt cx="2461260" cy="741680"/>
          </a:xfrm>
        </p:grpSpPr>
        <p:sp>
          <p:nvSpPr>
            <p:cNvPr id="11" name="object 11" descr=""/>
            <p:cNvSpPr/>
            <p:nvPr/>
          </p:nvSpPr>
          <p:spPr>
            <a:xfrm>
              <a:off x="5926073" y="3082290"/>
              <a:ext cx="288925" cy="0"/>
            </a:xfrm>
            <a:custGeom>
              <a:avLst/>
              <a:gdLst/>
              <a:ahLst/>
              <a:cxnLst/>
              <a:rect l="l" t="t" r="r" b="b"/>
              <a:pathLst>
                <a:path w="288925" h="0">
                  <a:moveTo>
                    <a:pt x="0" y="0"/>
                  </a:moveTo>
                  <a:lnTo>
                    <a:pt x="288709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202080" y="304418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6489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361188" y="0"/>
                  </a:moveTo>
                  <a:lnTo>
                    <a:pt x="312176" y="3324"/>
                  </a:lnTo>
                  <a:lnTo>
                    <a:pt x="265169" y="13010"/>
                  </a:lnTo>
                  <a:lnTo>
                    <a:pt x="220597" y="28622"/>
                  </a:lnTo>
                  <a:lnTo>
                    <a:pt x="178889" y="49727"/>
                  </a:lnTo>
                  <a:lnTo>
                    <a:pt x="140476" y="75891"/>
                  </a:lnTo>
                  <a:lnTo>
                    <a:pt x="105789" y="106680"/>
                  </a:lnTo>
                  <a:lnTo>
                    <a:pt x="75257" y="141659"/>
                  </a:lnTo>
                  <a:lnTo>
                    <a:pt x="49312" y="180396"/>
                  </a:lnTo>
                  <a:lnTo>
                    <a:pt x="28383" y="222456"/>
                  </a:lnTo>
                  <a:lnTo>
                    <a:pt x="12901" y="267405"/>
                  </a:lnTo>
                  <a:lnTo>
                    <a:pt x="3297" y="314810"/>
                  </a:lnTo>
                  <a:lnTo>
                    <a:pt x="0" y="364236"/>
                  </a:lnTo>
                  <a:lnTo>
                    <a:pt x="3297" y="413661"/>
                  </a:lnTo>
                  <a:lnTo>
                    <a:pt x="12901" y="461066"/>
                  </a:lnTo>
                  <a:lnTo>
                    <a:pt x="28383" y="506015"/>
                  </a:lnTo>
                  <a:lnTo>
                    <a:pt x="49312" y="548075"/>
                  </a:lnTo>
                  <a:lnTo>
                    <a:pt x="75257" y="586812"/>
                  </a:lnTo>
                  <a:lnTo>
                    <a:pt x="105789" y="621792"/>
                  </a:lnTo>
                  <a:lnTo>
                    <a:pt x="140476" y="652580"/>
                  </a:lnTo>
                  <a:lnTo>
                    <a:pt x="178889" y="678744"/>
                  </a:lnTo>
                  <a:lnTo>
                    <a:pt x="220597" y="699849"/>
                  </a:lnTo>
                  <a:lnTo>
                    <a:pt x="265169" y="715461"/>
                  </a:lnTo>
                  <a:lnTo>
                    <a:pt x="312176" y="725147"/>
                  </a:lnTo>
                  <a:lnTo>
                    <a:pt x="361188" y="728472"/>
                  </a:lnTo>
                  <a:lnTo>
                    <a:pt x="410199" y="725147"/>
                  </a:lnTo>
                  <a:lnTo>
                    <a:pt x="457206" y="715461"/>
                  </a:lnTo>
                  <a:lnTo>
                    <a:pt x="501778" y="699849"/>
                  </a:lnTo>
                  <a:lnTo>
                    <a:pt x="543486" y="678744"/>
                  </a:lnTo>
                  <a:lnTo>
                    <a:pt x="581899" y="652580"/>
                  </a:lnTo>
                  <a:lnTo>
                    <a:pt x="616586" y="621792"/>
                  </a:lnTo>
                  <a:lnTo>
                    <a:pt x="647118" y="586812"/>
                  </a:lnTo>
                  <a:lnTo>
                    <a:pt x="673063" y="548075"/>
                  </a:lnTo>
                  <a:lnTo>
                    <a:pt x="693992" y="506015"/>
                  </a:lnTo>
                  <a:lnTo>
                    <a:pt x="709474" y="461066"/>
                  </a:lnTo>
                  <a:lnTo>
                    <a:pt x="719078" y="413661"/>
                  </a:lnTo>
                  <a:lnTo>
                    <a:pt x="722376" y="364236"/>
                  </a:lnTo>
                  <a:lnTo>
                    <a:pt x="719078" y="314810"/>
                  </a:lnTo>
                  <a:lnTo>
                    <a:pt x="709474" y="267405"/>
                  </a:lnTo>
                  <a:lnTo>
                    <a:pt x="693992" y="222456"/>
                  </a:lnTo>
                  <a:lnTo>
                    <a:pt x="673063" y="180396"/>
                  </a:lnTo>
                  <a:lnTo>
                    <a:pt x="647118" y="141659"/>
                  </a:lnTo>
                  <a:lnTo>
                    <a:pt x="616586" y="106680"/>
                  </a:lnTo>
                  <a:lnTo>
                    <a:pt x="581899" y="75891"/>
                  </a:lnTo>
                  <a:lnTo>
                    <a:pt x="543486" y="49727"/>
                  </a:lnTo>
                  <a:lnTo>
                    <a:pt x="501778" y="28622"/>
                  </a:lnTo>
                  <a:lnTo>
                    <a:pt x="457206" y="13010"/>
                  </a:lnTo>
                  <a:lnTo>
                    <a:pt x="410199" y="332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6489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0" y="364236"/>
                  </a:moveTo>
                  <a:lnTo>
                    <a:pt x="3297" y="314810"/>
                  </a:lnTo>
                  <a:lnTo>
                    <a:pt x="12901" y="267405"/>
                  </a:lnTo>
                  <a:lnTo>
                    <a:pt x="28383" y="222456"/>
                  </a:lnTo>
                  <a:lnTo>
                    <a:pt x="49312" y="180396"/>
                  </a:lnTo>
                  <a:lnTo>
                    <a:pt x="75257" y="141659"/>
                  </a:lnTo>
                  <a:lnTo>
                    <a:pt x="105789" y="106680"/>
                  </a:lnTo>
                  <a:lnTo>
                    <a:pt x="140476" y="75891"/>
                  </a:lnTo>
                  <a:lnTo>
                    <a:pt x="178889" y="49727"/>
                  </a:lnTo>
                  <a:lnTo>
                    <a:pt x="220597" y="28622"/>
                  </a:lnTo>
                  <a:lnTo>
                    <a:pt x="265169" y="13010"/>
                  </a:lnTo>
                  <a:lnTo>
                    <a:pt x="312176" y="3324"/>
                  </a:lnTo>
                  <a:lnTo>
                    <a:pt x="361188" y="0"/>
                  </a:lnTo>
                  <a:lnTo>
                    <a:pt x="410199" y="3324"/>
                  </a:lnTo>
                  <a:lnTo>
                    <a:pt x="457206" y="13010"/>
                  </a:lnTo>
                  <a:lnTo>
                    <a:pt x="501778" y="28622"/>
                  </a:lnTo>
                  <a:lnTo>
                    <a:pt x="543486" y="49727"/>
                  </a:lnTo>
                  <a:lnTo>
                    <a:pt x="581899" y="75891"/>
                  </a:lnTo>
                  <a:lnTo>
                    <a:pt x="616586" y="106680"/>
                  </a:lnTo>
                  <a:lnTo>
                    <a:pt x="647118" y="141659"/>
                  </a:lnTo>
                  <a:lnTo>
                    <a:pt x="673063" y="180396"/>
                  </a:lnTo>
                  <a:lnTo>
                    <a:pt x="693992" y="222456"/>
                  </a:lnTo>
                  <a:lnTo>
                    <a:pt x="709474" y="267405"/>
                  </a:lnTo>
                  <a:lnTo>
                    <a:pt x="719078" y="314810"/>
                  </a:lnTo>
                  <a:lnTo>
                    <a:pt x="722376" y="364236"/>
                  </a:lnTo>
                  <a:lnTo>
                    <a:pt x="719078" y="413661"/>
                  </a:lnTo>
                  <a:lnTo>
                    <a:pt x="709474" y="461066"/>
                  </a:lnTo>
                  <a:lnTo>
                    <a:pt x="693992" y="506015"/>
                  </a:lnTo>
                  <a:lnTo>
                    <a:pt x="673063" y="548075"/>
                  </a:lnTo>
                  <a:lnTo>
                    <a:pt x="647118" y="586812"/>
                  </a:lnTo>
                  <a:lnTo>
                    <a:pt x="616586" y="621792"/>
                  </a:lnTo>
                  <a:lnTo>
                    <a:pt x="581899" y="652580"/>
                  </a:lnTo>
                  <a:lnTo>
                    <a:pt x="543486" y="678744"/>
                  </a:lnTo>
                  <a:lnTo>
                    <a:pt x="501778" y="699849"/>
                  </a:lnTo>
                  <a:lnTo>
                    <a:pt x="457206" y="715461"/>
                  </a:lnTo>
                  <a:lnTo>
                    <a:pt x="410199" y="725147"/>
                  </a:lnTo>
                  <a:lnTo>
                    <a:pt x="361188" y="728472"/>
                  </a:lnTo>
                  <a:lnTo>
                    <a:pt x="312176" y="725147"/>
                  </a:lnTo>
                  <a:lnTo>
                    <a:pt x="265169" y="715461"/>
                  </a:lnTo>
                  <a:lnTo>
                    <a:pt x="220597" y="699849"/>
                  </a:lnTo>
                  <a:lnTo>
                    <a:pt x="178889" y="678744"/>
                  </a:lnTo>
                  <a:lnTo>
                    <a:pt x="140476" y="652580"/>
                  </a:lnTo>
                  <a:lnTo>
                    <a:pt x="105789" y="621792"/>
                  </a:lnTo>
                  <a:lnTo>
                    <a:pt x="75257" y="586812"/>
                  </a:lnTo>
                  <a:lnTo>
                    <a:pt x="49312" y="548075"/>
                  </a:lnTo>
                  <a:lnTo>
                    <a:pt x="28383" y="506015"/>
                  </a:lnTo>
                  <a:lnTo>
                    <a:pt x="12901" y="461066"/>
                  </a:lnTo>
                  <a:lnTo>
                    <a:pt x="3297" y="413661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7245801" y="2357804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888032" y="2941121"/>
            <a:ext cx="105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𝑡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959659" y="3037133"/>
            <a:ext cx="11112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latin typeface="Cambria Math"/>
                <a:cs typeface="Cambria Math"/>
              </a:rPr>
              <a:t>1</a:t>
            </a:r>
            <a:endParaRPr sz="1150">
              <a:latin typeface="Cambria Math"/>
              <a:cs typeface="Cambria Math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6183480" y="2554812"/>
            <a:ext cx="2132330" cy="954405"/>
            <a:chOff x="6183480" y="2554812"/>
            <a:chExt cx="2132330" cy="954405"/>
          </a:xfrm>
        </p:grpSpPr>
        <p:sp>
          <p:nvSpPr>
            <p:cNvPr id="19" name="object 19" descr=""/>
            <p:cNvSpPr/>
            <p:nvPr/>
          </p:nvSpPr>
          <p:spPr>
            <a:xfrm>
              <a:off x="7711440" y="2781300"/>
              <a:ext cx="597535" cy="601980"/>
            </a:xfrm>
            <a:custGeom>
              <a:avLst/>
              <a:gdLst/>
              <a:ahLst/>
              <a:cxnLst/>
              <a:rect l="l" t="t" r="r" b="b"/>
              <a:pathLst>
                <a:path w="597534" h="601979">
                  <a:moveTo>
                    <a:pt x="0" y="300989"/>
                  </a:moveTo>
                  <a:lnTo>
                    <a:pt x="3909" y="252168"/>
                  </a:lnTo>
                  <a:lnTo>
                    <a:pt x="15227" y="205854"/>
                  </a:lnTo>
                  <a:lnTo>
                    <a:pt x="33340" y="162668"/>
                  </a:lnTo>
                  <a:lnTo>
                    <a:pt x="57631" y="123230"/>
                  </a:lnTo>
                  <a:lnTo>
                    <a:pt x="87487" y="88158"/>
                  </a:lnTo>
                  <a:lnTo>
                    <a:pt x="122291" y="58074"/>
                  </a:lnTo>
                  <a:lnTo>
                    <a:pt x="161430" y="33596"/>
                  </a:lnTo>
                  <a:lnTo>
                    <a:pt x="204289" y="15344"/>
                  </a:lnTo>
                  <a:lnTo>
                    <a:pt x="250251" y="3939"/>
                  </a:lnTo>
                  <a:lnTo>
                    <a:pt x="298704" y="0"/>
                  </a:lnTo>
                  <a:lnTo>
                    <a:pt x="347156" y="3939"/>
                  </a:lnTo>
                  <a:lnTo>
                    <a:pt x="393118" y="15344"/>
                  </a:lnTo>
                  <a:lnTo>
                    <a:pt x="435977" y="33596"/>
                  </a:lnTo>
                  <a:lnTo>
                    <a:pt x="475116" y="58074"/>
                  </a:lnTo>
                  <a:lnTo>
                    <a:pt x="509920" y="88158"/>
                  </a:lnTo>
                  <a:lnTo>
                    <a:pt x="539776" y="123230"/>
                  </a:lnTo>
                  <a:lnTo>
                    <a:pt x="564067" y="162668"/>
                  </a:lnTo>
                  <a:lnTo>
                    <a:pt x="582180" y="205854"/>
                  </a:lnTo>
                  <a:lnTo>
                    <a:pt x="593498" y="252168"/>
                  </a:lnTo>
                  <a:lnTo>
                    <a:pt x="597408" y="300989"/>
                  </a:lnTo>
                  <a:lnTo>
                    <a:pt x="593498" y="349811"/>
                  </a:lnTo>
                  <a:lnTo>
                    <a:pt x="582180" y="396125"/>
                  </a:lnTo>
                  <a:lnTo>
                    <a:pt x="564067" y="439311"/>
                  </a:lnTo>
                  <a:lnTo>
                    <a:pt x="539776" y="478749"/>
                  </a:lnTo>
                  <a:lnTo>
                    <a:pt x="509920" y="513821"/>
                  </a:lnTo>
                  <a:lnTo>
                    <a:pt x="475116" y="543905"/>
                  </a:lnTo>
                  <a:lnTo>
                    <a:pt x="435977" y="568383"/>
                  </a:lnTo>
                  <a:lnTo>
                    <a:pt x="393118" y="586635"/>
                  </a:lnTo>
                  <a:lnTo>
                    <a:pt x="347156" y="598040"/>
                  </a:lnTo>
                  <a:lnTo>
                    <a:pt x="298704" y="601979"/>
                  </a:lnTo>
                  <a:lnTo>
                    <a:pt x="250251" y="598040"/>
                  </a:lnTo>
                  <a:lnTo>
                    <a:pt x="204289" y="586635"/>
                  </a:lnTo>
                  <a:lnTo>
                    <a:pt x="161430" y="568383"/>
                  </a:lnTo>
                  <a:lnTo>
                    <a:pt x="122291" y="543905"/>
                  </a:lnTo>
                  <a:lnTo>
                    <a:pt x="87487" y="513821"/>
                  </a:lnTo>
                  <a:lnTo>
                    <a:pt x="57631" y="478749"/>
                  </a:lnTo>
                  <a:lnTo>
                    <a:pt x="33340" y="439311"/>
                  </a:lnTo>
                  <a:lnTo>
                    <a:pt x="15227" y="396125"/>
                  </a:lnTo>
                  <a:lnTo>
                    <a:pt x="3909" y="349811"/>
                  </a:lnTo>
                  <a:lnTo>
                    <a:pt x="0" y="30098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999368" y="3243265"/>
              <a:ext cx="684530" cy="256540"/>
            </a:xfrm>
            <a:custGeom>
              <a:avLst/>
              <a:gdLst/>
              <a:ahLst/>
              <a:cxnLst/>
              <a:rect l="l" t="t" r="r" b="b"/>
              <a:pathLst>
                <a:path w="684529" h="256539">
                  <a:moveTo>
                    <a:pt x="684123" y="0"/>
                  </a:moveTo>
                  <a:lnTo>
                    <a:pt x="675865" y="41028"/>
                  </a:lnTo>
                  <a:lnTo>
                    <a:pt x="660534" y="79685"/>
                  </a:lnTo>
                  <a:lnTo>
                    <a:pt x="638720" y="115574"/>
                  </a:lnTo>
                  <a:lnTo>
                    <a:pt x="611015" y="148299"/>
                  </a:lnTo>
                  <a:lnTo>
                    <a:pt x="578009" y="177466"/>
                  </a:lnTo>
                  <a:lnTo>
                    <a:pt x="540296" y="202679"/>
                  </a:lnTo>
                  <a:lnTo>
                    <a:pt x="498466" y="223542"/>
                  </a:lnTo>
                  <a:lnTo>
                    <a:pt x="453110" y="239660"/>
                  </a:lnTo>
                  <a:lnTo>
                    <a:pt x="404820" y="250637"/>
                  </a:lnTo>
                  <a:lnTo>
                    <a:pt x="354187" y="256078"/>
                  </a:lnTo>
                  <a:lnTo>
                    <a:pt x="301802" y="255587"/>
                  </a:lnTo>
                  <a:lnTo>
                    <a:pt x="250842" y="249163"/>
                  </a:lnTo>
                  <a:lnTo>
                    <a:pt x="202561" y="237219"/>
                  </a:lnTo>
                  <a:lnTo>
                    <a:pt x="157509" y="220173"/>
                  </a:lnTo>
                  <a:lnTo>
                    <a:pt x="116239" y="198443"/>
                  </a:lnTo>
                  <a:lnTo>
                    <a:pt x="79302" y="172449"/>
                  </a:lnTo>
                  <a:lnTo>
                    <a:pt x="47249" y="142609"/>
                  </a:lnTo>
                  <a:lnTo>
                    <a:pt x="20631" y="109340"/>
                  </a:lnTo>
                  <a:lnTo>
                    <a:pt x="0" y="7306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966583" y="3255275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4">
                  <a:moveTo>
                    <a:pt x="13944" y="0"/>
                  </a:moveTo>
                  <a:lnTo>
                    <a:pt x="0" y="84048"/>
                  </a:lnTo>
                  <a:lnTo>
                    <a:pt x="72809" y="61582"/>
                  </a:lnTo>
                  <a:lnTo>
                    <a:pt x="139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193005" y="2564337"/>
              <a:ext cx="363855" cy="335915"/>
            </a:xfrm>
            <a:custGeom>
              <a:avLst/>
              <a:gdLst/>
              <a:ahLst/>
              <a:cxnLst/>
              <a:rect l="l" t="t" r="r" b="b"/>
              <a:pathLst>
                <a:path w="363854" h="335914">
                  <a:moveTo>
                    <a:pt x="131375" y="335315"/>
                  </a:moveTo>
                  <a:lnTo>
                    <a:pt x="84961" y="314951"/>
                  </a:lnTo>
                  <a:lnTo>
                    <a:pt x="47456" y="285434"/>
                  </a:lnTo>
                  <a:lnTo>
                    <a:pt x="20020" y="248839"/>
                  </a:lnTo>
                  <a:lnTo>
                    <a:pt x="3815" y="207243"/>
                  </a:lnTo>
                  <a:lnTo>
                    <a:pt x="0" y="162724"/>
                  </a:lnTo>
                  <a:lnTo>
                    <a:pt x="9735" y="117357"/>
                  </a:lnTo>
                  <a:lnTo>
                    <a:pt x="32527" y="75894"/>
                  </a:lnTo>
                  <a:lnTo>
                    <a:pt x="65570" y="42391"/>
                  </a:lnTo>
                  <a:lnTo>
                    <a:pt x="106537" y="17883"/>
                  </a:lnTo>
                  <a:lnTo>
                    <a:pt x="153104" y="3407"/>
                  </a:lnTo>
                  <a:lnTo>
                    <a:pt x="202942" y="0"/>
                  </a:lnTo>
                  <a:lnTo>
                    <a:pt x="253727" y="8696"/>
                  </a:lnTo>
                  <a:lnTo>
                    <a:pt x="287997" y="22372"/>
                  </a:lnTo>
                  <a:lnTo>
                    <a:pt x="318138" y="41338"/>
                  </a:lnTo>
                  <a:lnTo>
                    <a:pt x="343503" y="64882"/>
                  </a:lnTo>
                  <a:lnTo>
                    <a:pt x="363443" y="92287"/>
                  </a:lnTo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516326" y="2632330"/>
              <a:ext cx="72390" cy="84455"/>
            </a:xfrm>
            <a:custGeom>
              <a:avLst/>
              <a:gdLst/>
              <a:ahLst/>
              <a:cxnLst/>
              <a:rect l="l" t="t" r="r" b="b"/>
              <a:pathLst>
                <a:path w="72390" h="84455">
                  <a:moveTo>
                    <a:pt x="72072" y="0"/>
                  </a:moveTo>
                  <a:lnTo>
                    <a:pt x="0" y="24739"/>
                  </a:lnTo>
                  <a:lnTo>
                    <a:pt x="60769" y="84442"/>
                  </a:lnTo>
                  <a:lnTo>
                    <a:pt x="7207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6978904" y="2668292"/>
              <a:ext cx="684530" cy="257175"/>
            </a:xfrm>
            <a:custGeom>
              <a:avLst/>
              <a:gdLst/>
              <a:ahLst/>
              <a:cxnLst/>
              <a:rect l="l" t="t" r="r" b="b"/>
              <a:pathLst>
                <a:path w="684529" h="257175">
                  <a:moveTo>
                    <a:pt x="0" y="256832"/>
                  </a:moveTo>
                  <a:lnTo>
                    <a:pt x="8244" y="215688"/>
                  </a:lnTo>
                  <a:lnTo>
                    <a:pt x="23563" y="176922"/>
                  </a:lnTo>
                  <a:lnTo>
                    <a:pt x="45367" y="140931"/>
                  </a:lnTo>
                  <a:lnTo>
                    <a:pt x="73063" y="108112"/>
                  </a:lnTo>
                  <a:lnTo>
                    <a:pt x="106060" y="78861"/>
                  </a:lnTo>
                  <a:lnTo>
                    <a:pt x="143766" y="53573"/>
                  </a:lnTo>
                  <a:lnTo>
                    <a:pt x="185591" y="32647"/>
                  </a:lnTo>
                  <a:lnTo>
                    <a:pt x="230942" y="16479"/>
                  </a:lnTo>
                  <a:lnTo>
                    <a:pt x="279229" y="5464"/>
                  </a:lnTo>
                  <a:lnTo>
                    <a:pt x="329860" y="0"/>
                  </a:lnTo>
                  <a:lnTo>
                    <a:pt x="382244" y="482"/>
                  </a:lnTo>
                  <a:lnTo>
                    <a:pt x="433291" y="6929"/>
                  </a:lnTo>
                  <a:lnTo>
                    <a:pt x="481649" y="18929"/>
                  </a:lnTo>
                  <a:lnTo>
                    <a:pt x="526765" y="36061"/>
                  </a:lnTo>
                  <a:lnTo>
                    <a:pt x="568085" y="57904"/>
                  </a:lnTo>
                  <a:lnTo>
                    <a:pt x="605055" y="84034"/>
                  </a:lnTo>
                  <a:lnTo>
                    <a:pt x="637121" y="114030"/>
                  </a:lnTo>
                  <a:lnTo>
                    <a:pt x="663729" y="147471"/>
                  </a:lnTo>
                  <a:lnTo>
                    <a:pt x="684326" y="18393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623139" y="2829092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5">
                  <a:moveTo>
                    <a:pt x="72859" y="0"/>
                  </a:moveTo>
                  <a:lnTo>
                    <a:pt x="0" y="22313"/>
                  </a:lnTo>
                  <a:lnTo>
                    <a:pt x="58750" y="84023"/>
                  </a:lnTo>
                  <a:lnTo>
                    <a:pt x="728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6078696" y="2319326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C00000"/>
                </a:solidFill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7195928" y="3502177"/>
            <a:ext cx="2527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𝑎,</a:t>
            </a:r>
            <a:r>
              <a:rPr dirty="0" sz="1200" spc="-50">
                <a:latin typeface="Cambria Math"/>
                <a:cs typeface="Cambria Math"/>
              </a:rPr>
              <a:t> 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9379966" y="2688082"/>
            <a:ext cx="735330" cy="741680"/>
            <a:chOff x="9379966" y="2688082"/>
            <a:chExt cx="735330" cy="741680"/>
          </a:xfrm>
        </p:grpSpPr>
        <p:sp>
          <p:nvSpPr>
            <p:cNvPr id="29" name="object 29" descr=""/>
            <p:cNvSpPr/>
            <p:nvPr/>
          </p:nvSpPr>
          <p:spPr>
            <a:xfrm>
              <a:off x="9386316" y="269443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361188" y="0"/>
                  </a:moveTo>
                  <a:lnTo>
                    <a:pt x="312176" y="3324"/>
                  </a:lnTo>
                  <a:lnTo>
                    <a:pt x="265169" y="13010"/>
                  </a:lnTo>
                  <a:lnTo>
                    <a:pt x="220597" y="28622"/>
                  </a:lnTo>
                  <a:lnTo>
                    <a:pt x="178889" y="49727"/>
                  </a:lnTo>
                  <a:lnTo>
                    <a:pt x="140476" y="75891"/>
                  </a:lnTo>
                  <a:lnTo>
                    <a:pt x="105789" y="106680"/>
                  </a:lnTo>
                  <a:lnTo>
                    <a:pt x="75257" y="141659"/>
                  </a:lnTo>
                  <a:lnTo>
                    <a:pt x="49312" y="180396"/>
                  </a:lnTo>
                  <a:lnTo>
                    <a:pt x="28383" y="222456"/>
                  </a:lnTo>
                  <a:lnTo>
                    <a:pt x="12901" y="267405"/>
                  </a:lnTo>
                  <a:lnTo>
                    <a:pt x="3297" y="314810"/>
                  </a:lnTo>
                  <a:lnTo>
                    <a:pt x="0" y="364236"/>
                  </a:lnTo>
                  <a:lnTo>
                    <a:pt x="3297" y="413661"/>
                  </a:lnTo>
                  <a:lnTo>
                    <a:pt x="12901" y="461066"/>
                  </a:lnTo>
                  <a:lnTo>
                    <a:pt x="28383" y="506015"/>
                  </a:lnTo>
                  <a:lnTo>
                    <a:pt x="49312" y="548075"/>
                  </a:lnTo>
                  <a:lnTo>
                    <a:pt x="75257" y="586812"/>
                  </a:lnTo>
                  <a:lnTo>
                    <a:pt x="105789" y="621792"/>
                  </a:lnTo>
                  <a:lnTo>
                    <a:pt x="140476" y="652580"/>
                  </a:lnTo>
                  <a:lnTo>
                    <a:pt x="178889" y="678744"/>
                  </a:lnTo>
                  <a:lnTo>
                    <a:pt x="220597" y="699849"/>
                  </a:lnTo>
                  <a:lnTo>
                    <a:pt x="265169" y="715461"/>
                  </a:lnTo>
                  <a:lnTo>
                    <a:pt x="312176" y="725147"/>
                  </a:lnTo>
                  <a:lnTo>
                    <a:pt x="361188" y="728472"/>
                  </a:lnTo>
                  <a:lnTo>
                    <a:pt x="410199" y="725147"/>
                  </a:lnTo>
                  <a:lnTo>
                    <a:pt x="457206" y="715461"/>
                  </a:lnTo>
                  <a:lnTo>
                    <a:pt x="501778" y="699849"/>
                  </a:lnTo>
                  <a:lnTo>
                    <a:pt x="543486" y="678744"/>
                  </a:lnTo>
                  <a:lnTo>
                    <a:pt x="581899" y="652580"/>
                  </a:lnTo>
                  <a:lnTo>
                    <a:pt x="616586" y="621792"/>
                  </a:lnTo>
                  <a:lnTo>
                    <a:pt x="647118" y="586812"/>
                  </a:lnTo>
                  <a:lnTo>
                    <a:pt x="673063" y="548075"/>
                  </a:lnTo>
                  <a:lnTo>
                    <a:pt x="693992" y="506015"/>
                  </a:lnTo>
                  <a:lnTo>
                    <a:pt x="709474" y="461066"/>
                  </a:lnTo>
                  <a:lnTo>
                    <a:pt x="719078" y="413661"/>
                  </a:lnTo>
                  <a:lnTo>
                    <a:pt x="722376" y="364236"/>
                  </a:lnTo>
                  <a:lnTo>
                    <a:pt x="719078" y="314810"/>
                  </a:lnTo>
                  <a:lnTo>
                    <a:pt x="709474" y="267405"/>
                  </a:lnTo>
                  <a:lnTo>
                    <a:pt x="693992" y="222456"/>
                  </a:lnTo>
                  <a:lnTo>
                    <a:pt x="673063" y="180396"/>
                  </a:lnTo>
                  <a:lnTo>
                    <a:pt x="647118" y="141659"/>
                  </a:lnTo>
                  <a:lnTo>
                    <a:pt x="616586" y="106680"/>
                  </a:lnTo>
                  <a:lnTo>
                    <a:pt x="581899" y="75891"/>
                  </a:lnTo>
                  <a:lnTo>
                    <a:pt x="543486" y="49727"/>
                  </a:lnTo>
                  <a:lnTo>
                    <a:pt x="501778" y="28622"/>
                  </a:lnTo>
                  <a:lnTo>
                    <a:pt x="457206" y="13010"/>
                  </a:lnTo>
                  <a:lnTo>
                    <a:pt x="410199" y="332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9386316" y="269443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0" y="364236"/>
                  </a:moveTo>
                  <a:lnTo>
                    <a:pt x="3297" y="314810"/>
                  </a:lnTo>
                  <a:lnTo>
                    <a:pt x="12901" y="267405"/>
                  </a:lnTo>
                  <a:lnTo>
                    <a:pt x="28383" y="222456"/>
                  </a:lnTo>
                  <a:lnTo>
                    <a:pt x="49312" y="180396"/>
                  </a:lnTo>
                  <a:lnTo>
                    <a:pt x="75257" y="141659"/>
                  </a:lnTo>
                  <a:lnTo>
                    <a:pt x="105789" y="106680"/>
                  </a:lnTo>
                  <a:lnTo>
                    <a:pt x="140476" y="75891"/>
                  </a:lnTo>
                  <a:lnTo>
                    <a:pt x="178889" y="49727"/>
                  </a:lnTo>
                  <a:lnTo>
                    <a:pt x="220597" y="28622"/>
                  </a:lnTo>
                  <a:lnTo>
                    <a:pt x="265169" y="13010"/>
                  </a:lnTo>
                  <a:lnTo>
                    <a:pt x="312176" y="3324"/>
                  </a:lnTo>
                  <a:lnTo>
                    <a:pt x="361188" y="0"/>
                  </a:lnTo>
                  <a:lnTo>
                    <a:pt x="410199" y="3324"/>
                  </a:lnTo>
                  <a:lnTo>
                    <a:pt x="457206" y="13010"/>
                  </a:lnTo>
                  <a:lnTo>
                    <a:pt x="501778" y="28622"/>
                  </a:lnTo>
                  <a:lnTo>
                    <a:pt x="543486" y="49727"/>
                  </a:lnTo>
                  <a:lnTo>
                    <a:pt x="581899" y="75891"/>
                  </a:lnTo>
                  <a:lnTo>
                    <a:pt x="616586" y="106680"/>
                  </a:lnTo>
                  <a:lnTo>
                    <a:pt x="647118" y="141659"/>
                  </a:lnTo>
                  <a:lnTo>
                    <a:pt x="673063" y="180396"/>
                  </a:lnTo>
                  <a:lnTo>
                    <a:pt x="693992" y="222456"/>
                  </a:lnTo>
                  <a:lnTo>
                    <a:pt x="709474" y="267405"/>
                  </a:lnTo>
                  <a:lnTo>
                    <a:pt x="719078" y="314810"/>
                  </a:lnTo>
                  <a:lnTo>
                    <a:pt x="722376" y="364236"/>
                  </a:lnTo>
                  <a:lnTo>
                    <a:pt x="719078" y="413661"/>
                  </a:lnTo>
                  <a:lnTo>
                    <a:pt x="709474" y="461066"/>
                  </a:lnTo>
                  <a:lnTo>
                    <a:pt x="693992" y="506015"/>
                  </a:lnTo>
                  <a:lnTo>
                    <a:pt x="673063" y="548075"/>
                  </a:lnTo>
                  <a:lnTo>
                    <a:pt x="647118" y="586812"/>
                  </a:lnTo>
                  <a:lnTo>
                    <a:pt x="616586" y="621792"/>
                  </a:lnTo>
                  <a:lnTo>
                    <a:pt x="581899" y="652580"/>
                  </a:lnTo>
                  <a:lnTo>
                    <a:pt x="543486" y="678744"/>
                  </a:lnTo>
                  <a:lnTo>
                    <a:pt x="501778" y="699849"/>
                  </a:lnTo>
                  <a:lnTo>
                    <a:pt x="457206" y="715461"/>
                  </a:lnTo>
                  <a:lnTo>
                    <a:pt x="410199" y="725147"/>
                  </a:lnTo>
                  <a:lnTo>
                    <a:pt x="361188" y="728472"/>
                  </a:lnTo>
                  <a:lnTo>
                    <a:pt x="312176" y="725147"/>
                  </a:lnTo>
                  <a:lnTo>
                    <a:pt x="265169" y="715461"/>
                  </a:lnTo>
                  <a:lnTo>
                    <a:pt x="220597" y="699849"/>
                  </a:lnTo>
                  <a:lnTo>
                    <a:pt x="178889" y="678744"/>
                  </a:lnTo>
                  <a:lnTo>
                    <a:pt x="140476" y="652580"/>
                  </a:lnTo>
                  <a:lnTo>
                    <a:pt x="105789" y="621792"/>
                  </a:lnTo>
                  <a:lnTo>
                    <a:pt x="75257" y="586812"/>
                  </a:lnTo>
                  <a:lnTo>
                    <a:pt x="49312" y="548075"/>
                  </a:lnTo>
                  <a:lnTo>
                    <a:pt x="28383" y="506015"/>
                  </a:lnTo>
                  <a:lnTo>
                    <a:pt x="12901" y="461066"/>
                  </a:lnTo>
                  <a:lnTo>
                    <a:pt x="3297" y="413661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9599141" y="2918503"/>
            <a:ext cx="2349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9023984" y="2688082"/>
            <a:ext cx="2463165" cy="741680"/>
            <a:chOff x="9023984" y="2688082"/>
            <a:chExt cx="2463165" cy="741680"/>
          </a:xfrm>
        </p:grpSpPr>
        <p:sp>
          <p:nvSpPr>
            <p:cNvPr id="33" name="object 33" descr=""/>
            <p:cNvSpPr/>
            <p:nvPr/>
          </p:nvSpPr>
          <p:spPr>
            <a:xfrm>
              <a:off x="9033509" y="3059430"/>
              <a:ext cx="288925" cy="0"/>
            </a:xfrm>
            <a:custGeom>
              <a:avLst/>
              <a:gdLst/>
              <a:ahLst/>
              <a:cxnLst/>
              <a:rect l="l" t="t" r="r" b="b"/>
              <a:pathLst>
                <a:path w="288925" h="0">
                  <a:moveTo>
                    <a:pt x="0" y="0"/>
                  </a:moveTo>
                  <a:lnTo>
                    <a:pt x="288709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9309515" y="302132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0757915" y="269443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361188" y="0"/>
                  </a:moveTo>
                  <a:lnTo>
                    <a:pt x="312176" y="3324"/>
                  </a:lnTo>
                  <a:lnTo>
                    <a:pt x="265169" y="13010"/>
                  </a:lnTo>
                  <a:lnTo>
                    <a:pt x="220597" y="28622"/>
                  </a:lnTo>
                  <a:lnTo>
                    <a:pt x="178889" y="49727"/>
                  </a:lnTo>
                  <a:lnTo>
                    <a:pt x="140476" y="75891"/>
                  </a:lnTo>
                  <a:lnTo>
                    <a:pt x="105789" y="106680"/>
                  </a:lnTo>
                  <a:lnTo>
                    <a:pt x="75257" y="141659"/>
                  </a:lnTo>
                  <a:lnTo>
                    <a:pt x="49312" y="180396"/>
                  </a:lnTo>
                  <a:lnTo>
                    <a:pt x="28383" y="222456"/>
                  </a:lnTo>
                  <a:lnTo>
                    <a:pt x="12901" y="267405"/>
                  </a:lnTo>
                  <a:lnTo>
                    <a:pt x="3297" y="314810"/>
                  </a:lnTo>
                  <a:lnTo>
                    <a:pt x="0" y="364236"/>
                  </a:lnTo>
                  <a:lnTo>
                    <a:pt x="3297" y="413661"/>
                  </a:lnTo>
                  <a:lnTo>
                    <a:pt x="12901" y="461066"/>
                  </a:lnTo>
                  <a:lnTo>
                    <a:pt x="28383" y="506015"/>
                  </a:lnTo>
                  <a:lnTo>
                    <a:pt x="49312" y="548075"/>
                  </a:lnTo>
                  <a:lnTo>
                    <a:pt x="75257" y="586812"/>
                  </a:lnTo>
                  <a:lnTo>
                    <a:pt x="105789" y="621792"/>
                  </a:lnTo>
                  <a:lnTo>
                    <a:pt x="140476" y="652580"/>
                  </a:lnTo>
                  <a:lnTo>
                    <a:pt x="178889" y="678744"/>
                  </a:lnTo>
                  <a:lnTo>
                    <a:pt x="220597" y="699849"/>
                  </a:lnTo>
                  <a:lnTo>
                    <a:pt x="265169" y="715461"/>
                  </a:lnTo>
                  <a:lnTo>
                    <a:pt x="312176" y="725147"/>
                  </a:lnTo>
                  <a:lnTo>
                    <a:pt x="361188" y="728472"/>
                  </a:lnTo>
                  <a:lnTo>
                    <a:pt x="410199" y="725147"/>
                  </a:lnTo>
                  <a:lnTo>
                    <a:pt x="457206" y="715461"/>
                  </a:lnTo>
                  <a:lnTo>
                    <a:pt x="501778" y="699849"/>
                  </a:lnTo>
                  <a:lnTo>
                    <a:pt x="543486" y="678744"/>
                  </a:lnTo>
                  <a:lnTo>
                    <a:pt x="581899" y="652580"/>
                  </a:lnTo>
                  <a:lnTo>
                    <a:pt x="616586" y="621792"/>
                  </a:lnTo>
                  <a:lnTo>
                    <a:pt x="647118" y="586812"/>
                  </a:lnTo>
                  <a:lnTo>
                    <a:pt x="673063" y="548075"/>
                  </a:lnTo>
                  <a:lnTo>
                    <a:pt x="693992" y="506015"/>
                  </a:lnTo>
                  <a:lnTo>
                    <a:pt x="709474" y="461066"/>
                  </a:lnTo>
                  <a:lnTo>
                    <a:pt x="719078" y="413661"/>
                  </a:lnTo>
                  <a:lnTo>
                    <a:pt x="722376" y="364236"/>
                  </a:lnTo>
                  <a:lnTo>
                    <a:pt x="719078" y="314810"/>
                  </a:lnTo>
                  <a:lnTo>
                    <a:pt x="709474" y="267405"/>
                  </a:lnTo>
                  <a:lnTo>
                    <a:pt x="693992" y="222456"/>
                  </a:lnTo>
                  <a:lnTo>
                    <a:pt x="673063" y="180396"/>
                  </a:lnTo>
                  <a:lnTo>
                    <a:pt x="647118" y="141659"/>
                  </a:lnTo>
                  <a:lnTo>
                    <a:pt x="616586" y="106680"/>
                  </a:lnTo>
                  <a:lnTo>
                    <a:pt x="581899" y="75891"/>
                  </a:lnTo>
                  <a:lnTo>
                    <a:pt x="543486" y="49727"/>
                  </a:lnTo>
                  <a:lnTo>
                    <a:pt x="501778" y="28622"/>
                  </a:lnTo>
                  <a:lnTo>
                    <a:pt x="457206" y="13010"/>
                  </a:lnTo>
                  <a:lnTo>
                    <a:pt x="410199" y="332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0757915" y="269443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0" y="364236"/>
                  </a:moveTo>
                  <a:lnTo>
                    <a:pt x="3297" y="314810"/>
                  </a:lnTo>
                  <a:lnTo>
                    <a:pt x="12901" y="267405"/>
                  </a:lnTo>
                  <a:lnTo>
                    <a:pt x="28383" y="222456"/>
                  </a:lnTo>
                  <a:lnTo>
                    <a:pt x="49312" y="180396"/>
                  </a:lnTo>
                  <a:lnTo>
                    <a:pt x="75257" y="141659"/>
                  </a:lnTo>
                  <a:lnTo>
                    <a:pt x="105789" y="106680"/>
                  </a:lnTo>
                  <a:lnTo>
                    <a:pt x="140476" y="75891"/>
                  </a:lnTo>
                  <a:lnTo>
                    <a:pt x="178889" y="49727"/>
                  </a:lnTo>
                  <a:lnTo>
                    <a:pt x="220597" y="28622"/>
                  </a:lnTo>
                  <a:lnTo>
                    <a:pt x="265169" y="13010"/>
                  </a:lnTo>
                  <a:lnTo>
                    <a:pt x="312176" y="3324"/>
                  </a:lnTo>
                  <a:lnTo>
                    <a:pt x="361188" y="0"/>
                  </a:lnTo>
                  <a:lnTo>
                    <a:pt x="410199" y="3324"/>
                  </a:lnTo>
                  <a:lnTo>
                    <a:pt x="457206" y="13010"/>
                  </a:lnTo>
                  <a:lnTo>
                    <a:pt x="501778" y="28622"/>
                  </a:lnTo>
                  <a:lnTo>
                    <a:pt x="543486" y="49727"/>
                  </a:lnTo>
                  <a:lnTo>
                    <a:pt x="581899" y="75891"/>
                  </a:lnTo>
                  <a:lnTo>
                    <a:pt x="616586" y="106680"/>
                  </a:lnTo>
                  <a:lnTo>
                    <a:pt x="647118" y="141659"/>
                  </a:lnTo>
                  <a:lnTo>
                    <a:pt x="673063" y="180396"/>
                  </a:lnTo>
                  <a:lnTo>
                    <a:pt x="693992" y="222456"/>
                  </a:lnTo>
                  <a:lnTo>
                    <a:pt x="709474" y="267405"/>
                  </a:lnTo>
                  <a:lnTo>
                    <a:pt x="719078" y="314810"/>
                  </a:lnTo>
                  <a:lnTo>
                    <a:pt x="722376" y="364236"/>
                  </a:lnTo>
                  <a:lnTo>
                    <a:pt x="719078" y="413661"/>
                  </a:lnTo>
                  <a:lnTo>
                    <a:pt x="709474" y="461066"/>
                  </a:lnTo>
                  <a:lnTo>
                    <a:pt x="693992" y="506015"/>
                  </a:lnTo>
                  <a:lnTo>
                    <a:pt x="673063" y="548075"/>
                  </a:lnTo>
                  <a:lnTo>
                    <a:pt x="647118" y="586812"/>
                  </a:lnTo>
                  <a:lnTo>
                    <a:pt x="616586" y="621792"/>
                  </a:lnTo>
                  <a:lnTo>
                    <a:pt x="581899" y="652580"/>
                  </a:lnTo>
                  <a:lnTo>
                    <a:pt x="543486" y="678744"/>
                  </a:lnTo>
                  <a:lnTo>
                    <a:pt x="501778" y="699849"/>
                  </a:lnTo>
                  <a:lnTo>
                    <a:pt x="457206" y="715461"/>
                  </a:lnTo>
                  <a:lnTo>
                    <a:pt x="410199" y="725147"/>
                  </a:lnTo>
                  <a:lnTo>
                    <a:pt x="361188" y="728472"/>
                  </a:lnTo>
                  <a:lnTo>
                    <a:pt x="312176" y="725147"/>
                  </a:lnTo>
                  <a:lnTo>
                    <a:pt x="265169" y="715461"/>
                  </a:lnTo>
                  <a:lnTo>
                    <a:pt x="220597" y="699849"/>
                  </a:lnTo>
                  <a:lnTo>
                    <a:pt x="178889" y="678744"/>
                  </a:lnTo>
                  <a:lnTo>
                    <a:pt x="140476" y="652580"/>
                  </a:lnTo>
                  <a:lnTo>
                    <a:pt x="105789" y="621792"/>
                  </a:lnTo>
                  <a:lnTo>
                    <a:pt x="75257" y="586812"/>
                  </a:lnTo>
                  <a:lnTo>
                    <a:pt x="49312" y="548075"/>
                  </a:lnTo>
                  <a:lnTo>
                    <a:pt x="28383" y="506015"/>
                  </a:lnTo>
                  <a:lnTo>
                    <a:pt x="12901" y="461066"/>
                  </a:lnTo>
                  <a:lnTo>
                    <a:pt x="3297" y="413661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11320207" y="2215814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0974100" y="2918503"/>
            <a:ext cx="23050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10075543" y="2473729"/>
            <a:ext cx="1425575" cy="1012825"/>
            <a:chOff x="10075543" y="2473729"/>
            <a:chExt cx="1425575" cy="1012825"/>
          </a:xfrm>
        </p:grpSpPr>
        <p:sp>
          <p:nvSpPr>
            <p:cNvPr id="40" name="object 40" descr=""/>
            <p:cNvSpPr/>
            <p:nvPr/>
          </p:nvSpPr>
          <p:spPr>
            <a:xfrm>
              <a:off x="10820400" y="2758440"/>
              <a:ext cx="597535" cy="601980"/>
            </a:xfrm>
            <a:custGeom>
              <a:avLst/>
              <a:gdLst/>
              <a:ahLst/>
              <a:cxnLst/>
              <a:rect l="l" t="t" r="r" b="b"/>
              <a:pathLst>
                <a:path w="597534" h="601979">
                  <a:moveTo>
                    <a:pt x="0" y="300989"/>
                  </a:moveTo>
                  <a:lnTo>
                    <a:pt x="3909" y="252168"/>
                  </a:lnTo>
                  <a:lnTo>
                    <a:pt x="15227" y="205854"/>
                  </a:lnTo>
                  <a:lnTo>
                    <a:pt x="33340" y="162668"/>
                  </a:lnTo>
                  <a:lnTo>
                    <a:pt x="57631" y="123230"/>
                  </a:lnTo>
                  <a:lnTo>
                    <a:pt x="87487" y="88158"/>
                  </a:lnTo>
                  <a:lnTo>
                    <a:pt x="122291" y="58074"/>
                  </a:lnTo>
                  <a:lnTo>
                    <a:pt x="161430" y="33596"/>
                  </a:lnTo>
                  <a:lnTo>
                    <a:pt x="204289" y="15344"/>
                  </a:lnTo>
                  <a:lnTo>
                    <a:pt x="250251" y="3939"/>
                  </a:lnTo>
                  <a:lnTo>
                    <a:pt x="298704" y="0"/>
                  </a:lnTo>
                  <a:lnTo>
                    <a:pt x="347156" y="3939"/>
                  </a:lnTo>
                  <a:lnTo>
                    <a:pt x="393118" y="15344"/>
                  </a:lnTo>
                  <a:lnTo>
                    <a:pt x="435977" y="33596"/>
                  </a:lnTo>
                  <a:lnTo>
                    <a:pt x="475116" y="58074"/>
                  </a:lnTo>
                  <a:lnTo>
                    <a:pt x="509920" y="88158"/>
                  </a:lnTo>
                  <a:lnTo>
                    <a:pt x="539776" y="123230"/>
                  </a:lnTo>
                  <a:lnTo>
                    <a:pt x="564067" y="162668"/>
                  </a:lnTo>
                  <a:lnTo>
                    <a:pt x="582180" y="205854"/>
                  </a:lnTo>
                  <a:lnTo>
                    <a:pt x="593498" y="252168"/>
                  </a:lnTo>
                  <a:lnTo>
                    <a:pt x="597408" y="300989"/>
                  </a:lnTo>
                  <a:lnTo>
                    <a:pt x="593498" y="349811"/>
                  </a:lnTo>
                  <a:lnTo>
                    <a:pt x="582180" y="396125"/>
                  </a:lnTo>
                  <a:lnTo>
                    <a:pt x="564067" y="439311"/>
                  </a:lnTo>
                  <a:lnTo>
                    <a:pt x="539776" y="478749"/>
                  </a:lnTo>
                  <a:lnTo>
                    <a:pt x="509920" y="513821"/>
                  </a:lnTo>
                  <a:lnTo>
                    <a:pt x="475116" y="543905"/>
                  </a:lnTo>
                  <a:lnTo>
                    <a:pt x="435977" y="568383"/>
                  </a:lnTo>
                  <a:lnTo>
                    <a:pt x="393118" y="586635"/>
                  </a:lnTo>
                  <a:lnTo>
                    <a:pt x="347156" y="598040"/>
                  </a:lnTo>
                  <a:lnTo>
                    <a:pt x="298704" y="601979"/>
                  </a:lnTo>
                  <a:lnTo>
                    <a:pt x="250251" y="598040"/>
                  </a:lnTo>
                  <a:lnTo>
                    <a:pt x="204289" y="586635"/>
                  </a:lnTo>
                  <a:lnTo>
                    <a:pt x="161430" y="568383"/>
                  </a:lnTo>
                  <a:lnTo>
                    <a:pt x="122291" y="543905"/>
                  </a:lnTo>
                  <a:lnTo>
                    <a:pt x="87487" y="513821"/>
                  </a:lnTo>
                  <a:lnTo>
                    <a:pt x="57631" y="478749"/>
                  </a:lnTo>
                  <a:lnTo>
                    <a:pt x="33340" y="439311"/>
                  </a:lnTo>
                  <a:lnTo>
                    <a:pt x="15227" y="396125"/>
                  </a:lnTo>
                  <a:lnTo>
                    <a:pt x="3909" y="349811"/>
                  </a:lnTo>
                  <a:lnTo>
                    <a:pt x="0" y="30098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0108328" y="3220405"/>
              <a:ext cx="684530" cy="256540"/>
            </a:xfrm>
            <a:custGeom>
              <a:avLst/>
              <a:gdLst/>
              <a:ahLst/>
              <a:cxnLst/>
              <a:rect l="l" t="t" r="r" b="b"/>
              <a:pathLst>
                <a:path w="684529" h="256539">
                  <a:moveTo>
                    <a:pt x="684123" y="0"/>
                  </a:moveTo>
                  <a:lnTo>
                    <a:pt x="675865" y="41028"/>
                  </a:lnTo>
                  <a:lnTo>
                    <a:pt x="660534" y="79685"/>
                  </a:lnTo>
                  <a:lnTo>
                    <a:pt x="638720" y="115574"/>
                  </a:lnTo>
                  <a:lnTo>
                    <a:pt x="611015" y="148299"/>
                  </a:lnTo>
                  <a:lnTo>
                    <a:pt x="578009" y="177466"/>
                  </a:lnTo>
                  <a:lnTo>
                    <a:pt x="540296" y="202679"/>
                  </a:lnTo>
                  <a:lnTo>
                    <a:pt x="498466" y="223542"/>
                  </a:lnTo>
                  <a:lnTo>
                    <a:pt x="453110" y="239660"/>
                  </a:lnTo>
                  <a:lnTo>
                    <a:pt x="404820" y="250637"/>
                  </a:lnTo>
                  <a:lnTo>
                    <a:pt x="354187" y="256078"/>
                  </a:lnTo>
                  <a:lnTo>
                    <a:pt x="301802" y="255587"/>
                  </a:lnTo>
                  <a:lnTo>
                    <a:pt x="250842" y="249163"/>
                  </a:lnTo>
                  <a:lnTo>
                    <a:pt x="202561" y="237219"/>
                  </a:lnTo>
                  <a:lnTo>
                    <a:pt x="157509" y="220173"/>
                  </a:lnTo>
                  <a:lnTo>
                    <a:pt x="116239" y="198443"/>
                  </a:lnTo>
                  <a:lnTo>
                    <a:pt x="79302" y="172449"/>
                  </a:lnTo>
                  <a:lnTo>
                    <a:pt x="47249" y="142609"/>
                  </a:lnTo>
                  <a:lnTo>
                    <a:pt x="20631" y="109340"/>
                  </a:lnTo>
                  <a:lnTo>
                    <a:pt x="0" y="7306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0075543" y="3232415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4">
                  <a:moveTo>
                    <a:pt x="13944" y="0"/>
                  </a:moveTo>
                  <a:lnTo>
                    <a:pt x="0" y="84048"/>
                  </a:lnTo>
                  <a:lnTo>
                    <a:pt x="72809" y="61582"/>
                  </a:lnTo>
                  <a:lnTo>
                    <a:pt x="139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1132024" y="2483254"/>
              <a:ext cx="354965" cy="294640"/>
            </a:xfrm>
            <a:custGeom>
              <a:avLst/>
              <a:gdLst/>
              <a:ahLst/>
              <a:cxnLst/>
              <a:rect l="l" t="t" r="r" b="b"/>
              <a:pathLst>
                <a:path w="354965" h="294639">
                  <a:moveTo>
                    <a:pt x="5620" y="215131"/>
                  </a:moveTo>
                  <a:lnTo>
                    <a:pt x="0" y="164788"/>
                  </a:lnTo>
                  <a:lnTo>
                    <a:pt x="6750" y="117585"/>
                  </a:lnTo>
                  <a:lnTo>
                    <a:pt x="24654" y="75562"/>
                  </a:lnTo>
                  <a:lnTo>
                    <a:pt x="52496" y="40761"/>
                  </a:lnTo>
                  <a:lnTo>
                    <a:pt x="89059" y="15221"/>
                  </a:lnTo>
                  <a:lnTo>
                    <a:pt x="133128" y="983"/>
                  </a:lnTo>
                  <a:lnTo>
                    <a:pt x="180360" y="0"/>
                  </a:lnTo>
                  <a:lnTo>
                    <a:pt x="225840" y="11863"/>
                  </a:lnTo>
                  <a:lnTo>
                    <a:pt x="267510" y="35078"/>
                  </a:lnTo>
                  <a:lnTo>
                    <a:pt x="303310" y="68149"/>
                  </a:lnTo>
                  <a:lnTo>
                    <a:pt x="331181" y="109581"/>
                  </a:lnTo>
                  <a:lnTo>
                    <a:pt x="349066" y="157879"/>
                  </a:lnTo>
                  <a:lnTo>
                    <a:pt x="354384" y="194379"/>
                  </a:lnTo>
                  <a:lnTo>
                    <a:pt x="353066" y="229945"/>
                  </a:lnTo>
                  <a:lnTo>
                    <a:pt x="345405" y="263664"/>
                  </a:lnTo>
                  <a:lnTo>
                    <a:pt x="331692" y="29462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1422043" y="2743290"/>
              <a:ext cx="79375" cy="82550"/>
            </a:xfrm>
            <a:custGeom>
              <a:avLst/>
              <a:gdLst/>
              <a:ahLst/>
              <a:cxnLst/>
              <a:rect l="l" t="t" r="r" b="b"/>
              <a:pathLst>
                <a:path w="79375" h="82550">
                  <a:moveTo>
                    <a:pt x="21259" y="0"/>
                  </a:moveTo>
                  <a:lnTo>
                    <a:pt x="0" y="82499"/>
                  </a:lnTo>
                  <a:lnTo>
                    <a:pt x="78752" y="50012"/>
                  </a:lnTo>
                  <a:lnTo>
                    <a:pt x="212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0087864" y="2645432"/>
              <a:ext cx="684530" cy="257175"/>
            </a:xfrm>
            <a:custGeom>
              <a:avLst/>
              <a:gdLst/>
              <a:ahLst/>
              <a:cxnLst/>
              <a:rect l="l" t="t" r="r" b="b"/>
              <a:pathLst>
                <a:path w="684529" h="257175">
                  <a:moveTo>
                    <a:pt x="0" y="256832"/>
                  </a:moveTo>
                  <a:lnTo>
                    <a:pt x="8244" y="215688"/>
                  </a:lnTo>
                  <a:lnTo>
                    <a:pt x="23563" y="176922"/>
                  </a:lnTo>
                  <a:lnTo>
                    <a:pt x="45367" y="140931"/>
                  </a:lnTo>
                  <a:lnTo>
                    <a:pt x="73063" y="108112"/>
                  </a:lnTo>
                  <a:lnTo>
                    <a:pt x="106060" y="78861"/>
                  </a:lnTo>
                  <a:lnTo>
                    <a:pt x="143766" y="53573"/>
                  </a:lnTo>
                  <a:lnTo>
                    <a:pt x="185591" y="32647"/>
                  </a:lnTo>
                  <a:lnTo>
                    <a:pt x="230942" y="16479"/>
                  </a:lnTo>
                  <a:lnTo>
                    <a:pt x="279229" y="5464"/>
                  </a:lnTo>
                  <a:lnTo>
                    <a:pt x="329860" y="0"/>
                  </a:lnTo>
                  <a:lnTo>
                    <a:pt x="382244" y="482"/>
                  </a:lnTo>
                  <a:lnTo>
                    <a:pt x="433291" y="6929"/>
                  </a:lnTo>
                  <a:lnTo>
                    <a:pt x="481649" y="18929"/>
                  </a:lnTo>
                  <a:lnTo>
                    <a:pt x="526765" y="36061"/>
                  </a:lnTo>
                  <a:lnTo>
                    <a:pt x="568085" y="57904"/>
                  </a:lnTo>
                  <a:lnTo>
                    <a:pt x="605055" y="84034"/>
                  </a:lnTo>
                  <a:lnTo>
                    <a:pt x="637121" y="114030"/>
                  </a:lnTo>
                  <a:lnTo>
                    <a:pt x="663729" y="147471"/>
                  </a:lnTo>
                  <a:lnTo>
                    <a:pt x="684326" y="183934"/>
                  </a:lnTo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0732099" y="2806232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5">
                  <a:moveTo>
                    <a:pt x="72859" y="0"/>
                  </a:moveTo>
                  <a:lnTo>
                    <a:pt x="0" y="22313"/>
                  </a:lnTo>
                  <a:lnTo>
                    <a:pt x="58750" y="84023"/>
                  </a:lnTo>
                  <a:lnTo>
                    <a:pt x="7285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 txBox="1"/>
          <p:nvPr/>
        </p:nvSpPr>
        <p:spPr>
          <a:xfrm>
            <a:off x="10278579" y="2359919"/>
            <a:ext cx="2527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𝑎,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 spc="-50">
                <a:solidFill>
                  <a:srgbClr val="C00000"/>
                </a:solidFill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10382792" y="3468772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49" name="object 49" descr=""/>
          <p:cNvGrpSpPr/>
          <p:nvPr/>
        </p:nvGrpSpPr>
        <p:grpSpPr>
          <a:xfrm>
            <a:off x="6272593" y="4049077"/>
            <a:ext cx="445770" cy="427355"/>
            <a:chOff x="6272593" y="4049077"/>
            <a:chExt cx="445770" cy="427355"/>
          </a:xfrm>
        </p:grpSpPr>
        <p:sp>
          <p:nvSpPr>
            <p:cNvPr id="50" name="object 50" descr=""/>
            <p:cNvSpPr/>
            <p:nvPr/>
          </p:nvSpPr>
          <p:spPr>
            <a:xfrm>
              <a:off x="6277355" y="4053840"/>
              <a:ext cx="436245" cy="417830"/>
            </a:xfrm>
            <a:custGeom>
              <a:avLst/>
              <a:gdLst/>
              <a:ahLst/>
              <a:cxnLst/>
              <a:rect l="l" t="t" r="r" b="b"/>
              <a:pathLst>
                <a:path w="436245" h="417829">
                  <a:moveTo>
                    <a:pt x="435864" y="0"/>
                  </a:moveTo>
                  <a:lnTo>
                    <a:pt x="0" y="0"/>
                  </a:lnTo>
                  <a:lnTo>
                    <a:pt x="0" y="417575"/>
                  </a:lnTo>
                  <a:lnTo>
                    <a:pt x="435864" y="417575"/>
                  </a:lnTo>
                  <a:lnTo>
                    <a:pt x="43586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6277355" y="4053840"/>
              <a:ext cx="436245" cy="417830"/>
            </a:xfrm>
            <a:custGeom>
              <a:avLst/>
              <a:gdLst/>
              <a:ahLst/>
              <a:cxnLst/>
              <a:rect l="l" t="t" r="r" b="b"/>
              <a:pathLst>
                <a:path w="436245" h="417829">
                  <a:moveTo>
                    <a:pt x="0" y="0"/>
                  </a:moveTo>
                  <a:lnTo>
                    <a:pt x="435864" y="0"/>
                  </a:lnTo>
                  <a:lnTo>
                    <a:pt x="435864" y="417575"/>
                  </a:lnTo>
                  <a:lnTo>
                    <a:pt x="0" y="41757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 descr=""/>
          <p:cNvSpPr txBox="1"/>
          <p:nvPr/>
        </p:nvSpPr>
        <p:spPr>
          <a:xfrm>
            <a:off x="6392489" y="4080133"/>
            <a:ext cx="1981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53" name="object 53" descr=""/>
          <p:cNvGrpSpPr/>
          <p:nvPr/>
        </p:nvGrpSpPr>
        <p:grpSpPr>
          <a:xfrm>
            <a:off x="7781290" y="5521197"/>
            <a:ext cx="890905" cy="898525"/>
            <a:chOff x="7781290" y="5521197"/>
            <a:chExt cx="890905" cy="898525"/>
          </a:xfrm>
        </p:grpSpPr>
        <p:sp>
          <p:nvSpPr>
            <p:cNvPr id="54" name="object 54" descr=""/>
            <p:cNvSpPr/>
            <p:nvPr/>
          </p:nvSpPr>
          <p:spPr>
            <a:xfrm>
              <a:off x="7787640" y="5527547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438912" y="0"/>
                  </a:moveTo>
                  <a:lnTo>
                    <a:pt x="391087" y="2597"/>
                  </a:lnTo>
                  <a:lnTo>
                    <a:pt x="344754" y="10211"/>
                  </a:lnTo>
                  <a:lnTo>
                    <a:pt x="300181" y="22569"/>
                  </a:lnTo>
                  <a:lnTo>
                    <a:pt x="257635" y="39404"/>
                  </a:lnTo>
                  <a:lnTo>
                    <a:pt x="217384" y="60443"/>
                  </a:lnTo>
                  <a:lnTo>
                    <a:pt x="179696" y="85418"/>
                  </a:lnTo>
                  <a:lnTo>
                    <a:pt x="144838" y="114058"/>
                  </a:lnTo>
                  <a:lnTo>
                    <a:pt x="113078" y="146093"/>
                  </a:lnTo>
                  <a:lnTo>
                    <a:pt x="84684" y="181254"/>
                  </a:lnTo>
                  <a:lnTo>
                    <a:pt x="59924" y="219269"/>
                  </a:lnTo>
                  <a:lnTo>
                    <a:pt x="39065" y="259870"/>
                  </a:lnTo>
                  <a:lnTo>
                    <a:pt x="22375" y="302785"/>
                  </a:lnTo>
                  <a:lnTo>
                    <a:pt x="10123" y="347746"/>
                  </a:lnTo>
                  <a:lnTo>
                    <a:pt x="2575" y="394481"/>
                  </a:lnTo>
                  <a:lnTo>
                    <a:pt x="0" y="442721"/>
                  </a:lnTo>
                  <a:lnTo>
                    <a:pt x="2575" y="490962"/>
                  </a:lnTo>
                  <a:lnTo>
                    <a:pt x="10123" y="537697"/>
                  </a:lnTo>
                  <a:lnTo>
                    <a:pt x="22375" y="582658"/>
                  </a:lnTo>
                  <a:lnTo>
                    <a:pt x="39065" y="625573"/>
                  </a:lnTo>
                  <a:lnTo>
                    <a:pt x="59924" y="666174"/>
                  </a:lnTo>
                  <a:lnTo>
                    <a:pt x="84684" y="704189"/>
                  </a:lnTo>
                  <a:lnTo>
                    <a:pt x="113078" y="739350"/>
                  </a:lnTo>
                  <a:lnTo>
                    <a:pt x="144838" y="771385"/>
                  </a:lnTo>
                  <a:lnTo>
                    <a:pt x="179696" y="800025"/>
                  </a:lnTo>
                  <a:lnTo>
                    <a:pt x="217384" y="825000"/>
                  </a:lnTo>
                  <a:lnTo>
                    <a:pt x="257635" y="846039"/>
                  </a:lnTo>
                  <a:lnTo>
                    <a:pt x="300181" y="862874"/>
                  </a:lnTo>
                  <a:lnTo>
                    <a:pt x="344754" y="875232"/>
                  </a:lnTo>
                  <a:lnTo>
                    <a:pt x="391087" y="882846"/>
                  </a:lnTo>
                  <a:lnTo>
                    <a:pt x="438912" y="885443"/>
                  </a:lnTo>
                  <a:lnTo>
                    <a:pt x="486736" y="882846"/>
                  </a:lnTo>
                  <a:lnTo>
                    <a:pt x="533069" y="875232"/>
                  </a:lnTo>
                  <a:lnTo>
                    <a:pt x="577642" y="862874"/>
                  </a:lnTo>
                  <a:lnTo>
                    <a:pt x="620188" y="846039"/>
                  </a:lnTo>
                  <a:lnTo>
                    <a:pt x="660439" y="825000"/>
                  </a:lnTo>
                  <a:lnTo>
                    <a:pt x="698127" y="800025"/>
                  </a:lnTo>
                  <a:lnTo>
                    <a:pt x="732985" y="771385"/>
                  </a:lnTo>
                  <a:lnTo>
                    <a:pt x="764745" y="739350"/>
                  </a:lnTo>
                  <a:lnTo>
                    <a:pt x="793139" y="704189"/>
                  </a:lnTo>
                  <a:lnTo>
                    <a:pt x="817899" y="666174"/>
                  </a:lnTo>
                  <a:lnTo>
                    <a:pt x="838758" y="625573"/>
                  </a:lnTo>
                  <a:lnTo>
                    <a:pt x="855448" y="582658"/>
                  </a:lnTo>
                  <a:lnTo>
                    <a:pt x="867700" y="537697"/>
                  </a:lnTo>
                  <a:lnTo>
                    <a:pt x="875248" y="490962"/>
                  </a:lnTo>
                  <a:lnTo>
                    <a:pt x="877824" y="442721"/>
                  </a:lnTo>
                  <a:lnTo>
                    <a:pt x="875248" y="394481"/>
                  </a:lnTo>
                  <a:lnTo>
                    <a:pt x="867700" y="347746"/>
                  </a:lnTo>
                  <a:lnTo>
                    <a:pt x="855448" y="302785"/>
                  </a:lnTo>
                  <a:lnTo>
                    <a:pt x="838758" y="259870"/>
                  </a:lnTo>
                  <a:lnTo>
                    <a:pt x="817899" y="219269"/>
                  </a:lnTo>
                  <a:lnTo>
                    <a:pt x="793139" y="181254"/>
                  </a:lnTo>
                  <a:lnTo>
                    <a:pt x="764745" y="146093"/>
                  </a:lnTo>
                  <a:lnTo>
                    <a:pt x="732985" y="114058"/>
                  </a:lnTo>
                  <a:lnTo>
                    <a:pt x="698127" y="85418"/>
                  </a:lnTo>
                  <a:lnTo>
                    <a:pt x="660439" y="60443"/>
                  </a:lnTo>
                  <a:lnTo>
                    <a:pt x="620188" y="39404"/>
                  </a:lnTo>
                  <a:lnTo>
                    <a:pt x="577642" y="22569"/>
                  </a:lnTo>
                  <a:lnTo>
                    <a:pt x="533069" y="10211"/>
                  </a:lnTo>
                  <a:lnTo>
                    <a:pt x="486736" y="2597"/>
                  </a:lnTo>
                  <a:lnTo>
                    <a:pt x="4389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7787640" y="5527547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0" y="442721"/>
                  </a:moveTo>
                  <a:lnTo>
                    <a:pt x="2575" y="394481"/>
                  </a:lnTo>
                  <a:lnTo>
                    <a:pt x="10123" y="347746"/>
                  </a:lnTo>
                  <a:lnTo>
                    <a:pt x="22375" y="302785"/>
                  </a:lnTo>
                  <a:lnTo>
                    <a:pt x="39065" y="259870"/>
                  </a:lnTo>
                  <a:lnTo>
                    <a:pt x="59924" y="219269"/>
                  </a:lnTo>
                  <a:lnTo>
                    <a:pt x="84684" y="181254"/>
                  </a:lnTo>
                  <a:lnTo>
                    <a:pt x="113078" y="146093"/>
                  </a:lnTo>
                  <a:lnTo>
                    <a:pt x="144838" y="114058"/>
                  </a:lnTo>
                  <a:lnTo>
                    <a:pt x="179696" y="85418"/>
                  </a:lnTo>
                  <a:lnTo>
                    <a:pt x="217384" y="60443"/>
                  </a:lnTo>
                  <a:lnTo>
                    <a:pt x="257635" y="39404"/>
                  </a:lnTo>
                  <a:lnTo>
                    <a:pt x="300181" y="22569"/>
                  </a:lnTo>
                  <a:lnTo>
                    <a:pt x="344754" y="10211"/>
                  </a:lnTo>
                  <a:lnTo>
                    <a:pt x="391087" y="2597"/>
                  </a:lnTo>
                  <a:lnTo>
                    <a:pt x="438912" y="0"/>
                  </a:lnTo>
                  <a:lnTo>
                    <a:pt x="486736" y="2597"/>
                  </a:lnTo>
                  <a:lnTo>
                    <a:pt x="533069" y="10211"/>
                  </a:lnTo>
                  <a:lnTo>
                    <a:pt x="577642" y="22569"/>
                  </a:lnTo>
                  <a:lnTo>
                    <a:pt x="620188" y="39404"/>
                  </a:lnTo>
                  <a:lnTo>
                    <a:pt x="660439" y="60443"/>
                  </a:lnTo>
                  <a:lnTo>
                    <a:pt x="698127" y="85418"/>
                  </a:lnTo>
                  <a:lnTo>
                    <a:pt x="732985" y="114058"/>
                  </a:lnTo>
                  <a:lnTo>
                    <a:pt x="764745" y="146093"/>
                  </a:lnTo>
                  <a:lnTo>
                    <a:pt x="793139" y="181254"/>
                  </a:lnTo>
                  <a:lnTo>
                    <a:pt x="817899" y="219269"/>
                  </a:lnTo>
                  <a:lnTo>
                    <a:pt x="838758" y="259870"/>
                  </a:lnTo>
                  <a:lnTo>
                    <a:pt x="855448" y="302785"/>
                  </a:lnTo>
                  <a:lnTo>
                    <a:pt x="867700" y="347746"/>
                  </a:lnTo>
                  <a:lnTo>
                    <a:pt x="875248" y="394481"/>
                  </a:lnTo>
                  <a:lnTo>
                    <a:pt x="877824" y="442721"/>
                  </a:lnTo>
                  <a:lnTo>
                    <a:pt x="875248" y="490962"/>
                  </a:lnTo>
                  <a:lnTo>
                    <a:pt x="867700" y="537697"/>
                  </a:lnTo>
                  <a:lnTo>
                    <a:pt x="855448" y="582658"/>
                  </a:lnTo>
                  <a:lnTo>
                    <a:pt x="838758" y="625573"/>
                  </a:lnTo>
                  <a:lnTo>
                    <a:pt x="817899" y="666174"/>
                  </a:lnTo>
                  <a:lnTo>
                    <a:pt x="793139" y="704189"/>
                  </a:lnTo>
                  <a:lnTo>
                    <a:pt x="764745" y="739350"/>
                  </a:lnTo>
                  <a:lnTo>
                    <a:pt x="732985" y="771385"/>
                  </a:lnTo>
                  <a:lnTo>
                    <a:pt x="698127" y="800025"/>
                  </a:lnTo>
                  <a:lnTo>
                    <a:pt x="660439" y="825000"/>
                  </a:lnTo>
                  <a:lnTo>
                    <a:pt x="620188" y="846039"/>
                  </a:lnTo>
                  <a:lnTo>
                    <a:pt x="577642" y="862874"/>
                  </a:lnTo>
                  <a:lnTo>
                    <a:pt x="533069" y="875232"/>
                  </a:lnTo>
                  <a:lnTo>
                    <a:pt x="486736" y="882846"/>
                  </a:lnTo>
                  <a:lnTo>
                    <a:pt x="438912" y="885443"/>
                  </a:lnTo>
                  <a:lnTo>
                    <a:pt x="391087" y="882846"/>
                  </a:lnTo>
                  <a:lnTo>
                    <a:pt x="344754" y="875232"/>
                  </a:lnTo>
                  <a:lnTo>
                    <a:pt x="300181" y="862874"/>
                  </a:lnTo>
                  <a:lnTo>
                    <a:pt x="257635" y="846039"/>
                  </a:lnTo>
                  <a:lnTo>
                    <a:pt x="217384" y="825000"/>
                  </a:lnTo>
                  <a:lnTo>
                    <a:pt x="179696" y="800025"/>
                  </a:lnTo>
                  <a:lnTo>
                    <a:pt x="144838" y="771385"/>
                  </a:lnTo>
                  <a:lnTo>
                    <a:pt x="113078" y="739350"/>
                  </a:lnTo>
                  <a:lnTo>
                    <a:pt x="84684" y="704189"/>
                  </a:lnTo>
                  <a:lnTo>
                    <a:pt x="59924" y="666174"/>
                  </a:lnTo>
                  <a:lnTo>
                    <a:pt x="39065" y="625573"/>
                  </a:lnTo>
                  <a:lnTo>
                    <a:pt x="22375" y="582658"/>
                  </a:lnTo>
                  <a:lnTo>
                    <a:pt x="10123" y="537697"/>
                  </a:lnTo>
                  <a:lnTo>
                    <a:pt x="2575" y="490962"/>
                  </a:lnTo>
                  <a:lnTo>
                    <a:pt x="0" y="4427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 descr=""/>
          <p:cNvSpPr txBox="1"/>
          <p:nvPr/>
        </p:nvSpPr>
        <p:spPr>
          <a:xfrm>
            <a:off x="7943843" y="5831324"/>
            <a:ext cx="5111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0</a:t>
            </a:r>
            <a:r>
              <a:rPr dirty="0" baseline="-14492" sz="1725" spc="11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57" name="object 57" descr=""/>
          <p:cNvGrpSpPr/>
          <p:nvPr/>
        </p:nvGrpSpPr>
        <p:grpSpPr>
          <a:xfrm>
            <a:off x="10305033" y="4039870"/>
            <a:ext cx="890905" cy="898525"/>
            <a:chOff x="10305033" y="4039870"/>
            <a:chExt cx="890905" cy="898525"/>
          </a:xfrm>
        </p:grpSpPr>
        <p:sp>
          <p:nvSpPr>
            <p:cNvPr id="58" name="object 58" descr=""/>
            <p:cNvSpPr/>
            <p:nvPr/>
          </p:nvSpPr>
          <p:spPr>
            <a:xfrm>
              <a:off x="10311383" y="4046220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438912" y="0"/>
                  </a:moveTo>
                  <a:lnTo>
                    <a:pt x="391087" y="2597"/>
                  </a:lnTo>
                  <a:lnTo>
                    <a:pt x="344754" y="10211"/>
                  </a:lnTo>
                  <a:lnTo>
                    <a:pt x="300181" y="22569"/>
                  </a:lnTo>
                  <a:lnTo>
                    <a:pt x="257635" y="39404"/>
                  </a:lnTo>
                  <a:lnTo>
                    <a:pt x="217384" y="60443"/>
                  </a:lnTo>
                  <a:lnTo>
                    <a:pt x="179696" y="85418"/>
                  </a:lnTo>
                  <a:lnTo>
                    <a:pt x="144838" y="114058"/>
                  </a:lnTo>
                  <a:lnTo>
                    <a:pt x="113078" y="146093"/>
                  </a:lnTo>
                  <a:lnTo>
                    <a:pt x="84684" y="181254"/>
                  </a:lnTo>
                  <a:lnTo>
                    <a:pt x="59924" y="219269"/>
                  </a:lnTo>
                  <a:lnTo>
                    <a:pt x="39065" y="259870"/>
                  </a:lnTo>
                  <a:lnTo>
                    <a:pt x="22375" y="302785"/>
                  </a:lnTo>
                  <a:lnTo>
                    <a:pt x="10123" y="347746"/>
                  </a:lnTo>
                  <a:lnTo>
                    <a:pt x="2575" y="394481"/>
                  </a:lnTo>
                  <a:lnTo>
                    <a:pt x="0" y="442721"/>
                  </a:lnTo>
                  <a:lnTo>
                    <a:pt x="2575" y="490962"/>
                  </a:lnTo>
                  <a:lnTo>
                    <a:pt x="10123" y="537697"/>
                  </a:lnTo>
                  <a:lnTo>
                    <a:pt x="22375" y="582658"/>
                  </a:lnTo>
                  <a:lnTo>
                    <a:pt x="39065" y="625573"/>
                  </a:lnTo>
                  <a:lnTo>
                    <a:pt x="59924" y="666174"/>
                  </a:lnTo>
                  <a:lnTo>
                    <a:pt x="84684" y="704189"/>
                  </a:lnTo>
                  <a:lnTo>
                    <a:pt x="113078" y="739350"/>
                  </a:lnTo>
                  <a:lnTo>
                    <a:pt x="144838" y="771385"/>
                  </a:lnTo>
                  <a:lnTo>
                    <a:pt x="179696" y="800025"/>
                  </a:lnTo>
                  <a:lnTo>
                    <a:pt x="217384" y="825000"/>
                  </a:lnTo>
                  <a:lnTo>
                    <a:pt x="257635" y="846039"/>
                  </a:lnTo>
                  <a:lnTo>
                    <a:pt x="300181" y="862874"/>
                  </a:lnTo>
                  <a:lnTo>
                    <a:pt x="344754" y="875232"/>
                  </a:lnTo>
                  <a:lnTo>
                    <a:pt x="391087" y="882846"/>
                  </a:lnTo>
                  <a:lnTo>
                    <a:pt x="438912" y="885443"/>
                  </a:lnTo>
                  <a:lnTo>
                    <a:pt x="486736" y="882846"/>
                  </a:lnTo>
                  <a:lnTo>
                    <a:pt x="533069" y="875232"/>
                  </a:lnTo>
                  <a:lnTo>
                    <a:pt x="577642" y="862874"/>
                  </a:lnTo>
                  <a:lnTo>
                    <a:pt x="620188" y="846039"/>
                  </a:lnTo>
                  <a:lnTo>
                    <a:pt x="660439" y="825000"/>
                  </a:lnTo>
                  <a:lnTo>
                    <a:pt x="698127" y="800025"/>
                  </a:lnTo>
                  <a:lnTo>
                    <a:pt x="732985" y="771385"/>
                  </a:lnTo>
                  <a:lnTo>
                    <a:pt x="764745" y="739350"/>
                  </a:lnTo>
                  <a:lnTo>
                    <a:pt x="793139" y="704189"/>
                  </a:lnTo>
                  <a:lnTo>
                    <a:pt x="817899" y="666174"/>
                  </a:lnTo>
                  <a:lnTo>
                    <a:pt x="838758" y="625573"/>
                  </a:lnTo>
                  <a:lnTo>
                    <a:pt x="855448" y="582658"/>
                  </a:lnTo>
                  <a:lnTo>
                    <a:pt x="867700" y="537697"/>
                  </a:lnTo>
                  <a:lnTo>
                    <a:pt x="875248" y="490962"/>
                  </a:lnTo>
                  <a:lnTo>
                    <a:pt x="877824" y="442721"/>
                  </a:lnTo>
                  <a:lnTo>
                    <a:pt x="875248" y="394481"/>
                  </a:lnTo>
                  <a:lnTo>
                    <a:pt x="867700" y="347746"/>
                  </a:lnTo>
                  <a:lnTo>
                    <a:pt x="855448" y="302785"/>
                  </a:lnTo>
                  <a:lnTo>
                    <a:pt x="838758" y="259870"/>
                  </a:lnTo>
                  <a:lnTo>
                    <a:pt x="817899" y="219269"/>
                  </a:lnTo>
                  <a:lnTo>
                    <a:pt x="793139" y="181254"/>
                  </a:lnTo>
                  <a:lnTo>
                    <a:pt x="764745" y="146093"/>
                  </a:lnTo>
                  <a:lnTo>
                    <a:pt x="732985" y="114058"/>
                  </a:lnTo>
                  <a:lnTo>
                    <a:pt x="698127" y="85418"/>
                  </a:lnTo>
                  <a:lnTo>
                    <a:pt x="660439" y="60443"/>
                  </a:lnTo>
                  <a:lnTo>
                    <a:pt x="620188" y="39404"/>
                  </a:lnTo>
                  <a:lnTo>
                    <a:pt x="577642" y="22569"/>
                  </a:lnTo>
                  <a:lnTo>
                    <a:pt x="533069" y="10211"/>
                  </a:lnTo>
                  <a:lnTo>
                    <a:pt x="486736" y="2597"/>
                  </a:lnTo>
                  <a:lnTo>
                    <a:pt x="4389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10311383" y="4046220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0" y="442721"/>
                  </a:moveTo>
                  <a:lnTo>
                    <a:pt x="2575" y="394481"/>
                  </a:lnTo>
                  <a:lnTo>
                    <a:pt x="10123" y="347746"/>
                  </a:lnTo>
                  <a:lnTo>
                    <a:pt x="22375" y="302785"/>
                  </a:lnTo>
                  <a:lnTo>
                    <a:pt x="39065" y="259870"/>
                  </a:lnTo>
                  <a:lnTo>
                    <a:pt x="59924" y="219269"/>
                  </a:lnTo>
                  <a:lnTo>
                    <a:pt x="84684" y="181254"/>
                  </a:lnTo>
                  <a:lnTo>
                    <a:pt x="113078" y="146093"/>
                  </a:lnTo>
                  <a:lnTo>
                    <a:pt x="144838" y="114058"/>
                  </a:lnTo>
                  <a:lnTo>
                    <a:pt x="179696" y="85418"/>
                  </a:lnTo>
                  <a:lnTo>
                    <a:pt x="217384" y="60443"/>
                  </a:lnTo>
                  <a:lnTo>
                    <a:pt x="257635" y="39404"/>
                  </a:lnTo>
                  <a:lnTo>
                    <a:pt x="300181" y="22569"/>
                  </a:lnTo>
                  <a:lnTo>
                    <a:pt x="344754" y="10211"/>
                  </a:lnTo>
                  <a:lnTo>
                    <a:pt x="391087" y="2597"/>
                  </a:lnTo>
                  <a:lnTo>
                    <a:pt x="438912" y="0"/>
                  </a:lnTo>
                  <a:lnTo>
                    <a:pt x="486736" y="2597"/>
                  </a:lnTo>
                  <a:lnTo>
                    <a:pt x="533069" y="10211"/>
                  </a:lnTo>
                  <a:lnTo>
                    <a:pt x="577642" y="22569"/>
                  </a:lnTo>
                  <a:lnTo>
                    <a:pt x="620188" y="39404"/>
                  </a:lnTo>
                  <a:lnTo>
                    <a:pt x="660439" y="60443"/>
                  </a:lnTo>
                  <a:lnTo>
                    <a:pt x="698127" y="85418"/>
                  </a:lnTo>
                  <a:lnTo>
                    <a:pt x="732985" y="114058"/>
                  </a:lnTo>
                  <a:lnTo>
                    <a:pt x="764745" y="146093"/>
                  </a:lnTo>
                  <a:lnTo>
                    <a:pt x="793139" y="181254"/>
                  </a:lnTo>
                  <a:lnTo>
                    <a:pt x="817899" y="219269"/>
                  </a:lnTo>
                  <a:lnTo>
                    <a:pt x="838758" y="259870"/>
                  </a:lnTo>
                  <a:lnTo>
                    <a:pt x="855448" y="302785"/>
                  </a:lnTo>
                  <a:lnTo>
                    <a:pt x="867700" y="347746"/>
                  </a:lnTo>
                  <a:lnTo>
                    <a:pt x="875248" y="394481"/>
                  </a:lnTo>
                  <a:lnTo>
                    <a:pt x="877824" y="442721"/>
                  </a:lnTo>
                  <a:lnTo>
                    <a:pt x="875248" y="490962"/>
                  </a:lnTo>
                  <a:lnTo>
                    <a:pt x="867700" y="537697"/>
                  </a:lnTo>
                  <a:lnTo>
                    <a:pt x="855448" y="582658"/>
                  </a:lnTo>
                  <a:lnTo>
                    <a:pt x="838758" y="625573"/>
                  </a:lnTo>
                  <a:lnTo>
                    <a:pt x="817899" y="666174"/>
                  </a:lnTo>
                  <a:lnTo>
                    <a:pt x="793139" y="704189"/>
                  </a:lnTo>
                  <a:lnTo>
                    <a:pt x="764745" y="739350"/>
                  </a:lnTo>
                  <a:lnTo>
                    <a:pt x="732985" y="771385"/>
                  </a:lnTo>
                  <a:lnTo>
                    <a:pt x="698127" y="800025"/>
                  </a:lnTo>
                  <a:lnTo>
                    <a:pt x="660439" y="825000"/>
                  </a:lnTo>
                  <a:lnTo>
                    <a:pt x="620188" y="846039"/>
                  </a:lnTo>
                  <a:lnTo>
                    <a:pt x="577642" y="862874"/>
                  </a:lnTo>
                  <a:lnTo>
                    <a:pt x="533069" y="875232"/>
                  </a:lnTo>
                  <a:lnTo>
                    <a:pt x="486736" y="882846"/>
                  </a:lnTo>
                  <a:lnTo>
                    <a:pt x="438912" y="885443"/>
                  </a:lnTo>
                  <a:lnTo>
                    <a:pt x="391087" y="882846"/>
                  </a:lnTo>
                  <a:lnTo>
                    <a:pt x="344754" y="875232"/>
                  </a:lnTo>
                  <a:lnTo>
                    <a:pt x="300181" y="862874"/>
                  </a:lnTo>
                  <a:lnTo>
                    <a:pt x="257635" y="846039"/>
                  </a:lnTo>
                  <a:lnTo>
                    <a:pt x="217384" y="825000"/>
                  </a:lnTo>
                  <a:lnTo>
                    <a:pt x="179696" y="800025"/>
                  </a:lnTo>
                  <a:lnTo>
                    <a:pt x="144838" y="771385"/>
                  </a:lnTo>
                  <a:lnTo>
                    <a:pt x="113078" y="739350"/>
                  </a:lnTo>
                  <a:lnTo>
                    <a:pt x="84684" y="704189"/>
                  </a:lnTo>
                  <a:lnTo>
                    <a:pt x="59924" y="666174"/>
                  </a:lnTo>
                  <a:lnTo>
                    <a:pt x="39065" y="625573"/>
                  </a:lnTo>
                  <a:lnTo>
                    <a:pt x="22375" y="582658"/>
                  </a:lnTo>
                  <a:lnTo>
                    <a:pt x="10123" y="537697"/>
                  </a:lnTo>
                  <a:lnTo>
                    <a:pt x="2575" y="490962"/>
                  </a:lnTo>
                  <a:lnTo>
                    <a:pt x="0" y="4427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 descr=""/>
          <p:cNvSpPr txBox="1"/>
          <p:nvPr/>
        </p:nvSpPr>
        <p:spPr>
          <a:xfrm>
            <a:off x="10467945" y="4349723"/>
            <a:ext cx="5111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1</a:t>
            </a:r>
            <a:r>
              <a:rPr dirty="0" baseline="-14492" sz="1725" spc="5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61" name="object 61" descr=""/>
          <p:cNvGrpSpPr/>
          <p:nvPr/>
        </p:nvGrpSpPr>
        <p:grpSpPr>
          <a:xfrm>
            <a:off x="10343133" y="5509005"/>
            <a:ext cx="889000" cy="896619"/>
            <a:chOff x="10343133" y="5509005"/>
            <a:chExt cx="889000" cy="896619"/>
          </a:xfrm>
        </p:grpSpPr>
        <p:sp>
          <p:nvSpPr>
            <p:cNvPr id="62" name="object 62" descr=""/>
            <p:cNvSpPr/>
            <p:nvPr/>
          </p:nvSpPr>
          <p:spPr>
            <a:xfrm>
              <a:off x="10349483" y="5515355"/>
              <a:ext cx="876300" cy="883919"/>
            </a:xfrm>
            <a:custGeom>
              <a:avLst/>
              <a:gdLst/>
              <a:ahLst/>
              <a:cxnLst/>
              <a:rect l="l" t="t" r="r" b="b"/>
              <a:pathLst>
                <a:path w="876300" h="883920">
                  <a:moveTo>
                    <a:pt x="438150" y="0"/>
                  </a:moveTo>
                  <a:lnTo>
                    <a:pt x="390408" y="2593"/>
                  </a:lnTo>
                  <a:lnTo>
                    <a:pt x="344155" y="10193"/>
                  </a:lnTo>
                  <a:lnTo>
                    <a:pt x="299659" y="22530"/>
                  </a:lnTo>
                  <a:lnTo>
                    <a:pt x="257187" y="39335"/>
                  </a:lnTo>
                  <a:lnTo>
                    <a:pt x="217006" y="60339"/>
                  </a:lnTo>
                  <a:lnTo>
                    <a:pt x="179383" y="85270"/>
                  </a:lnTo>
                  <a:lnTo>
                    <a:pt x="144585" y="113861"/>
                  </a:lnTo>
                  <a:lnTo>
                    <a:pt x="112881" y="145841"/>
                  </a:lnTo>
                  <a:lnTo>
                    <a:pt x="84536" y="180941"/>
                  </a:lnTo>
                  <a:lnTo>
                    <a:pt x="59819" y="218891"/>
                  </a:lnTo>
                  <a:lnTo>
                    <a:pt x="38997" y="259422"/>
                  </a:lnTo>
                  <a:lnTo>
                    <a:pt x="22336" y="302264"/>
                  </a:lnTo>
                  <a:lnTo>
                    <a:pt x="10105" y="347147"/>
                  </a:lnTo>
                  <a:lnTo>
                    <a:pt x="2570" y="393802"/>
                  </a:lnTo>
                  <a:lnTo>
                    <a:pt x="0" y="441960"/>
                  </a:lnTo>
                  <a:lnTo>
                    <a:pt x="2570" y="490115"/>
                  </a:lnTo>
                  <a:lnTo>
                    <a:pt x="10105" y="536768"/>
                  </a:lnTo>
                  <a:lnTo>
                    <a:pt x="22336" y="581651"/>
                  </a:lnTo>
                  <a:lnTo>
                    <a:pt x="38997" y="624492"/>
                  </a:lnTo>
                  <a:lnTo>
                    <a:pt x="59819" y="665022"/>
                  </a:lnTo>
                  <a:lnTo>
                    <a:pt x="84536" y="702973"/>
                  </a:lnTo>
                  <a:lnTo>
                    <a:pt x="112881" y="738073"/>
                  </a:lnTo>
                  <a:lnTo>
                    <a:pt x="144585" y="770054"/>
                  </a:lnTo>
                  <a:lnTo>
                    <a:pt x="179383" y="798645"/>
                  </a:lnTo>
                  <a:lnTo>
                    <a:pt x="217006" y="823578"/>
                  </a:lnTo>
                  <a:lnTo>
                    <a:pt x="257187" y="844582"/>
                  </a:lnTo>
                  <a:lnTo>
                    <a:pt x="299659" y="861387"/>
                  </a:lnTo>
                  <a:lnTo>
                    <a:pt x="344155" y="873725"/>
                  </a:lnTo>
                  <a:lnTo>
                    <a:pt x="390408" y="881326"/>
                  </a:lnTo>
                  <a:lnTo>
                    <a:pt x="438150" y="883920"/>
                  </a:lnTo>
                  <a:lnTo>
                    <a:pt x="485891" y="881326"/>
                  </a:lnTo>
                  <a:lnTo>
                    <a:pt x="532144" y="873725"/>
                  </a:lnTo>
                  <a:lnTo>
                    <a:pt x="576640" y="861387"/>
                  </a:lnTo>
                  <a:lnTo>
                    <a:pt x="619112" y="844582"/>
                  </a:lnTo>
                  <a:lnTo>
                    <a:pt x="659293" y="823578"/>
                  </a:lnTo>
                  <a:lnTo>
                    <a:pt x="696916" y="798645"/>
                  </a:lnTo>
                  <a:lnTo>
                    <a:pt x="731714" y="770054"/>
                  </a:lnTo>
                  <a:lnTo>
                    <a:pt x="763418" y="738073"/>
                  </a:lnTo>
                  <a:lnTo>
                    <a:pt x="791763" y="702973"/>
                  </a:lnTo>
                  <a:lnTo>
                    <a:pt x="816480" y="665022"/>
                  </a:lnTo>
                  <a:lnTo>
                    <a:pt x="837302" y="624492"/>
                  </a:lnTo>
                  <a:lnTo>
                    <a:pt x="853963" y="581651"/>
                  </a:lnTo>
                  <a:lnTo>
                    <a:pt x="866194" y="536768"/>
                  </a:lnTo>
                  <a:lnTo>
                    <a:pt x="873729" y="490115"/>
                  </a:lnTo>
                  <a:lnTo>
                    <a:pt x="876300" y="441960"/>
                  </a:lnTo>
                  <a:lnTo>
                    <a:pt x="873729" y="393802"/>
                  </a:lnTo>
                  <a:lnTo>
                    <a:pt x="866194" y="347147"/>
                  </a:lnTo>
                  <a:lnTo>
                    <a:pt x="853963" y="302264"/>
                  </a:lnTo>
                  <a:lnTo>
                    <a:pt x="837302" y="259422"/>
                  </a:lnTo>
                  <a:lnTo>
                    <a:pt x="816480" y="218891"/>
                  </a:lnTo>
                  <a:lnTo>
                    <a:pt x="791763" y="180941"/>
                  </a:lnTo>
                  <a:lnTo>
                    <a:pt x="763418" y="145841"/>
                  </a:lnTo>
                  <a:lnTo>
                    <a:pt x="731714" y="113861"/>
                  </a:lnTo>
                  <a:lnTo>
                    <a:pt x="696916" y="85270"/>
                  </a:lnTo>
                  <a:lnTo>
                    <a:pt x="659293" y="60339"/>
                  </a:lnTo>
                  <a:lnTo>
                    <a:pt x="619112" y="39335"/>
                  </a:lnTo>
                  <a:lnTo>
                    <a:pt x="576640" y="22530"/>
                  </a:lnTo>
                  <a:lnTo>
                    <a:pt x="532144" y="10193"/>
                  </a:lnTo>
                  <a:lnTo>
                    <a:pt x="485891" y="2593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10349483" y="5515355"/>
              <a:ext cx="876300" cy="883919"/>
            </a:xfrm>
            <a:custGeom>
              <a:avLst/>
              <a:gdLst/>
              <a:ahLst/>
              <a:cxnLst/>
              <a:rect l="l" t="t" r="r" b="b"/>
              <a:pathLst>
                <a:path w="876300" h="883920">
                  <a:moveTo>
                    <a:pt x="0" y="441960"/>
                  </a:moveTo>
                  <a:lnTo>
                    <a:pt x="2570" y="393802"/>
                  </a:lnTo>
                  <a:lnTo>
                    <a:pt x="10105" y="347147"/>
                  </a:lnTo>
                  <a:lnTo>
                    <a:pt x="22336" y="302264"/>
                  </a:lnTo>
                  <a:lnTo>
                    <a:pt x="38997" y="259422"/>
                  </a:lnTo>
                  <a:lnTo>
                    <a:pt x="59819" y="218891"/>
                  </a:lnTo>
                  <a:lnTo>
                    <a:pt x="84536" y="180941"/>
                  </a:lnTo>
                  <a:lnTo>
                    <a:pt x="112881" y="145841"/>
                  </a:lnTo>
                  <a:lnTo>
                    <a:pt x="144585" y="113861"/>
                  </a:lnTo>
                  <a:lnTo>
                    <a:pt x="179383" y="85270"/>
                  </a:lnTo>
                  <a:lnTo>
                    <a:pt x="217006" y="60339"/>
                  </a:lnTo>
                  <a:lnTo>
                    <a:pt x="257187" y="39335"/>
                  </a:lnTo>
                  <a:lnTo>
                    <a:pt x="299659" y="22530"/>
                  </a:lnTo>
                  <a:lnTo>
                    <a:pt x="344155" y="10193"/>
                  </a:lnTo>
                  <a:lnTo>
                    <a:pt x="390408" y="2593"/>
                  </a:lnTo>
                  <a:lnTo>
                    <a:pt x="438150" y="0"/>
                  </a:lnTo>
                  <a:lnTo>
                    <a:pt x="485891" y="2593"/>
                  </a:lnTo>
                  <a:lnTo>
                    <a:pt x="532144" y="10193"/>
                  </a:lnTo>
                  <a:lnTo>
                    <a:pt x="576640" y="22530"/>
                  </a:lnTo>
                  <a:lnTo>
                    <a:pt x="619112" y="39335"/>
                  </a:lnTo>
                  <a:lnTo>
                    <a:pt x="659293" y="60339"/>
                  </a:lnTo>
                  <a:lnTo>
                    <a:pt x="696916" y="85270"/>
                  </a:lnTo>
                  <a:lnTo>
                    <a:pt x="731714" y="113861"/>
                  </a:lnTo>
                  <a:lnTo>
                    <a:pt x="763418" y="145841"/>
                  </a:lnTo>
                  <a:lnTo>
                    <a:pt x="791763" y="180941"/>
                  </a:lnTo>
                  <a:lnTo>
                    <a:pt x="816480" y="218891"/>
                  </a:lnTo>
                  <a:lnTo>
                    <a:pt x="837302" y="259422"/>
                  </a:lnTo>
                  <a:lnTo>
                    <a:pt x="853963" y="302264"/>
                  </a:lnTo>
                  <a:lnTo>
                    <a:pt x="866194" y="347147"/>
                  </a:lnTo>
                  <a:lnTo>
                    <a:pt x="873729" y="393802"/>
                  </a:lnTo>
                  <a:lnTo>
                    <a:pt x="876300" y="441960"/>
                  </a:lnTo>
                  <a:lnTo>
                    <a:pt x="873729" y="490115"/>
                  </a:lnTo>
                  <a:lnTo>
                    <a:pt x="866194" y="536768"/>
                  </a:lnTo>
                  <a:lnTo>
                    <a:pt x="853963" y="581651"/>
                  </a:lnTo>
                  <a:lnTo>
                    <a:pt x="837302" y="624492"/>
                  </a:lnTo>
                  <a:lnTo>
                    <a:pt x="816480" y="665022"/>
                  </a:lnTo>
                  <a:lnTo>
                    <a:pt x="791763" y="702973"/>
                  </a:lnTo>
                  <a:lnTo>
                    <a:pt x="763418" y="738073"/>
                  </a:lnTo>
                  <a:lnTo>
                    <a:pt x="731714" y="770054"/>
                  </a:lnTo>
                  <a:lnTo>
                    <a:pt x="696916" y="798645"/>
                  </a:lnTo>
                  <a:lnTo>
                    <a:pt x="659293" y="823578"/>
                  </a:lnTo>
                  <a:lnTo>
                    <a:pt x="619112" y="844582"/>
                  </a:lnTo>
                  <a:lnTo>
                    <a:pt x="576640" y="861387"/>
                  </a:lnTo>
                  <a:lnTo>
                    <a:pt x="532144" y="873725"/>
                  </a:lnTo>
                  <a:lnTo>
                    <a:pt x="485891" y="881326"/>
                  </a:lnTo>
                  <a:lnTo>
                    <a:pt x="438150" y="883920"/>
                  </a:lnTo>
                  <a:lnTo>
                    <a:pt x="390408" y="881326"/>
                  </a:lnTo>
                  <a:lnTo>
                    <a:pt x="344155" y="873725"/>
                  </a:lnTo>
                  <a:lnTo>
                    <a:pt x="299659" y="861387"/>
                  </a:lnTo>
                  <a:lnTo>
                    <a:pt x="257187" y="844582"/>
                  </a:lnTo>
                  <a:lnTo>
                    <a:pt x="217006" y="823578"/>
                  </a:lnTo>
                  <a:lnTo>
                    <a:pt x="179383" y="798645"/>
                  </a:lnTo>
                  <a:lnTo>
                    <a:pt x="144585" y="770054"/>
                  </a:lnTo>
                  <a:lnTo>
                    <a:pt x="112881" y="738073"/>
                  </a:lnTo>
                  <a:lnTo>
                    <a:pt x="84536" y="702973"/>
                  </a:lnTo>
                  <a:lnTo>
                    <a:pt x="59819" y="665022"/>
                  </a:lnTo>
                  <a:lnTo>
                    <a:pt x="38997" y="624492"/>
                  </a:lnTo>
                  <a:lnTo>
                    <a:pt x="22336" y="581651"/>
                  </a:lnTo>
                  <a:lnTo>
                    <a:pt x="10105" y="536768"/>
                  </a:lnTo>
                  <a:lnTo>
                    <a:pt x="2570" y="490115"/>
                  </a:lnTo>
                  <a:lnTo>
                    <a:pt x="0" y="44196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 descr=""/>
          <p:cNvSpPr txBox="1"/>
          <p:nvPr/>
        </p:nvSpPr>
        <p:spPr>
          <a:xfrm>
            <a:off x="10507571" y="5817833"/>
            <a:ext cx="5067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1</a:t>
            </a:r>
            <a:r>
              <a:rPr dirty="0" baseline="-14492" sz="1725" spc="5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65" name="object 65" descr=""/>
          <p:cNvGrpSpPr/>
          <p:nvPr/>
        </p:nvGrpSpPr>
        <p:grpSpPr>
          <a:xfrm>
            <a:off x="7781290" y="4058158"/>
            <a:ext cx="890905" cy="898525"/>
            <a:chOff x="7781290" y="4058158"/>
            <a:chExt cx="890905" cy="898525"/>
          </a:xfrm>
        </p:grpSpPr>
        <p:sp>
          <p:nvSpPr>
            <p:cNvPr id="66" name="object 66" descr=""/>
            <p:cNvSpPr/>
            <p:nvPr/>
          </p:nvSpPr>
          <p:spPr>
            <a:xfrm>
              <a:off x="7787640" y="4064508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438912" y="0"/>
                  </a:moveTo>
                  <a:lnTo>
                    <a:pt x="391087" y="2597"/>
                  </a:lnTo>
                  <a:lnTo>
                    <a:pt x="344754" y="10211"/>
                  </a:lnTo>
                  <a:lnTo>
                    <a:pt x="300181" y="22569"/>
                  </a:lnTo>
                  <a:lnTo>
                    <a:pt x="257635" y="39404"/>
                  </a:lnTo>
                  <a:lnTo>
                    <a:pt x="217384" y="60443"/>
                  </a:lnTo>
                  <a:lnTo>
                    <a:pt x="179696" y="85418"/>
                  </a:lnTo>
                  <a:lnTo>
                    <a:pt x="144838" y="114058"/>
                  </a:lnTo>
                  <a:lnTo>
                    <a:pt x="113078" y="146093"/>
                  </a:lnTo>
                  <a:lnTo>
                    <a:pt x="84684" y="181254"/>
                  </a:lnTo>
                  <a:lnTo>
                    <a:pt x="59924" y="219269"/>
                  </a:lnTo>
                  <a:lnTo>
                    <a:pt x="39065" y="259870"/>
                  </a:lnTo>
                  <a:lnTo>
                    <a:pt x="22375" y="302785"/>
                  </a:lnTo>
                  <a:lnTo>
                    <a:pt x="10123" y="347746"/>
                  </a:lnTo>
                  <a:lnTo>
                    <a:pt x="2575" y="394481"/>
                  </a:lnTo>
                  <a:lnTo>
                    <a:pt x="0" y="442721"/>
                  </a:lnTo>
                  <a:lnTo>
                    <a:pt x="2575" y="490962"/>
                  </a:lnTo>
                  <a:lnTo>
                    <a:pt x="10123" y="537697"/>
                  </a:lnTo>
                  <a:lnTo>
                    <a:pt x="22375" y="582658"/>
                  </a:lnTo>
                  <a:lnTo>
                    <a:pt x="39065" y="625573"/>
                  </a:lnTo>
                  <a:lnTo>
                    <a:pt x="59924" y="666174"/>
                  </a:lnTo>
                  <a:lnTo>
                    <a:pt x="84684" y="704189"/>
                  </a:lnTo>
                  <a:lnTo>
                    <a:pt x="113078" y="739350"/>
                  </a:lnTo>
                  <a:lnTo>
                    <a:pt x="144838" y="771385"/>
                  </a:lnTo>
                  <a:lnTo>
                    <a:pt x="179696" y="800025"/>
                  </a:lnTo>
                  <a:lnTo>
                    <a:pt x="217384" y="825000"/>
                  </a:lnTo>
                  <a:lnTo>
                    <a:pt x="257635" y="846039"/>
                  </a:lnTo>
                  <a:lnTo>
                    <a:pt x="300181" y="862874"/>
                  </a:lnTo>
                  <a:lnTo>
                    <a:pt x="344754" y="875232"/>
                  </a:lnTo>
                  <a:lnTo>
                    <a:pt x="391087" y="882846"/>
                  </a:lnTo>
                  <a:lnTo>
                    <a:pt x="438912" y="885443"/>
                  </a:lnTo>
                  <a:lnTo>
                    <a:pt x="486736" y="882846"/>
                  </a:lnTo>
                  <a:lnTo>
                    <a:pt x="533069" y="875232"/>
                  </a:lnTo>
                  <a:lnTo>
                    <a:pt x="577642" y="862874"/>
                  </a:lnTo>
                  <a:lnTo>
                    <a:pt x="620188" y="846039"/>
                  </a:lnTo>
                  <a:lnTo>
                    <a:pt x="660439" y="825000"/>
                  </a:lnTo>
                  <a:lnTo>
                    <a:pt x="698127" y="800025"/>
                  </a:lnTo>
                  <a:lnTo>
                    <a:pt x="732985" y="771385"/>
                  </a:lnTo>
                  <a:lnTo>
                    <a:pt x="764745" y="739350"/>
                  </a:lnTo>
                  <a:lnTo>
                    <a:pt x="793139" y="704189"/>
                  </a:lnTo>
                  <a:lnTo>
                    <a:pt x="817899" y="666174"/>
                  </a:lnTo>
                  <a:lnTo>
                    <a:pt x="838758" y="625573"/>
                  </a:lnTo>
                  <a:lnTo>
                    <a:pt x="855448" y="582658"/>
                  </a:lnTo>
                  <a:lnTo>
                    <a:pt x="867700" y="537697"/>
                  </a:lnTo>
                  <a:lnTo>
                    <a:pt x="875248" y="490962"/>
                  </a:lnTo>
                  <a:lnTo>
                    <a:pt x="877824" y="442721"/>
                  </a:lnTo>
                  <a:lnTo>
                    <a:pt x="875248" y="394481"/>
                  </a:lnTo>
                  <a:lnTo>
                    <a:pt x="867700" y="347746"/>
                  </a:lnTo>
                  <a:lnTo>
                    <a:pt x="855448" y="302785"/>
                  </a:lnTo>
                  <a:lnTo>
                    <a:pt x="838758" y="259870"/>
                  </a:lnTo>
                  <a:lnTo>
                    <a:pt x="817899" y="219269"/>
                  </a:lnTo>
                  <a:lnTo>
                    <a:pt x="793139" y="181254"/>
                  </a:lnTo>
                  <a:lnTo>
                    <a:pt x="764745" y="146093"/>
                  </a:lnTo>
                  <a:lnTo>
                    <a:pt x="732985" y="114058"/>
                  </a:lnTo>
                  <a:lnTo>
                    <a:pt x="698127" y="85418"/>
                  </a:lnTo>
                  <a:lnTo>
                    <a:pt x="660439" y="60443"/>
                  </a:lnTo>
                  <a:lnTo>
                    <a:pt x="620188" y="39404"/>
                  </a:lnTo>
                  <a:lnTo>
                    <a:pt x="577642" y="22569"/>
                  </a:lnTo>
                  <a:lnTo>
                    <a:pt x="533069" y="10211"/>
                  </a:lnTo>
                  <a:lnTo>
                    <a:pt x="486736" y="2597"/>
                  </a:lnTo>
                  <a:lnTo>
                    <a:pt x="4389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7787640" y="4064508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0" y="442721"/>
                  </a:moveTo>
                  <a:lnTo>
                    <a:pt x="2575" y="394481"/>
                  </a:lnTo>
                  <a:lnTo>
                    <a:pt x="10123" y="347746"/>
                  </a:lnTo>
                  <a:lnTo>
                    <a:pt x="22375" y="302785"/>
                  </a:lnTo>
                  <a:lnTo>
                    <a:pt x="39065" y="259870"/>
                  </a:lnTo>
                  <a:lnTo>
                    <a:pt x="59924" y="219269"/>
                  </a:lnTo>
                  <a:lnTo>
                    <a:pt x="84684" y="181254"/>
                  </a:lnTo>
                  <a:lnTo>
                    <a:pt x="113078" y="146093"/>
                  </a:lnTo>
                  <a:lnTo>
                    <a:pt x="144838" y="114058"/>
                  </a:lnTo>
                  <a:lnTo>
                    <a:pt x="179696" y="85418"/>
                  </a:lnTo>
                  <a:lnTo>
                    <a:pt x="217384" y="60443"/>
                  </a:lnTo>
                  <a:lnTo>
                    <a:pt x="257635" y="39404"/>
                  </a:lnTo>
                  <a:lnTo>
                    <a:pt x="300181" y="22569"/>
                  </a:lnTo>
                  <a:lnTo>
                    <a:pt x="344754" y="10211"/>
                  </a:lnTo>
                  <a:lnTo>
                    <a:pt x="391087" y="2597"/>
                  </a:lnTo>
                  <a:lnTo>
                    <a:pt x="438912" y="0"/>
                  </a:lnTo>
                  <a:lnTo>
                    <a:pt x="486736" y="2597"/>
                  </a:lnTo>
                  <a:lnTo>
                    <a:pt x="533069" y="10211"/>
                  </a:lnTo>
                  <a:lnTo>
                    <a:pt x="577642" y="22569"/>
                  </a:lnTo>
                  <a:lnTo>
                    <a:pt x="620188" y="39404"/>
                  </a:lnTo>
                  <a:lnTo>
                    <a:pt x="660439" y="60443"/>
                  </a:lnTo>
                  <a:lnTo>
                    <a:pt x="698127" y="85418"/>
                  </a:lnTo>
                  <a:lnTo>
                    <a:pt x="732985" y="114058"/>
                  </a:lnTo>
                  <a:lnTo>
                    <a:pt x="764745" y="146093"/>
                  </a:lnTo>
                  <a:lnTo>
                    <a:pt x="793139" y="181254"/>
                  </a:lnTo>
                  <a:lnTo>
                    <a:pt x="817899" y="219269"/>
                  </a:lnTo>
                  <a:lnTo>
                    <a:pt x="838758" y="259870"/>
                  </a:lnTo>
                  <a:lnTo>
                    <a:pt x="855448" y="302785"/>
                  </a:lnTo>
                  <a:lnTo>
                    <a:pt x="867700" y="347746"/>
                  </a:lnTo>
                  <a:lnTo>
                    <a:pt x="875248" y="394481"/>
                  </a:lnTo>
                  <a:lnTo>
                    <a:pt x="877824" y="442721"/>
                  </a:lnTo>
                  <a:lnTo>
                    <a:pt x="875248" y="490962"/>
                  </a:lnTo>
                  <a:lnTo>
                    <a:pt x="867700" y="537697"/>
                  </a:lnTo>
                  <a:lnTo>
                    <a:pt x="855448" y="582658"/>
                  </a:lnTo>
                  <a:lnTo>
                    <a:pt x="838758" y="625573"/>
                  </a:lnTo>
                  <a:lnTo>
                    <a:pt x="817899" y="666174"/>
                  </a:lnTo>
                  <a:lnTo>
                    <a:pt x="793139" y="704189"/>
                  </a:lnTo>
                  <a:lnTo>
                    <a:pt x="764745" y="739350"/>
                  </a:lnTo>
                  <a:lnTo>
                    <a:pt x="732985" y="771385"/>
                  </a:lnTo>
                  <a:lnTo>
                    <a:pt x="698127" y="800025"/>
                  </a:lnTo>
                  <a:lnTo>
                    <a:pt x="660439" y="825000"/>
                  </a:lnTo>
                  <a:lnTo>
                    <a:pt x="620188" y="846039"/>
                  </a:lnTo>
                  <a:lnTo>
                    <a:pt x="577642" y="862874"/>
                  </a:lnTo>
                  <a:lnTo>
                    <a:pt x="533069" y="875232"/>
                  </a:lnTo>
                  <a:lnTo>
                    <a:pt x="486736" y="882846"/>
                  </a:lnTo>
                  <a:lnTo>
                    <a:pt x="438912" y="885443"/>
                  </a:lnTo>
                  <a:lnTo>
                    <a:pt x="391087" y="882846"/>
                  </a:lnTo>
                  <a:lnTo>
                    <a:pt x="344754" y="875232"/>
                  </a:lnTo>
                  <a:lnTo>
                    <a:pt x="300181" y="862874"/>
                  </a:lnTo>
                  <a:lnTo>
                    <a:pt x="257635" y="846039"/>
                  </a:lnTo>
                  <a:lnTo>
                    <a:pt x="217384" y="825000"/>
                  </a:lnTo>
                  <a:lnTo>
                    <a:pt x="179696" y="800025"/>
                  </a:lnTo>
                  <a:lnTo>
                    <a:pt x="144838" y="771385"/>
                  </a:lnTo>
                  <a:lnTo>
                    <a:pt x="113078" y="739350"/>
                  </a:lnTo>
                  <a:lnTo>
                    <a:pt x="84684" y="704189"/>
                  </a:lnTo>
                  <a:lnTo>
                    <a:pt x="59924" y="666174"/>
                  </a:lnTo>
                  <a:lnTo>
                    <a:pt x="39065" y="625573"/>
                  </a:lnTo>
                  <a:lnTo>
                    <a:pt x="22375" y="582658"/>
                  </a:lnTo>
                  <a:lnTo>
                    <a:pt x="10123" y="537697"/>
                  </a:lnTo>
                  <a:lnTo>
                    <a:pt x="2575" y="490962"/>
                  </a:lnTo>
                  <a:lnTo>
                    <a:pt x="0" y="4427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 descr=""/>
          <p:cNvSpPr txBox="1"/>
          <p:nvPr/>
        </p:nvSpPr>
        <p:spPr>
          <a:xfrm>
            <a:off x="7941492" y="4368079"/>
            <a:ext cx="5156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0</a:t>
            </a:r>
            <a:r>
              <a:rPr dirty="0" baseline="-14492" sz="1725" spc="11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69" name="object 69" descr=""/>
          <p:cNvGrpSpPr/>
          <p:nvPr/>
        </p:nvGrpSpPr>
        <p:grpSpPr>
          <a:xfrm>
            <a:off x="7277481" y="4470651"/>
            <a:ext cx="3072130" cy="1487805"/>
            <a:chOff x="7277481" y="4470651"/>
            <a:chExt cx="3072130" cy="1487805"/>
          </a:xfrm>
        </p:grpSpPr>
        <p:sp>
          <p:nvSpPr>
            <p:cNvPr id="70" name="object 70" descr=""/>
            <p:cNvSpPr/>
            <p:nvPr/>
          </p:nvSpPr>
          <p:spPr>
            <a:xfrm>
              <a:off x="7287006" y="4508754"/>
              <a:ext cx="437515" cy="0"/>
            </a:xfrm>
            <a:custGeom>
              <a:avLst/>
              <a:gdLst/>
              <a:ahLst/>
              <a:cxnLst/>
              <a:rect l="l" t="t" r="r" b="b"/>
              <a:pathLst>
                <a:path w="437515" h="0">
                  <a:moveTo>
                    <a:pt x="0" y="0"/>
                  </a:moveTo>
                  <a:lnTo>
                    <a:pt x="437464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7711778" y="447065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8536686" y="4821174"/>
              <a:ext cx="1758950" cy="1103630"/>
            </a:xfrm>
            <a:custGeom>
              <a:avLst/>
              <a:gdLst/>
              <a:ahLst/>
              <a:cxnLst/>
              <a:rect l="l" t="t" r="r" b="b"/>
              <a:pathLst>
                <a:path w="1758950" h="1103629">
                  <a:moveTo>
                    <a:pt x="0" y="0"/>
                  </a:moveTo>
                  <a:lnTo>
                    <a:pt x="1758848" y="110322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10264543" y="5885374"/>
              <a:ext cx="85090" cy="73025"/>
            </a:xfrm>
            <a:custGeom>
              <a:avLst/>
              <a:gdLst/>
              <a:ahLst/>
              <a:cxnLst/>
              <a:rect l="l" t="t" r="r" b="b"/>
              <a:pathLst>
                <a:path w="85090" h="73025">
                  <a:moveTo>
                    <a:pt x="40487" y="0"/>
                  </a:moveTo>
                  <a:lnTo>
                    <a:pt x="0" y="64554"/>
                  </a:lnTo>
                  <a:lnTo>
                    <a:pt x="84797" y="72771"/>
                  </a:lnTo>
                  <a:lnTo>
                    <a:pt x="404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4" name="object 74" descr=""/>
          <p:cNvSpPr txBox="1"/>
          <p:nvPr/>
        </p:nvSpPr>
        <p:spPr>
          <a:xfrm>
            <a:off x="252078" y="1292075"/>
            <a:ext cx="2841625" cy="1842135"/>
          </a:xfrm>
          <a:prstGeom prst="rect">
            <a:avLst/>
          </a:prstGeom>
        </p:spPr>
        <p:txBody>
          <a:bodyPr wrap="square" lIns="0" tIns="2540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000"/>
              </a:spcBef>
            </a:pPr>
            <a:r>
              <a:rPr dirty="0" sz="2800" spc="-25">
                <a:latin typeface="Franklin Gothic Medium"/>
                <a:cs typeface="Franklin Gothic Medium"/>
              </a:rPr>
              <a:t>Components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800" spc="-25">
                <a:latin typeface="Franklin Gothic Medium"/>
                <a:cs typeface="Franklin Gothic Medium"/>
              </a:rPr>
              <a:t>:</a:t>
            </a:r>
            <a:endParaRPr sz="2800">
              <a:latin typeface="Franklin Gothic Medium"/>
              <a:cs typeface="Franklin Gothic Medium"/>
            </a:endParaRPr>
          </a:p>
          <a:p>
            <a:pPr marL="353695">
              <a:lnSpc>
                <a:spcPct val="100000"/>
              </a:lnSpc>
              <a:spcBef>
                <a:spcPts val="1630"/>
              </a:spcBef>
            </a:pPr>
            <a:r>
              <a:rPr dirty="0" sz="2400" spc="-830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sz="2400" spc="21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30">
                <a:latin typeface="Cambria Math"/>
                <a:cs typeface="Cambria Math"/>
              </a:rPr>
              <a:t> </a:t>
            </a:r>
            <a:r>
              <a:rPr dirty="0" sz="2400" spc="-63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952">
                <a:solidFill>
                  <a:srgbClr val="C55A11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382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 </a:t>
            </a:r>
            <a:r>
              <a:rPr dirty="0" sz="2400" spc="-59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892">
                <a:solidFill>
                  <a:srgbClr val="C55A11"/>
                </a:solidFill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  <a:p>
            <a:pPr marL="366395">
              <a:lnSpc>
                <a:spcPct val="100000"/>
              </a:lnSpc>
              <a:spcBef>
                <a:spcPts val="1650"/>
              </a:spcBef>
            </a:pPr>
            <a:r>
              <a:rPr dirty="0" sz="240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15873" sz="2625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baseline="-15873" sz="2625" spc="600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5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(</a:t>
            </a:r>
            <a:r>
              <a:rPr dirty="0" sz="2400">
                <a:solidFill>
                  <a:srgbClr val="BE9000"/>
                </a:solidFill>
                <a:latin typeface="Cambria Math"/>
                <a:cs typeface="Cambria Math"/>
              </a:rPr>
              <a:t>𝑡</a:t>
            </a:r>
            <a:r>
              <a:rPr dirty="0" baseline="-15873" sz="2625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120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BE9000"/>
                </a:solidFill>
                <a:latin typeface="Cambria Math"/>
                <a:cs typeface="Cambria Math"/>
              </a:rPr>
              <a:t>𝑟</a:t>
            </a:r>
            <a:r>
              <a:rPr dirty="0" baseline="-15873" sz="2625" spc="-37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sz="2400" spc="-25">
                <a:latin typeface="Cambria Math"/>
                <a:cs typeface="Cambria Math"/>
              </a:rPr>
              <a:t>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5" name="object 75" descr=""/>
          <p:cNvSpPr/>
          <p:nvPr/>
        </p:nvSpPr>
        <p:spPr>
          <a:xfrm>
            <a:off x="808342" y="3513620"/>
            <a:ext cx="1155065" cy="368300"/>
          </a:xfrm>
          <a:custGeom>
            <a:avLst/>
            <a:gdLst/>
            <a:ahLst/>
            <a:cxnLst/>
            <a:rect l="l" t="t" r="r" b="b"/>
            <a:pathLst>
              <a:path w="1155064" h="368300">
                <a:moveTo>
                  <a:pt x="100457" y="12204"/>
                </a:moveTo>
                <a:lnTo>
                  <a:pt x="96735" y="0"/>
                </a:lnTo>
                <a:lnTo>
                  <a:pt x="74841" y="8521"/>
                </a:lnTo>
                <a:lnTo>
                  <a:pt x="55613" y="21907"/>
                </a:lnTo>
                <a:lnTo>
                  <a:pt x="25146" y="63246"/>
                </a:lnTo>
                <a:lnTo>
                  <a:pt x="6286" y="118986"/>
                </a:lnTo>
                <a:lnTo>
                  <a:pt x="0" y="184099"/>
                </a:lnTo>
                <a:lnTo>
                  <a:pt x="1511" y="216522"/>
                </a:lnTo>
                <a:lnTo>
                  <a:pt x="1562" y="217817"/>
                </a:lnTo>
                <a:lnTo>
                  <a:pt x="14135" y="278244"/>
                </a:lnTo>
                <a:lnTo>
                  <a:pt x="39039" y="328041"/>
                </a:lnTo>
                <a:lnTo>
                  <a:pt x="74841" y="359664"/>
                </a:lnTo>
                <a:lnTo>
                  <a:pt x="96735" y="368198"/>
                </a:lnTo>
                <a:lnTo>
                  <a:pt x="100457" y="355993"/>
                </a:lnTo>
                <a:lnTo>
                  <a:pt x="83540" y="347218"/>
                </a:lnTo>
                <a:lnTo>
                  <a:pt x="68808" y="334467"/>
                </a:lnTo>
                <a:lnTo>
                  <a:pt x="45910" y="296989"/>
                </a:lnTo>
                <a:lnTo>
                  <a:pt x="32004" y="246062"/>
                </a:lnTo>
                <a:lnTo>
                  <a:pt x="27381" y="184251"/>
                </a:lnTo>
                <a:lnTo>
                  <a:pt x="28536" y="151904"/>
                </a:lnTo>
                <a:lnTo>
                  <a:pt x="37795" y="95415"/>
                </a:lnTo>
                <a:lnTo>
                  <a:pt x="56261" y="50507"/>
                </a:lnTo>
                <a:lnTo>
                  <a:pt x="83540" y="20967"/>
                </a:lnTo>
                <a:lnTo>
                  <a:pt x="100457" y="12204"/>
                </a:lnTo>
                <a:close/>
              </a:path>
              <a:path w="1155064" h="368300">
                <a:moveTo>
                  <a:pt x="231216" y="55372"/>
                </a:moveTo>
                <a:lnTo>
                  <a:pt x="227190" y="43916"/>
                </a:lnTo>
                <a:lnTo>
                  <a:pt x="206717" y="51308"/>
                </a:lnTo>
                <a:lnTo>
                  <a:pt x="188772" y="62014"/>
                </a:lnTo>
                <a:lnTo>
                  <a:pt x="160451" y="93395"/>
                </a:lnTo>
                <a:lnTo>
                  <a:pt x="142976" y="135343"/>
                </a:lnTo>
                <a:lnTo>
                  <a:pt x="137236" y="183667"/>
                </a:lnTo>
                <a:lnTo>
                  <a:pt x="137160" y="185153"/>
                </a:lnTo>
                <a:lnTo>
                  <a:pt x="138607" y="211086"/>
                </a:lnTo>
                <a:lnTo>
                  <a:pt x="150215" y="256959"/>
                </a:lnTo>
                <a:lnTo>
                  <a:pt x="173253" y="294195"/>
                </a:lnTo>
                <a:lnTo>
                  <a:pt x="206654" y="318858"/>
                </a:lnTo>
                <a:lnTo>
                  <a:pt x="227190" y="326237"/>
                </a:lnTo>
                <a:lnTo>
                  <a:pt x="230771" y="314782"/>
                </a:lnTo>
                <a:lnTo>
                  <a:pt x="214680" y="307657"/>
                </a:lnTo>
                <a:lnTo>
                  <a:pt x="200787" y="297738"/>
                </a:lnTo>
                <a:lnTo>
                  <a:pt x="172313" y="251498"/>
                </a:lnTo>
                <a:lnTo>
                  <a:pt x="163944" y="208559"/>
                </a:lnTo>
                <a:lnTo>
                  <a:pt x="162966" y="185153"/>
                </a:lnTo>
                <a:lnTo>
                  <a:pt x="162902" y="183667"/>
                </a:lnTo>
                <a:lnTo>
                  <a:pt x="167081" y="137617"/>
                </a:lnTo>
                <a:lnTo>
                  <a:pt x="179641" y="100101"/>
                </a:lnTo>
                <a:lnTo>
                  <a:pt x="214934" y="62458"/>
                </a:lnTo>
                <a:lnTo>
                  <a:pt x="231216" y="55372"/>
                </a:lnTo>
                <a:close/>
              </a:path>
              <a:path w="1155064" h="368300">
                <a:moveTo>
                  <a:pt x="728243" y="185153"/>
                </a:moveTo>
                <a:lnTo>
                  <a:pt x="726795" y="159575"/>
                </a:lnTo>
                <a:lnTo>
                  <a:pt x="726782" y="159270"/>
                </a:lnTo>
                <a:lnTo>
                  <a:pt x="722414" y="135343"/>
                </a:lnTo>
                <a:lnTo>
                  <a:pt x="704951" y="93395"/>
                </a:lnTo>
                <a:lnTo>
                  <a:pt x="676605" y="62014"/>
                </a:lnTo>
                <a:lnTo>
                  <a:pt x="638200" y="43916"/>
                </a:lnTo>
                <a:lnTo>
                  <a:pt x="634187" y="55372"/>
                </a:lnTo>
                <a:lnTo>
                  <a:pt x="650532" y="62458"/>
                </a:lnTo>
                <a:lnTo>
                  <a:pt x="664578" y="72288"/>
                </a:lnTo>
                <a:lnTo>
                  <a:pt x="693115" y="117792"/>
                </a:lnTo>
                <a:lnTo>
                  <a:pt x="701395" y="159270"/>
                </a:lnTo>
                <a:lnTo>
                  <a:pt x="701446" y="159575"/>
                </a:lnTo>
                <a:lnTo>
                  <a:pt x="701433" y="208559"/>
                </a:lnTo>
                <a:lnTo>
                  <a:pt x="693064" y="251498"/>
                </a:lnTo>
                <a:lnTo>
                  <a:pt x="664591" y="297738"/>
                </a:lnTo>
                <a:lnTo>
                  <a:pt x="634631" y="314782"/>
                </a:lnTo>
                <a:lnTo>
                  <a:pt x="638200" y="326237"/>
                </a:lnTo>
                <a:lnTo>
                  <a:pt x="676706" y="308178"/>
                </a:lnTo>
                <a:lnTo>
                  <a:pt x="705027" y="276910"/>
                </a:lnTo>
                <a:lnTo>
                  <a:pt x="722426" y="235026"/>
                </a:lnTo>
                <a:lnTo>
                  <a:pt x="726782" y="211086"/>
                </a:lnTo>
                <a:lnTo>
                  <a:pt x="728243" y="185153"/>
                </a:lnTo>
                <a:close/>
              </a:path>
              <a:path w="1155064" h="368300">
                <a:moveTo>
                  <a:pt x="1154709" y="184099"/>
                </a:moveTo>
                <a:lnTo>
                  <a:pt x="1153198" y="151904"/>
                </a:lnTo>
                <a:lnTo>
                  <a:pt x="1153134" y="150368"/>
                </a:lnTo>
                <a:lnTo>
                  <a:pt x="1148422" y="118986"/>
                </a:lnTo>
                <a:lnTo>
                  <a:pt x="1129563" y="63246"/>
                </a:lnTo>
                <a:lnTo>
                  <a:pt x="1099083" y="21907"/>
                </a:lnTo>
                <a:lnTo>
                  <a:pt x="1057973" y="0"/>
                </a:lnTo>
                <a:lnTo>
                  <a:pt x="1054252" y="12204"/>
                </a:lnTo>
                <a:lnTo>
                  <a:pt x="1071168" y="20967"/>
                </a:lnTo>
                <a:lnTo>
                  <a:pt x="1085888" y="33743"/>
                </a:lnTo>
                <a:lnTo>
                  <a:pt x="1108798" y="71285"/>
                </a:lnTo>
                <a:lnTo>
                  <a:pt x="1122692" y="122301"/>
                </a:lnTo>
                <a:lnTo>
                  <a:pt x="1127315" y="184099"/>
                </a:lnTo>
                <a:lnTo>
                  <a:pt x="1126159" y="216522"/>
                </a:lnTo>
                <a:lnTo>
                  <a:pt x="1116901" y="272884"/>
                </a:lnTo>
                <a:lnTo>
                  <a:pt x="1098435" y="317715"/>
                </a:lnTo>
                <a:lnTo>
                  <a:pt x="1071168" y="347218"/>
                </a:lnTo>
                <a:lnTo>
                  <a:pt x="1054252" y="355993"/>
                </a:lnTo>
                <a:lnTo>
                  <a:pt x="1057973" y="368198"/>
                </a:lnTo>
                <a:lnTo>
                  <a:pt x="1099083" y="346278"/>
                </a:lnTo>
                <a:lnTo>
                  <a:pt x="1129563" y="304952"/>
                </a:lnTo>
                <a:lnTo>
                  <a:pt x="1148422" y="249212"/>
                </a:lnTo>
                <a:lnTo>
                  <a:pt x="1154696" y="184251"/>
                </a:lnTo>
                <a:lnTo>
                  <a:pt x="1154709" y="184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 descr=""/>
          <p:cNvSpPr/>
          <p:nvPr/>
        </p:nvSpPr>
        <p:spPr>
          <a:xfrm>
            <a:off x="2413114" y="3513620"/>
            <a:ext cx="2282825" cy="368300"/>
          </a:xfrm>
          <a:custGeom>
            <a:avLst/>
            <a:gdLst/>
            <a:ahLst/>
            <a:cxnLst/>
            <a:rect l="l" t="t" r="r" b="b"/>
            <a:pathLst>
              <a:path w="2282825" h="368300">
                <a:moveTo>
                  <a:pt x="100457" y="12204"/>
                </a:moveTo>
                <a:lnTo>
                  <a:pt x="96735" y="0"/>
                </a:lnTo>
                <a:lnTo>
                  <a:pt x="74841" y="8521"/>
                </a:lnTo>
                <a:lnTo>
                  <a:pt x="55613" y="21907"/>
                </a:lnTo>
                <a:lnTo>
                  <a:pt x="25146" y="63246"/>
                </a:lnTo>
                <a:lnTo>
                  <a:pt x="6286" y="118986"/>
                </a:lnTo>
                <a:lnTo>
                  <a:pt x="0" y="184099"/>
                </a:lnTo>
                <a:lnTo>
                  <a:pt x="1511" y="216522"/>
                </a:lnTo>
                <a:lnTo>
                  <a:pt x="1562" y="217817"/>
                </a:lnTo>
                <a:lnTo>
                  <a:pt x="14135" y="278244"/>
                </a:lnTo>
                <a:lnTo>
                  <a:pt x="39039" y="328041"/>
                </a:lnTo>
                <a:lnTo>
                  <a:pt x="74841" y="359664"/>
                </a:lnTo>
                <a:lnTo>
                  <a:pt x="96735" y="368198"/>
                </a:lnTo>
                <a:lnTo>
                  <a:pt x="100457" y="355993"/>
                </a:lnTo>
                <a:lnTo>
                  <a:pt x="83540" y="347218"/>
                </a:lnTo>
                <a:lnTo>
                  <a:pt x="68808" y="334467"/>
                </a:lnTo>
                <a:lnTo>
                  <a:pt x="45910" y="296989"/>
                </a:lnTo>
                <a:lnTo>
                  <a:pt x="32004" y="246062"/>
                </a:lnTo>
                <a:lnTo>
                  <a:pt x="27381" y="184251"/>
                </a:lnTo>
                <a:lnTo>
                  <a:pt x="28536" y="151904"/>
                </a:lnTo>
                <a:lnTo>
                  <a:pt x="37795" y="95415"/>
                </a:lnTo>
                <a:lnTo>
                  <a:pt x="56261" y="50507"/>
                </a:lnTo>
                <a:lnTo>
                  <a:pt x="83540" y="20967"/>
                </a:lnTo>
                <a:lnTo>
                  <a:pt x="100457" y="12204"/>
                </a:lnTo>
                <a:close/>
              </a:path>
              <a:path w="2282825" h="368300">
                <a:moveTo>
                  <a:pt x="520776" y="55372"/>
                </a:moveTo>
                <a:lnTo>
                  <a:pt x="516763" y="43916"/>
                </a:lnTo>
                <a:lnTo>
                  <a:pt x="496290" y="51308"/>
                </a:lnTo>
                <a:lnTo>
                  <a:pt x="478332" y="62014"/>
                </a:lnTo>
                <a:lnTo>
                  <a:pt x="450011" y="93395"/>
                </a:lnTo>
                <a:lnTo>
                  <a:pt x="432536" y="135343"/>
                </a:lnTo>
                <a:lnTo>
                  <a:pt x="426796" y="183667"/>
                </a:lnTo>
                <a:lnTo>
                  <a:pt x="426720" y="185153"/>
                </a:lnTo>
                <a:lnTo>
                  <a:pt x="428167" y="211086"/>
                </a:lnTo>
                <a:lnTo>
                  <a:pt x="439775" y="256959"/>
                </a:lnTo>
                <a:lnTo>
                  <a:pt x="462813" y="294195"/>
                </a:lnTo>
                <a:lnTo>
                  <a:pt x="496227" y="318858"/>
                </a:lnTo>
                <a:lnTo>
                  <a:pt x="516763" y="326237"/>
                </a:lnTo>
                <a:lnTo>
                  <a:pt x="520331" y="314782"/>
                </a:lnTo>
                <a:lnTo>
                  <a:pt x="504240" y="307657"/>
                </a:lnTo>
                <a:lnTo>
                  <a:pt x="490347" y="297738"/>
                </a:lnTo>
                <a:lnTo>
                  <a:pt x="461873" y="251498"/>
                </a:lnTo>
                <a:lnTo>
                  <a:pt x="453504" y="208559"/>
                </a:lnTo>
                <a:lnTo>
                  <a:pt x="452526" y="185153"/>
                </a:lnTo>
                <a:lnTo>
                  <a:pt x="452462" y="183667"/>
                </a:lnTo>
                <a:lnTo>
                  <a:pt x="456641" y="137617"/>
                </a:lnTo>
                <a:lnTo>
                  <a:pt x="469201" y="100101"/>
                </a:lnTo>
                <a:lnTo>
                  <a:pt x="504494" y="62458"/>
                </a:lnTo>
                <a:lnTo>
                  <a:pt x="520776" y="55372"/>
                </a:lnTo>
                <a:close/>
              </a:path>
              <a:path w="2282825" h="368300">
                <a:moveTo>
                  <a:pt x="1043711" y="185153"/>
                </a:moveTo>
                <a:lnTo>
                  <a:pt x="1042263" y="159575"/>
                </a:lnTo>
                <a:lnTo>
                  <a:pt x="1042250" y="159270"/>
                </a:lnTo>
                <a:lnTo>
                  <a:pt x="1037882" y="135343"/>
                </a:lnTo>
                <a:lnTo>
                  <a:pt x="1020419" y="93395"/>
                </a:lnTo>
                <a:lnTo>
                  <a:pt x="992073" y="62014"/>
                </a:lnTo>
                <a:lnTo>
                  <a:pt x="953668" y="43916"/>
                </a:lnTo>
                <a:lnTo>
                  <a:pt x="949655" y="55372"/>
                </a:lnTo>
                <a:lnTo>
                  <a:pt x="966000" y="62458"/>
                </a:lnTo>
                <a:lnTo>
                  <a:pt x="980046" y="72288"/>
                </a:lnTo>
                <a:lnTo>
                  <a:pt x="1008583" y="117792"/>
                </a:lnTo>
                <a:lnTo>
                  <a:pt x="1016863" y="159270"/>
                </a:lnTo>
                <a:lnTo>
                  <a:pt x="1016914" y="159575"/>
                </a:lnTo>
                <a:lnTo>
                  <a:pt x="1016901" y="208559"/>
                </a:lnTo>
                <a:lnTo>
                  <a:pt x="1008532" y="251498"/>
                </a:lnTo>
                <a:lnTo>
                  <a:pt x="980059" y="297738"/>
                </a:lnTo>
                <a:lnTo>
                  <a:pt x="950099" y="314782"/>
                </a:lnTo>
                <a:lnTo>
                  <a:pt x="953668" y="326237"/>
                </a:lnTo>
                <a:lnTo>
                  <a:pt x="992174" y="308178"/>
                </a:lnTo>
                <a:lnTo>
                  <a:pt x="1020495" y="276910"/>
                </a:lnTo>
                <a:lnTo>
                  <a:pt x="1037894" y="235026"/>
                </a:lnTo>
                <a:lnTo>
                  <a:pt x="1042250" y="211086"/>
                </a:lnTo>
                <a:lnTo>
                  <a:pt x="1043711" y="185153"/>
                </a:lnTo>
                <a:close/>
              </a:path>
              <a:path w="2282825" h="368300">
                <a:moveTo>
                  <a:pt x="1599768" y="55372"/>
                </a:moveTo>
                <a:lnTo>
                  <a:pt x="1595755" y="43916"/>
                </a:lnTo>
                <a:lnTo>
                  <a:pt x="1575269" y="51308"/>
                </a:lnTo>
                <a:lnTo>
                  <a:pt x="1557324" y="62014"/>
                </a:lnTo>
                <a:lnTo>
                  <a:pt x="1529003" y="93395"/>
                </a:lnTo>
                <a:lnTo>
                  <a:pt x="1511528" y="135343"/>
                </a:lnTo>
                <a:lnTo>
                  <a:pt x="1505788" y="183667"/>
                </a:lnTo>
                <a:lnTo>
                  <a:pt x="1505712" y="185153"/>
                </a:lnTo>
                <a:lnTo>
                  <a:pt x="1507159" y="211086"/>
                </a:lnTo>
                <a:lnTo>
                  <a:pt x="1518767" y="256959"/>
                </a:lnTo>
                <a:lnTo>
                  <a:pt x="1541805" y="294195"/>
                </a:lnTo>
                <a:lnTo>
                  <a:pt x="1575219" y="318858"/>
                </a:lnTo>
                <a:lnTo>
                  <a:pt x="1595755" y="326237"/>
                </a:lnTo>
                <a:lnTo>
                  <a:pt x="1599323" y="314782"/>
                </a:lnTo>
                <a:lnTo>
                  <a:pt x="1583232" y="307657"/>
                </a:lnTo>
                <a:lnTo>
                  <a:pt x="1569339" y="297738"/>
                </a:lnTo>
                <a:lnTo>
                  <a:pt x="1540865" y="251498"/>
                </a:lnTo>
                <a:lnTo>
                  <a:pt x="1532496" y="208559"/>
                </a:lnTo>
                <a:lnTo>
                  <a:pt x="1531518" y="185153"/>
                </a:lnTo>
                <a:lnTo>
                  <a:pt x="1531454" y="183667"/>
                </a:lnTo>
                <a:lnTo>
                  <a:pt x="1535633" y="137617"/>
                </a:lnTo>
                <a:lnTo>
                  <a:pt x="1548193" y="100101"/>
                </a:lnTo>
                <a:lnTo>
                  <a:pt x="1583474" y="62458"/>
                </a:lnTo>
                <a:lnTo>
                  <a:pt x="1599768" y="55372"/>
                </a:lnTo>
                <a:close/>
              </a:path>
              <a:path w="2282825" h="368300">
                <a:moveTo>
                  <a:pt x="2145563" y="185153"/>
                </a:moveTo>
                <a:lnTo>
                  <a:pt x="2144115" y="159575"/>
                </a:lnTo>
                <a:lnTo>
                  <a:pt x="2144103" y="159270"/>
                </a:lnTo>
                <a:lnTo>
                  <a:pt x="2139734" y="135343"/>
                </a:lnTo>
                <a:lnTo>
                  <a:pt x="2122271" y="93395"/>
                </a:lnTo>
                <a:lnTo>
                  <a:pt x="2093925" y="62014"/>
                </a:lnTo>
                <a:lnTo>
                  <a:pt x="2055520" y="43916"/>
                </a:lnTo>
                <a:lnTo>
                  <a:pt x="2051507" y="55372"/>
                </a:lnTo>
                <a:lnTo>
                  <a:pt x="2067839" y="62458"/>
                </a:lnTo>
                <a:lnTo>
                  <a:pt x="2081898" y="72288"/>
                </a:lnTo>
                <a:lnTo>
                  <a:pt x="2110435" y="117792"/>
                </a:lnTo>
                <a:lnTo>
                  <a:pt x="2118715" y="159270"/>
                </a:lnTo>
                <a:lnTo>
                  <a:pt x="2118766" y="159575"/>
                </a:lnTo>
                <a:lnTo>
                  <a:pt x="2118753" y="208559"/>
                </a:lnTo>
                <a:lnTo>
                  <a:pt x="2110384" y="251498"/>
                </a:lnTo>
                <a:lnTo>
                  <a:pt x="2081911" y="297738"/>
                </a:lnTo>
                <a:lnTo>
                  <a:pt x="2051951" y="314782"/>
                </a:lnTo>
                <a:lnTo>
                  <a:pt x="2055520" y="326237"/>
                </a:lnTo>
                <a:lnTo>
                  <a:pt x="2094026" y="308178"/>
                </a:lnTo>
                <a:lnTo>
                  <a:pt x="2122347" y="276910"/>
                </a:lnTo>
                <a:lnTo>
                  <a:pt x="2139746" y="235026"/>
                </a:lnTo>
                <a:lnTo>
                  <a:pt x="2144103" y="211086"/>
                </a:lnTo>
                <a:lnTo>
                  <a:pt x="2145563" y="185153"/>
                </a:lnTo>
                <a:close/>
              </a:path>
              <a:path w="2282825" h="368300">
                <a:moveTo>
                  <a:pt x="2282469" y="184099"/>
                </a:moveTo>
                <a:lnTo>
                  <a:pt x="2280958" y="151904"/>
                </a:lnTo>
                <a:lnTo>
                  <a:pt x="2280894" y="150368"/>
                </a:lnTo>
                <a:lnTo>
                  <a:pt x="2276183" y="118986"/>
                </a:lnTo>
                <a:lnTo>
                  <a:pt x="2257323" y="63246"/>
                </a:lnTo>
                <a:lnTo>
                  <a:pt x="2226843" y="21907"/>
                </a:lnTo>
                <a:lnTo>
                  <a:pt x="2185733" y="0"/>
                </a:lnTo>
                <a:lnTo>
                  <a:pt x="2182012" y="12204"/>
                </a:lnTo>
                <a:lnTo>
                  <a:pt x="2198928" y="20967"/>
                </a:lnTo>
                <a:lnTo>
                  <a:pt x="2213648" y="33743"/>
                </a:lnTo>
                <a:lnTo>
                  <a:pt x="2236559" y="71285"/>
                </a:lnTo>
                <a:lnTo>
                  <a:pt x="2250452" y="122301"/>
                </a:lnTo>
                <a:lnTo>
                  <a:pt x="2255075" y="184099"/>
                </a:lnTo>
                <a:lnTo>
                  <a:pt x="2253919" y="216522"/>
                </a:lnTo>
                <a:lnTo>
                  <a:pt x="2244661" y="272884"/>
                </a:lnTo>
                <a:lnTo>
                  <a:pt x="2226195" y="317715"/>
                </a:lnTo>
                <a:lnTo>
                  <a:pt x="2198928" y="347218"/>
                </a:lnTo>
                <a:lnTo>
                  <a:pt x="2182012" y="355993"/>
                </a:lnTo>
                <a:lnTo>
                  <a:pt x="2185733" y="368198"/>
                </a:lnTo>
                <a:lnTo>
                  <a:pt x="2226843" y="346278"/>
                </a:lnTo>
                <a:lnTo>
                  <a:pt x="2257323" y="304952"/>
                </a:lnTo>
                <a:lnTo>
                  <a:pt x="2276183" y="249212"/>
                </a:lnTo>
                <a:lnTo>
                  <a:pt x="2282456" y="184251"/>
                </a:lnTo>
                <a:lnTo>
                  <a:pt x="2282469" y="184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 descr=""/>
          <p:cNvSpPr txBox="1"/>
          <p:nvPr/>
        </p:nvSpPr>
        <p:spPr>
          <a:xfrm>
            <a:off x="4005827" y="3467274"/>
            <a:ext cx="4591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𝑟,</a:t>
            </a:r>
            <a:r>
              <a:rPr dirty="0" sz="2400" spc="-100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8" name="object 78" descr=""/>
          <p:cNvSpPr/>
          <p:nvPr/>
        </p:nvSpPr>
        <p:spPr>
          <a:xfrm>
            <a:off x="1227446" y="4206775"/>
            <a:ext cx="1176655" cy="282575"/>
          </a:xfrm>
          <a:custGeom>
            <a:avLst/>
            <a:gdLst/>
            <a:ahLst/>
            <a:cxnLst/>
            <a:rect l="l" t="t" r="r" b="b"/>
            <a:pathLst>
              <a:path w="1176655" h="282575">
                <a:moveTo>
                  <a:pt x="1086256" y="0"/>
                </a:moveTo>
                <a:lnTo>
                  <a:pt x="1082243" y="11455"/>
                </a:lnTo>
                <a:lnTo>
                  <a:pt x="1098585" y="18551"/>
                </a:lnTo>
                <a:lnTo>
                  <a:pt x="1112639" y="28371"/>
                </a:lnTo>
                <a:lnTo>
                  <a:pt x="1141172" y="73880"/>
                </a:lnTo>
                <a:lnTo>
                  <a:pt x="1149459" y="115357"/>
                </a:lnTo>
                <a:lnTo>
                  <a:pt x="1149502" y="115661"/>
                </a:lnTo>
                <a:lnTo>
                  <a:pt x="1149498" y="164649"/>
                </a:lnTo>
                <a:lnTo>
                  <a:pt x="1141130" y="207587"/>
                </a:lnTo>
                <a:lnTo>
                  <a:pt x="1112651" y="253828"/>
                </a:lnTo>
                <a:lnTo>
                  <a:pt x="1082687" y="270865"/>
                </a:lnTo>
                <a:lnTo>
                  <a:pt x="1086256" y="282320"/>
                </a:lnTo>
                <a:lnTo>
                  <a:pt x="1124765" y="264263"/>
                </a:lnTo>
                <a:lnTo>
                  <a:pt x="1153083" y="232994"/>
                </a:lnTo>
                <a:lnTo>
                  <a:pt x="1170492" y="191111"/>
                </a:lnTo>
                <a:lnTo>
                  <a:pt x="1176299" y="141236"/>
                </a:lnTo>
                <a:lnTo>
                  <a:pt x="1174861" y="115661"/>
                </a:lnTo>
                <a:lnTo>
                  <a:pt x="1163199" y="69479"/>
                </a:lnTo>
                <a:lnTo>
                  <a:pt x="1140098" y="32129"/>
                </a:lnTo>
                <a:lnTo>
                  <a:pt x="1106723" y="7391"/>
                </a:lnTo>
                <a:lnTo>
                  <a:pt x="1086256" y="0"/>
                </a:lnTo>
                <a:close/>
              </a:path>
              <a:path w="1176655" h="282575">
                <a:moveTo>
                  <a:pt x="90043" y="0"/>
                </a:moveTo>
                <a:lnTo>
                  <a:pt x="51619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5802" y="191111"/>
                </a:lnTo>
                <a:lnTo>
                  <a:pt x="23215" y="232994"/>
                </a:lnTo>
                <a:lnTo>
                  <a:pt x="51528" y="264263"/>
                </a:lnTo>
                <a:lnTo>
                  <a:pt x="90043" y="282320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742" y="139750"/>
                </a:lnTo>
                <a:lnTo>
                  <a:pt x="26788" y="115661"/>
                </a:lnTo>
                <a:lnTo>
                  <a:pt x="35156" y="73880"/>
                </a:lnTo>
                <a:lnTo>
                  <a:pt x="63749" y="28371"/>
                </a:lnTo>
                <a:lnTo>
                  <a:pt x="94056" y="11455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 descr=""/>
          <p:cNvSpPr/>
          <p:nvPr/>
        </p:nvSpPr>
        <p:spPr>
          <a:xfrm>
            <a:off x="2801738" y="4206775"/>
            <a:ext cx="1176655" cy="282575"/>
          </a:xfrm>
          <a:custGeom>
            <a:avLst/>
            <a:gdLst/>
            <a:ahLst/>
            <a:cxnLst/>
            <a:rect l="l" t="t" r="r" b="b"/>
            <a:pathLst>
              <a:path w="1176654" h="282575">
                <a:moveTo>
                  <a:pt x="1086256" y="0"/>
                </a:moveTo>
                <a:lnTo>
                  <a:pt x="1082243" y="11455"/>
                </a:lnTo>
                <a:lnTo>
                  <a:pt x="1098585" y="18551"/>
                </a:lnTo>
                <a:lnTo>
                  <a:pt x="1112639" y="28371"/>
                </a:lnTo>
                <a:lnTo>
                  <a:pt x="1141172" y="73880"/>
                </a:lnTo>
                <a:lnTo>
                  <a:pt x="1149459" y="115357"/>
                </a:lnTo>
                <a:lnTo>
                  <a:pt x="1149502" y="115661"/>
                </a:lnTo>
                <a:lnTo>
                  <a:pt x="1149498" y="164649"/>
                </a:lnTo>
                <a:lnTo>
                  <a:pt x="1141130" y="207587"/>
                </a:lnTo>
                <a:lnTo>
                  <a:pt x="1112651" y="253828"/>
                </a:lnTo>
                <a:lnTo>
                  <a:pt x="1082687" y="270865"/>
                </a:lnTo>
                <a:lnTo>
                  <a:pt x="1086256" y="282320"/>
                </a:lnTo>
                <a:lnTo>
                  <a:pt x="1124765" y="264263"/>
                </a:lnTo>
                <a:lnTo>
                  <a:pt x="1153083" y="232994"/>
                </a:lnTo>
                <a:lnTo>
                  <a:pt x="1170492" y="191111"/>
                </a:lnTo>
                <a:lnTo>
                  <a:pt x="1176299" y="141236"/>
                </a:lnTo>
                <a:lnTo>
                  <a:pt x="1174861" y="115661"/>
                </a:lnTo>
                <a:lnTo>
                  <a:pt x="1163199" y="69479"/>
                </a:lnTo>
                <a:lnTo>
                  <a:pt x="1140098" y="32129"/>
                </a:lnTo>
                <a:lnTo>
                  <a:pt x="1106723" y="7391"/>
                </a:lnTo>
                <a:lnTo>
                  <a:pt x="1086256" y="0"/>
                </a:lnTo>
                <a:close/>
              </a:path>
              <a:path w="1176654" h="282575">
                <a:moveTo>
                  <a:pt x="90042" y="0"/>
                </a:moveTo>
                <a:lnTo>
                  <a:pt x="51619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5802" y="191111"/>
                </a:lnTo>
                <a:lnTo>
                  <a:pt x="23215" y="232994"/>
                </a:lnTo>
                <a:lnTo>
                  <a:pt x="51528" y="264263"/>
                </a:lnTo>
                <a:lnTo>
                  <a:pt x="90042" y="282320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742" y="139750"/>
                </a:lnTo>
                <a:lnTo>
                  <a:pt x="26788" y="115661"/>
                </a:lnTo>
                <a:lnTo>
                  <a:pt x="35156" y="73880"/>
                </a:lnTo>
                <a:lnTo>
                  <a:pt x="63749" y="28371"/>
                </a:lnTo>
                <a:lnTo>
                  <a:pt x="94056" y="11455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 descr=""/>
          <p:cNvSpPr txBox="1"/>
          <p:nvPr/>
        </p:nvSpPr>
        <p:spPr>
          <a:xfrm>
            <a:off x="530092" y="3467274"/>
            <a:ext cx="3401695" cy="1040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5565">
              <a:lnSpc>
                <a:spcPct val="100000"/>
              </a:lnSpc>
              <a:spcBef>
                <a:spcPts val="100"/>
              </a:spcBef>
              <a:tabLst>
                <a:tab pos="514984" algn="l"/>
                <a:tab pos="1033144" algn="l"/>
                <a:tab pos="1544955" algn="l"/>
                <a:tab pos="1993264" algn="l"/>
                <a:tab pos="2409190" algn="l"/>
                <a:tab pos="2953385" algn="l"/>
              </a:tabLst>
            </a:pPr>
            <a:r>
              <a:rPr dirty="0" sz="2400" spc="-670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sz="2400">
                <a:solidFill>
                  <a:srgbClr val="538235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𝑡,</a:t>
            </a:r>
            <a:r>
              <a:rPr dirty="0" sz="2400" spc="-8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𝑟</a:t>
            </a:r>
            <a:r>
              <a:rPr dirty="0" sz="2400">
                <a:latin typeface="Cambria Math"/>
                <a:cs typeface="Cambria Math"/>
              </a:rPr>
              <a:t>	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50">
                <a:latin typeface="Cambria Math"/>
                <a:cs typeface="Cambria Math"/>
              </a:rPr>
              <a:t>=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490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baseline="-15873" sz="2625" spc="-735">
                <a:solidFill>
                  <a:srgbClr val="538235"/>
                </a:solidFill>
                <a:latin typeface="Cambria Math"/>
                <a:cs typeface="Cambria Math"/>
              </a:rPr>
              <a:t>1</a:t>
            </a:r>
            <a:r>
              <a:rPr dirty="0" baseline="-15873" sz="2625">
                <a:solidFill>
                  <a:srgbClr val="538235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𝑡,</a:t>
            </a:r>
            <a:r>
              <a:rPr dirty="0" sz="2400" spc="-8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r>
              <a:rPr dirty="0" sz="2400">
                <a:latin typeface="Cambria Math"/>
                <a:cs typeface="Cambria Math"/>
              </a:rPr>
              <a:t>	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-470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baseline="-15873" sz="2625" spc="-705">
                <a:solidFill>
                  <a:srgbClr val="538235"/>
                </a:solidFill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  <a:p>
            <a:pPr marL="76200">
              <a:lnSpc>
                <a:spcPct val="100000"/>
              </a:lnSpc>
              <a:spcBef>
                <a:spcPts val="2230"/>
              </a:spcBef>
              <a:tabLst>
                <a:tab pos="796925" algn="l"/>
                <a:tab pos="1968500" algn="l"/>
                <a:tab pos="2371090" algn="l"/>
              </a:tabLst>
            </a:pPr>
            <a:r>
              <a:rPr dirty="0" sz="240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sz="2400" spc="225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=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5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baseline="-15873" sz="2625" spc="-75">
                <a:solidFill>
                  <a:srgbClr val="8496AF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195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</a:t>
            </a:r>
            <a:r>
              <a:rPr dirty="0" sz="2400" spc="-95">
                <a:latin typeface="Cambria Math"/>
                <a:cs typeface="Cambria Math"/>
              </a:rPr>
              <a:t> </a:t>
            </a:r>
            <a:r>
              <a:rPr dirty="0" sz="2400" spc="-59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892">
                <a:solidFill>
                  <a:srgbClr val="C55A11"/>
                </a:solidFill>
                <a:latin typeface="Cambria Math"/>
                <a:cs typeface="Cambria Math"/>
              </a:rPr>
              <a:t>2</a:t>
            </a:r>
            <a:r>
              <a:rPr dirty="0" baseline="-15873" sz="2625">
                <a:solidFill>
                  <a:srgbClr val="C55A11"/>
                </a:solidFill>
                <a:latin typeface="Cambria Math"/>
                <a:cs typeface="Cambria Math"/>
              </a:rPr>
              <a:t>	</a:t>
            </a:r>
            <a:r>
              <a:rPr dirty="0" sz="2400" spc="-50">
                <a:latin typeface="Cambria Math"/>
                <a:cs typeface="Cambria Math"/>
              </a:rPr>
              <a:t>∪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63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952">
                <a:solidFill>
                  <a:srgbClr val="C55A11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359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</a:t>
            </a:r>
            <a:r>
              <a:rPr dirty="0" sz="2400" spc="5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baseline="-15873" sz="2625" spc="-37">
                <a:solidFill>
                  <a:srgbClr val="8496AF"/>
                </a:solidFill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81" name="object 81" descr=""/>
          <p:cNvSpPr txBox="1"/>
          <p:nvPr/>
        </p:nvSpPr>
        <p:spPr>
          <a:xfrm>
            <a:off x="4993022" y="1535290"/>
            <a:ext cx="11976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0">
                <a:latin typeface="Franklin Gothic Medium"/>
                <a:cs typeface="Franklin Gothic Medium"/>
              </a:rPr>
              <a:t>Example:</a:t>
            </a:r>
            <a:endParaRPr sz="2400">
              <a:latin typeface="Franklin Gothic Medium"/>
              <a:cs typeface="Franklin Gothic Medium"/>
            </a:endParaRPr>
          </a:p>
        </p:txBody>
      </p:sp>
      <p:grpSp>
        <p:nvGrpSpPr>
          <p:cNvPr id="82" name="object 82" descr=""/>
          <p:cNvGrpSpPr/>
          <p:nvPr/>
        </p:nvGrpSpPr>
        <p:grpSpPr>
          <a:xfrm>
            <a:off x="-6350" y="3399790"/>
            <a:ext cx="452120" cy="497840"/>
            <a:chOff x="-6350" y="3399790"/>
            <a:chExt cx="452120" cy="497840"/>
          </a:xfrm>
        </p:grpSpPr>
        <p:sp>
          <p:nvSpPr>
            <p:cNvPr id="83" name="object 83" descr=""/>
            <p:cNvSpPr/>
            <p:nvPr/>
          </p:nvSpPr>
          <p:spPr>
            <a:xfrm>
              <a:off x="0" y="3406140"/>
              <a:ext cx="439420" cy="485140"/>
            </a:xfrm>
            <a:custGeom>
              <a:avLst/>
              <a:gdLst/>
              <a:ahLst/>
              <a:cxnLst/>
              <a:rect l="l" t="t" r="r" b="b"/>
              <a:pathLst>
                <a:path w="439420" h="485139">
                  <a:moveTo>
                    <a:pt x="196596" y="0"/>
                  </a:moveTo>
                  <a:lnTo>
                    <a:pt x="196596" y="121158"/>
                  </a:lnTo>
                  <a:lnTo>
                    <a:pt x="0" y="121158"/>
                  </a:lnTo>
                  <a:lnTo>
                    <a:pt x="0" y="363474"/>
                  </a:lnTo>
                  <a:lnTo>
                    <a:pt x="196596" y="363474"/>
                  </a:lnTo>
                  <a:lnTo>
                    <a:pt x="196596" y="484632"/>
                  </a:lnTo>
                  <a:lnTo>
                    <a:pt x="438912" y="242316"/>
                  </a:lnTo>
                  <a:lnTo>
                    <a:pt x="19659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0" y="3406140"/>
              <a:ext cx="439420" cy="485140"/>
            </a:xfrm>
            <a:custGeom>
              <a:avLst/>
              <a:gdLst/>
              <a:ahLst/>
              <a:cxnLst/>
              <a:rect l="l" t="t" r="r" b="b"/>
              <a:pathLst>
                <a:path w="439420" h="485139">
                  <a:moveTo>
                    <a:pt x="0" y="121158"/>
                  </a:moveTo>
                  <a:lnTo>
                    <a:pt x="196596" y="121158"/>
                  </a:lnTo>
                  <a:lnTo>
                    <a:pt x="196596" y="0"/>
                  </a:lnTo>
                  <a:lnTo>
                    <a:pt x="438912" y="242316"/>
                  </a:lnTo>
                  <a:lnTo>
                    <a:pt x="196596" y="484632"/>
                  </a:lnTo>
                  <a:lnTo>
                    <a:pt x="196596" y="363474"/>
                  </a:lnTo>
                  <a:lnTo>
                    <a:pt x="0" y="3634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5" name="object 85" descr=""/>
          <p:cNvSpPr txBox="1"/>
          <p:nvPr/>
        </p:nvSpPr>
        <p:spPr>
          <a:xfrm>
            <a:off x="9784440" y="5651253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86" name="object 86" descr=""/>
          <p:cNvGrpSpPr/>
          <p:nvPr/>
        </p:nvGrpSpPr>
        <p:grpSpPr>
          <a:xfrm>
            <a:off x="8189218" y="4950714"/>
            <a:ext cx="76200" cy="579120"/>
            <a:chOff x="8189218" y="4950714"/>
            <a:chExt cx="76200" cy="579120"/>
          </a:xfrm>
        </p:grpSpPr>
        <p:sp>
          <p:nvSpPr>
            <p:cNvPr id="87" name="object 87" descr=""/>
            <p:cNvSpPr/>
            <p:nvPr/>
          </p:nvSpPr>
          <p:spPr>
            <a:xfrm>
              <a:off x="8227313" y="4950714"/>
              <a:ext cx="0" cy="515620"/>
            </a:xfrm>
            <a:custGeom>
              <a:avLst/>
              <a:gdLst/>
              <a:ahLst/>
              <a:cxnLst/>
              <a:rect l="l" t="t" r="r" b="b"/>
              <a:pathLst>
                <a:path w="0" h="515620">
                  <a:moveTo>
                    <a:pt x="0" y="0"/>
                  </a:moveTo>
                  <a:lnTo>
                    <a:pt x="0" y="515061"/>
                  </a:lnTo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8189218" y="545307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199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9" name="object 89" descr=""/>
          <p:cNvSpPr txBox="1"/>
          <p:nvPr/>
        </p:nvSpPr>
        <p:spPr>
          <a:xfrm>
            <a:off x="7977523" y="5029023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C00000"/>
                </a:solidFill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Closure</a:t>
            </a:r>
            <a:r>
              <a:rPr dirty="0" spc="-170"/>
              <a:t> </a:t>
            </a:r>
            <a:r>
              <a:rPr dirty="0" spc="-20"/>
              <a:t>Properties</a:t>
            </a:r>
            <a:r>
              <a:rPr dirty="0" spc="-160"/>
              <a:t> </a:t>
            </a:r>
            <a:r>
              <a:rPr dirty="0"/>
              <a:t>for</a:t>
            </a:r>
            <a:r>
              <a:rPr dirty="0" spc="-165"/>
              <a:t> </a:t>
            </a:r>
            <a:r>
              <a:rPr dirty="0" spc="-45"/>
              <a:t>RegEx</a:t>
            </a:r>
            <a:r>
              <a:rPr dirty="0" spc="-160"/>
              <a:t> </a:t>
            </a:r>
            <a:r>
              <a:rPr dirty="0"/>
              <a:t>-</a:t>
            </a:r>
            <a:r>
              <a:rPr dirty="0" spc="-140"/>
              <a:t> </a:t>
            </a:r>
            <a:r>
              <a:rPr dirty="0" spc="-10"/>
              <a:t>Union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452871" y="2095500"/>
            <a:ext cx="419100" cy="33845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dirty="0" sz="16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84919" y="2119883"/>
            <a:ext cx="424180" cy="33845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10"/>
              </a:spcBef>
            </a:pPr>
            <a:r>
              <a:rPr dirty="0" sz="16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492" sz="1725" spc="-37">
                <a:latin typeface="Cambria Math"/>
                <a:cs typeface="Cambria Math"/>
              </a:rPr>
              <a:t>2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6271005" y="2710942"/>
            <a:ext cx="735330" cy="741680"/>
            <a:chOff x="6271005" y="2710942"/>
            <a:chExt cx="735330" cy="741680"/>
          </a:xfrm>
        </p:grpSpPr>
        <p:sp>
          <p:nvSpPr>
            <p:cNvPr id="6" name="object 6" descr=""/>
            <p:cNvSpPr/>
            <p:nvPr/>
          </p:nvSpPr>
          <p:spPr>
            <a:xfrm>
              <a:off x="62773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361188" y="0"/>
                  </a:moveTo>
                  <a:lnTo>
                    <a:pt x="312176" y="3324"/>
                  </a:lnTo>
                  <a:lnTo>
                    <a:pt x="265169" y="13010"/>
                  </a:lnTo>
                  <a:lnTo>
                    <a:pt x="220597" y="28622"/>
                  </a:lnTo>
                  <a:lnTo>
                    <a:pt x="178889" y="49727"/>
                  </a:lnTo>
                  <a:lnTo>
                    <a:pt x="140476" y="75891"/>
                  </a:lnTo>
                  <a:lnTo>
                    <a:pt x="105789" y="106680"/>
                  </a:lnTo>
                  <a:lnTo>
                    <a:pt x="75257" y="141659"/>
                  </a:lnTo>
                  <a:lnTo>
                    <a:pt x="49312" y="180396"/>
                  </a:lnTo>
                  <a:lnTo>
                    <a:pt x="28383" y="222456"/>
                  </a:lnTo>
                  <a:lnTo>
                    <a:pt x="12901" y="267405"/>
                  </a:lnTo>
                  <a:lnTo>
                    <a:pt x="3297" y="314810"/>
                  </a:lnTo>
                  <a:lnTo>
                    <a:pt x="0" y="364236"/>
                  </a:lnTo>
                  <a:lnTo>
                    <a:pt x="3297" y="413661"/>
                  </a:lnTo>
                  <a:lnTo>
                    <a:pt x="12901" y="461066"/>
                  </a:lnTo>
                  <a:lnTo>
                    <a:pt x="28383" y="506015"/>
                  </a:lnTo>
                  <a:lnTo>
                    <a:pt x="49312" y="548075"/>
                  </a:lnTo>
                  <a:lnTo>
                    <a:pt x="75257" y="586812"/>
                  </a:lnTo>
                  <a:lnTo>
                    <a:pt x="105789" y="621792"/>
                  </a:lnTo>
                  <a:lnTo>
                    <a:pt x="140476" y="652580"/>
                  </a:lnTo>
                  <a:lnTo>
                    <a:pt x="178889" y="678744"/>
                  </a:lnTo>
                  <a:lnTo>
                    <a:pt x="220597" y="699849"/>
                  </a:lnTo>
                  <a:lnTo>
                    <a:pt x="265169" y="715461"/>
                  </a:lnTo>
                  <a:lnTo>
                    <a:pt x="312176" y="725147"/>
                  </a:lnTo>
                  <a:lnTo>
                    <a:pt x="361188" y="728472"/>
                  </a:lnTo>
                  <a:lnTo>
                    <a:pt x="410199" y="725147"/>
                  </a:lnTo>
                  <a:lnTo>
                    <a:pt x="457206" y="715461"/>
                  </a:lnTo>
                  <a:lnTo>
                    <a:pt x="501778" y="699849"/>
                  </a:lnTo>
                  <a:lnTo>
                    <a:pt x="543486" y="678744"/>
                  </a:lnTo>
                  <a:lnTo>
                    <a:pt x="581899" y="652580"/>
                  </a:lnTo>
                  <a:lnTo>
                    <a:pt x="616586" y="621792"/>
                  </a:lnTo>
                  <a:lnTo>
                    <a:pt x="647118" y="586812"/>
                  </a:lnTo>
                  <a:lnTo>
                    <a:pt x="673063" y="548075"/>
                  </a:lnTo>
                  <a:lnTo>
                    <a:pt x="693992" y="506015"/>
                  </a:lnTo>
                  <a:lnTo>
                    <a:pt x="709474" y="461066"/>
                  </a:lnTo>
                  <a:lnTo>
                    <a:pt x="719078" y="413661"/>
                  </a:lnTo>
                  <a:lnTo>
                    <a:pt x="722376" y="364236"/>
                  </a:lnTo>
                  <a:lnTo>
                    <a:pt x="719078" y="314810"/>
                  </a:lnTo>
                  <a:lnTo>
                    <a:pt x="709474" y="267405"/>
                  </a:lnTo>
                  <a:lnTo>
                    <a:pt x="693992" y="222456"/>
                  </a:lnTo>
                  <a:lnTo>
                    <a:pt x="673063" y="180396"/>
                  </a:lnTo>
                  <a:lnTo>
                    <a:pt x="647118" y="141659"/>
                  </a:lnTo>
                  <a:lnTo>
                    <a:pt x="616586" y="106680"/>
                  </a:lnTo>
                  <a:lnTo>
                    <a:pt x="581899" y="75891"/>
                  </a:lnTo>
                  <a:lnTo>
                    <a:pt x="543486" y="49727"/>
                  </a:lnTo>
                  <a:lnTo>
                    <a:pt x="501778" y="28622"/>
                  </a:lnTo>
                  <a:lnTo>
                    <a:pt x="457206" y="13010"/>
                  </a:lnTo>
                  <a:lnTo>
                    <a:pt x="410199" y="332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2773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0" y="364236"/>
                  </a:moveTo>
                  <a:lnTo>
                    <a:pt x="3297" y="314810"/>
                  </a:lnTo>
                  <a:lnTo>
                    <a:pt x="12901" y="267405"/>
                  </a:lnTo>
                  <a:lnTo>
                    <a:pt x="28383" y="222456"/>
                  </a:lnTo>
                  <a:lnTo>
                    <a:pt x="49312" y="180396"/>
                  </a:lnTo>
                  <a:lnTo>
                    <a:pt x="75257" y="141659"/>
                  </a:lnTo>
                  <a:lnTo>
                    <a:pt x="105789" y="106680"/>
                  </a:lnTo>
                  <a:lnTo>
                    <a:pt x="140476" y="75891"/>
                  </a:lnTo>
                  <a:lnTo>
                    <a:pt x="178889" y="49727"/>
                  </a:lnTo>
                  <a:lnTo>
                    <a:pt x="220597" y="28622"/>
                  </a:lnTo>
                  <a:lnTo>
                    <a:pt x="265169" y="13010"/>
                  </a:lnTo>
                  <a:lnTo>
                    <a:pt x="312176" y="3324"/>
                  </a:lnTo>
                  <a:lnTo>
                    <a:pt x="361188" y="0"/>
                  </a:lnTo>
                  <a:lnTo>
                    <a:pt x="410199" y="3324"/>
                  </a:lnTo>
                  <a:lnTo>
                    <a:pt x="457206" y="13010"/>
                  </a:lnTo>
                  <a:lnTo>
                    <a:pt x="501778" y="28622"/>
                  </a:lnTo>
                  <a:lnTo>
                    <a:pt x="543486" y="49727"/>
                  </a:lnTo>
                  <a:lnTo>
                    <a:pt x="581899" y="75891"/>
                  </a:lnTo>
                  <a:lnTo>
                    <a:pt x="616586" y="106680"/>
                  </a:lnTo>
                  <a:lnTo>
                    <a:pt x="647118" y="141659"/>
                  </a:lnTo>
                  <a:lnTo>
                    <a:pt x="673063" y="180396"/>
                  </a:lnTo>
                  <a:lnTo>
                    <a:pt x="693992" y="222456"/>
                  </a:lnTo>
                  <a:lnTo>
                    <a:pt x="709474" y="267405"/>
                  </a:lnTo>
                  <a:lnTo>
                    <a:pt x="719078" y="314810"/>
                  </a:lnTo>
                  <a:lnTo>
                    <a:pt x="722376" y="364236"/>
                  </a:lnTo>
                  <a:lnTo>
                    <a:pt x="719078" y="413661"/>
                  </a:lnTo>
                  <a:lnTo>
                    <a:pt x="709474" y="461066"/>
                  </a:lnTo>
                  <a:lnTo>
                    <a:pt x="693992" y="506015"/>
                  </a:lnTo>
                  <a:lnTo>
                    <a:pt x="673063" y="548075"/>
                  </a:lnTo>
                  <a:lnTo>
                    <a:pt x="647118" y="586812"/>
                  </a:lnTo>
                  <a:lnTo>
                    <a:pt x="616586" y="621792"/>
                  </a:lnTo>
                  <a:lnTo>
                    <a:pt x="581899" y="652580"/>
                  </a:lnTo>
                  <a:lnTo>
                    <a:pt x="543486" y="678744"/>
                  </a:lnTo>
                  <a:lnTo>
                    <a:pt x="501778" y="699849"/>
                  </a:lnTo>
                  <a:lnTo>
                    <a:pt x="457206" y="715461"/>
                  </a:lnTo>
                  <a:lnTo>
                    <a:pt x="410199" y="725147"/>
                  </a:lnTo>
                  <a:lnTo>
                    <a:pt x="361188" y="728472"/>
                  </a:lnTo>
                  <a:lnTo>
                    <a:pt x="312176" y="725147"/>
                  </a:lnTo>
                  <a:lnTo>
                    <a:pt x="265169" y="715461"/>
                  </a:lnTo>
                  <a:lnTo>
                    <a:pt x="220597" y="699849"/>
                  </a:lnTo>
                  <a:lnTo>
                    <a:pt x="178889" y="678744"/>
                  </a:lnTo>
                  <a:lnTo>
                    <a:pt x="140476" y="652580"/>
                  </a:lnTo>
                  <a:lnTo>
                    <a:pt x="105789" y="621792"/>
                  </a:lnTo>
                  <a:lnTo>
                    <a:pt x="75257" y="586812"/>
                  </a:lnTo>
                  <a:lnTo>
                    <a:pt x="49312" y="548075"/>
                  </a:lnTo>
                  <a:lnTo>
                    <a:pt x="28383" y="506015"/>
                  </a:lnTo>
                  <a:lnTo>
                    <a:pt x="12901" y="461066"/>
                  </a:lnTo>
                  <a:lnTo>
                    <a:pt x="3297" y="413661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514596" y="2941121"/>
            <a:ext cx="105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𝑡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590796" y="3037133"/>
            <a:ext cx="11112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latin typeface="Cambria Math"/>
                <a:cs typeface="Cambria Math"/>
              </a:rPr>
              <a:t>0</a:t>
            </a:r>
            <a:endParaRPr sz="1150">
              <a:latin typeface="Cambria Math"/>
              <a:cs typeface="Cambria Math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5916548" y="2710942"/>
            <a:ext cx="2461260" cy="741680"/>
            <a:chOff x="5916548" y="2710942"/>
            <a:chExt cx="2461260" cy="741680"/>
          </a:xfrm>
        </p:grpSpPr>
        <p:sp>
          <p:nvSpPr>
            <p:cNvPr id="11" name="object 11" descr=""/>
            <p:cNvSpPr/>
            <p:nvPr/>
          </p:nvSpPr>
          <p:spPr>
            <a:xfrm>
              <a:off x="5926073" y="3082290"/>
              <a:ext cx="288925" cy="0"/>
            </a:xfrm>
            <a:custGeom>
              <a:avLst/>
              <a:gdLst/>
              <a:ahLst/>
              <a:cxnLst/>
              <a:rect l="l" t="t" r="r" b="b"/>
              <a:pathLst>
                <a:path w="288925" h="0">
                  <a:moveTo>
                    <a:pt x="0" y="0"/>
                  </a:moveTo>
                  <a:lnTo>
                    <a:pt x="288709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202080" y="304418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6489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361188" y="0"/>
                  </a:moveTo>
                  <a:lnTo>
                    <a:pt x="312176" y="3324"/>
                  </a:lnTo>
                  <a:lnTo>
                    <a:pt x="265169" y="13010"/>
                  </a:lnTo>
                  <a:lnTo>
                    <a:pt x="220597" y="28622"/>
                  </a:lnTo>
                  <a:lnTo>
                    <a:pt x="178889" y="49727"/>
                  </a:lnTo>
                  <a:lnTo>
                    <a:pt x="140476" y="75891"/>
                  </a:lnTo>
                  <a:lnTo>
                    <a:pt x="105789" y="106680"/>
                  </a:lnTo>
                  <a:lnTo>
                    <a:pt x="75257" y="141659"/>
                  </a:lnTo>
                  <a:lnTo>
                    <a:pt x="49312" y="180396"/>
                  </a:lnTo>
                  <a:lnTo>
                    <a:pt x="28383" y="222456"/>
                  </a:lnTo>
                  <a:lnTo>
                    <a:pt x="12901" y="267405"/>
                  </a:lnTo>
                  <a:lnTo>
                    <a:pt x="3297" y="314810"/>
                  </a:lnTo>
                  <a:lnTo>
                    <a:pt x="0" y="364236"/>
                  </a:lnTo>
                  <a:lnTo>
                    <a:pt x="3297" y="413661"/>
                  </a:lnTo>
                  <a:lnTo>
                    <a:pt x="12901" y="461066"/>
                  </a:lnTo>
                  <a:lnTo>
                    <a:pt x="28383" y="506015"/>
                  </a:lnTo>
                  <a:lnTo>
                    <a:pt x="49312" y="548075"/>
                  </a:lnTo>
                  <a:lnTo>
                    <a:pt x="75257" y="586812"/>
                  </a:lnTo>
                  <a:lnTo>
                    <a:pt x="105789" y="621792"/>
                  </a:lnTo>
                  <a:lnTo>
                    <a:pt x="140476" y="652580"/>
                  </a:lnTo>
                  <a:lnTo>
                    <a:pt x="178889" y="678744"/>
                  </a:lnTo>
                  <a:lnTo>
                    <a:pt x="220597" y="699849"/>
                  </a:lnTo>
                  <a:lnTo>
                    <a:pt x="265169" y="715461"/>
                  </a:lnTo>
                  <a:lnTo>
                    <a:pt x="312176" y="725147"/>
                  </a:lnTo>
                  <a:lnTo>
                    <a:pt x="361188" y="728472"/>
                  </a:lnTo>
                  <a:lnTo>
                    <a:pt x="410199" y="725147"/>
                  </a:lnTo>
                  <a:lnTo>
                    <a:pt x="457206" y="715461"/>
                  </a:lnTo>
                  <a:lnTo>
                    <a:pt x="501778" y="699849"/>
                  </a:lnTo>
                  <a:lnTo>
                    <a:pt x="543486" y="678744"/>
                  </a:lnTo>
                  <a:lnTo>
                    <a:pt x="581899" y="652580"/>
                  </a:lnTo>
                  <a:lnTo>
                    <a:pt x="616586" y="621792"/>
                  </a:lnTo>
                  <a:lnTo>
                    <a:pt x="647118" y="586812"/>
                  </a:lnTo>
                  <a:lnTo>
                    <a:pt x="673063" y="548075"/>
                  </a:lnTo>
                  <a:lnTo>
                    <a:pt x="693992" y="506015"/>
                  </a:lnTo>
                  <a:lnTo>
                    <a:pt x="709474" y="461066"/>
                  </a:lnTo>
                  <a:lnTo>
                    <a:pt x="719078" y="413661"/>
                  </a:lnTo>
                  <a:lnTo>
                    <a:pt x="722376" y="364236"/>
                  </a:lnTo>
                  <a:lnTo>
                    <a:pt x="719078" y="314810"/>
                  </a:lnTo>
                  <a:lnTo>
                    <a:pt x="709474" y="267405"/>
                  </a:lnTo>
                  <a:lnTo>
                    <a:pt x="693992" y="222456"/>
                  </a:lnTo>
                  <a:lnTo>
                    <a:pt x="673063" y="180396"/>
                  </a:lnTo>
                  <a:lnTo>
                    <a:pt x="647118" y="141659"/>
                  </a:lnTo>
                  <a:lnTo>
                    <a:pt x="616586" y="106680"/>
                  </a:lnTo>
                  <a:lnTo>
                    <a:pt x="581899" y="75891"/>
                  </a:lnTo>
                  <a:lnTo>
                    <a:pt x="543486" y="49727"/>
                  </a:lnTo>
                  <a:lnTo>
                    <a:pt x="501778" y="28622"/>
                  </a:lnTo>
                  <a:lnTo>
                    <a:pt x="457206" y="13010"/>
                  </a:lnTo>
                  <a:lnTo>
                    <a:pt x="410199" y="332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6489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0" y="364236"/>
                  </a:moveTo>
                  <a:lnTo>
                    <a:pt x="3297" y="314810"/>
                  </a:lnTo>
                  <a:lnTo>
                    <a:pt x="12901" y="267405"/>
                  </a:lnTo>
                  <a:lnTo>
                    <a:pt x="28383" y="222456"/>
                  </a:lnTo>
                  <a:lnTo>
                    <a:pt x="49312" y="180396"/>
                  </a:lnTo>
                  <a:lnTo>
                    <a:pt x="75257" y="141659"/>
                  </a:lnTo>
                  <a:lnTo>
                    <a:pt x="105789" y="106680"/>
                  </a:lnTo>
                  <a:lnTo>
                    <a:pt x="140476" y="75891"/>
                  </a:lnTo>
                  <a:lnTo>
                    <a:pt x="178889" y="49727"/>
                  </a:lnTo>
                  <a:lnTo>
                    <a:pt x="220597" y="28622"/>
                  </a:lnTo>
                  <a:lnTo>
                    <a:pt x="265169" y="13010"/>
                  </a:lnTo>
                  <a:lnTo>
                    <a:pt x="312176" y="3324"/>
                  </a:lnTo>
                  <a:lnTo>
                    <a:pt x="361188" y="0"/>
                  </a:lnTo>
                  <a:lnTo>
                    <a:pt x="410199" y="3324"/>
                  </a:lnTo>
                  <a:lnTo>
                    <a:pt x="457206" y="13010"/>
                  </a:lnTo>
                  <a:lnTo>
                    <a:pt x="501778" y="28622"/>
                  </a:lnTo>
                  <a:lnTo>
                    <a:pt x="543486" y="49727"/>
                  </a:lnTo>
                  <a:lnTo>
                    <a:pt x="581899" y="75891"/>
                  </a:lnTo>
                  <a:lnTo>
                    <a:pt x="616586" y="106680"/>
                  </a:lnTo>
                  <a:lnTo>
                    <a:pt x="647118" y="141659"/>
                  </a:lnTo>
                  <a:lnTo>
                    <a:pt x="673063" y="180396"/>
                  </a:lnTo>
                  <a:lnTo>
                    <a:pt x="693992" y="222456"/>
                  </a:lnTo>
                  <a:lnTo>
                    <a:pt x="709474" y="267405"/>
                  </a:lnTo>
                  <a:lnTo>
                    <a:pt x="719078" y="314810"/>
                  </a:lnTo>
                  <a:lnTo>
                    <a:pt x="722376" y="364236"/>
                  </a:lnTo>
                  <a:lnTo>
                    <a:pt x="719078" y="413661"/>
                  </a:lnTo>
                  <a:lnTo>
                    <a:pt x="709474" y="461066"/>
                  </a:lnTo>
                  <a:lnTo>
                    <a:pt x="693992" y="506015"/>
                  </a:lnTo>
                  <a:lnTo>
                    <a:pt x="673063" y="548075"/>
                  </a:lnTo>
                  <a:lnTo>
                    <a:pt x="647118" y="586812"/>
                  </a:lnTo>
                  <a:lnTo>
                    <a:pt x="616586" y="621792"/>
                  </a:lnTo>
                  <a:lnTo>
                    <a:pt x="581899" y="652580"/>
                  </a:lnTo>
                  <a:lnTo>
                    <a:pt x="543486" y="678744"/>
                  </a:lnTo>
                  <a:lnTo>
                    <a:pt x="501778" y="699849"/>
                  </a:lnTo>
                  <a:lnTo>
                    <a:pt x="457206" y="715461"/>
                  </a:lnTo>
                  <a:lnTo>
                    <a:pt x="410199" y="725147"/>
                  </a:lnTo>
                  <a:lnTo>
                    <a:pt x="361188" y="728472"/>
                  </a:lnTo>
                  <a:lnTo>
                    <a:pt x="312176" y="725147"/>
                  </a:lnTo>
                  <a:lnTo>
                    <a:pt x="265169" y="715461"/>
                  </a:lnTo>
                  <a:lnTo>
                    <a:pt x="220597" y="699849"/>
                  </a:lnTo>
                  <a:lnTo>
                    <a:pt x="178889" y="678744"/>
                  </a:lnTo>
                  <a:lnTo>
                    <a:pt x="140476" y="652580"/>
                  </a:lnTo>
                  <a:lnTo>
                    <a:pt x="105789" y="621792"/>
                  </a:lnTo>
                  <a:lnTo>
                    <a:pt x="75257" y="586812"/>
                  </a:lnTo>
                  <a:lnTo>
                    <a:pt x="49312" y="548075"/>
                  </a:lnTo>
                  <a:lnTo>
                    <a:pt x="28383" y="506015"/>
                  </a:lnTo>
                  <a:lnTo>
                    <a:pt x="12901" y="461066"/>
                  </a:lnTo>
                  <a:lnTo>
                    <a:pt x="3297" y="413661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7888032" y="2941121"/>
            <a:ext cx="105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𝑡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959659" y="3037133"/>
            <a:ext cx="11112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latin typeface="Cambria Math"/>
                <a:cs typeface="Cambria Math"/>
              </a:rPr>
              <a:t>1</a:t>
            </a:r>
            <a:endParaRPr sz="1150">
              <a:latin typeface="Cambria Math"/>
              <a:cs typeface="Cambria Math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6966584" y="2774950"/>
            <a:ext cx="1348740" cy="734060"/>
            <a:chOff x="6966584" y="2774950"/>
            <a:chExt cx="1348740" cy="734060"/>
          </a:xfrm>
        </p:grpSpPr>
        <p:sp>
          <p:nvSpPr>
            <p:cNvPr id="18" name="object 18" descr=""/>
            <p:cNvSpPr/>
            <p:nvPr/>
          </p:nvSpPr>
          <p:spPr>
            <a:xfrm>
              <a:off x="7711440" y="2781300"/>
              <a:ext cx="597535" cy="601980"/>
            </a:xfrm>
            <a:custGeom>
              <a:avLst/>
              <a:gdLst/>
              <a:ahLst/>
              <a:cxnLst/>
              <a:rect l="l" t="t" r="r" b="b"/>
              <a:pathLst>
                <a:path w="597534" h="601979">
                  <a:moveTo>
                    <a:pt x="0" y="300989"/>
                  </a:moveTo>
                  <a:lnTo>
                    <a:pt x="3909" y="252168"/>
                  </a:lnTo>
                  <a:lnTo>
                    <a:pt x="15227" y="205854"/>
                  </a:lnTo>
                  <a:lnTo>
                    <a:pt x="33340" y="162668"/>
                  </a:lnTo>
                  <a:lnTo>
                    <a:pt x="57631" y="123230"/>
                  </a:lnTo>
                  <a:lnTo>
                    <a:pt x="87487" y="88158"/>
                  </a:lnTo>
                  <a:lnTo>
                    <a:pt x="122291" y="58074"/>
                  </a:lnTo>
                  <a:lnTo>
                    <a:pt x="161430" y="33596"/>
                  </a:lnTo>
                  <a:lnTo>
                    <a:pt x="204289" y="15344"/>
                  </a:lnTo>
                  <a:lnTo>
                    <a:pt x="250251" y="3939"/>
                  </a:lnTo>
                  <a:lnTo>
                    <a:pt x="298704" y="0"/>
                  </a:lnTo>
                  <a:lnTo>
                    <a:pt x="347156" y="3939"/>
                  </a:lnTo>
                  <a:lnTo>
                    <a:pt x="393118" y="15344"/>
                  </a:lnTo>
                  <a:lnTo>
                    <a:pt x="435977" y="33596"/>
                  </a:lnTo>
                  <a:lnTo>
                    <a:pt x="475116" y="58074"/>
                  </a:lnTo>
                  <a:lnTo>
                    <a:pt x="509920" y="88158"/>
                  </a:lnTo>
                  <a:lnTo>
                    <a:pt x="539776" y="123230"/>
                  </a:lnTo>
                  <a:lnTo>
                    <a:pt x="564067" y="162668"/>
                  </a:lnTo>
                  <a:lnTo>
                    <a:pt x="582180" y="205854"/>
                  </a:lnTo>
                  <a:lnTo>
                    <a:pt x="593498" y="252168"/>
                  </a:lnTo>
                  <a:lnTo>
                    <a:pt x="597408" y="300989"/>
                  </a:lnTo>
                  <a:lnTo>
                    <a:pt x="593498" y="349811"/>
                  </a:lnTo>
                  <a:lnTo>
                    <a:pt x="582180" y="396125"/>
                  </a:lnTo>
                  <a:lnTo>
                    <a:pt x="564067" y="439311"/>
                  </a:lnTo>
                  <a:lnTo>
                    <a:pt x="539776" y="478749"/>
                  </a:lnTo>
                  <a:lnTo>
                    <a:pt x="509920" y="513821"/>
                  </a:lnTo>
                  <a:lnTo>
                    <a:pt x="475116" y="543905"/>
                  </a:lnTo>
                  <a:lnTo>
                    <a:pt x="435977" y="568383"/>
                  </a:lnTo>
                  <a:lnTo>
                    <a:pt x="393118" y="586635"/>
                  </a:lnTo>
                  <a:lnTo>
                    <a:pt x="347156" y="598040"/>
                  </a:lnTo>
                  <a:lnTo>
                    <a:pt x="298704" y="601979"/>
                  </a:lnTo>
                  <a:lnTo>
                    <a:pt x="250251" y="598040"/>
                  </a:lnTo>
                  <a:lnTo>
                    <a:pt x="204289" y="586635"/>
                  </a:lnTo>
                  <a:lnTo>
                    <a:pt x="161430" y="568383"/>
                  </a:lnTo>
                  <a:lnTo>
                    <a:pt x="122291" y="543905"/>
                  </a:lnTo>
                  <a:lnTo>
                    <a:pt x="87487" y="513821"/>
                  </a:lnTo>
                  <a:lnTo>
                    <a:pt x="57631" y="478749"/>
                  </a:lnTo>
                  <a:lnTo>
                    <a:pt x="33340" y="439311"/>
                  </a:lnTo>
                  <a:lnTo>
                    <a:pt x="15227" y="396125"/>
                  </a:lnTo>
                  <a:lnTo>
                    <a:pt x="3909" y="349811"/>
                  </a:lnTo>
                  <a:lnTo>
                    <a:pt x="0" y="30098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999369" y="3243265"/>
              <a:ext cx="684530" cy="256540"/>
            </a:xfrm>
            <a:custGeom>
              <a:avLst/>
              <a:gdLst/>
              <a:ahLst/>
              <a:cxnLst/>
              <a:rect l="l" t="t" r="r" b="b"/>
              <a:pathLst>
                <a:path w="684529" h="256539">
                  <a:moveTo>
                    <a:pt x="684123" y="0"/>
                  </a:moveTo>
                  <a:lnTo>
                    <a:pt x="675865" y="41028"/>
                  </a:lnTo>
                  <a:lnTo>
                    <a:pt x="660534" y="79685"/>
                  </a:lnTo>
                  <a:lnTo>
                    <a:pt x="638720" y="115574"/>
                  </a:lnTo>
                  <a:lnTo>
                    <a:pt x="611015" y="148299"/>
                  </a:lnTo>
                  <a:lnTo>
                    <a:pt x="578009" y="177466"/>
                  </a:lnTo>
                  <a:lnTo>
                    <a:pt x="540296" y="202679"/>
                  </a:lnTo>
                  <a:lnTo>
                    <a:pt x="498466" y="223542"/>
                  </a:lnTo>
                  <a:lnTo>
                    <a:pt x="453110" y="239660"/>
                  </a:lnTo>
                  <a:lnTo>
                    <a:pt x="404820" y="250637"/>
                  </a:lnTo>
                  <a:lnTo>
                    <a:pt x="354187" y="256078"/>
                  </a:lnTo>
                  <a:lnTo>
                    <a:pt x="301802" y="255587"/>
                  </a:lnTo>
                  <a:lnTo>
                    <a:pt x="250842" y="249163"/>
                  </a:lnTo>
                  <a:lnTo>
                    <a:pt x="202561" y="237219"/>
                  </a:lnTo>
                  <a:lnTo>
                    <a:pt x="157509" y="220173"/>
                  </a:lnTo>
                  <a:lnTo>
                    <a:pt x="116239" y="198443"/>
                  </a:lnTo>
                  <a:lnTo>
                    <a:pt x="79302" y="172449"/>
                  </a:lnTo>
                  <a:lnTo>
                    <a:pt x="47249" y="142609"/>
                  </a:lnTo>
                  <a:lnTo>
                    <a:pt x="20631" y="109340"/>
                  </a:lnTo>
                  <a:lnTo>
                    <a:pt x="0" y="7306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966584" y="3255275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4">
                  <a:moveTo>
                    <a:pt x="13944" y="0"/>
                  </a:moveTo>
                  <a:lnTo>
                    <a:pt x="0" y="84048"/>
                  </a:lnTo>
                  <a:lnTo>
                    <a:pt x="72809" y="61582"/>
                  </a:lnTo>
                  <a:lnTo>
                    <a:pt x="139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7195928" y="3502177"/>
            <a:ext cx="2527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𝑎,</a:t>
            </a:r>
            <a:r>
              <a:rPr dirty="0" sz="1200" spc="-50">
                <a:latin typeface="Cambria Math"/>
                <a:cs typeface="Cambria Math"/>
              </a:rPr>
              <a:t> 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9386316" y="2694432"/>
            <a:ext cx="722630" cy="728980"/>
          </a:xfrm>
          <a:custGeom>
            <a:avLst/>
            <a:gdLst/>
            <a:ahLst/>
            <a:cxnLst/>
            <a:rect l="l" t="t" r="r" b="b"/>
            <a:pathLst>
              <a:path w="722629" h="728979">
                <a:moveTo>
                  <a:pt x="0" y="364236"/>
                </a:moveTo>
                <a:lnTo>
                  <a:pt x="3297" y="314810"/>
                </a:lnTo>
                <a:lnTo>
                  <a:pt x="12901" y="267405"/>
                </a:lnTo>
                <a:lnTo>
                  <a:pt x="28383" y="222456"/>
                </a:lnTo>
                <a:lnTo>
                  <a:pt x="49312" y="180396"/>
                </a:lnTo>
                <a:lnTo>
                  <a:pt x="75257" y="141659"/>
                </a:lnTo>
                <a:lnTo>
                  <a:pt x="105789" y="106680"/>
                </a:lnTo>
                <a:lnTo>
                  <a:pt x="140476" y="75891"/>
                </a:lnTo>
                <a:lnTo>
                  <a:pt x="178889" y="49727"/>
                </a:lnTo>
                <a:lnTo>
                  <a:pt x="220597" y="28622"/>
                </a:lnTo>
                <a:lnTo>
                  <a:pt x="265169" y="13010"/>
                </a:lnTo>
                <a:lnTo>
                  <a:pt x="312176" y="3324"/>
                </a:lnTo>
                <a:lnTo>
                  <a:pt x="361188" y="0"/>
                </a:lnTo>
                <a:lnTo>
                  <a:pt x="410199" y="3324"/>
                </a:lnTo>
                <a:lnTo>
                  <a:pt x="457206" y="13010"/>
                </a:lnTo>
                <a:lnTo>
                  <a:pt x="501778" y="28622"/>
                </a:lnTo>
                <a:lnTo>
                  <a:pt x="543486" y="49727"/>
                </a:lnTo>
                <a:lnTo>
                  <a:pt x="581899" y="75891"/>
                </a:lnTo>
                <a:lnTo>
                  <a:pt x="616586" y="106680"/>
                </a:lnTo>
                <a:lnTo>
                  <a:pt x="647118" y="141659"/>
                </a:lnTo>
                <a:lnTo>
                  <a:pt x="673063" y="180396"/>
                </a:lnTo>
                <a:lnTo>
                  <a:pt x="693992" y="222456"/>
                </a:lnTo>
                <a:lnTo>
                  <a:pt x="709474" y="267405"/>
                </a:lnTo>
                <a:lnTo>
                  <a:pt x="719078" y="314810"/>
                </a:lnTo>
                <a:lnTo>
                  <a:pt x="722376" y="364236"/>
                </a:lnTo>
                <a:lnTo>
                  <a:pt x="719078" y="413661"/>
                </a:lnTo>
                <a:lnTo>
                  <a:pt x="709474" y="461066"/>
                </a:lnTo>
                <a:lnTo>
                  <a:pt x="693992" y="506015"/>
                </a:lnTo>
                <a:lnTo>
                  <a:pt x="673063" y="548075"/>
                </a:lnTo>
                <a:lnTo>
                  <a:pt x="647118" y="586812"/>
                </a:lnTo>
                <a:lnTo>
                  <a:pt x="616586" y="621792"/>
                </a:lnTo>
                <a:lnTo>
                  <a:pt x="581899" y="652580"/>
                </a:lnTo>
                <a:lnTo>
                  <a:pt x="543486" y="678744"/>
                </a:lnTo>
                <a:lnTo>
                  <a:pt x="501778" y="699849"/>
                </a:lnTo>
                <a:lnTo>
                  <a:pt x="457206" y="715461"/>
                </a:lnTo>
                <a:lnTo>
                  <a:pt x="410199" y="725147"/>
                </a:lnTo>
                <a:lnTo>
                  <a:pt x="361188" y="728472"/>
                </a:lnTo>
                <a:lnTo>
                  <a:pt x="312176" y="725147"/>
                </a:lnTo>
                <a:lnTo>
                  <a:pt x="265169" y="715461"/>
                </a:lnTo>
                <a:lnTo>
                  <a:pt x="220597" y="699849"/>
                </a:lnTo>
                <a:lnTo>
                  <a:pt x="178889" y="678744"/>
                </a:lnTo>
                <a:lnTo>
                  <a:pt x="140476" y="652580"/>
                </a:lnTo>
                <a:lnTo>
                  <a:pt x="105789" y="621792"/>
                </a:lnTo>
                <a:lnTo>
                  <a:pt x="75257" y="586812"/>
                </a:lnTo>
                <a:lnTo>
                  <a:pt x="49312" y="548075"/>
                </a:lnTo>
                <a:lnTo>
                  <a:pt x="28383" y="506015"/>
                </a:lnTo>
                <a:lnTo>
                  <a:pt x="12901" y="461066"/>
                </a:lnTo>
                <a:lnTo>
                  <a:pt x="3297" y="413661"/>
                </a:lnTo>
                <a:lnTo>
                  <a:pt x="0" y="364236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9599141" y="2918503"/>
            <a:ext cx="2349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9023984" y="2688082"/>
            <a:ext cx="2463165" cy="741680"/>
            <a:chOff x="9023984" y="2688082"/>
            <a:chExt cx="2463165" cy="741680"/>
          </a:xfrm>
        </p:grpSpPr>
        <p:sp>
          <p:nvSpPr>
            <p:cNvPr id="25" name="object 25" descr=""/>
            <p:cNvSpPr/>
            <p:nvPr/>
          </p:nvSpPr>
          <p:spPr>
            <a:xfrm>
              <a:off x="9033509" y="3059430"/>
              <a:ext cx="288925" cy="0"/>
            </a:xfrm>
            <a:custGeom>
              <a:avLst/>
              <a:gdLst/>
              <a:ahLst/>
              <a:cxnLst/>
              <a:rect l="l" t="t" r="r" b="b"/>
              <a:pathLst>
                <a:path w="288925" h="0">
                  <a:moveTo>
                    <a:pt x="0" y="0"/>
                  </a:moveTo>
                  <a:lnTo>
                    <a:pt x="288709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9309515" y="302132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0757915" y="269443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361188" y="0"/>
                  </a:moveTo>
                  <a:lnTo>
                    <a:pt x="312176" y="3324"/>
                  </a:lnTo>
                  <a:lnTo>
                    <a:pt x="265169" y="13010"/>
                  </a:lnTo>
                  <a:lnTo>
                    <a:pt x="220597" y="28622"/>
                  </a:lnTo>
                  <a:lnTo>
                    <a:pt x="178889" y="49727"/>
                  </a:lnTo>
                  <a:lnTo>
                    <a:pt x="140476" y="75891"/>
                  </a:lnTo>
                  <a:lnTo>
                    <a:pt x="105789" y="106680"/>
                  </a:lnTo>
                  <a:lnTo>
                    <a:pt x="75257" y="141659"/>
                  </a:lnTo>
                  <a:lnTo>
                    <a:pt x="49312" y="180396"/>
                  </a:lnTo>
                  <a:lnTo>
                    <a:pt x="28383" y="222456"/>
                  </a:lnTo>
                  <a:lnTo>
                    <a:pt x="12901" y="267405"/>
                  </a:lnTo>
                  <a:lnTo>
                    <a:pt x="3297" y="314810"/>
                  </a:lnTo>
                  <a:lnTo>
                    <a:pt x="0" y="364236"/>
                  </a:lnTo>
                  <a:lnTo>
                    <a:pt x="3297" y="413661"/>
                  </a:lnTo>
                  <a:lnTo>
                    <a:pt x="12901" y="461066"/>
                  </a:lnTo>
                  <a:lnTo>
                    <a:pt x="28383" y="506015"/>
                  </a:lnTo>
                  <a:lnTo>
                    <a:pt x="49312" y="548075"/>
                  </a:lnTo>
                  <a:lnTo>
                    <a:pt x="75257" y="586812"/>
                  </a:lnTo>
                  <a:lnTo>
                    <a:pt x="105789" y="621792"/>
                  </a:lnTo>
                  <a:lnTo>
                    <a:pt x="140476" y="652580"/>
                  </a:lnTo>
                  <a:lnTo>
                    <a:pt x="178889" y="678744"/>
                  </a:lnTo>
                  <a:lnTo>
                    <a:pt x="220597" y="699849"/>
                  </a:lnTo>
                  <a:lnTo>
                    <a:pt x="265169" y="715461"/>
                  </a:lnTo>
                  <a:lnTo>
                    <a:pt x="312176" y="725147"/>
                  </a:lnTo>
                  <a:lnTo>
                    <a:pt x="361188" y="728472"/>
                  </a:lnTo>
                  <a:lnTo>
                    <a:pt x="410199" y="725147"/>
                  </a:lnTo>
                  <a:lnTo>
                    <a:pt x="457206" y="715461"/>
                  </a:lnTo>
                  <a:lnTo>
                    <a:pt x="501778" y="699849"/>
                  </a:lnTo>
                  <a:lnTo>
                    <a:pt x="543486" y="678744"/>
                  </a:lnTo>
                  <a:lnTo>
                    <a:pt x="581899" y="652580"/>
                  </a:lnTo>
                  <a:lnTo>
                    <a:pt x="616586" y="621792"/>
                  </a:lnTo>
                  <a:lnTo>
                    <a:pt x="647118" y="586812"/>
                  </a:lnTo>
                  <a:lnTo>
                    <a:pt x="673063" y="548075"/>
                  </a:lnTo>
                  <a:lnTo>
                    <a:pt x="693992" y="506015"/>
                  </a:lnTo>
                  <a:lnTo>
                    <a:pt x="709474" y="461066"/>
                  </a:lnTo>
                  <a:lnTo>
                    <a:pt x="719078" y="413661"/>
                  </a:lnTo>
                  <a:lnTo>
                    <a:pt x="722376" y="364236"/>
                  </a:lnTo>
                  <a:lnTo>
                    <a:pt x="719078" y="314810"/>
                  </a:lnTo>
                  <a:lnTo>
                    <a:pt x="709474" y="267405"/>
                  </a:lnTo>
                  <a:lnTo>
                    <a:pt x="693992" y="222456"/>
                  </a:lnTo>
                  <a:lnTo>
                    <a:pt x="673063" y="180396"/>
                  </a:lnTo>
                  <a:lnTo>
                    <a:pt x="647118" y="141659"/>
                  </a:lnTo>
                  <a:lnTo>
                    <a:pt x="616586" y="106680"/>
                  </a:lnTo>
                  <a:lnTo>
                    <a:pt x="581899" y="75891"/>
                  </a:lnTo>
                  <a:lnTo>
                    <a:pt x="543486" y="49727"/>
                  </a:lnTo>
                  <a:lnTo>
                    <a:pt x="501778" y="28622"/>
                  </a:lnTo>
                  <a:lnTo>
                    <a:pt x="457206" y="13010"/>
                  </a:lnTo>
                  <a:lnTo>
                    <a:pt x="410199" y="332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0757915" y="269443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0" y="364236"/>
                  </a:moveTo>
                  <a:lnTo>
                    <a:pt x="3297" y="314810"/>
                  </a:lnTo>
                  <a:lnTo>
                    <a:pt x="12901" y="267405"/>
                  </a:lnTo>
                  <a:lnTo>
                    <a:pt x="28383" y="222456"/>
                  </a:lnTo>
                  <a:lnTo>
                    <a:pt x="49312" y="180396"/>
                  </a:lnTo>
                  <a:lnTo>
                    <a:pt x="75257" y="141659"/>
                  </a:lnTo>
                  <a:lnTo>
                    <a:pt x="105789" y="106680"/>
                  </a:lnTo>
                  <a:lnTo>
                    <a:pt x="140476" y="75891"/>
                  </a:lnTo>
                  <a:lnTo>
                    <a:pt x="178889" y="49727"/>
                  </a:lnTo>
                  <a:lnTo>
                    <a:pt x="220597" y="28622"/>
                  </a:lnTo>
                  <a:lnTo>
                    <a:pt x="265169" y="13010"/>
                  </a:lnTo>
                  <a:lnTo>
                    <a:pt x="312176" y="3324"/>
                  </a:lnTo>
                  <a:lnTo>
                    <a:pt x="361188" y="0"/>
                  </a:lnTo>
                  <a:lnTo>
                    <a:pt x="410199" y="3324"/>
                  </a:lnTo>
                  <a:lnTo>
                    <a:pt x="457206" y="13010"/>
                  </a:lnTo>
                  <a:lnTo>
                    <a:pt x="501778" y="28622"/>
                  </a:lnTo>
                  <a:lnTo>
                    <a:pt x="543486" y="49727"/>
                  </a:lnTo>
                  <a:lnTo>
                    <a:pt x="581899" y="75891"/>
                  </a:lnTo>
                  <a:lnTo>
                    <a:pt x="616586" y="106680"/>
                  </a:lnTo>
                  <a:lnTo>
                    <a:pt x="647118" y="141659"/>
                  </a:lnTo>
                  <a:lnTo>
                    <a:pt x="673063" y="180396"/>
                  </a:lnTo>
                  <a:lnTo>
                    <a:pt x="693992" y="222456"/>
                  </a:lnTo>
                  <a:lnTo>
                    <a:pt x="709474" y="267405"/>
                  </a:lnTo>
                  <a:lnTo>
                    <a:pt x="719078" y="314810"/>
                  </a:lnTo>
                  <a:lnTo>
                    <a:pt x="722376" y="364236"/>
                  </a:lnTo>
                  <a:lnTo>
                    <a:pt x="719078" y="413661"/>
                  </a:lnTo>
                  <a:lnTo>
                    <a:pt x="709474" y="461066"/>
                  </a:lnTo>
                  <a:lnTo>
                    <a:pt x="693992" y="506015"/>
                  </a:lnTo>
                  <a:lnTo>
                    <a:pt x="673063" y="548075"/>
                  </a:lnTo>
                  <a:lnTo>
                    <a:pt x="647118" y="586812"/>
                  </a:lnTo>
                  <a:lnTo>
                    <a:pt x="616586" y="621792"/>
                  </a:lnTo>
                  <a:lnTo>
                    <a:pt x="581899" y="652580"/>
                  </a:lnTo>
                  <a:lnTo>
                    <a:pt x="543486" y="678744"/>
                  </a:lnTo>
                  <a:lnTo>
                    <a:pt x="501778" y="699849"/>
                  </a:lnTo>
                  <a:lnTo>
                    <a:pt x="457206" y="715461"/>
                  </a:lnTo>
                  <a:lnTo>
                    <a:pt x="410199" y="725147"/>
                  </a:lnTo>
                  <a:lnTo>
                    <a:pt x="361188" y="728472"/>
                  </a:lnTo>
                  <a:lnTo>
                    <a:pt x="312176" y="725147"/>
                  </a:lnTo>
                  <a:lnTo>
                    <a:pt x="265169" y="715461"/>
                  </a:lnTo>
                  <a:lnTo>
                    <a:pt x="220597" y="699849"/>
                  </a:lnTo>
                  <a:lnTo>
                    <a:pt x="178889" y="678744"/>
                  </a:lnTo>
                  <a:lnTo>
                    <a:pt x="140476" y="652580"/>
                  </a:lnTo>
                  <a:lnTo>
                    <a:pt x="105789" y="621792"/>
                  </a:lnTo>
                  <a:lnTo>
                    <a:pt x="75257" y="586812"/>
                  </a:lnTo>
                  <a:lnTo>
                    <a:pt x="49312" y="548075"/>
                  </a:lnTo>
                  <a:lnTo>
                    <a:pt x="28383" y="506015"/>
                  </a:lnTo>
                  <a:lnTo>
                    <a:pt x="12901" y="461066"/>
                  </a:lnTo>
                  <a:lnTo>
                    <a:pt x="3297" y="413661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11320207" y="2215814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C00000"/>
                </a:solidFill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0974100" y="2918503"/>
            <a:ext cx="23050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10075543" y="2473729"/>
            <a:ext cx="1425575" cy="1012825"/>
            <a:chOff x="10075543" y="2473729"/>
            <a:chExt cx="1425575" cy="1012825"/>
          </a:xfrm>
        </p:grpSpPr>
        <p:sp>
          <p:nvSpPr>
            <p:cNvPr id="32" name="object 32" descr=""/>
            <p:cNvSpPr/>
            <p:nvPr/>
          </p:nvSpPr>
          <p:spPr>
            <a:xfrm>
              <a:off x="10820400" y="2758440"/>
              <a:ext cx="597535" cy="601980"/>
            </a:xfrm>
            <a:custGeom>
              <a:avLst/>
              <a:gdLst/>
              <a:ahLst/>
              <a:cxnLst/>
              <a:rect l="l" t="t" r="r" b="b"/>
              <a:pathLst>
                <a:path w="597534" h="601979">
                  <a:moveTo>
                    <a:pt x="0" y="300989"/>
                  </a:moveTo>
                  <a:lnTo>
                    <a:pt x="3909" y="252168"/>
                  </a:lnTo>
                  <a:lnTo>
                    <a:pt x="15227" y="205854"/>
                  </a:lnTo>
                  <a:lnTo>
                    <a:pt x="33340" y="162668"/>
                  </a:lnTo>
                  <a:lnTo>
                    <a:pt x="57631" y="123230"/>
                  </a:lnTo>
                  <a:lnTo>
                    <a:pt x="87487" y="88158"/>
                  </a:lnTo>
                  <a:lnTo>
                    <a:pt x="122291" y="58074"/>
                  </a:lnTo>
                  <a:lnTo>
                    <a:pt x="161430" y="33596"/>
                  </a:lnTo>
                  <a:lnTo>
                    <a:pt x="204289" y="15344"/>
                  </a:lnTo>
                  <a:lnTo>
                    <a:pt x="250251" y="3939"/>
                  </a:lnTo>
                  <a:lnTo>
                    <a:pt x="298704" y="0"/>
                  </a:lnTo>
                  <a:lnTo>
                    <a:pt x="347156" y="3939"/>
                  </a:lnTo>
                  <a:lnTo>
                    <a:pt x="393118" y="15344"/>
                  </a:lnTo>
                  <a:lnTo>
                    <a:pt x="435977" y="33596"/>
                  </a:lnTo>
                  <a:lnTo>
                    <a:pt x="475116" y="58074"/>
                  </a:lnTo>
                  <a:lnTo>
                    <a:pt x="509920" y="88158"/>
                  </a:lnTo>
                  <a:lnTo>
                    <a:pt x="539776" y="123230"/>
                  </a:lnTo>
                  <a:lnTo>
                    <a:pt x="564067" y="162668"/>
                  </a:lnTo>
                  <a:lnTo>
                    <a:pt x="582180" y="205854"/>
                  </a:lnTo>
                  <a:lnTo>
                    <a:pt x="593498" y="252168"/>
                  </a:lnTo>
                  <a:lnTo>
                    <a:pt x="597408" y="300989"/>
                  </a:lnTo>
                  <a:lnTo>
                    <a:pt x="593498" y="349811"/>
                  </a:lnTo>
                  <a:lnTo>
                    <a:pt x="582180" y="396125"/>
                  </a:lnTo>
                  <a:lnTo>
                    <a:pt x="564067" y="439311"/>
                  </a:lnTo>
                  <a:lnTo>
                    <a:pt x="539776" y="478749"/>
                  </a:lnTo>
                  <a:lnTo>
                    <a:pt x="509920" y="513821"/>
                  </a:lnTo>
                  <a:lnTo>
                    <a:pt x="475116" y="543905"/>
                  </a:lnTo>
                  <a:lnTo>
                    <a:pt x="435977" y="568383"/>
                  </a:lnTo>
                  <a:lnTo>
                    <a:pt x="393118" y="586635"/>
                  </a:lnTo>
                  <a:lnTo>
                    <a:pt x="347156" y="598040"/>
                  </a:lnTo>
                  <a:lnTo>
                    <a:pt x="298704" y="601979"/>
                  </a:lnTo>
                  <a:lnTo>
                    <a:pt x="250251" y="598040"/>
                  </a:lnTo>
                  <a:lnTo>
                    <a:pt x="204289" y="586635"/>
                  </a:lnTo>
                  <a:lnTo>
                    <a:pt x="161430" y="568383"/>
                  </a:lnTo>
                  <a:lnTo>
                    <a:pt x="122291" y="543905"/>
                  </a:lnTo>
                  <a:lnTo>
                    <a:pt x="87487" y="513821"/>
                  </a:lnTo>
                  <a:lnTo>
                    <a:pt x="57631" y="478749"/>
                  </a:lnTo>
                  <a:lnTo>
                    <a:pt x="33340" y="439311"/>
                  </a:lnTo>
                  <a:lnTo>
                    <a:pt x="15227" y="396125"/>
                  </a:lnTo>
                  <a:lnTo>
                    <a:pt x="3909" y="349811"/>
                  </a:lnTo>
                  <a:lnTo>
                    <a:pt x="0" y="30098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0108328" y="3220405"/>
              <a:ext cx="684530" cy="256540"/>
            </a:xfrm>
            <a:custGeom>
              <a:avLst/>
              <a:gdLst/>
              <a:ahLst/>
              <a:cxnLst/>
              <a:rect l="l" t="t" r="r" b="b"/>
              <a:pathLst>
                <a:path w="684529" h="256539">
                  <a:moveTo>
                    <a:pt x="684123" y="0"/>
                  </a:moveTo>
                  <a:lnTo>
                    <a:pt x="675865" y="41028"/>
                  </a:lnTo>
                  <a:lnTo>
                    <a:pt x="660534" y="79685"/>
                  </a:lnTo>
                  <a:lnTo>
                    <a:pt x="638720" y="115574"/>
                  </a:lnTo>
                  <a:lnTo>
                    <a:pt x="611015" y="148299"/>
                  </a:lnTo>
                  <a:lnTo>
                    <a:pt x="578009" y="177466"/>
                  </a:lnTo>
                  <a:lnTo>
                    <a:pt x="540296" y="202679"/>
                  </a:lnTo>
                  <a:lnTo>
                    <a:pt x="498466" y="223542"/>
                  </a:lnTo>
                  <a:lnTo>
                    <a:pt x="453110" y="239660"/>
                  </a:lnTo>
                  <a:lnTo>
                    <a:pt x="404820" y="250637"/>
                  </a:lnTo>
                  <a:lnTo>
                    <a:pt x="354187" y="256078"/>
                  </a:lnTo>
                  <a:lnTo>
                    <a:pt x="301802" y="255587"/>
                  </a:lnTo>
                  <a:lnTo>
                    <a:pt x="250842" y="249163"/>
                  </a:lnTo>
                  <a:lnTo>
                    <a:pt x="202561" y="237219"/>
                  </a:lnTo>
                  <a:lnTo>
                    <a:pt x="157509" y="220173"/>
                  </a:lnTo>
                  <a:lnTo>
                    <a:pt x="116239" y="198443"/>
                  </a:lnTo>
                  <a:lnTo>
                    <a:pt x="79302" y="172449"/>
                  </a:lnTo>
                  <a:lnTo>
                    <a:pt x="47249" y="142609"/>
                  </a:lnTo>
                  <a:lnTo>
                    <a:pt x="20631" y="109340"/>
                  </a:lnTo>
                  <a:lnTo>
                    <a:pt x="0" y="7306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0075543" y="3232415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4">
                  <a:moveTo>
                    <a:pt x="13944" y="0"/>
                  </a:moveTo>
                  <a:lnTo>
                    <a:pt x="0" y="84048"/>
                  </a:lnTo>
                  <a:lnTo>
                    <a:pt x="72809" y="61582"/>
                  </a:lnTo>
                  <a:lnTo>
                    <a:pt x="139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1132024" y="2483254"/>
              <a:ext cx="354965" cy="294640"/>
            </a:xfrm>
            <a:custGeom>
              <a:avLst/>
              <a:gdLst/>
              <a:ahLst/>
              <a:cxnLst/>
              <a:rect l="l" t="t" r="r" b="b"/>
              <a:pathLst>
                <a:path w="354965" h="294639">
                  <a:moveTo>
                    <a:pt x="5620" y="215131"/>
                  </a:moveTo>
                  <a:lnTo>
                    <a:pt x="0" y="164788"/>
                  </a:lnTo>
                  <a:lnTo>
                    <a:pt x="6750" y="117585"/>
                  </a:lnTo>
                  <a:lnTo>
                    <a:pt x="24654" y="75562"/>
                  </a:lnTo>
                  <a:lnTo>
                    <a:pt x="52496" y="40761"/>
                  </a:lnTo>
                  <a:lnTo>
                    <a:pt x="89059" y="15221"/>
                  </a:lnTo>
                  <a:lnTo>
                    <a:pt x="133128" y="983"/>
                  </a:lnTo>
                  <a:lnTo>
                    <a:pt x="180360" y="0"/>
                  </a:lnTo>
                  <a:lnTo>
                    <a:pt x="225840" y="11863"/>
                  </a:lnTo>
                  <a:lnTo>
                    <a:pt x="267510" y="35078"/>
                  </a:lnTo>
                  <a:lnTo>
                    <a:pt x="303310" y="68149"/>
                  </a:lnTo>
                  <a:lnTo>
                    <a:pt x="331181" y="109581"/>
                  </a:lnTo>
                  <a:lnTo>
                    <a:pt x="349066" y="157879"/>
                  </a:lnTo>
                  <a:lnTo>
                    <a:pt x="354384" y="194379"/>
                  </a:lnTo>
                  <a:lnTo>
                    <a:pt x="353066" y="229945"/>
                  </a:lnTo>
                  <a:lnTo>
                    <a:pt x="345405" y="263664"/>
                  </a:lnTo>
                  <a:lnTo>
                    <a:pt x="331692" y="294620"/>
                  </a:lnTo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1422043" y="2743290"/>
              <a:ext cx="79375" cy="82550"/>
            </a:xfrm>
            <a:custGeom>
              <a:avLst/>
              <a:gdLst/>
              <a:ahLst/>
              <a:cxnLst/>
              <a:rect l="l" t="t" r="r" b="b"/>
              <a:pathLst>
                <a:path w="79375" h="82550">
                  <a:moveTo>
                    <a:pt x="21259" y="0"/>
                  </a:moveTo>
                  <a:lnTo>
                    <a:pt x="0" y="82499"/>
                  </a:lnTo>
                  <a:lnTo>
                    <a:pt x="78752" y="50012"/>
                  </a:lnTo>
                  <a:lnTo>
                    <a:pt x="2125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0087864" y="2645432"/>
              <a:ext cx="684530" cy="257175"/>
            </a:xfrm>
            <a:custGeom>
              <a:avLst/>
              <a:gdLst/>
              <a:ahLst/>
              <a:cxnLst/>
              <a:rect l="l" t="t" r="r" b="b"/>
              <a:pathLst>
                <a:path w="684529" h="257175">
                  <a:moveTo>
                    <a:pt x="0" y="256832"/>
                  </a:moveTo>
                  <a:lnTo>
                    <a:pt x="8244" y="215688"/>
                  </a:lnTo>
                  <a:lnTo>
                    <a:pt x="23563" y="176922"/>
                  </a:lnTo>
                  <a:lnTo>
                    <a:pt x="45367" y="140931"/>
                  </a:lnTo>
                  <a:lnTo>
                    <a:pt x="73063" y="108112"/>
                  </a:lnTo>
                  <a:lnTo>
                    <a:pt x="106060" y="78861"/>
                  </a:lnTo>
                  <a:lnTo>
                    <a:pt x="143766" y="53573"/>
                  </a:lnTo>
                  <a:lnTo>
                    <a:pt x="185591" y="32647"/>
                  </a:lnTo>
                  <a:lnTo>
                    <a:pt x="230942" y="16479"/>
                  </a:lnTo>
                  <a:lnTo>
                    <a:pt x="279229" y="5464"/>
                  </a:lnTo>
                  <a:lnTo>
                    <a:pt x="329860" y="0"/>
                  </a:lnTo>
                  <a:lnTo>
                    <a:pt x="382244" y="482"/>
                  </a:lnTo>
                  <a:lnTo>
                    <a:pt x="433291" y="6929"/>
                  </a:lnTo>
                  <a:lnTo>
                    <a:pt x="481649" y="18929"/>
                  </a:lnTo>
                  <a:lnTo>
                    <a:pt x="526765" y="36061"/>
                  </a:lnTo>
                  <a:lnTo>
                    <a:pt x="568085" y="57904"/>
                  </a:lnTo>
                  <a:lnTo>
                    <a:pt x="605055" y="84034"/>
                  </a:lnTo>
                  <a:lnTo>
                    <a:pt x="637121" y="114030"/>
                  </a:lnTo>
                  <a:lnTo>
                    <a:pt x="663729" y="147471"/>
                  </a:lnTo>
                  <a:lnTo>
                    <a:pt x="684326" y="18393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0732099" y="2806232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5">
                  <a:moveTo>
                    <a:pt x="72859" y="0"/>
                  </a:moveTo>
                  <a:lnTo>
                    <a:pt x="0" y="22313"/>
                  </a:lnTo>
                  <a:lnTo>
                    <a:pt x="58750" y="84023"/>
                  </a:lnTo>
                  <a:lnTo>
                    <a:pt x="728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>
            <a:off x="10278579" y="2359919"/>
            <a:ext cx="2527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𝑎,</a:t>
            </a:r>
            <a:r>
              <a:rPr dirty="0" sz="1200" spc="-50">
                <a:latin typeface="Cambria Math"/>
                <a:cs typeface="Cambria Math"/>
              </a:rPr>
              <a:t> 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10382792" y="3468772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6272593" y="4049077"/>
            <a:ext cx="445770" cy="427355"/>
            <a:chOff x="6272593" y="4049077"/>
            <a:chExt cx="445770" cy="427355"/>
          </a:xfrm>
        </p:grpSpPr>
        <p:sp>
          <p:nvSpPr>
            <p:cNvPr id="42" name="object 42" descr=""/>
            <p:cNvSpPr/>
            <p:nvPr/>
          </p:nvSpPr>
          <p:spPr>
            <a:xfrm>
              <a:off x="6277355" y="4053840"/>
              <a:ext cx="436245" cy="417830"/>
            </a:xfrm>
            <a:custGeom>
              <a:avLst/>
              <a:gdLst/>
              <a:ahLst/>
              <a:cxnLst/>
              <a:rect l="l" t="t" r="r" b="b"/>
              <a:pathLst>
                <a:path w="436245" h="417829">
                  <a:moveTo>
                    <a:pt x="435864" y="0"/>
                  </a:moveTo>
                  <a:lnTo>
                    <a:pt x="0" y="0"/>
                  </a:lnTo>
                  <a:lnTo>
                    <a:pt x="0" y="417575"/>
                  </a:lnTo>
                  <a:lnTo>
                    <a:pt x="435864" y="417575"/>
                  </a:lnTo>
                  <a:lnTo>
                    <a:pt x="43586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6277355" y="4053840"/>
              <a:ext cx="436245" cy="417830"/>
            </a:xfrm>
            <a:custGeom>
              <a:avLst/>
              <a:gdLst/>
              <a:ahLst/>
              <a:cxnLst/>
              <a:rect l="l" t="t" r="r" b="b"/>
              <a:pathLst>
                <a:path w="436245" h="417829">
                  <a:moveTo>
                    <a:pt x="0" y="0"/>
                  </a:moveTo>
                  <a:lnTo>
                    <a:pt x="435864" y="0"/>
                  </a:lnTo>
                  <a:lnTo>
                    <a:pt x="435864" y="417575"/>
                  </a:lnTo>
                  <a:lnTo>
                    <a:pt x="0" y="41757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 descr=""/>
          <p:cNvSpPr txBox="1"/>
          <p:nvPr/>
        </p:nvSpPr>
        <p:spPr>
          <a:xfrm>
            <a:off x="6392489" y="4080133"/>
            <a:ext cx="1981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45" name="object 45" descr=""/>
          <p:cNvGrpSpPr/>
          <p:nvPr/>
        </p:nvGrpSpPr>
        <p:grpSpPr>
          <a:xfrm>
            <a:off x="7781290" y="5521197"/>
            <a:ext cx="890905" cy="898525"/>
            <a:chOff x="7781290" y="5521197"/>
            <a:chExt cx="890905" cy="898525"/>
          </a:xfrm>
        </p:grpSpPr>
        <p:sp>
          <p:nvSpPr>
            <p:cNvPr id="46" name="object 46" descr=""/>
            <p:cNvSpPr/>
            <p:nvPr/>
          </p:nvSpPr>
          <p:spPr>
            <a:xfrm>
              <a:off x="7787640" y="5527547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438912" y="0"/>
                  </a:moveTo>
                  <a:lnTo>
                    <a:pt x="391087" y="2597"/>
                  </a:lnTo>
                  <a:lnTo>
                    <a:pt x="344754" y="10211"/>
                  </a:lnTo>
                  <a:lnTo>
                    <a:pt x="300181" y="22569"/>
                  </a:lnTo>
                  <a:lnTo>
                    <a:pt x="257635" y="39404"/>
                  </a:lnTo>
                  <a:lnTo>
                    <a:pt x="217384" y="60443"/>
                  </a:lnTo>
                  <a:lnTo>
                    <a:pt x="179696" y="85418"/>
                  </a:lnTo>
                  <a:lnTo>
                    <a:pt x="144838" y="114058"/>
                  </a:lnTo>
                  <a:lnTo>
                    <a:pt x="113078" y="146093"/>
                  </a:lnTo>
                  <a:lnTo>
                    <a:pt x="84684" y="181254"/>
                  </a:lnTo>
                  <a:lnTo>
                    <a:pt x="59924" y="219269"/>
                  </a:lnTo>
                  <a:lnTo>
                    <a:pt x="39065" y="259870"/>
                  </a:lnTo>
                  <a:lnTo>
                    <a:pt x="22375" y="302785"/>
                  </a:lnTo>
                  <a:lnTo>
                    <a:pt x="10123" y="347746"/>
                  </a:lnTo>
                  <a:lnTo>
                    <a:pt x="2575" y="394481"/>
                  </a:lnTo>
                  <a:lnTo>
                    <a:pt x="0" y="442721"/>
                  </a:lnTo>
                  <a:lnTo>
                    <a:pt x="2575" y="490962"/>
                  </a:lnTo>
                  <a:lnTo>
                    <a:pt x="10123" y="537697"/>
                  </a:lnTo>
                  <a:lnTo>
                    <a:pt x="22375" y="582658"/>
                  </a:lnTo>
                  <a:lnTo>
                    <a:pt x="39065" y="625573"/>
                  </a:lnTo>
                  <a:lnTo>
                    <a:pt x="59924" y="666174"/>
                  </a:lnTo>
                  <a:lnTo>
                    <a:pt x="84684" y="704189"/>
                  </a:lnTo>
                  <a:lnTo>
                    <a:pt x="113078" y="739350"/>
                  </a:lnTo>
                  <a:lnTo>
                    <a:pt x="144838" y="771385"/>
                  </a:lnTo>
                  <a:lnTo>
                    <a:pt x="179696" y="800025"/>
                  </a:lnTo>
                  <a:lnTo>
                    <a:pt x="217384" y="825000"/>
                  </a:lnTo>
                  <a:lnTo>
                    <a:pt x="257635" y="846039"/>
                  </a:lnTo>
                  <a:lnTo>
                    <a:pt x="300181" y="862874"/>
                  </a:lnTo>
                  <a:lnTo>
                    <a:pt x="344754" y="875232"/>
                  </a:lnTo>
                  <a:lnTo>
                    <a:pt x="391087" y="882846"/>
                  </a:lnTo>
                  <a:lnTo>
                    <a:pt x="438912" y="885443"/>
                  </a:lnTo>
                  <a:lnTo>
                    <a:pt x="486736" y="882846"/>
                  </a:lnTo>
                  <a:lnTo>
                    <a:pt x="533069" y="875232"/>
                  </a:lnTo>
                  <a:lnTo>
                    <a:pt x="577642" y="862874"/>
                  </a:lnTo>
                  <a:lnTo>
                    <a:pt x="620188" y="846039"/>
                  </a:lnTo>
                  <a:lnTo>
                    <a:pt x="660439" y="825000"/>
                  </a:lnTo>
                  <a:lnTo>
                    <a:pt x="698127" y="800025"/>
                  </a:lnTo>
                  <a:lnTo>
                    <a:pt x="732985" y="771385"/>
                  </a:lnTo>
                  <a:lnTo>
                    <a:pt x="764745" y="739350"/>
                  </a:lnTo>
                  <a:lnTo>
                    <a:pt x="793139" y="704189"/>
                  </a:lnTo>
                  <a:lnTo>
                    <a:pt x="817899" y="666174"/>
                  </a:lnTo>
                  <a:lnTo>
                    <a:pt x="838758" y="625573"/>
                  </a:lnTo>
                  <a:lnTo>
                    <a:pt x="855448" y="582658"/>
                  </a:lnTo>
                  <a:lnTo>
                    <a:pt x="867700" y="537697"/>
                  </a:lnTo>
                  <a:lnTo>
                    <a:pt x="875248" y="490962"/>
                  </a:lnTo>
                  <a:lnTo>
                    <a:pt x="877824" y="442721"/>
                  </a:lnTo>
                  <a:lnTo>
                    <a:pt x="875248" y="394481"/>
                  </a:lnTo>
                  <a:lnTo>
                    <a:pt x="867700" y="347746"/>
                  </a:lnTo>
                  <a:lnTo>
                    <a:pt x="855448" y="302785"/>
                  </a:lnTo>
                  <a:lnTo>
                    <a:pt x="838758" y="259870"/>
                  </a:lnTo>
                  <a:lnTo>
                    <a:pt x="817899" y="219269"/>
                  </a:lnTo>
                  <a:lnTo>
                    <a:pt x="793139" y="181254"/>
                  </a:lnTo>
                  <a:lnTo>
                    <a:pt x="764745" y="146093"/>
                  </a:lnTo>
                  <a:lnTo>
                    <a:pt x="732985" y="114058"/>
                  </a:lnTo>
                  <a:lnTo>
                    <a:pt x="698127" y="85418"/>
                  </a:lnTo>
                  <a:lnTo>
                    <a:pt x="660439" y="60443"/>
                  </a:lnTo>
                  <a:lnTo>
                    <a:pt x="620188" y="39404"/>
                  </a:lnTo>
                  <a:lnTo>
                    <a:pt x="577642" y="22569"/>
                  </a:lnTo>
                  <a:lnTo>
                    <a:pt x="533069" y="10211"/>
                  </a:lnTo>
                  <a:lnTo>
                    <a:pt x="486736" y="2597"/>
                  </a:lnTo>
                  <a:lnTo>
                    <a:pt x="4389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7787640" y="5527547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0" y="442721"/>
                  </a:moveTo>
                  <a:lnTo>
                    <a:pt x="2575" y="394481"/>
                  </a:lnTo>
                  <a:lnTo>
                    <a:pt x="10123" y="347746"/>
                  </a:lnTo>
                  <a:lnTo>
                    <a:pt x="22375" y="302785"/>
                  </a:lnTo>
                  <a:lnTo>
                    <a:pt x="39065" y="259870"/>
                  </a:lnTo>
                  <a:lnTo>
                    <a:pt x="59924" y="219269"/>
                  </a:lnTo>
                  <a:lnTo>
                    <a:pt x="84684" y="181254"/>
                  </a:lnTo>
                  <a:lnTo>
                    <a:pt x="113078" y="146093"/>
                  </a:lnTo>
                  <a:lnTo>
                    <a:pt x="144838" y="114058"/>
                  </a:lnTo>
                  <a:lnTo>
                    <a:pt x="179696" y="85418"/>
                  </a:lnTo>
                  <a:lnTo>
                    <a:pt x="217384" y="60443"/>
                  </a:lnTo>
                  <a:lnTo>
                    <a:pt x="257635" y="39404"/>
                  </a:lnTo>
                  <a:lnTo>
                    <a:pt x="300181" y="22569"/>
                  </a:lnTo>
                  <a:lnTo>
                    <a:pt x="344754" y="10211"/>
                  </a:lnTo>
                  <a:lnTo>
                    <a:pt x="391087" y="2597"/>
                  </a:lnTo>
                  <a:lnTo>
                    <a:pt x="438912" y="0"/>
                  </a:lnTo>
                  <a:lnTo>
                    <a:pt x="486736" y="2597"/>
                  </a:lnTo>
                  <a:lnTo>
                    <a:pt x="533069" y="10211"/>
                  </a:lnTo>
                  <a:lnTo>
                    <a:pt x="577642" y="22569"/>
                  </a:lnTo>
                  <a:lnTo>
                    <a:pt x="620188" y="39404"/>
                  </a:lnTo>
                  <a:lnTo>
                    <a:pt x="660439" y="60443"/>
                  </a:lnTo>
                  <a:lnTo>
                    <a:pt x="698127" y="85418"/>
                  </a:lnTo>
                  <a:lnTo>
                    <a:pt x="732985" y="114058"/>
                  </a:lnTo>
                  <a:lnTo>
                    <a:pt x="764745" y="146093"/>
                  </a:lnTo>
                  <a:lnTo>
                    <a:pt x="793139" y="181254"/>
                  </a:lnTo>
                  <a:lnTo>
                    <a:pt x="817899" y="219269"/>
                  </a:lnTo>
                  <a:lnTo>
                    <a:pt x="838758" y="259870"/>
                  </a:lnTo>
                  <a:lnTo>
                    <a:pt x="855448" y="302785"/>
                  </a:lnTo>
                  <a:lnTo>
                    <a:pt x="867700" y="347746"/>
                  </a:lnTo>
                  <a:lnTo>
                    <a:pt x="875248" y="394481"/>
                  </a:lnTo>
                  <a:lnTo>
                    <a:pt x="877824" y="442721"/>
                  </a:lnTo>
                  <a:lnTo>
                    <a:pt x="875248" y="490962"/>
                  </a:lnTo>
                  <a:lnTo>
                    <a:pt x="867700" y="537697"/>
                  </a:lnTo>
                  <a:lnTo>
                    <a:pt x="855448" y="582658"/>
                  </a:lnTo>
                  <a:lnTo>
                    <a:pt x="838758" y="625573"/>
                  </a:lnTo>
                  <a:lnTo>
                    <a:pt x="817899" y="666174"/>
                  </a:lnTo>
                  <a:lnTo>
                    <a:pt x="793139" y="704189"/>
                  </a:lnTo>
                  <a:lnTo>
                    <a:pt x="764745" y="739350"/>
                  </a:lnTo>
                  <a:lnTo>
                    <a:pt x="732985" y="771385"/>
                  </a:lnTo>
                  <a:lnTo>
                    <a:pt x="698127" y="800025"/>
                  </a:lnTo>
                  <a:lnTo>
                    <a:pt x="660439" y="825000"/>
                  </a:lnTo>
                  <a:lnTo>
                    <a:pt x="620188" y="846039"/>
                  </a:lnTo>
                  <a:lnTo>
                    <a:pt x="577642" y="862874"/>
                  </a:lnTo>
                  <a:lnTo>
                    <a:pt x="533069" y="875232"/>
                  </a:lnTo>
                  <a:lnTo>
                    <a:pt x="486736" y="882846"/>
                  </a:lnTo>
                  <a:lnTo>
                    <a:pt x="438912" y="885443"/>
                  </a:lnTo>
                  <a:lnTo>
                    <a:pt x="391087" y="882846"/>
                  </a:lnTo>
                  <a:lnTo>
                    <a:pt x="344754" y="875232"/>
                  </a:lnTo>
                  <a:lnTo>
                    <a:pt x="300181" y="862874"/>
                  </a:lnTo>
                  <a:lnTo>
                    <a:pt x="257635" y="846039"/>
                  </a:lnTo>
                  <a:lnTo>
                    <a:pt x="217384" y="825000"/>
                  </a:lnTo>
                  <a:lnTo>
                    <a:pt x="179696" y="800025"/>
                  </a:lnTo>
                  <a:lnTo>
                    <a:pt x="144838" y="771385"/>
                  </a:lnTo>
                  <a:lnTo>
                    <a:pt x="113078" y="739350"/>
                  </a:lnTo>
                  <a:lnTo>
                    <a:pt x="84684" y="704189"/>
                  </a:lnTo>
                  <a:lnTo>
                    <a:pt x="59924" y="666174"/>
                  </a:lnTo>
                  <a:lnTo>
                    <a:pt x="39065" y="625573"/>
                  </a:lnTo>
                  <a:lnTo>
                    <a:pt x="22375" y="582658"/>
                  </a:lnTo>
                  <a:lnTo>
                    <a:pt x="10123" y="537697"/>
                  </a:lnTo>
                  <a:lnTo>
                    <a:pt x="2575" y="490962"/>
                  </a:lnTo>
                  <a:lnTo>
                    <a:pt x="0" y="4427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 descr=""/>
          <p:cNvSpPr txBox="1"/>
          <p:nvPr/>
        </p:nvSpPr>
        <p:spPr>
          <a:xfrm>
            <a:off x="7943843" y="5831324"/>
            <a:ext cx="5111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0</a:t>
            </a:r>
            <a:r>
              <a:rPr dirty="0" baseline="-14492" sz="1725" spc="11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49" name="object 49" descr=""/>
          <p:cNvGrpSpPr/>
          <p:nvPr/>
        </p:nvGrpSpPr>
        <p:grpSpPr>
          <a:xfrm>
            <a:off x="10305033" y="4039870"/>
            <a:ext cx="890905" cy="898525"/>
            <a:chOff x="10305033" y="4039870"/>
            <a:chExt cx="890905" cy="898525"/>
          </a:xfrm>
        </p:grpSpPr>
        <p:sp>
          <p:nvSpPr>
            <p:cNvPr id="50" name="object 50" descr=""/>
            <p:cNvSpPr/>
            <p:nvPr/>
          </p:nvSpPr>
          <p:spPr>
            <a:xfrm>
              <a:off x="10311383" y="4046220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438912" y="0"/>
                  </a:moveTo>
                  <a:lnTo>
                    <a:pt x="391087" y="2597"/>
                  </a:lnTo>
                  <a:lnTo>
                    <a:pt x="344754" y="10211"/>
                  </a:lnTo>
                  <a:lnTo>
                    <a:pt x="300181" y="22569"/>
                  </a:lnTo>
                  <a:lnTo>
                    <a:pt x="257635" y="39404"/>
                  </a:lnTo>
                  <a:lnTo>
                    <a:pt x="217384" y="60443"/>
                  </a:lnTo>
                  <a:lnTo>
                    <a:pt x="179696" y="85418"/>
                  </a:lnTo>
                  <a:lnTo>
                    <a:pt x="144838" y="114058"/>
                  </a:lnTo>
                  <a:lnTo>
                    <a:pt x="113078" y="146093"/>
                  </a:lnTo>
                  <a:lnTo>
                    <a:pt x="84684" y="181254"/>
                  </a:lnTo>
                  <a:lnTo>
                    <a:pt x="59924" y="219269"/>
                  </a:lnTo>
                  <a:lnTo>
                    <a:pt x="39065" y="259870"/>
                  </a:lnTo>
                  <a:lnTo>
                    <a:pt x="22375" y="302785"/>
                  </a:lnTo>
                  <a:lnTo>
                    <a:pt x="10123" y="347746"/>
                  </a:lnTo>
                  <a:lnTo>
                    <a:pt x="2575" y="394481"/>
                  </a:lnTo>
                  <a:lnTo>
                    <a:pt x="0" y="442721"/>
                  </a:lnTo>
                  <a:lnTo>
                    <a:pt x="2575" y="490962"/>
                  </a:lnTo>
                  <a:lnTo>
                    <a:pt x="10123" y="537697"/>
                  </a:lnTo>
                  <a:lnTo>
                    <a:pt x="22375" y="582658"/>
                  </a:lnTo>
                  <a:lnTo>
                    <a:pt x="39065" y="625573"/>
                  </a:lnTo>
                  <a:lnTo>
                    <a:pt x="59924" y="666174"/>
                  </a:lnTo>
                  <a:lnTo>
                    <a:pt x="84684" y="704189"/>
                  </a:lnTo>
                  <a:lnTo>
                    <a:pt x="113078" y="739350"/>
                  </a:lnTo>
                  <a:lnTo>
                    <a:pt x="144838" y="771385"/>
                  </a:lnTo>
                  <a:lnTo>
                    <a:pt x="179696" y="800025"/>
                  </a:lnTo>
                  <a:lnTo>
                    <a:pt x="217384" y="825000"/>
                  </a:lnTo>
                  <a:lnTo>
                    <a:pt x="257635" y="846039"/>
                  </a:lnTo>
                  <a:lnTo>
                    <a:pt x="300181" y="862874"/>
                  </a:lnTo>
                  <a:lnTo>
                    <a:pt x="344754" y="875232"/>
                  </a:lnTo>
                  <a:lnTo>
                    <a:pt x="391087" y="882846"/>
                  </a:lnTo>
                  <a:lnTo>
                    <a:pt x="438912" y="885443"/>
                  </a:lnTo>
                  <a:lnTo>
                    <a:pt x="486736" y="882846"/>
                  </a:lnTo>
                  <a:lnTo>
                    <a:pt x="533069" y="875232"/>
                  </a:lnTo>
                  <a:lnTo>
                    <a:pt x="577642" y="862874"/>
                  </a:lnTo>
                  <a:lnTo>
                    <a:pt x="620188" y="846039"/>
                  </a:lnTo>
                  <a:lnTo>
                    <a:pt x="660439" y="825000"/>
                  </a:lnTo>
                  <a:lnTo>
                    <a:pt x="698127" y="800025"/>
                  </a:lnTo>
                  <a:lnTo>
                    <a:pt x="732985" y="771385"/>
                  </a:lnTo>
                  <a:lnTo>
                    <a:pt x="764745" y="739350"/>
                  </a:lnTo>
                  <a:lnTo>
                    <a:pt x="793139" y="704189"/>
                  </a:lnTo>
                  <a:lnTo>
                    <a:pt x="817899" y="666174"/>
                  </a:lnTo>
                  <a:lnTo>
                    <a:pt x="838758" y="625573"/>
                  </a:lnTo>
                  <a:lnTo>
                    <a:pt x="855448" y="582658"/>
                  </a:lnTo>
                  <a:lnTo>
                    <a:pt x="867700" y="537697"/>
                  </a:lnTo>
                  <a:lnTo>
                    <a:pt x="875248" y="490962"/>
                  </a:lnTo>
                  <a:lnTo>
                    <a:pt x="877824" y="442721"/>
                  </a:lnTo>
                  <a:lnTo>
                    <a:pt x="875248" y="394481"/>
                  </a:lnTo>
                  <a:lnTo>
                    <a:pt x="867700" y="347746"/>
                  </a:lnTo>
                  <a:lnTo>
                    <a:pt x="855448" y="302785"/>
                  </a:lnTo>
                  <a:lnTo>
                    <a:pt x="838758" y="259870"/>
                  </a:lnTo>
                  <a:lnTo>
                    <a:pt x="817899" y="219269"/>
                  </a:lnTo>
                  <a:lnTo>
                    <a:pt x="793139" y="181254"/>
                  </a:lnTo>
                  <a:lnTo>
                    <a:pt x="764745" y="146093"/>
                  </a:lnTo>
                  <a:lnTo>
                    <a:pt x="732985" y="114058"/>
                  </a:lnTo>
                  <a:lnTo>
                    <a:pt x="698127" y="85418"/>
                  </a:lnTo>
                  <a:lnTo>
                    <a:pt x="660439" y="60443"/>
                  </a:lnTo>
                  <a:lnTo>
                    <a:pt x="620188" y="39404"/>
                  </a:lnTo>
                  <a:lnTo>
                    <a:pt x="577642" y="22569"/>
                  </a:lnTo>
                  <a:lnTo>
                    <a:pt x="533069" y="10211"/>
                  </a:lnTo>
                  <a:lnTo>
                    <a:pt x="486736" y="2597"/>
                  </a:lnTo>
                  <a:lnTo>
                    <a:pt x="4389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0311383" y="4046220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0" y="442721"/>
                  </a:moveTo>
                  <a:lnTo>
                    <a:pt x="2575" y="394481"/>
                  </a:lnTo>
                  <a:lnTo>
                    <a:pt x="10123" y="347746"/>
                  </a:lnTo>
                  <a:lnTo>
                    <a:pt x="22375" y="302785"/>
                  </a:lnTo>
                  <a:lnTo>
                    <a:pt x="39065" y="259870"/>
                  </a:lnTo>
                  <a:lnTo>
                    <a:pt x="59924" y="219269"/>
                  </a:lnTo>
                  <a:lnTo>
                    <a:pt x="84684" y="181254"/>
                  </a:lnTo>
                  <a:lnTo>
                    <a:pt x="113078" y="146093"/>
                  </a:lnTo>
                  <a:lnTo>
                    <a:pt x="144838" y="114058"/>
                  </a:lnTo>
                  <a:lnTo>
                    <a:pt x="179696" y="85418"/>
                  </a:lnTo>
                  <a:lnTo>
                    <a:pt x="217384" y="60443"/>
                  </a:lnTo>
                  <a:lnTo>
                    <a:pt x="257635" y="39404"/>
                  </a:lnTo>
                  <a:lnTo>
                    <a:pt x="300181" y="22569"/>
                  </a:lnTo>
                  <a:lnTo>
                    <a:pt x="344754" y="10211"/>
                  </a:lnTo>
                  <a:lnTo>
                    <a:pt x="391087" y="2597"/>
                  </a:lnTo>
                  <a:lnTo>
                    <a:pt x="438912" y="0"/>
                  </a:lnTo>
                  <a:lnTo>
                    <a:pt x="486736" y="2597"/>
                  </a:lnTo>
                  <a:lnTo>
                    <a:pt x="533069" y="10211"/>
                  </a:lnTo>
                  <a:lnTo>
                    <a:pt x="577642" y="22569"/>
                  </a:lnTo>
                  <a:lnTo>
                    <a:pt x="620188" y="39404"/>
                  </a:lnTo>
                  <a:lnTo>
                    <a:pt x="660439" y="60443"/>
                  </a:lnTo>
                  <a:lnTo>
                    <a:pt x="698127" y="85418"/>
                  </a:lnTo>
                  <a:lnTo>
                    <a:pt x="732985" y="114058"/>
                  </a:lnTo>
                  <a:lnTo>
                    <a:pt x="764745" y="146093"/>
                  </a:lnTo>
                  <a:lnTo>
                    <a:pt x="793139" y="181254"/>
                  </a:lnTo>
                  <a:lnTo>
                    <a:pt x="817899" y="219269"/>
                  </a:lnTo>
                  <a:lnTo>
                    <a:pt x="838758" y="259870"/>
                  </a:lnTo>
                  <a:lnTo>
                    <a:pt x="855448" y="302785"/>
                  </a:lnTo>
                  <a:lnTo>
                    <a:pt x="867700" y="347746"/>
                  </a:lnTo>
                  <a:lnTo>
                    <a:pt x="875248" y="394481"/>
                  </a:lnTo>
                  <a:lnTo>
                    <a:pt x="877824" y="442721"/>
                  </a:lnTo>
                  <a:lnTo>
                    <a:pt x="875248" y="490962"/>
                  </a:lnTo>
                  <a:lnTo>
                    <a:pt x="867700" y="537697"/>
                  </a:lnTo>
                  <a:lnTo>
                    <a:pt x="855448" y="582658"/>
                  </a:lnTo>
                  <a:lnTo>
                    <a:pt x="838758" y="625573"/>
                  </a:lnTo>
                  <a:lnTo>
                    <a:pt x="817899" y="666174"/>
                  </a:lnTo>
                  <a:lnTo>
                    <a:pt x="793139" y="704189"/>
                  </a:lnTo>
                  <a:lnTo>
                    <a:pt x="764745" y="739350"/>
                  </a:lnTo>
                  <a:lnTo>
                    <a:pt x="732985" y="771385"/>
                  </a:lnTo>
                  <a:lnTo>
                    <a:pt x="698127" y="800025"/>
                  </a:lnTo>
                  <a:lnTo>
                    <a:pt x="660439" y="825000"/>
                  </a:lnTo>
                  <a:lnTo>
                    <a:pt x="620188" y="846039"/>
                  </a:lnTo>
                  <a:lnTo>
                    <a:pt x="577642" y="862874"/>
                  </a:lnTo>
                  <a:lnTo>
                    <a:pt x="533069" y="875232"/>
                  </a:lnTo>
                  <a:lnTo>
                    <a:pt x="486736" y="882846"/>
                  </a:lnTo>
                  <a:lnTo>
                    <a:pt x="438912" y="885443"/>
                  </a:lnTo>
                  <a:lnTo>
                    <a:pt x="391087" y="882846"/>
                  </a:lnTo>
                  <a:lnTo>
                    <a:pt x="344754" y="875232"/>
                  </a:lnTo>
                  <a:lnTo>
                    <a:pt x="300181" y="862874"/>
                  </a:lnTo>
                  <a:lnTo>
                    <a:pt x="257635" y="846039"/>
                  </a:lnTo>
                  <a:lnTo>
                    <a:pt x="217384" y="825000"/>
                  </a:lnTo>
                  <a:lnTo>
                    <a:pt x="179696" y="800025"/>
                  </a:lnTo>
                  <a:lnTo>
                    <a:pt x="144838" y="771385"/>
                  </a:lnTo>
                  <a:lnTo>
                    <a:pt x="113078" y="739350"/>
                  </a:lnTo>
                  <a:lnTo>
                    <a:pt x="84684" y="704189"/>
                  </a:lnTo>
                  <a:lnTo>
                    <a:pt x="59924" y="666174"/>
                  </a:lnTo>
                  <a:lnTo>
                    <a:pt x="39065" y="625573"/>
                  </a:lnTo>
                  <a:lnTo>
                    <a:pt x="22375" y="582658"/>
                  </a:lnTo>
                  <a:lnTo>
                    <a:pt x="10123" y="537697"/>
                  </a:lnTo>
                  <a:lnTo>
                    <a:pt x="2575" y="490962"/>
                  </a:lnTo>
                  <a:lnTo>
                    <a:pt x="0" y="4427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 descr=""/>
          <p:cNvSpPr txBox="1"/>
          <p:nvPr/>
        </p:nvSpPr>
        <p:spPr>
          <a:xfrm>
            <a:off x="10467945" y="4349723"/>
            <a:ext cx="5111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1</a:t>
            </a:r>
            <a:r>
              <a:rPr dirty="0" baseline="-14492" sz="1725" spc="5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53" name="object 53" descr=""/>
          <p:cNvGrpSpPr/>
          <p:nvPr/>
        </p:nvGrpSpPr>
        <p:grpSpPr>
          <a:xfrm>
            <a:off x="10343133" y="5509005"/>
            <a:ext cx="889000" cy="896619"/>
            <a:chOff x="10343133" y="5509005"/>
            <a:chExt cx="889000" cy="896619"/>
          </a:xfrm>
        </p:grpSpPr>
        <p:sp>
          <p:nvSpPr>
            <p:cNvPr id="54" name="object 54" descr=""/>
            <p:cNvSpPr/>
            <p:nvPr/>
          </p:nvSpPr>
          <p:spPr>
            <a:xfrm>
              <a:off x="10349483" y="5515355"/>
              <a:ext cx="876300" cy="883919"/>
            </a:xfrm>
            <a:custGeom>
              <a:avLst/>
              <a:gdLst/>
              <a:ahLst/>
              <a:cxnLst/>
              <a:rect l="l" t="t" r="r" b="b"/>
              <a:pathLst>
                <a:path w="876300" h="883920">
                  <a:moveTo>
                    <a:pt x="438150" y="0"/>
                  </a:moveTo>
                  <a:lnTo>
                    <a:pt x="390408" y="2593"/>
                  </a:lnTo>
                  <a:lnTo>
                    <a:pt x="344155" y="10193"/>
                  </a:lnTo>
                  <a:lnTo>
                    <a:pt x="299659" y="22530"/>
                  </a:lnTo>
                  <a:lnTo>
                    <a:pt x="257187" y="39335"/>
                  </a:lnTo>
                  <a:lnTo>
                    <a:pt x="217006" y="60339"/>
                  </a:lnTo>
                  <a:lnTo>
                    <a:pt x="179383" y="85270"/>
                  </a:lnTo>
                  <a:lnTo>
                    <a:pt x="144585" y="113861"/>
                  </a:lnTo>
                  <a:lnTo>
                    <a:pt x="112881" y="145841"/>
                  </a:lnTo>
                  <a:lnTo>
                    <a:pt x="84536" y="180941"/>
                  </a:lnTo>
                  <a:lnTo>
                    <a:pt x="59819" y="218891"/>
                  </a:lnTo>
                  <a:lnTo>
                    <a:pt x="38997" y="259422"/>
                  </a:lnTo>
                  <a:lnTo>
                    <a:pt x="22336" y="302264"/>
                  </a:lnTo>
                  <a:lnTo>
                    <a:pt x="10105" y="347147"/>
                  </a:lnTo>
                  <a:lnTo>
                    <a:pt x="2570" y="393802"/>
                  </a:lnTo>
                  <a:lnTo>
                    <a:pt x="0" y="441960"/>
                  </a:lnTo>
                  <a:lnTo>
                    <a:pt x="2570" y="490115"/>
                  </a:lnTo>
                  <a:lnTo>
                    <a:pt x="10105" y="536768"/>
                  </a:lnTo>
                  <a:lnTo>
                    <a:pt x="22336" y="581651"/>
                  </a:lnTo>
                  <a:lnTo>
                    <a:pt x="38997" y="624492"/>
                  </a:lnTo>
                  <a:lnTo>
                    <a:pt x="59819" y="665022"/>
                  </a:lnTo>
                  <a:lnTo>
                    <a:pt x="84536" y="702973"/>
                  </a:lnTo>
                  <a:lnTo>
                    <a:pt x="112881" y="738073"/>
                  </a:lnTo>
                  <a:lnTo>
                    <a:pt x="144585" y="770054"/>
                  </a:lnTo>
                  <a:lnTo>
                    <a:pt x="179383" y="798645"/>
                  </a:lnTo>
                  <a:lnTo>
                    <a:pt x="217006" y="823578"/>
                  </a:lnTo>
                  <a:lnTo>
                    <a:pt x="257187" y="844582"/>
                  </a:lnTo>
                  <a:lnTo>
                    <a:pt x="299659" y="861387"/>
                  </a:lnTo>
                  <a:lnTo>
                    <a:pt x="344155" y="873725"/>
                  </a:lnTo>
                  <a:lnTo>
                    <a:pt x="390408" y="881326"/>
                  </a:lnTo>
                  <a:lnTo>
                    <a:pt x="438150" y="883920"/>
                  </a:lnTo>
                  <a:lnTo>
                    <a:pt x="485891" y="881326"/>
                  </a:lnTo>
                  <a:lnTo>
                    <a:pt x="532144" y="873725"/>
                  </a:lnTo>
                  <a:lnTo>
                    <a:pt x="576640" y="861387"/>
                  </a:lnTo>
                  <a:lnTo>
                    <a:pt x="619112" y="844582"/>
                  </a:lnTo>
                  <a:lnTo>
                    <a:pt x="659293" y="823578"/>
                  </a:lnTo>
                  <a:lnTo>
                    <a:pt x="696916" y="798645"/>
                  </a:lnTo>
                  <a:lnTo>
                    <a:pt x="731714" y="770054"/>
                  </a:lnTo>
                  <a:lnTo>
                    <a:pt x="763418" y="738073"/>
                  </a:lnTo>
                  <a:lnTo>
                    <a:pt x="791763" y="702973"/>
                  </a:lnTo>
                  <a:lnTo>
                    <a:pt x="816480" y="665022"/>
                  </a:lnTo>
                  <a:lnTo>
                    <a:pt x="837302" y="624492"/>
                  </a:lnTo>
                  <a:lnTo>
                    <a:pt x="853963" y="581651"/>
                  </a:lnTo>
                  <a:lnTo>
                    <a:pt x="866194" y="536768"/>
                  </a:lnTo>
                  <a:lnTo>
                    <a:pt x="873729" y="490115"/>
                  </a:lnTo>
                  <a:lnTo>
                    <a:pt x="876300" y="441960"/>
                  </a:lnTo>
                  <a:lnTo>
                    <a:pt x="873729" y="393802"/>
                  </a:lnTo>
                  <a:lnTo>
                    <a:pt x="866194" y="347147"/>
                  </a:lnTo>
                  <a:lnTo>
                    <a:pt x="853963" y="302264"/>
                  </a:lnTo>
                  <a:lnTo>
                    <a:pt x="837302" y="259422"/>
                  </a:lnTo>
                  <a:lnTo>
                    <a:pt x="816480" y="218891"/>
                  </a:lnTo>
                  <a:lnTo>
                    <a:pt x="791763" y="180941"/>
                  </a:lnTo>
                  <a:lnTo>
                    <a:pt x="763418" y="145841"/>
                  </a:lnTo>
                  <a:lnTo>
                    <a:pt x="731714" y="113861"/>
                  </a:lnTo>
                  <a:lnTo>
                    <a:pt x="696916" y="85270"/>
                  </a:lnTo>
                  <a:lnTo>
                    <a:pt x="659293" y="60339"/>
                  </a:lnTo>
                  <a:lnTo>
                    <a:pt x="619112" y="39335"/>
                  </a:lnTo>
                  <a:lnTo>
                    <a:pt x="576640" y="22530"/>
                  </a:lnTo>
                  <a:lnTo>
                    <a:pt x="532144" y="10193"/>
                  </a:lnTo>
                  <a:lnTo>
                    <a:pt x="485891" y="2593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0349483" y="5515355"/>
              <a:ext cx="876300" cy="883919"/>
            </a:xfrm>
            <a:custGeom>
              <a:avLst/>
              <a:gdLst/>
              <a:ahLst/>
              <a:cxnLst/>
              <a:rect l="l" t="t" r="r" b="b"/>
              <a:pathLst>
                <a:path w="876300" h="883920">
                  <a:moveTo>
                    <a:pt x="0" y="441960"/>
                  </a:moveTo>
                  <a:lnTo>
                    <a:pt x="2570" y="393802"/>
                  </a:lnTo>
                  <a:lnTo>
                    <a:pt x="10105" y="347147"/>
                  </a:lnTo>
                  <a:lnTo>
                    <a:pt x="22336" y="302264"/>
                  </a:lnTo>
                  <a:lnTo>
                    <a:pt x="38997" y="259422"/>
                  </a:lnTo>
                  <a:lnTo>
                    <a:pt x="59819" y="218891"/>
                  </a:lnTo>
                  <a:lnTo>
                    <a:pt x="84536" y="180941"/>
                  </a:lnTo>
                  <a:lnTo>
                    <a:pt x="112881" y="145841"/>
                  </a:lnTo>
                  <a:lnTo>
                    <a:pt x="144585" y="113861"/>
                  </a:lnTo>
                  <a:lnTo>
                    <a:pt x="179383" y="85270"/>
                  </a:lnTo>
                  <a:lnTo>
                    <a:pt x="217006" y="60339"/>
                  </a:lnTo>
                  <a:lnTo>
                    <a:pt x="257187" y="39335"/>
                  </a:lnTo>
                  <a:lnTo>
                    <a:pt x="299659" y="22530"/>
                  </a:lnTo>
                  <a:lnTo>
                    <a:pt x="344155" y="10193"/>
                  </a:lnTo>
                  <a:lnTo>
                    <a:pt x="390408" y="2593"/>
                  </a:lnTo>
                  <a:lnTo>
                    <a:pt x="438150" y="0"/>
                  </a:lnTo>
                  <a:lnTo>
                    <a:pt x="485891" y="2593"/>
                  </a:lnTo>
                  <a:lnTo>
                    <a:pt x="532144" y="10193"/>
                  </a:lnTo>
                  <a:lnTo>
                    <a:pt x="576640" y="22530"/>
                  </a:lnTo>
                  <a:lnTo>
                    <a:pt x="619112" y="39335"/>
                  </a:lnTo>
                  <a:lnTo>
                    <a:pt x="659293" y="60339"/>
                  </a:lnTo>
                  <a:lnTo>
                    <a:pt x="696916" y="85270"/>
                  </a:lnTo>
                  <a:lnTo>
                    <a:pt x="731714" y="113861"/>
                  </a:lnTo>
                  <a:lnTo>
                    <a:pt x="763418" y="145841"/>
                  </a:lnTo>
                  <a:lnTo>
                    <a:pt x="791763" y="180941"/>
                  </a:lnTo>
                  <a:lnTo>
                    <a:pt x="816480" y="218891"/>
                  </a:lnTo>
                  <a:lnTo>
                    <a:pt x="837302" y="259422"/>
                  </a:lnTo>
                  <a:lnTo>
                    <a:pt x="853963" y="302264"/>
                  </a:lnTo>
                  <a:lnTo>
                    <a:pt x="866194" y="347147"/>
                  </a:lnTo>
                  <a:lnTo>
                    <a:pt x="873729" y="393802"/>
                  </a:lnTo>
                  <a:lnTo>
                    <a:pt x="876300" y="441960"/>
                  </a:lnTo>
                  <a:lnTo>
                    <a:pt x="873729" y="490115"/>
                  </a:lnTo>
                  <a:lnTo>
                    <a:pt x="866194" y="536768"/>
                  </a:lnTo>
                  <a:lnTo>
                    <a:pt x="853963" y="581651"/>
                  </a:lnTo>
                  <a:lnTo>
                    <a:pt x="837302" y="624492"/>
                  </a:lnTo>
                  <a:lnTo>
                    <a:pt x="816480" y="665022"/>
                  </a:lnTo>
                  <a:lnTo>
                    <a:pt x="791763" y="702973"/>
                  </a:lnTo>
                  <a:lnTo>
                    <a:pt x="763418" y="738073"/>
                  </a:lnTo>
                  <a:lnTo>
                    <a:pt x="731714" y="770054"/>
                  </a:lnTo>
                  <a:lnTo>
                    <a:pt x="696916" y="798645"/>
                  </a:lnTo>
                  <a:lnTo>
                    <a:pt x="659293" y="823578"/>
                  </a:lnTo>
                  <a:lnTo>
                    <a:pt x="619112" y="844582"/>
                  </a:lnTo>
                  <a:lnTo>
                    <a:pt x="576640" y="861387"/>
                  </a:lnTo>
                  <a:lnTo>
                    <a:pt x="532144" y="873725"/>
                  </a:lnTo>
                  <a:lnTo>
                    <a:pt x="485891" y="881326"/>
                  </a:lnTo>
                  <a:lnTo>
                    <a:pt x="438150" y="883920"/>
                  </a:lnTo>
                  <a:lnTo>
                    <a:pt x="390408" y="881326"/>
                  </a:lnTo>
                  <a:lnTo>
                    <a:pt x="344155" y="873725"/>
                  </a:lnTo>
                  <a:lnTo>
                    <a:pt x="299659" y="861387"/>
                  </a:lnTo>
                  <a:lnTo>
                    <a:pt x="257187" y="844582"/>
                  </a:lnTo>
                  <a:lnTo>
                    <a:pt x="217006" y="823578"/>
                  </a:lnTo>
                  <a:lnTo>
                    <a:pt x="179383" y="798645"/>
                  </a:lnTo>
                  <a:lnTo>
                    <a:pt x="144585" y="770054"/>
                  </a:lnTo>
                  <a:lnTo>
                    <a:pt x="112881" y="738073"/>
                  </a:lnTo>
                  <a:lnTo>
                    <a:pt x="84536" y="702973"/>
                  </a:lnTo>
                  <a:lnTo>
                    <a:pt x="59819" y="665022"/>
                  </a:lnTo>
                  <a:lnTo>
                    <a:pt x="38997" y="624492"/>
                  </a:lnTo>
                  <a:lnTo>
                    <a:pt x="22336" y="581651"/>
                  </a:lnTo>
                  <a:lnTo>
                    <a:pt x="10105" y="536768"/>
                  </a:lnTo>
                  <a:lnTo>
                    <a:pt x="2570" y="490115"/>
                  </a:lnTo>
                  <a:lnTo>
                    <a:pt x="0" y="44196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 descr=""/>
          <p:cNvSpPr txBox="1"/>
          <p:nvPr/>
        </p:nvSpPr>
        <p:spPr>
          <a:xfrm>
            <a:off x="10507571" y="5817833"/>
            <a:ext cx="5067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1</a:t>
            </a:r>
            <a:r>
              <a:rPr dirty="0" baseline="-14492" sz="1725" spc="5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57" name="object 57" descr=""/>
          <p:cNvGrpSpPr/>
          <p:nvPr/>
        </p:nvGrpSpPr>
        <p:grpSpPr>
          <a:xfrm>
            <a:off x="7781290" y="4058158"/>
            <a:ext cx="890905" cy="898525"/>
            <a:chOff x="7781290" y="4058158"/>
            <a:chExt cx="890905" cy="898525"/>
          </a:xfrm>
        </p:grpSpPr>
        <p:sp>
          <p:nvSpPr>
            <p:cNvPr id="58" name="object 58" descr=""/>
            <p:cNvSpPr/>
            <p:nvPr/>
          </p:nvSpPr>
          <p:spPr>
            <a:xfrm>
              <a:off x="7787640" y="4064508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438912" y="0"/>
                  </a:moveTo>
                  <a:lnTo>
                    <a:pt x="391087" y="2597"/>
                  </a:lnTo>
                  <a:lnTo>
                    <a:pt x="344754" y="10211"/>
                  </a:lnTo>
                  <a:lnTo>
                    <a:pt x="300181" y="22569"/>
                  </a:lnTo>
                  <a:lnTo>
                    <a:pt x="257635" y="39404"/>
                  </a:lnTo>
                  <a:lnTo>
                    <a:pt x="217384" y="60443"/>
                  </a:lnTo>
                  <a:lnTo>
                    <a:pt x="179696" y="85418"/>
                  </a:lnTo>
                  <a:lnTo>
                    <a:pt x="144838" y="114058"/>
                  </a:lnTo>
                  <a:lnTo>
                    <a:pt x="113078" y="146093"/>
                  </a:lnTo>
                  <a:lnTo>
                    <a:pt x="84684" y="181254"/>
                  </a:lnTo>
                  <a:lnTo>
                    <a:pt x="59924" y="219269"/>
                  </a:lnTo>
                  <a:lnTo>
                    <a:pt x="39065" y="259870"/>
                  </a:lnTo>
                  <a:lnTo>
                    <a:pt x="22375" y="302785"/>
                  </a:lnTo>
                  <a:lnTo>
                    <a:pt x="10123" y="347746"/>
                  </a:lnTo>
                  <a:lnTo>
                    <a:pt x="2575" y="394481"/>
                  </a:lnTo>
                  <a:lnTo>
                    <a:pt x="0" y="442721"/>
                  </a:lnTo>
                  <a:lnTo>
                    <a:pt x="2575" y="490962"/>
                  </a:lnTo>
                  <a:lnTo>
                    <a:pt x="10123" y="537697"/>
                  </a:lnTo>
                  <a:lnTo>
                    <a:pt x="22375" y="582658"/>
                  </a:lnTo>
                  <a:lnTo>
                    <a:pt x="39065" y="625573"/>
                  </a:lnTo>
                  <a:lnTo>
                    <a:pt x="59924" y="666174"/>
                  </a:lnTo>
                  <a:lnTo>
                    <a:pt x="84684" y="704189"/>
                  </a:lnTo>
                  <a:lnTo>
                    <a:pt x="113078" y="739350"/>
                  </a:lnTo>
                  <a:lnTo>
                    <a:pt x="144838" y="771385"/>
                  </a:lnTo>
                  <a:lnTo>
                    <a:pt x="179696" y="800025"/>
                  </a:lnTo>
                  <a:lnTo>
                    <a:pt x="217384" y="825000"/>
                  </a:lnTo>
                  <a:lnTo>
                    <a:pt x="257635" y="846039"/>
                  </a:lnTo>
                  <a:lnTo>
                    <a:pt x="300181" y="862874"/>
                  </a:lnTo>
                  <a:lnTo>
                    <a:pt x="344754" y="875232"/>
                  </a:lnTo>
                  <a:lnTo>
                    <a:pt x="391087" y="882846"/>
                  </a:lnTo>
                  <a:lnTo>
                    <a:pt x="438912" y="885443"/>
                  </a:lnTo>
                  <a:lnTo>
                    <a:pt x="486736" y="882846"/>
                  </a:lnTo>
                  <a:lnTo>
                    <a:pt x="533069" y="875232"/>
                  </a:lnTo>
                  <a:lnTo>
                    <a:pt x="577642" y="862874"/>
                  </a:lnTo>
                  <a:lnTo>
                    <a:pt x="620188" y="846039"/>
                  </a:lnTo>
                  <a:lnTo>
                    <a:pt x="660439" y="825000"/>
                  </a:lnTo>
                  <a:lnTo>
                    <a:pt x="698127" y="800025"/>
                  </a:lnTo>
                  <a:lnTo>
                    <a:pt x="732985" y="771385"/>
                  </a:lnTo>
                  <a:lnTo>
                    <a:pt x="764745" y="739350"/>
                  </a:lnTo>
                  <a:lnTo>
                    <a:pt x="793139" y="704189"/>
                  </a:lnTo>
                  <a:lnTo>
                    <a:pt x="817899" y="666174"/>
                  </a:lnTo>
                  <a:lnTo>
                    <a:pt x="838758" y="625573"/>
                  </a:lnTo>
                  <a:lnTo>
                    <a:pt x="855448" y="582658"/>
                  </a:lnTo>
                  <a:lnTo>
                    <a:pt x="867700" y="537697"/>
                  </a:lnTo>
                  <a:lnTo>
                    <a:pt x="875248" y="490962"/>
                  </a:lnTo>
                  <a:lnTo>
                    <a:pt x="877824" y="442721"/>
                  </a:lnTo>
                  <a:lnTo>
                    <a:pt x="875248" y="394481"/>
                  </a:lnTo>
                  <a:lnTo>
                    <a:pt x="867700" y="347746"/>
                  </a:lnTo>
                  <a:lnTo>
                    <a:pt x="855448" y="302785"/>
                  </a:lnTo>
                  <a:lnTo>
                    <a:pt x="838758" y="259870"/>
                  </a:lnTo>
                  <a:lnTo>
                    <a:pt x="817899" y="219269"/>
                  </a:lnTo>
                  <a:lnTo>
                    <a:pt x="793139" y="181254"/>
                  </a:lnTo>
                  <a:lnTo>
                    <a:pt x="764745" y="146093"/>
                  </a:lnTo>
                  <a:lnTo>
                    <a:pt x="732985" y="114058"/>
                  </a:lnTo>
                  <a:lnTo>
                    <a:pt x="698127" y="85418"/>
                  </a:lnTo>
                  <a:lnTo>
                    <a:pt x="660439" y="60443"/>
                  </a:lnTo>
                  <a:lnTo>
                    <a:pt x="620188" y="39404"/>
                  </a:lnTo>
                  <a:lnTo>
                    <a:pt x="577642" y="22569"/>
                  </a:lnTo>
                  <a:lnTo>
                    <a:pt x="533069" y="10211"/>
                  </a:lnTo>
                  <a:lnTo>
                    <a:pt x="486736" y="2597"/>
                  </a:lnTo>
                  <a:lnTo>
                    <a:pt x="4389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7787640" y="4064508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0" y="442721"/>
                  </a:moveTo>
                  <a:lnTo>
                    <a:pt x="2575" y="394481"/>
                  </a:lnTo>
                  <a:lnTo>
                    <a:pt x="10123" y="347746"/>
                  </a:lnTo>
                  <a:lnTo>
                    <a:pt x="22375" y="302785"/>
                  </a:lnTo>
                  <a:lnTo>
                    <a:pt x="39065" y="259870"/>
                  </a:lnTo>
                  <a:lnTo>
                    <a:pt x="59924" y="219269"/>
                  </a:lnTo>
                  <a:lnTo>
                    <a:pt x="84684" y="181254"/>
                  </a:lnTo>
                  <a:lnTo>
                    <a:pt x="113078" y="146093"/>
                  </a:lnTo>
                  <a:lnTo>
                    <a:pt x="144838" y="114058"/>
                  </a:lnTo>
                  <a:lnTo>
                    <a:pt x="179696" y="85418"/>
                  </a:lnTo>
                  <a:lnTo>
                    <a:pt x="217384" y="60443"/>
                  </a:lnTo>
                  <a:lnTo>
                    <a:pt x="257635" y="39404"/>
                  </a:lnTo>
                  <a:lnTo>
                    <a:pt x="300181" y="22569"/>
                  </a:lnTo>
                  <a:lnTo>
                    <a:pt x="344754" y="10211"/>
                  </a:lnTo>
                  <a:lnTo>
                    <a:pt x="391087" y="2597"/>
                  </a:lnTo>
                  <a:lnTo>
                    <a:pt x="438912" y="0"/>
                  </a:lnTo>
                  <a:lnTo>
                    <a:pt x="486736" y="2597"/>
                  </a:lnTo>
                  <a:lnTo>
                    <a:pt x="533069" y="10211"/>
                  </a:lnTo>
                  <a:lnTo>
                    <a:pt x="577642" y="22569"/>
                  </a:lnTo>
                  <a:lnTo>
                    <a:pt x="620188" y="39404"/>
                  </a:lnTo>
                  <a:lnTo>
                    <a:pt x="660439" y="60443"/>
                  </a:lnTo>
                  <a:lnTo>
                    <a:pt x="698127" y="85418"/>
                  </a:lnTo>
                  <a:lnTo>
                    <a:pt x="732985" y="114058"/>
                  </a:lnTo>
                  <a:lnTo>
                    <a:pt x="764745" y="146093"/>
                  </a:lnTo>
                  <a:lnTo>
                    <a:pt x="793139" y="181254"/>
                  </a:lnTo>
                  <a:lnTo>
                    <a:pt x="817899" y="219269"/>
                  </a:lnTo>
                  <a:lnTo>
                    <a:pt x="838758" y="259870"/>
                  </a:lnTo>
                  <a:lnTo>
                    <a:pt x="855448" y="302785"/>
                  </a:lnTo>
                  <a:lnTo>
                    <a:pt x="867700" y="347746"/>
                  </a:lnTo>
                  <a:lnTo>
                    <a:pt x="875248" y="394481"/>
                  </a:lnTo>
                  <a:lnTo>
                    <a:pt x="877824" y="442721"/>
                  </a:lnTo>
                  <a:lnTo>
                    <a:pt x="875248" y="490962"/>
                  </a:lnTo>
                  <a:lnTo>
                    <a:pt x="867700" y="537697"/>
                  </a:lnTo>
                  <a:lnTo>
                    <a:pt x="855448" y="582658"/>
                  </a:lnTo>
                  <a:lnTo>
                    <a:pt x="838758" y="625573"/>
                  </a:lnTo>
                  <a:lnTo>
                    <a:pt x="817899" y="666174"/>
                  </a:lnTo>
                  <a:lnTo>
                    <a:pt x="793139" y="704189"/>
                  </a:lnTo>
                  <a:lnTo>
                    <a:pt x="764745" y="739350"/>
                  </a:lnTo>
                  <a:lnTo>
                    <a:pt x="732985" y="771385"/>
                  </a:lnTo>
                  <a:lnTo>
                    <a:pt x="698127" y="800025"/>
                  </a:lnTo>
                  <a:lnTo>
                    <a:pt x="660439" y="825000"/>
                  </a:lnTo>
                  <a:lnTo>
                    <a:pt x="620188" y="846039"/>
                  </a:lnTo>
                  <a:lnTo>
                    <a:pt x="577642" y="862874"/>
                  </a:lnTo>
                  <a:lnTo>
                    <a:pt x="533069" y="875232"/>
                  </a:lnTo>
                  <a:lnTo>
                    <a:pt x="486736" y="882846"/>
                  </a:lnTo>
                  <a:lnTo>
                    <a:pt x="438912" y="885443"/>
                  </a:lnTo>
                  <a:lnTo>
                    <a:pt x="391087" y="882846"/>
                  </a:lnTo>
                  <a:lnTo>
                    <a:pt x="344754" y="875232"/>
                  </a:lnTo>
                  <a:lnTo>
                    <a:pt x="300181" y="862874"/>
                  </a:lnTo>
                  <a:lnTo>
                    <a:pt x="257635" y="846039"/>
                  </a:lnTo>
                  <a:lnTo>
                    <a:pt x="217384" y="825000"/>
                  </a:lnTo>
                  <a:lnTo>
                    <a:pt x="179696" y="800025"/>
                  </a:lnTo>
                  <a:lnTo>
                    <a:pt x="144838" y="771385"/>
                  </a:lnTo>
                  <a:lnTo>
                    <a:pt x="113078" y="739350"/>
                  </a:lnTo>
                  <a:lnTo>
                    <a:pt x="84684" y="704189"/>
                  </a:lnTo>
                  <a:lnTo>
                    <a:pt x="59924" y="666174"/>
                  </a:lnTo>
                  <a:lnTo>
                    <a:pt x="39065" y="625573"/>
                  </a:lnTo>
                  <a:lnTo>
                    <a:pt x="22375" y="582658"/>
                  </a:lnTo>
                  <a:lnTo>
                    <a:pt x="10123" y="537697"/>
                  </a:lnTo>
                  <a:lnTo>
                    <a:pt x="2575" y="490962"/>
                  </a:lnTo>
                  <a:lnTo>
                    <a:pt x="0" y="4427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 descr=""/>
          <p:cNvSpPr txBox="1"/>
          <p:nvPr/>
        </p:nvSpPr>
        <p:spPr>
          <a:xfrm>
            <a:off x="7941492" y="4368079"/>
            <a:ext cx="5156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0</a:t>
            </a:r>
            <a:r>
              <a:rPr dirty="0" baseline="-14492" sz="1725" spc="11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61" name="object 61" descr=""/>
          <p:cNvGrpSpPr/>
          <p:nvPr/>
        </p:nvGrpSpPr>
        <p:grpSpPr>
          <a:xfrm>
            <a:off x="7277481" y="4470651"/>
            <a:ext cx="3072130" cy="1487805"/>
            <a:chOff x="7277481" y="4470651"/>
            <a:chExt cx="3072130" cy="1487805"/>
          </a:xfrm>
        </p:grpSpPr>
        <p:sp>
          <p:nvSpPr>
            <p:cNvPr id="62" name="object 62" descr=""/>
            <p:cNvSpPr/>
            <p:nvPr/>
          </p:nvSpPr>
          <p:spPr>
            <a:xfrm>
              <a:off x="7287006" y="4508754"/>
              <a:ext cx="437515" cy="0"/>
            </a:xfrm>
            <a:custGeom>
              <a:avLst/>
              <a:gdLst/>
              <a:ahLst/>
              <a:cxnLst/>
              <a:rect l="l" t="t" r="r" b="b"/>
              <a:pathLst>
                <a:path w="437515" h="0">
                  <a:moveTo>
                    <a:pt x="0" y="0"/>
                  </a:moveTo>
                  <a:lnTo>
                    <a:pt x="437464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7711778" y="447065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8536686" y="4821174"/>
              <a:ext cx="1758950" cy="1103630"/>
            </a:xfrm>
            <a:custGeom>
              <a:avLst/>
              <a:gdLst/>
              <a:ahLst/>
              <a:cxnLst/>
              <a:rect l="l" t="t" r="r" b="b"/>
              <a:pathLst>
                <a:path w="1758950" h="1103629">
                  <a:moveTo>
                    <a:pt x="0" y="0"/>
                  </a:moveTo>
                  <a:lnTo>
                    <a:pt x="1758848" y="110322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10264543" y="5885374"/>
              <a:ext cx="85090" cy="73025"/>
            </a:xfrm>
            <a:custGeom>
              <a:avLst/>
              <a:gdLst/>
              <a:ahLst/>
              <a:cxnLst/>
              <a:rect l="l" t="t" r="r" b="b"/>
              <a:pathLst>
                <a:path w="85090" h="73025">
                  <a:moveTo>
                    <a:pt x="40487" y="0"/>
                  </a:moveTo>
                  <a:lnTo>
                    <a:pt x="0" y="64554"/>
                  </a:lnTo>
                  <a:lnTo>
                    <a:pt x="84797" y="72771"/>
                  </a:lnTo>
                  <a:lnTo>
                    <a:pt x="404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 descr=""/>
          <p:cNvSpPr txBox="1"/>
          <p:nvPr/>
        </p:nvSpPr>
        <p:spPr>
          <a:xfrm>
            <a:off x="252078" y="1292075"/>
            <a:ext cx="2841625" cy="1842135"/>
          </a:xfrm>
          <a:prstGeom prst="rect">
            <a:avLst/>
          </a:prstGeom>
        </p:spPr>
        <p:txBody>
          <a:bodyPr wrap="square" lIns="0" tIns="2540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000"/>
              </a:spcBef>
            </a:pPr>
            <a:r>
              <a:rPr dirty="0" sz="2800" spc="-25">
                <a:latin typeface="Franklin Gothic Medium"/>
                <a:cs typeface="Franklin Gothic Medium"/>
              </a:rPr>
              <a:t>Components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800" spc="-25">
                <a:latin typeface="Franklin Gothic Medium"/>
                <a:cs typeface="Franklin Gothic Medium"/>
              </a:rPr>
              <a:t>:</a:t>
            </a:r>
            <a:endParaRPr sz="2800">
              <a:latin typeface="Franklin Gothic Medium"/>
              <a:cs typeface="Franklin Gothic Medium"/>
            </a:endParaRPr>
          </a:p>
          <a:p>
            <a:pPr marL="353695">
              <a:lnSpc>
                <a:spcPct val="100000"/>
              </a:lnSpc>
              <a:spcBef>
                <a:spcPts val="1630"/>
              </a:spcBef>
            </a:pPr>
            <a:r>
              <a:rPr dirty="0" sz="2400" spc="-830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sz="2400" spc="21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30">
                <a:latin typeface="Cambria Math"/>
                <a:cs typeface="Cambria Math"/>
              </a:rPr>
              <a:t> </a:t>
            </a:r>
            <a:r>
              <a:rPr dirty="0" sz="2400" spc="-63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952">
                <a:solidFill>
                  <a:srgbClr val="C55A11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382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 </a:t>
            </a:r>
            <a:r>
              <a:rPr dirty="0" sz="2400" spc="-59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892">
                <a:solidFill>
                  <a:srgbClr val="C55A11"/>
                </a:solidFill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  <a:p>
            <a:pPr marL="366395">
              <a:lnSpc>
                <a:spcPct val="100000"/>
              </a:lnSpc>
              <a:spcBef>
                <a:spcPts val="1650"/>
              </a:spcBef>
            </a:pPr>
            <a:r>
              <a:rPr dirty="0" sz="240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15873" sz="2625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baseline="-15873" sz="2625" spc="600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5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(</a:t>
            </a:r>
            <a:r>
              <a:rPr dirty="0" sz="2400">
                <a:solidFill>
                  <a:srgbClr val="BE9000"/>
                </a:solidFill>
                <a:latin typeface="Cambria Math"/>
                <a:cs typeface="Cambria Math"/>
              </a:rPr>
              <a:t>𝑡</a:t>
            </a:r>
            <a:r>
              <a:rPr dirty="0" baseline="-15873" sz="2625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120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BE9000"/>
                </a:solidFill>
                <a:latin typeface="Cambria Math"/>
                <a:cs typeface="Cambria Math"/>
              </a:rPr>
              <a:t>𝑟</a:t>
            </a:r>
            <a:r>
              <a:rPr dirty="0" baseline="-15873" sz="2625" spc="-37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sz="2400" spc="-25">
                <a:latin typeface="Cambria Math"/>
                <a:cs typeface="Cambria Math"/>
              </a:rPr>
              <a:t>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7" name="object 67" descr=""/>
          <p:cNvSpPr/>
          <p:nvPr/>
        </p:nvSpPr>
        <p:spPr>
          <a:xfrm>
            <a:off x="808342" y="3513620"/>
            <a:ext cx="1155065" cy="368300"/>
          </a:xfrm>
          <a:custGeom>
            <a:avLst/>
            <a:gdLst/>
            <a:ahLst/>
            <a:cxnLst/>
            <a:rect l="l" t="t" r="r" b="b"/>
            <a:pathLst>
              <a:path w="1155064" h="368300">
                <a:moveTo>
                  <a:pt x="100457" y="12204"/>
                </a:moveTo>
                <a:lnTo>
                  <a:pt x="96735" y="0"/>
                </a:lnTo>
                <a:lnTo>
                  <a:pt x="74841" y="8521"/>
                </a:lnTo>
                <a:lnTo>
                  <a:pt x="55613" y="21907"/>
                </a:lnTo>
                <a:lnTo>
                  <a:pt x="25146" y="63246"/>
                </a:lnTo>
                <a:lnTo>
                  <a:pt x="6286" y="118986"/>
                </a:lnTo>
                <a:lnTo>
                  <a:pt x="0" y="184099"/>
                </a:lnTo>
                <a:lnTo>
                  <a:pt x="1511" y="216522"/>
                </a:lnTo>
                <a:lnTo>
                  <a:pt x="1562" y="217817"/>
                </a:lnTo>
                <a:lnTo>
                  <a:pt x="14135" y="278244"/>
                </a:lnTo>
                <a:lnTo>
                  <a:pt x="39039" y="328041"/>
                </a:lnTo>
                <a:lnTo>
                  <a:pt x="74841" y="359664"/>
                </a:lnTo>
                <a:lnTo>
                  <a:pt x="96735" y="368198"/>
                </a:lnTo>
                <a:lnTo>
                  <a:pt x="100457" y="355993"/>
                </a:lnTo>
                <a:lnTo>
                  <a:pt x="83540" y="347218"/>
                </a:lnTo>
                <a:lnTo>
                  <a:pt x="68808" y="334467"/>
                </a:lnTo>
                <a:lnTo>
                  <a:pt x="45910" y="296989"/>
                </a:lnTo>
                <a:lnTo>
                  <a:pt x="32004" y="246062"/>
                </a:lnTo>
                <a:lnTo>
                  <a:pt x="27381" y="184251"/>
                </a:lnTo>
                <a:lnTo>
                  <a:pt x="28536" y="151904"/>
                </a:lnTo>
                <a:lnTo>
                  <a:pt x="37795" y="95415"/>
                </a:lnTo>
                <a:lnTo>
                  <a:pt x="56261" y="50507"/>
                </a:lnTo>
                <a:lnTo>
                  <a:pt x="83540" y="20967"/>
                </a:lnTo>
                <a:lnTo>
                  <a:pt x="100457" y="12204"/>
                </a:lnTo>
                <a:close/>
              </a:path>
              <a:path w="1155064" h="368300">
                <a:moveTo>
                  <a:pt x="231216" y="55372"/>
                </a:moveTo>
                <a:lnTo>
                  <a:pt x="227190" y="43916"/>
                </a:lnTo>
                <a:lnTo>
                  <a:pt x="206717" y="51308"/>
                </a:lnTo>
                <a:lnTo>
                  <a:pt x="188772" y="62014"/>
                </a:lnTo>
                <a:lnTo>
                  <a:pt x="160451" y="93395"/>
                </a:lnTo>
                <a:lnTo>
                  <a:pt x="142976" y="135343"/>
                </a:lnTo>
                <a:lnTo>
                  <a:pt x="137236" y="183667"/>
                </a:lnTo>
                <a:lnTo>
                  <a:pt x="137160" y="185153"/>
                </a:lnTo>
                <a:lnTo>
                  <a:pt x="138607" y="211086"/>
                </a:lnTo>
                <a:lnTo>
                  <a:pt x="150215" y="256959"/>
                </a:lnTo>
                <a:lnTo>
                  <a:pt x="173253" y="294195"/>
                </a:lnTo>
                <a:lnTo>
                  <a:pt x="206654" y="318858"/>
                </a:lnTo>
                <a:lnTo>
                  <a:pt x="227190" y="326237"/>
                </a:lnTo>
                <a:lnTo>
                  <a:pt x="230771" y="314782"/>
                </a:lnTo>
                <a:lnTo>
                  <a:pt x="214680" y="307657"/>
                </a:lnTo>
                <a:lnTo>
                  <a:pt x="200787" y="297738"/>
                </a:lnTo>
                <a:lnTo>
                  <a:pt x="172313" y="251498"/>
                </a:lnTo>
                <a:lnTo>
                  <a:pt x="163944" y="208559"/>
                </a:lnTo>
                <a:lnTo>
                  <a:pt x="162966" y="185153"/>
                </a:lnTo>
                <a:lnTo>
                  <a:pt x="162902" y="183667"/>
                </a:lnTo>
                <a:lnTo>
                  <a:pt x="167081" y="137617"/>
                </a:lnTo>
                <a:lnTo>
                  <a:pt x="179641" y="100101"/>
                </a:lnTo>
                <a:lnTo>
                  <a:pt x="214934" y="62458"/>
                </a:lnTo>
                <a:lnTo>
                  <a:pt x="231216" y="55372"/>
                </a:lnTo>
                <a:close/>
              </a:path>
              <a:path w="1155064" h="368300">
                <a:moveTo>
                  <a:pt x="728243" y="185153"/>
                </a:moveTo>
                <a:lnTo>
                  <a:pt x="726795" y="159575"/>
                </a:lnTo>
                <a:lnTo>
                  <a:pt x="726782" y="159270"/>
                </a:lnTo>
                <a:lnTo>
                  <a:pt x="722414" y="135343"/>
                </a:lnTo>
                <a:lnTo>
                  <a:pt x="704951" y="93395"/>
                </a:lnTo>
                <a:lnTo>
                  <a:pt x="676605" y="62014"/>
                </a:lnTo>
                <a:lnTo>
                  <a:pt x="638200" y="43916"/>
                </a:lnTo>
                <a:lnTo>
                  <a:pt x="634187" y="55372"/>
                </a:lnTo>
                <a:lnTo>
                  <a:pt x="650532" y="62458"/>
                </a:lnTo>
                <a:lnTo>
                  <a:pt x="664578" y="72288"/>
                </a:lnTo>
                <a:lnTo>
                  <a:pt x="693115" y="117792"/>
                </a:lnTo>
                <a:lnTo>
                  <a:pt x="701395" y="159270"/>
                </a:lnTo>
                <a:lnTo>
                  <a:pt x="701446" y="159575"/>
                </a:lnTo>
                <a:lnTo>
                  <a:pt x="701433" y="208559"/>
                </a:lnTo>
                <a:lnTo>
                  <a:pt x="693064" y="251498"/>
                </a:lnTo>
                <a:lnTo>
                  <a:pt x="664591" y="297738"/>
                </a:lnTo>
                <a:lnTo>
                  <a:pt x="634631" y="314782"/>
                </a:lnTo>
                <a:lnTo>
                  <a:pt x="638200" y="326237"/>
                </a:lnTo>
                <a:lnTo>
                  <a:pt x="676706" y="308178"/>
                </a:lnTo>
                <a:lnTo>
                  <a:pt x="705027" y="276910"/>
                </a:lnTo>
                <a:lnTo>
                  <a:pt x="722426" y="235026"/>
                </a:lnTo>
                <a:lnTo>
                  <a:pt x="726782" y="211086"/>
                </a:lnTo>
                <a:lnTo>
                  <a:pt x="728243" y="185153"/>
                </a:lnTo>
                <a:close/>
              </a:path>
              <a:path w="1155064" h="368300">
                <a:moveTo>
                  <a:pt x="1154709" y="184099"/>
                </a:moveTo>
                <a:lnTo>
                  <a:pt x="1153198" y="151904"/>
                </a:lnTo>
                <a:lnTo>
                  <a:pt x="1153134" y="150368"/>
                </a:lnTo>
                <a:lnTo>
                  <a:pt x="1148422" y="118986"/>
                </a:lnTo>
                <a:lnTo>
                  <a:pt x="1129563" y="63246"/>
                </a:lnTo>
                <a:lnTo>
                  <a:pt x="1099083" y="21907"/>
                </a:lnTo>
                <a:lnTo>
                  <a:pt x="1057973" y="0"/>
                </a:lnTo>
                <a:lnTo>
                  <a:pt x="1054252" y="12204"/>
                </a:lnTo>
                <a:lnTo>
                  <a:pt x="1071168" y="20967"/>
                </a:lnTo>
                <a:lnTo>
                  <a:pt x="1085888" y="33743"/>
                </a:lnTo>
                <a:lnTo>
                  <a:pt x="1108798" y="71285"/>
                </a:lnTo>
                <a:lnTo>
                  <a:pt x="1122692" y="122301"/>
                </a:lnTo>
                <a:lnTo>
                  <a:pt x="1127315" y="184099"/>
                </a:lnTo>
                <a:lnTo>
                  <a:pt x="1126159" y="216522"/>
                </a:lnTo>
                <a:lnTo>
                  <a:pt x="1116901" y="272884"/>
                </a:lnTo>
                <a:lnTo>
                  <a:pt x="1098435" y="317715"/>
                </a:lnTo>
                <a:lnTo>
                  <a:pt x="1071168" y="347218"/>
                </a:lnTo>
                <a:lnTo>
                  <a:pt x="1054252" y="355993"/>
                </a:lnTo>
                <a:lnTo>
                  <a:pt x="1057973" y="368198"/>
                </a:lnTo>
                <a:lnTo>
                  <a:pt x="1099083" y="346278"/>
                </a:lnTo>
                <a:lnTo>
                  <a:pt x="1129563" y="304952"/>
                </a:lnTo>
                <a:lnTo>
                  <a:pt x="1148422" y="249212"/>
                </a:lnTo>
                <a:lnTo>
                  <a:pt x="1154696" y="184251"/>
                </a:lnTo>
                <a:lnTo>
                  <a:pt x="1154709" y="184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 descr=""/>
          <p:cNvSpPr/>
          <p:nvPr/>
        </p:nvSpPr>
        <p:spPr>
          <a:xfrm>
            <a:off x="2413114" y="3513620"/>
            <a:ext cx="2282825" cy="368300"/>
          </a:xfrm>
          <a:custGeom>
            <a:avLst/>
            <a:gdLst/>
            <a:ahLst/>
            <a:cxnLst/>
            <a:rect l="l" t="t" r="r" b="b"/>
            <a:pathLst>
              <a:path w="2282825" h="368300">
                <a:moveTo>
                  <a:pt x="100457" y="12204"/>
                </a:moveTo>
                <a:lnTo>
                  <a:pt x="96735" y="0"/>
                </a:lnTo>
                <a:lnTo>
                  <a:pt x="74841" y="8521"/>
                </a:lnTo>
                <a:lnTo>
                  <a:pt x="55613" y="21907"/>
                </a:lnTo>
                <a:lnTo>
                  <a:pt x="25146" y="63246"/>
                </a:lnTo>
                <a:lnTo>
                  <a:pt x="6286" y="118986"/>
                </a:lnTo>
                <a:lnTo>
                  <a:pt x="0" y="184099"/>
                </a:lnTo>
                <a:lnTo>
                  <a:pt x="1511" y="216522"/>
                </a:lnTo>
                <a:lnTo>
                  <a:pt x="1562" y="217817"/>
                </a:lnTo>
                <a:lnTo>
                  <a:pt x="14135" y="278244"/>
                </a:lnTo>
                <a:lnTo>
                  <a:pt x="39039" y="328041"/>
                </a:lnTo>
                <a:lnTo>
                  <a:pt x="74841" y="359664"/>
                </a:lnTo>
                <a:lnTo>
                  <a:pt x="96735" y="368198"/>
                </a:lnTo>
                <a:lnTo>
                  <a:pt x="100457" y="355993"/>
                </a:lnTo>
                <a:lnTo>
                  <a:pt x="83540" y="347218"/>
                </a:lnTo>
                <a:lnTo>
                  <a:pt x="68808" y="334467"/>
                </a:lnTo>
                <a:lnTo>
                  <a:pt x="45910" y="296989"/>
                </a:lnTo>
                <a:lnTo>
                  <a:pt x="32004" y="246062"/>
                </a:lnTo>
                <a:lnTo>
                  <a:pt x="27381" y="184251"/>
                </a:lnTo>
                <a:lnTo>
                  <a:pt x="28536" y="151904"/>
                </a:lnTo>
                <a:lnTo>
                  <a:pt x="37795" y="95415"/>
                </a:lnTo>
                <a:lnTo>
                  <a:pt x="56261" y="50507"/>
                </a:lnTo>
                <a:lnTo>
                  <a:pt x="83540" y="20967"/>
                </a:lnTo>
                <a:lnTo>
                  <a:pt x="100457" y="12204"/>
                </a:lnTo>
                <a:close/>
              </a:path>
              <a:path w="2282825" h="368300">
                <a:moveTo>
                  <a:pt x="520776" y="55372"/>
                </a:moveTo>
                <a:lnTo>
                  <a:pt x="516763" y="43916"/>
                </a:lnTo>
                <a:lnTo>
                  <a:pt x="496290" y="51308"/>
                </a:lnTo>
                <a:lnTo>
                  <a:pt x="478332" y="62014"/>
                </a:lnTo>
                <a:lnTo>
                  <a:pt x="450011" y="93395"/>
                </a:lnTo>
                <a:lnTo>
                  <a:pt x="432536" y="135343"/>
                </a:lnTo>
                <a:lnTo>
                  <a:pt x="426796" y="183667"/>
                </a:lnTo>
                <a:lnTo>
                  <a:pt x="426720" y="185153"/>
                </a:lnTo>
                <a:lnTo>
                  <a:pt x="428167" y="211086"/>
                </a:lnTo>
                <a:lnTo>
                  <a:pt x="439775" y="256959"/>
                </a:lnTo>
                <a:lnTo>
                  <a:pt x="462813" y="294195"/>
                </a:lnTo>
                <a:lnTo>
                  <a:pt x="496227" y="318858"/>
                </a:lnTo>
                <a:lnTo>
                  <a:pt x="516763" y="326237"/>
                </a:lnTo>
                <a:lnTo>
                  <a:pt x="520331" y="314782"/>
                </a:lnTo>
                <a:lnTo>
                  <a:pt x="504240" y="307657"/>
                </a:lnTo>
                <a:lnTo>
                  <a:pt x="490347" y="297738"/>
                </a:lnTo>
                <a:lnTo>
                  <a:pt x="461873" y="251498"/>
                </a:lnTo>
                <a:lnTo>
                  <a:pt x="453504" y="208559"/>
                </a:lnTo>
                <a:lnTo>
                  <a:pt x="452526" y="185153"/>
                </a:lnTo>
                <a:lnTo>
                  <a:pt x="452462" y="183667"/>
                </a:lnTo>
                <a:lnTo>
                  <a:pt x="456641" y="137617"/>
                </a:lnTo>
                <a:lnTo>
                  <a:pt x="469201" y="100101"/>
                </a:lnTo>
                <a:lnTo>
                  <a:pt x="504494" y="62458"/>
                </a:lnTo>
                <a:lnTo>
                  <a:pt x="520776" y="55372"/>
                </a:lnTo>
                <a:close/>
              </a:path>
              <a:path w="2282825" h="368300">
                <a:moveTo>
                  <a:pt x="1043711" y="185153"/>
                </a:moveTo>
                <a:lnTo>
                  <a:pt x="1042263" y="159575"/>
                </a:lnTo>
                <a:lnTo>
                  <a:pt x="1042250" y="159270"/>
                </a:lnTo>
                <a:lnTo>
                  <a:pt x="1037882" y="135343"/>
                </a:lnTo>
                <a:lnTo>
                  <a:pt x="1020419" y="93395"/>
                </a:lnTo>
                <a:lnTo>
                  <a:pt x="992073" y="62014"/>
                </a:lnTo>
                <a:lnTo>
                  <a:pt x="953668" y="43916"/>
                </a:lnTo>
                <a:lnTo>
                  <a:pt x="949655" y="55372"/>
                </a:lnTo>
                <a:lnTo>
                  <a:pt x="966000" y="62458"/>
                </a:lnTo>
                <a:lnTo>
                  <a:pt x="980046" y="72288"/>
                </a:lnTo>
                <a:lnTo>
                  <a:pt x="1008583" y="117792"/>
                </a:lnTo>
                <a:lnTo>
                  <a:pt x="1016863" y="159270"/>
                </a:lnTo>
                <a:lnTo>
                  <a:pt x="1016914" y="159575"/>
                </a:lnTo>
                <a:lnTo>
                  <a:pt x="1016901" y="208559"/>
                </a:lnTo>
                <a:lnTo>
                  <a:pt x="1008532" y="251498"/>
                </a:lnTo>
                <a:lnTo>
                  <a:pt x="980059" y="297738"/>
                </a:lnTo>
                <a:lnTo>
                  <a:pt x="950099" y="314782"/>
                </a:lnTo>
                <a:lnTo>
                  <a:pt x="953668" y="326237"/>
                </a:lnTo>
                <a:lnTo>
                  <a:pt x="992174" y="308178"/>
                </a:lnTo>
                <a:lnTo>
                  <a:pt x="1020495" y="276910"/>
                </a:lnTo>
                <a:lnTo>
                  <a:pt x="1037894" y="235026"/>
                </a:lnTo>
                <a:lnTo>
                  <a:pt x="1042250" y="211086"/>
                </a:lnTo>
                <a:lnTo>
                  <a:pt x="1043711" y="185153"/>
                </a:lnTo>
                <a:close/>
              </a:path>
              <a:path w="2282825" h="368300">
                <a:moveTo>
                  <a:pt x="1599768" y="55372"/>
                </a:moveTo>
                <a:lnTo>
                  <a:pt x="1595755" y="43916"/>
                </a:lnTo>
                <a:lnTo>
                  <a:pt x="1575269" y="51308"/>
                </a:lnTo>
                <a:lnTo>
                  <a:pt x="1557324" y="62014"/>
                </a:lnTo>
                <a:lnTo>
                  <a:pt x="1529003" y="93395"/>
                </a:lnTo>
                <a:lnTo>
                  <a:pt x="1511528" y="135343"/>
                </a:lnTo>
                <a:lnTo>
                  <a:pt x="1505788" y="183667"/>
                </a:lnTo>
                <a:lnTo>
                  <a:pt x="1505712" y="185153"/>
                </a:lnTo>
                <a:lnTo>
                  <a:pt x="1507159" y="211086"/>
                </a:lnTo>
                <a:lnTo>
                  <a:pt x="1518767" y="256959"/>
                </a:lnTo>
                <a:lnTo>
                  <a:pt x="1541805" y="294195"/>
                </a:lnTo>
                <a:lnTo>
                  <a:pt x="1575219" y="318858"/>
                </a:lnTo>
                <a:lnTo>
                  <a:pt x="1595755" y="326237"/>
                </a:lnTo>
                <a:lnTo>
                  <a:pt x="1599323" y="314782"/>
                </a:lnTo>
                <a:lnTo>
                  <a:pt x="1583232" y="307657"/>
                </a:lnTo>
                <a:lnTo>
                  <a:pt x="1569339" y="297738"/>
                </a:lnTo>
                <a:lnTo>
                  <a:pt x="1540865" y="251498"/>
                </a:lnTo>
                <a:lnTo>
                  <a:pt x="1532496" y="208559"/>
                </a:lnTo>
                <a:lnTo>
                  <a:pt x="1531518" y="185153"/>
                </a:lnTo>
                <a:lnTo>
                  <a:pt x="1531454" y="183667"/>
                </a:lnTo>
                <a:lnTo>
                  <a:pt x="1535633" y="137617"/>
                </a:lnTo>
                <a:lnTo>
                  <a:pt x="1548193" y="100101"/>
                </a:lnTo>
                <a:lnTo>
                  <a:pt x="1583474" y="62458"/>
                </a:lnTo>
                <a:lnTo>
                  <a:pt x="1599768" y="55372"/>
                </a:lnTo>
                <a:close/>
              </a:path>
              <a:path w="2282825" h="368300">
                <a:moveTo>
                  <a:pt x="2145563" y="185153"/>
                </a:moveTo>
                <a:lnTo>
                  <a:pt x="2144115" y="159575"/>
                </a:lnTo>
                <a:lnTo>
                  <a:pt x="2144103" y="159270"/>
                </a:lnTo>
                <a:lnTo>
                  <a:pt x="2139734" y="135343"/>
                </a:lnTo>
                <a:lnTo>
                  <a:pt x="2122271" y="93395"/>
                </a:lnTo>
                <a:lnTo>
                  <a:pt x="2093925" y="62014"/>
                </a:lnTo>
                <a:lnTo>
                  <a:pt x="2055520" y="43916"/>
                </a:lnTo>
                <a:lnTo>
                  <a:pt x="2051507" y="55372"/>
                </a:lnTo>
                <a:lnTo>
                  <a:pt x="2067839" y="62458"/>
                </a:lnTo>
                <a:lnTo>
                  <a:pt x="2081898" y="72288"/>
                </a:lnTo>
                <a:lnTo>
                  <a:pt x="2110435" y="117792"/>
                </a:lnTo>
                <a:lnTo>
                  <a:pt x="2118715" y="159270"/>
                </a:lnTo>
                <a:lnTo>
                  <a:pt x="2118766" y="159575"/>
                </a:lnTo>
                <a:lnTo>
                  <a:pt x="2118753" y="208559"/>
                </a:lnTo>
                <a:lnTo>
                  <a:pt x="2110384" y="251498"/>
                </a:lnTo>
                <a:lnTo>
                  <a:pt x="2081911" y="297738"/>
                </a:lnTo>
                <a:lnTo>
                  <a:pt x="2051951" y="314782"/>
                </a:lnTo>
                <a:lnTo>
                  <a:pt x="2055520" y="326237"/>
                </a:lnTo>
                <a:lnTo>
                  <a:pt x="2094026" y="308178"/>
                </a:lnTo>
                <a:lnTo>
                  <a:pt x="2122347" y="276910"/>
                </a:lnTo>
                <a:lnTo>
                  <a:pt x="2139746" y="235026"/>
                </a:lnTo>
                <a:lnTo>
                  <a:pt x="2144103" y="211086"/>
                </a:lnTo>
                <a:lnTo>
                  <a:pt x="2145563" y="185153"/>
                </a:lnTo>
                <a:close/>
              </a:path>
              <a:path w="2282825" h="368300">
                <a:moveTo>
                  <a:pt x="2282469" y="184099"/>
                </a:moveTo>
                <a:lnTo>
                  <a:pt x="2280958" y="151904"/>
                </a:lnTo>
                <a:lnTo>
                  <a:pt x="2280894" y="150368"/>
                </a:lnTo>
                <a:lnTo>
                  <a:pt x="2276183" y="118986"/>
                </a:lnTo>
                <a:lnTo>
                  <a:pt x="2257323" y="63246"/>
                </a:lnTo>
                <a:lnTo>
                  <a:pt x="2226843" y="21907"/>
                </a:lnTo>
                <a:lnTo>
                  <a:pt x="2185733" y="0"/>
                </a:lnTo>
                <a:lnTo>
                  <a:pt x="2182012" y="12204"/>
                </a:lnTo>
                <a:lnTo>
                  <a:pt x="2198928" y="20967"/>
                </a:lnTo>
                <a:lnTo>
                  <a:pt x="2213648" y="33743"/>
                </a:lnTo>
                <a:lnTo>
                  <a:pt x="2236559" y="71285"/>
                </a:lnTo>
                <a:lnTo>
                  <a:pt x="2250452" y="122301"/>
                </a:lnTo>
                <a:lnTo>
                  <a:pt x="2255075" y="184099"/>
                </a:lnTo>
                <a:lnTo>
                  <a:pt x="2253919" y="216522"/>
                </a:lnTo>
                <a:lnTo>
                  <a:pt x="2244661" y="272884"/>
                </a:lnTo>
                <a:lnTo>
                  <a:pt x="2226195" y="317715"/>
                </a:lnTo>
                <a:lnTo>
                  <a:pt x="2198928" y="347218"/>
                </a:lnTo>
                <a:lnTo>
                  <a:pt x="2182012" y="355993"/>
                </a:lnTo>
                <a:lnTo>
                  <a:pt x="2185733" y="368198"/>
                </a:lnTo>
                <a:lnTo>
                  <a:pt x="2226843" y="346278"/>
                </a:lnTo>
                <a:lnTo>
                  <a:pt x="2257323" y="304952"/>
                </a:lnTo>
                <a:lnTo>
                  <a:pt x="2276183" y="249212"/>
                </a:lnTo>
                <a:lnTo>
                  <a:pt x="2282456" y="184251"/>
                </a:lnTo>
                <a:lnTo>
                  <a:pt x="2282469" y="184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 descr=""/>
          <p:cNvSpPr txBox="1"/>
          <p:nvPr/>
        </p:nvSpPr>
        <p:spPr>
          <a:xfrm>
            <a:off x="4005827" y="3467274"/>
            <a:ext cx="4591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𝑟,</a:t>
            </a:r>
            <a:r>
              <a:rPr dirty="0" sz="2400" spc="-100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0" name="object 70" descr=""/>
          <p:cNvSpPr/>
          <p:nvPr/>
        </p:nvSpPr>
        <p:spPr>
          <a:xfrm>
            <a:off x="1227446" y="4206775"/>
            <a:ext cx="1176655" cy="282575"/>
          </a:xfrm>
          <a:custGeom>
            <a:avLst/>
            <a:gdLst/>
            <a:ahLst/>
            <a:cxnLst/>
            <a:rect l="l" t="t" r="r" b="b"/>
            <a:pathLst>
              <a:path w="1176655" h="282575">
                <a:moveTo>
                  <a:pt x="1086256" y="0"/>
                </a:moveTo>
                <a:lnTo>
                  <a:pt x="1082243" y="11455"/>
                </a:lnTo>
                <a:lnTo>
                  <a:pt x="1098585" y="18551"/>
                </a:lnTo>
                <a:lnTo>
                  <a:pt x="1112639" y="28371"/>
                </a:lnTo>
                <a:lnTo>
                  <a:pt x="1141172" y="73880"/>
                </a:lnTo>
                <a:lnTo>
                  <a:pt x="1149459" y="115357"/>
                </a:lnTo>
                <a:lnTo>
                  <a:pt x="1149502" y="115661"/>
                </a:lnTo>
                <a:lnTo>
                  <a:pt x="1149498" y="164649"/>
                </a:lnTo>
                <a:lnTo>
                  <a:pt x="1141130" y="207587"/>
                </a:lnTo>
                <a:lnTo>
                  <a:pt x="1112651" y="253828"/>
                </a:lnTo>
                <a:lnTo>
                  <a:pt x="1082687" y="270865"/>
                </a:lnTo>
                <a:lnTo>
                  <a:pt x="1086256" y="282320"/>
                </a:lnTo>
                <a:lnTo>
                  <a:pt x="1124765" y="264263"/>
                </a:lnTo>
                <a:lnTo>
                  <a:pt x="1153083" y="232994"/>
                </a:lnTo>
                <a:lnTo>
                  <a:pt x="1170492" y="191111"/>
                </a:lnTo>
                <a:lnTo>
                  <a:pt x="1176299" y="141236"/>
                </a:lnTo>
                <a:lnTo>
                  <a:pt x="1174861" y="115661"/>
                </a:lnTo>
                <a:lnTo>
                  <a:pt x="1163199" y="69479"/>
                </a:lnTo>
                <a:lnTo>
                  <a:pt x="1140098" y="32129"/>
                </a:lnTo>
                <a:lnTo>
                  <a:pt x="1106723" y="7391"/>
                </a:lnTo>
                <a:lnTo>
                  <a:pt x="1086256" y="0"/>
                </a:lnTo>
                <a:close/>
              </a:path>
              <a:path w="1176655" h="282575">
                <a:moveTo>
                  <a:pt x="90043" y="0"/>
                </a:moveTo>
                <a:lnTo>
                  <a:pt x="51619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5802" y="191111"/>
                </a:lnTo>
                <a:lnTo>
                  <a:pt x="23215" y="232994"/>
                </a:lnTo>
                <a:lnTo>
                  <a:pt x="51528" y="264263"/>
                </a:lnTo>
                <a:lnTo>
                  <a:pt x="90043" y="282320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742" y="139750"/>
                </a:lnTo>
                <a:lnTo>
                  <a:pt x="26788" y="115661"/>
                </a:lnTo>
                <a:lnTo>
                  <a:pt x="35156" y="73880"/>
                </a:lnTo>
                <a:lnTo>
                  <a:pt x="63749" y="28371"/>
                </a:lnTo>
                <a:lnTo>
                  <a:pt x="94056" y="11455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 descr=""/>
          <p:cNvSpPr/>
          <p:nvPr/>
        </p:nvSpPr>
        <p:spPr>
          <a:xfrm>
            <a:off x="2801738" y="4206775"/>
            <a:ext cx="1176655" cy="282575"/>
          </a:xfrm>
          <a:custGeom>
            <a:avLst/>
            <a:gdLst/>
            <a:ahLst/>
            <a:cxnLst/>
            <a:rect l="l" t="t" r="r" b="b"/>
            <a:pathLst>
              <a:path w="1176654" h="282575">
                <a:moveTo>
                  <a:pt x="1086256" y="0"/>
                </a:moveTo>
                <a:lnTo>
                  <a:pt x="1082243" y="11455"/>
                </a:lnTo>
                <a:lnTo>
                  <a:pt x="1098585" y="18551"/>
                </a:lnTo>
                <a:lnTo>
                  <a:pt x="1112639" y="28371"/>
                </a:lnTo>
                <a:lnTo>
                  <a:pt x="1141172" y="73880"/>
                </a:lnTo>
                <a:lnTo>
                  <a:pt x="1149459" y="115357"/>
                </a:lnTo>
                <a:lnTo>
                  <a:pt x="1149502" y="115661"/>
                </a:lnTo>
                <a:lnTo>
                  <a:pt x="1149498" y="164649"/>
                </a:lnTo>
                <a:lnTo>
                  <a:pt x="1141130" y="207587"/>
                </a:lnTo>
                <a:lnTo>
                  <a:pt x="1112651" y="253828"/>
                </a:lnTo>
                <a:lnTo>
                  <a:pt x="1082687" y="270865"/>
                </a:lnTo>
                <a:lnTo>
                  <a:pt x="1086256" y="282320"/>
                </a:lnTo>
                <a:lnTo>
                  <a:pt x="1124765" y="264263"/>
                </a:lnTo>
                <a:lnTo>
                  <a:pt x="1153083" y="232994"/>
                </a:lnTo>
                <a:lnTo>
                  <a:pt x="1170492" y="191111"/>
                </a:lnTo>
                <a:lnTo>
                  <a:pt x="1176299" y="141236"/>
                </a:lnTo>
                <a:lnTo>
                  <a:pt x="1174861" y="115661"/>
                </a:lnTo>
                <a:lnTo>
                  <a:pt x="1163199" y="69479"/>
                </a:lnTo>
                <a:lnTo>
                  <a:pt x="1140098" y="32129"/>
                </a:lnTo>
                <a:lnTo>
                  <a:pt x="1106723" y="7391"/>
                </a:lnTo>
                <a:lnTo>
                  <a:pt x="1086256" y="0"/>
                </a:lnTo>
                <a:close/>
              </a:path>
              <a:path w="1176654" h="282575">
                <a:moveTo>
                  <a:pt x="90042" y="0"/>
                </a:moveTo>
                <a:lnTo>
                  <a:pt x="51619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5802" y="191111"/>
                </a:lnTo>
                <a:lnTo>
                  <a:pt x="23215" y="232994"/>
                </a:lnTo>
                <a:lnTo>
                  <a:pt x="51528" y="264263"/>
                </a:lnTo>
                <a:lnTo>
                  <a:pt x="90042" y="282320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742" y="139750"/>
                </a:lnTo>
                <a:lnTo>
                  <a:pt x="26788" y="115661"/>
                </a:lnTo>
                <a:lnTo>
                  <a:pt x="35156" y="73880"/>
                </a:lnTo>
                <a:lnTo>
                  <a:pt x="63749" y="28371"/>
                </a:lnTo>
                <a:lnTo>
                  <a:pt x="94056" y="11455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 txBox="1"/>
          <p:nvPr/>
        </p:nvSpPr>
        <p:spPr>
          <a:xfrm>
            <a:off x="530092" y="3467274"/>
            <a:ext cx="3401695" cy="1040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5565">
              <a:lnSpc>
                <a:spcPct val="100000"/>
              </a:lnSpc>
              <a:spcBef>
                <a:spcPts val="100"/>
              </a:spcBef>
              <a:tabLst>
                <a:tab pos="514984" algn="l"/>
                <a:tab pos="1033144" algn="l"/>
                <a:tab pos="1544955" algn="l"/>
                <a:tab pos="1993264" algn="l"/>
                <a:tab pos="2409190" algn="l"/>
                <a:tab pos="2953385" algn="l"/>
              </a:tabLst>
            </a:pPr>
            <a:r>
              <a:rPr dirty="0" sz="2400" spc="-670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sz="2400">
                <a:solidFill>
                  <a:srgbClr val="538235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𝑡,</a:t>
            </a:r>
            <a:r>
              <a:rPr dirty="0" sz="2400" spc="-8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𝑟</a:t>
            </a:r>
            <a:r>
              <a:rPr dirty="0" sz="2400">
                <a:latin typeface="Cambria Math"/>
                <a:cs typeface="Cambria Math"/>
              </a:rPr>
              <a:t>	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50">
                <a:latin typeface="Cambria Math"/>
                <a:cs typeface="Cambria Math"/>
              </a:rPr>
              <a:t>=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490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baseline="-15873" sz="2625" spc="-735">
                <a:solidFill>
                  <a:srgbClr val="538235"/>
                </a:solidFill>
                <a:latin typeface="Cambria Math"/>
                <a:cs typeface="Cambria Math"/>
              </a:rPr>
              <a:t>1</a:t>
            </a:r>
            <a:r>
              <a:rPr dirty="0" baseline="-15873" sz="2625">
                <a:solidFill>
                  <a:srgbClr val="538235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𝑡,</a:t>
            </a:r>
            <a:r>
              <a:rPr dirty="0" sz="2400" spc="-8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r>
              <a:rPr dirty="0" sz="2400">
                <a:latin typeface="Cambria Math"/>
                <a:cs typeface="Cambria Math"/>
              </a:rPr>
              <a:t>	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-470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baseline="-15873" sz="2625" spc="-705">
                <a:solidFill>
                  <a:srgbClr val="538235"/>
                </a:solidFill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  <a:p>
            <a:pPr marL="76200">
              <a:lnSpc>
                <a:spcPct val="100000"/>
              </a:lnSpc>
              <a:spcBef>
                <a:spcPts val="2230"/>
              </a:spcBef>
              <a:tabLst>
                <a:tab pos="796925" algn="l"/>
                <a:tab pos="1968500" algn="l"/>
                <a:tab pos="2371090" algn="l"/>
              </a:tabLst>
            </a:pPr>
            <a:r>
              <a:rPr dirty="0" sz="240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sz="2400" spc="225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=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5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baseline="-15873" sz="2625" spc="-75">
                <a:solidFill>
                  <a:srgbClr val="8496AF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195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</a:t>
            </a:r>
            <a:r>
              <a:rPr dirty="0" sz="2400" spc="-95">
                <a:latin typeface="Cambria Math"/>
                <a:cs typeface="Cambria Math"/>
              </a:rPr>
              <a:t> </a:t>
            </a:r>
            <a:r>
              <a:rPr dirty="0" sz="2400" spc="-59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892">
                <a:solidFill>
                  <a:srgbClr val="C55A11"/>
                </a:solidFill>
                <a:latin typeface="Cambria Math"/>
                <a:cs typeface="Cambria Math"/>
              </a:rPr>
              <a:t>2</a:t>
            </a:r>
            <a:r>
              <a:rPr dirty="0" baseline="-15873" sz="2625">
                <a:solidFill>
                  <a:srgbClr val="C55A11"/>
                </a:solidFill>
                <a:latin typeface="Cambria Math"/>
                <a:cs typeface="Cambria Math"/>
              </a:rPr>
              <a:t>	</a:t>
            </a:r>
            <a:r>
              <a:rPr dirty="0" sz="2400" spc="-50">
                <a:latin typeface="Cambria Math"/>
                <a:cs typeface="Cambria Math"/>
              </a:rPr>
              <a:t>∪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63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952">
                <a:solidFill>
                  <a:srgbClr val="C55A11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359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</a:t>
            </a:r>
            <a:r>
              <a:rPr dirty="0" sz="2400" spc="5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baseline="-15873" sz="2625" spc="-37">
                <a:solidFill>
                  <a:srgbClr val="8496AF"/>
                </a:solidFill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4993022" y="1535290"/>
            <a:ext cx="11976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0">
                <a:latin typeface="Franklin Gothic Medium"/>
                <a:cs typeface="Franklin Gothic Medium"/>
              </a:rPr>
              <a:t>Example:</a:t>
            </a:r>
            <a:endParaRPr sz="2400">
              <a:latin typeface="Franklin Gothic Medium"/>
              <a:cs typeface="Franklin Gothic Medium"/>
            </a:endParaRPr>
          </a:p>
        </p:txBody>
      </p:sp>
      <p:grpSp>
        <p:nvGrpSpPr>
          <p:cNvPr id="74" name="object 74" descr=""/>
          <p:cNvGrpSpPr/>
          <p:nvPr/>
        </p:nvGrpSpPr>
        <p:grpSpPr>
          <a:xfrm>
            <a:off x="-6350" y="3399790"/>
            <a:ext cx="452120" cy="497840"/>
            <a:chOff x="-6350" y="3399790"/>
            <a:chExt cx="452120" cy="497840"/>
          </a:xfrm>
        </p:grpSpPr>
        <p:sp>
          <p:nvSpPr>
            <p:cNvPr id="75" name="object 75" descr=""/>
            <p:cNvSpPr/>
            <p:nvPr/>
          </p:nvSpPr>
          <p:spPr>
            <a:xfrm>
              <a:off x="0" y="3406140"/>
              <a:ext cx="439420" cy="485140"/>
            </a:xfrm>
            <a:custGeom>
              <a:avLst/>
              <a:gdLst/>
              <a:ahLst/>
              <a:cxnLst/>
              <a:rect l="l" t="t" r="r" b="b"/>
              <a:pathLst>
                <a:path w="439420" h="485139">
                  <a:moveTo>
                    <a:pt x="196596" y="0"/>
                  </a:moveTo>
                  <a:lnTo>
                    <a:pt x="196596" y="121158"/>
                  </a:lnTo>
                  <a:lnTo>
                    <a:pt x="0" y="121158"/>
                  </a:lnTo>
                  <a:lnTo>
                    <a:pt x="0" y="363474"/>
                  </a:lnTo>
                  <a:lnTo>
                    <a:pt x="196596" y="363474"/>
                  </a:lnTo>
                  <a:lnTo>
                    <a:pt x="196596" y="484632"/>
                  </a:lnTo>
                  <a:lnTo>
                    <a:pt x="438912" y="242316"/>
                  </a:lnTo>
                  <a:lnTo>
                    <a:pt x="19659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0" y="3406140"/>
              <a:ext cx="439420" cy="485140"/>
            </a:xfrm>
            <a:custGeom>
              <a:avLst/>
              <a:gdLst/>
              <a:ahLst/>
              <a:cxnLst/>
              <a:rect l="l" t="t" r="r" b="b"/>
              <a:pathLst>
                <a:path w="439420" h="485139">
                  <a:moveTo>
                    <a:pt x="0" y="121158"/>
                  </a:moveTo>
                  <a:lnTo>
                    <a:pt x="196596" y="121158"/>
                  </a:lnTo>
                  <a:lnTo>
                    <a:pt x="196596" y="0"/>
                  </a:lnTo>
                  <a:lnTo>
                    <a:pt x="438912" y="242316"/>
                  </a:lnTo>
                  <a:lnTo>
                    <a:pt x="196596" y="484632"/>
                  </a:lnTo>
                  <a:lnTo>
                    <a:pt x="196596" y="363474"/>
                  </a:lnTo>
                  <a:lnTo>
                    <a:pt x="0" y="3634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7" name="object 77" descr=""/>
          <p:cNvSpPr txBox="1"/>
          <p:nvPr/>
        </p:nvSpPr>
        <p:spPr>
          <a:xfrm>
            <a:off x="9784440" y="5651253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78" name="object 78" descr=""/>
          <p:cNvGrpSpPr/>
          <p:nvPr/>
        </p:nvGrpSpPr>
        <p:grpSpPr>
          <a:xfrm>
            <a:off x="8189218" y="4950714"/>
            <a:ext cx="2289810" cy="1345565"/>
            <a:chOff x="8189218" y="4950714"/>
            <a:chExt cx="2289810" cy="1345565"/>
          </a:xfrm>
        </p:grpSpPr>
        <p:sp>
          <p:nvSpPr>
            <p:cNvPr id="79" name="object 79" descr=""/>
            <p:cNvSpPr/>
            <p:nvPr/>
          </p:nvSpPr>
          <p:spPr>
            <a:xfrm>
              <a:off x="8227313" y="4950714"/>
              <a:ext cx="0" cy="515620"/>
            </a:xfrm>
            <a:custGeom>
              <a:avLst/>
              <a:gdLst/>
              <a:ahLst/>
              <a:cxnLst/>
              <a:rect l="l" t="t" r="r" b="b"/>
              <a:pathLst>
                <a:path w="0" h="515620">
                  <a:moveTo>
                    <a:pt x="0" y="0"/>
                  </a:moveTo>
                  <a:lnTo>
                    <a:pt x="0" y="515061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8189218" y="545307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199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8666225" y="5971794"/>
              <a:ext cx="1750060" cy="289560"/>
            </a:xfrm>
            <a:custGeom>
              <a:avLst/>
              <a:gdLst/>
              <a:ahLst/>
              <a:cxnLst/>
              <a:rect l="l" t="t" r="r" b="b"/>
              <a:pathLst>
                <a:path w="1750059" h="289560">
                  <a:moveTo>
                    <a:pt x="0" y="0"/>
                  </a:moveTo>
                  <a:lnTo>
                    <a:pt x="1749996" y="288950"/>
                  </a:lnTo>
                </a:path>
              </a:pathLst>
            </a:custGeom>
            <a:ln w="1904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10397479" y="6221079"/>
              <a:ext cx="81915" cy="75565"/>
            </a:xfrm>
            <a:custGeom>
              <a:avLst/>
              <a:gdLst/>
              <a:ahLst/>
              <a:cxnLst/>
              <a:rect l="l" t="t" r="r" b="b"/>
              <a:pathLst>
                <a:path w="81915" h="75564">
                  <a:moveTo>
                    <a:pt x="12420" y="0"/>
                  </a:moveTo>
                  <a:lnTo>
                    <a:pt x="0" y="75184"/>
                  </a:lnTo>
                  <a:lnTo>
                    <a:pt x="81394" y="50012"/>
                  </a:lnTo>
                  <a:lnTo>
                    <a:pt x="1242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3" name="object 83" descr=""/>
          <p:cNvSpPr txBox="1"/>
          <p:nvPr/>
        </p:nvSpPr>
        <p:spPr>
          <a:xfrm>
            <a:off x="7977523" y="5029023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84" name="object 84" descr=""/>
          <p:cNvSpPr txBox="1"/>
          <p:nvPr/>
        </p:nvSpPr>
        <p:spPr>
          <a:xfrm>
            <a:off x="9314591" y="5790819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C00000"/>
                </a:solidFill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85" name="object 85" descr=""/>
          <p:cNvSpPr txBox="1"/>
          <p:nvPr/>
        </p:nvSpPr>
        <p:spPr>
          <a:xfrm>
            <a:off x="7245801" y="2357804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C00000"/>
                </a:solidFill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86" name="object 86" descr=""/>
          <p:cNvGrpSpPr/>
          <p:nvPr/>
        </p:nvGrpSpPr>
        <p:grpSpPr>
          <a:xfrm>
            <a:off x="6183480" y="2554812"/>
            <a:ext cx="1512570" cy="380365"/>
            <a:chOff x="6183480" y="2554812"/>
            <a:chExt cx="1512570" cy="380365"/>
          </a:xfrm>
        </p:grpSpPr>
        <p:sp>
          <p:nvSpPr>
            <p:cNvPr id="87" name="object 87" descr=""/>
            <p:cNvSpPr/>
            <p:nvPr/>
          </p:nvSpPr>
          <p:spPr>
            <a:xfrm>
              <a:off x="6978904" y="2668292"/>
              <a:ext cx="684530" cy="257175"/>
            </a:xfrm>
            <a:custGeom>
              <a:avLst/>
              <a:gdLst/>
              <a:ahLst/>
              <a:cxnLst/>
              <a:rect l="l" t="t" r="r" b="b"/>
              <a:pathLst>
                <a:path w="684529" h="257175">
                  <a:moveTo>
                    <a:pt x="0" y="256832"/>
                  </a:moveTo>
                  <a:lnTo>
                    <a:pt x="8244" y="215688"/>
                  </a:lnTo>
                  <a:lnTo>
                    <a:pt x="23563" y="176922"/>
                  </a:lnTo>
                  <a:lnTo>
                    <a:pt x="45367" y="140931"/>
                  </a:lnTo>
                  <a:lnTo>
                    <a:pt x="73063" y="108112"/>
                  </a:lnTo>
                  <a:lnTo>
                    <a:pt x="106060" y="78861"/>
                  </a:lnTo>
                  <a:lnTo>
                    <a:pt x="143766" y="53573"/>
                  </a:lnTo>
                  <a:lnTo>
                    <a:pt x="185591" y="32647"/>
                  </a:lnTo>
                  <a:lnTo>
                    <a:pt x="230942" y="16479"/>
                  </a:lnTo>
                  <a:lnTo>
                    <a:pt x="279229" y="5464"/>
                  </a:lnTo>
                  <a:lnTo>
                    <a:pt x="329860" y="0"/>
                  </a:lnTo>
                  <a:lnTo>
                    <a:pt x="382244" y="482"/>
                  </a:lnTo>
                  <a:lnTo>
                    <a:pt x="433291" y="6929"/>
                  </a:lnTo>
                  <a:lnTo>
                    <a:pt x="481649" y="18929"/>
                  </a:lnTo>
                  <a:lnTo>
                    <a:pt x="526765" y="36061"/>
                  </a:lnTo>
                  <a:lnTo>
                    <a:pt x="568085" y="57904"/>
                  </a:lnTo>
                  <a:lnTo>
                    <a:pt x="605055" y="84034"/>
                  </a:lnTo>
                  <a:lnTo>
                    <a:pt x="637121" y="114030"/>
                  </a:lnTo>
                  <a:lnTo>
                    <a:pt x="663729" y="147471"/>
                  </a:lnTo>
                  <a:lnTo>
                    <a:pt x="684326" y="183934"/>
                  </a:lnTo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7623139" y="2829092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5">
                  <a:moveTo>
                    <a:pt x="72859" y="0"/>
                  </a:moveTo>
                  <a:lnTo>
                    <a:pt x="0" y="22313"/>
                  </a:lnTo>
                  <a:lnTo>
                    <a:pt x="58750" y="84023"/>
                  </a:lnTo>
                  <a:lnTo>
                    <a:pt x="7285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6193005" y="2564337"/>
              <a:ext cx="363855" cy="335915"/>
            </a:xfrm>
            <a:custGeom>
              <a:avLst/>
              <a:gdLst/>
              <a:ahLst/>
              <a:cxnLst/>
              <a:rect l="l" t="t" r="r" b="b"/>
              <a:pathLst>
                <a:path w="363854" h="335914">
                  <a:moveTo>
                    <a:pt x="131375" y="335315"/>
                  </a:moveTo>
                  <a:lnTo>
                    <a:pt x="84961" y="314951"/>
                  </a:lnTo>
                  <a:lnTo>
                    <a:pt x="47456" y="285434"/>
                  </a:lnTo>
                  <a:lnTo>
                    <a:pt x="20020" y="248839"/>
                  </a:lnTo>
                  <a:lnTo>
                    <a:pt x="3815" y="207243"/>
                  </a:lnTo>
                  <a:lnTo>
                    <a:pt x="0" y="162724"/>
                  </a:lnTo>
                  <a:lnTo>
                    <a:pt x="9735" y="117357"/>
                  </a:lnTo>
                  <a:lnTo>
                    <a:pt x="32527" y="75894"/>
                  </a:lnTo>
                  <a:lnTo>
                    <a:pt x="65570" y="42391"/>
                  </a:lnTo>
                  <a:lnTo>
                    <a:pt x="106537" y="17883"/>
                  </a:lnTo>
                  <a:lnTo>
                    <a:pt x="153104" y="3407"/>
                  </a:lnTo>
                  <a:lnTo>
                    <a:pt x="202942" y="0"/>
                  </a:lnTo>
                  <a:lnTo>
                    <a:pt x="253727" y="8696"/>
                  </a:lnTo>
                  <a:lnTo>
                    <a:pt x="287997" y="22372"/>
                  </a:lnTo>
                  <a:lnTo>
                    <a:pt x="318138" y="41338"/>
                  </a:lnTo>
                  <a:lnTo>
                    <a:pt x="343503" y="64882"/>
                  </a:lnTo>
                  <a:lnTo>
                    <a:pt x="363443" y="92287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6516326" y="2632330"/>
              <a:ext cx="72390" cy="84455"/>
            </a:xfrm>
            <a:custGeom>
              <a:avLst/>
              <a:gdLst/>
              <a:ahLst/>
              <a:cxnLst/>
              <a:rect l="l" t="t" r="r" b="b"/>
              <a:pathLst>
                <a:path w="72390" h="84455">
                  <a:moveTo>
                    <a:pt x="72072" y="0"/>
                  </a:moveTo>
                  <a:lnTo>
                    <a:pt x="0" y="24739"/>
                  </a:lnTo>
                  <a:lnTo>
                    <a:pt x="60769" y="84442"/>
                  </a:lnTo>
                  <a:lnTo>
                    <a:pt x="720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1" name="object 91" descr=""/>
          <p:cNvSpPr txBox="1"/>
          <p:nvPr/>
        </p:nvSpPr>
        <p:spPr>
          <a:xfrm>
            <a:off x="6078696" y="2319326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Closure</a:t>
            </a:r>
            <a:r>
              <a:rPr dirty="0" spc="-170"/>
              <a:t> </a:t>
            </a:r>
            <a:r>
              <a:rPr dirty="0" spc="-20"/>
              <a:t>Properties</a:t>
            </a:r>
            <a:r>
              <a:rPr dirty="0" spc="-160"/>
              <a:t> </a:t>
            </a:r>
            <a:r>
              <a:rPr dirty="0"/>
              <a:t>for</a:t>
            </a:r>
            <a:r>
              <a:rPr dirty="0" spc="-165"/>
              <a:t> </a:t>
            </a:r>
            <a:r>
              <a:rPr dirty="0" spc="-45"/>
              <a:t>RegEx</a:t>
            </a:r>
            <a:r>
              <a:rPr dirty="0" spc="-160"/>
              <a:t> </a:t>
            </a:r>
            <a:r>
              <a:rPr dirty="0"/>
              <a:t>-</a:t>
            </a:r>
            <a:r>
              <a:rPr dirty="0" spc="-140"/>
              <a:t> </a:t>
            </a:r>
            <a:r>
              <a:rPr dirty="0" spc="-10"/>
              <a:t>Union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452871" y="2095500"/>
            <a:ext cx="419100" cy="33845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dirty="0" sz="16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84919" y="2119883"/>
            <a:ext cx="424180" cy="33845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10"/>
              </a:spcBef>
            </a:pPr>
            <a:r>
              <a:rPr dirty="0" sz="16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492" sz="1725" spc="-37">
                <a:latin typeface="Cambria Math"/>
                <a:cs typeface="Cambria Math"/>
              </a:rPr>
              <a:t>2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6271005" y="2710942"/>
            <a:ext cx="735330" cy="741680"/>
            <a:chOff x="6271005" y="2710942"/>
            <a:chExt cx="735330" cy="741680"/>
          </a:xfrm>
        </p:grpSpPr>
        <p:sp>
          <p:nvSpPr>
            <p:cNvPr id="6" name="object 6" descr=""/>
            <p:cNvSpPr/>
            <p:nvPr/>
          </p:nvSpPr>
          <p:spPr>
            <a:xfrm>
              <a:off x="62773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361188" y="0"/>
                  </a:moveTo>
                  <a:lnTo>
                    <a:pt x="312176" y="3324"/>
                  </a:lnTo>
                  <a:lnTo>
                    <a:pt x="265169" y="13010"/>
                  </a:lnTo>
                  <a:lnTo>
                    <a:pt x="220597" y="28622"/>
                  </a:lnTo>
                  <a:lnTo>
                    <a:pt x="178889" y="49727"/>
                  </a:lnTo>
                  <a:lnTo>
                    <a:pt x="140476" y="75891"/>
                  </a:lnTo>
                  <a:lnTo>
                    <a:pt x="105789" y="106680"/>
                  </a:lnTo>
                  <a:lnTo>
                    <a:pt x="75257" y="141659"/>
                  </a:lnTo>
                  <a:lnTo>
                    <a:pt x="49312" y="180396"/>
                  </a:lnTo>
                  <a:lnTo>
                    <a:pt x="28383" y="222456"/>
                  </a:lnTo>
                  <a:lnTo>
                    <a:pt x="12901" y="267405"/>
                  </a:lnTo>
                  <a:lnTo>
                    <a:pt x="3297" y="314810"/>
                  </a:lnTo>
                  <a:lnTo>
                    <a:pt x="0" y="364236"/>
                  </a:lnTo>
                  <a:lnTo>
                    <a:pt x="3297" y="413661"/>
                  </a:lnTo>
                  <a:lnTo>
                    <a:pt x="12901" y="461066"/>
                  </a:lnTo>
                  <a:lnTo>
                    <a:pt x="28383" y="506015"/>
                  </a:lnTo>
                  <a:lnTo>
                    <a:pt x="49312" y="548075"/>
                  </a:lnTo>
                  <a:lnTo>
                    <a:pt x="75257" y="586812"/>
                  </a:lnTo>
                  <a:lnTo>
                    <a:pt x="105789" y="621792"/>
                  </a:lnTo>
                  <a:lnTo>
                    <a:pt x="140476" y="652580"/>
                  </a:lnTo>
                  <a:lnTo>
                    <a:pt x="178889" y="678744"/>
                  </a:lnTo>
                  <a:lnTo>
                    <a:pt x="220597" y="699849"/>
                  </a:lnTo>
                  <a:lnTo>
                    <a:pt x="265169" y="715461"/>
                  </a:lnTo>
                  <a:lnTo>
                    <a:pt x="312176" y="725147"/>
                  </a:lnTo>
                  <a:lnTo>
                    <a:pt x="361188" y="728472"/>
                  </a:lnTo>
                  <a:lnTo>
                    <a:pt x="410199" y="725147"/>
                  </a:lnTo>
                  <a:lnTo>
                    <a:pt x="457206" y="715461"/>
                  </a:lnTo>
                  <a:lnTo>
                    <a:pt x="501778" y="699849"/>
                  </a:lnTo>
                  <a:lnTo>
                    <a:pt x="543486" y="678744"/>
                  </a:lnTo>
                  <a:lnTo>
                    <a:pt x="581899" y="652580"/>
                  </a:lnTo>
                  <a:lnTo>
                    <a:pt x="616586" y="621792"/>
                  </a:lnTo>
                  <a:lnTo>
                    <a:pt x="647118" y="586812"/>
                  </a:lnTo>
                  <a:lnTo>
                    <a:pt x="673063" y="548075"/>
                  </a:lnTo>
                  <a:lnTo>
                    <a:pt x="693992" y="506015"/>
                  </a:lnTo>
                  <a:lnTo>
                    <a:pt x="709474" y="461066"/>
                  </a:lnTo>
                  <a:lnTo>
                    <a:pt x="719078" y="413661"/>
                  </a:lnTo>
                  <a:lnTo>
                    <a:pt x="722376" y="364236"/>
                  </a:lnTo>
                  <a:lnTo>
                    <a:pt x="719078" y="314810"/>
                  </a:lnTo>
                  <a:lnTo>
                    <a:pt x="709474" y="267405"/>
                  </a:lnTo>
                  <a:lnTo>
                    <a:pt x="693992" y="222456"/>
                  </a:lnTo>
                  <a:lnTo>
                    <a:pt x="673063" y="180396"/>
                  </a:lnTo>
                  <a:lnTo>
                    <a:pt x="647118" y="141659"/>
                  </a:lnTo>
                  <a:lnTo>
                    <a:pt x="616586" y="106680"/>
                  </a:lnTo>
                  <a:lnTo>
                    <a:pt x="581899" y="75891"/>
                  </a:lnTo>
                  <a:lnTo>
                    <a:pt x="543486" y="49727"/>
                  </a:lnTo>
                  <a:lnTo>
                    <a:pt x="501778" y="28622"/>
                  </a:lnTo>
                  <a:lnTo>
                    <a:pt x="457206" y="13010"/>
                  </a:lnTo>
                  <a:lnTo>
                    <a:pt x="410199" y="332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2773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0" y="364236"/>
                  </a:moveTo>
                  <a:lnTo>
                    <a:pt x="3297" y="314810"/>
                  </a:lnTo>
                  <a:lnTo>
                    <a:pt x="12901" y="267405"/>
                  </a:lnTo>
                  <a:lnTo>
                    <a:pt x="28383" y="222456"/>
                  </a:lnTo>
                  <a:lnTo>
                    <a:pt x="49312" y="180396"/>
                  </a:lnTo>
                  <a:lnTo>
                    <a:pt x="75257" y="141659"/>
                  </a:lnTo>
                  <a:lnTo>
                    <a:pt x="105789" y="106680"/>
                  </a:lnTo>
                  <a:lnTo>
                    <a:pt x="140476" y="75891"/>
                  </a:lnTo>
                  <a:lnTo>
                    <a:pt x="178889" y="49727"/>
                  </a:lnTo>
                  <a:lnTo>
                    <a:pt x="220597" y="28622"/>
                  </a:lnTo>
                  <a:lnTo>
                    <a:pt x="265169" y="13010"/>
                  </a:lnTo>
                  <a:lnTo>
                    <a:pt x="312176" y="3324"/>
                  </a:lnTo>
                  <a:lnTo>
                    <a:pt x="361188" y="0"/>
                  </a:lnTo>
                  <a:lnTo>
                    <a:pt x="410199" y="3324"/>
                  </a:lnTo>
                  <a:lnTo>
                    <a:pt x="457206" y="13010"/>
                  </a:lnTo>
                  <a:lnTo>
                    <a:pt x="501778" y="28622"/>
                  </a:lnTo>
                  <a:lnTo>
                    <a:pt x="543486" y="49727"/>
                  </a:lnTo>
                  <a:lnTo>
                    <a:pt x="581899" y="75891"/>
                  </a:lnTo>
                  <a:lnTo>
                    <a:pt x="616586" y="106680"/>
                  </a:lnTo>
                  <a:lnTo>
                    <a:pt x="647118" y="141659"/>
                  </a:lnTo>
                  <a:lnTo>
                    <a:pt x="673063" y="180396"/>
                  </a:lnTo>
                  <a:lnTo>
                    <a:pt x="693992" y="222456"/>
                  </a:lnTo>
                  <a:lnTo>
                    <a:pt x="709474" y="267405"/>
                  </a:lnTo>
                  <a:lnTo>
                    <a:pt x="719078" y="314810"/>
                  </a:lnTo>
                  <a:lnTo>
                    <a:pt x="722376" y="364236"/>
                  </a:lnTo>
                  <a:lnTo>
                    <a:pt x="719078" y="413661"/>
                  </a:lnTo>
                  <a:lnTo>
                    <a:pt x="709474" y="461066"/>
                  </a:lnTo>
                  <a:lnTo>
                    <a:pt x="693992" y="506015"/>
                  </a:lnTo>
                  <a:lnTo>
                    <a:pt x="673063" y="548075"/>
                  </a:lnTo>
                  <a:lnTo>
                    <a:pt x="647118" y="586812"/>
                  </a:lnTo>
                  <a:lnTo>
                    <a:pt x="616586" y="621792"/>
                  </a:lnTo>
                  <a:lnTo>
                    <a:pt x="581899" y="652580"/>
                  </a:lnTo>
                  <a:lnTo>
                    <a:pt x="543486" y="678744"/>
                  </a:lnTo>
                  <a:lnTo>
                    <a:pt x="501778" y="699849"/>
                  </a:lnTo>
                  <a:lnTo>
                    <a:pt x="457206" y="715461"/>
                  </a:lnTo>
                  <a:lnTo>
                    <a:pt x="410199" y="725147"/>
                  </a:lnTo>
                  <a:lnTo>
                    <a:pt x="361188" y="728472"/>
                  </a:lnTo>
                  <a:lnTo>
                    <a:pt x="312176" y="725147"/>
                  </a:lnTo>
                  <a:lnTo>
                    <a:pt x="265169" y="715461"/>
                  </a:lnTo>
                  <a:lnTo>
                    <a:pt x="220597" y="699849"/>
                  </a:lnTo>
                  <a:lnTo>
                    <a:pt x="178889" y="678744"/>
                  </a:lnTo>
                  <a:lnTo>
                    <a:pt x="140476" y="652580"/>
                  </a:lnTo>
                  <a:lnTo>
                    <a:pt x="105789" y="621792"/>
                  </a:lnTo>
                  <a:lnTo>
                    <a:pt x="75257" y="586812"/>
                  </a:lnTo>
                  <a:lnTo>
                    <a:pt x="49312" y="548075"/>
                  </a:lnTo>
                  <a:lnTo>
                    <a:pt x="28383" y="506015"/>
                  </a:lnTo>
                  <a:lnTo>
                    <a:pt x="12901" y="461066"/>
                  </a:lnTo>
                  <a:lnTo>
                    <a:pt x="3297" y="413661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514596" y="2941121"/>
            <a:ext cx="105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𝑡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590796" y="3037133"/>
            <a:ext cx="11112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latin typeface="Cambria Math"/>
                <a:cs typeface="Cambria Math"/>
              </a:rPr>
              <a:t>0</a:t>
            </a:r>
            <a:endParaRPr sz="1150">
              <a:latin typeface="Cambria Math"/>
              <a:cs typeface="Cambria Math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5916548" y="2710942"/>
            <a:ext cx="2461260" cy="741680"/>
            <a:chOff x="5916548" y="2710942"/>
            <a:chExt cx="2461260" cy="741680"/>
          </a:xfrm>
        </p:grpSpPr>
        <p:sp>
          <p:nvSpPr>
            <p:cNvPr id="11" name="object 11" descr=""/>
            <p:cNvSpPr/>
            <p:nvPr/>
          </p:nvSpPr>
          <p:spPr>
            <a:xfrm>
              <a:off x="5926073" y="3082290"/>
              <a:ext cx="288925" cy="0"/>
            </a:xfrm>
            <a:custGeom>
              <a:avLst/>
              <a:gdLst/>
              <a:ahLst/>
              <a:cxnLst/>
              <a:rect l="l" t="t" r="r" b="b"/>
              <a:pathLst>
                <a:path w="288925" h="0">
                  <a:moveTo>
                    <a:pt x="0" y="0"/>
                  </a:moveTo>
                  <a:lnTo>
                    <a:pt x="288709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202080" y="304418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6489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361188" y="0"/>
                  </a:moveTo>
                  <a:lnTo>
                    <a:pt x="312176" y="3324"/>
                  </a:lnTo>
                  <a:lnTo>
                    <a:pt x="265169" y="13010"/>
                  </a:lnTo>
                  <a:lnTo>
                    <a:pt x="220597" y="28622"/>
                  </a:lnTo>
                  <a:lnTo>
                    <a:pt x="178889" y="49727"/>
                  </a:lnTo>
                  <a:lnTo>
                    <a:pt x="140476" y="75891"/>
                  </a:lnTo>
                  <a:lnTo>
                    <a:pt x="105789" y="106680"/>
                  </a:lnTo>
                  <a:lnTo>
                    <a:pt x="75257" y="141659"/>
                  </a:lnTo>
                  <a:lnTo>
                    <a:pt x="49312" y="180396"/>
                  </a:lnTo>
                  <a:lnTo>
                    <a:pt x="28383" y="222456"/>
                  </a:lnTo>
                  <a:lnTo>
                    <a:pt x="12901" y="267405"/>
                  </a:lnTo>
                  <a:lnTo>
                    <a:pt x="3297" y="314810"/>
                  </a:lnTo>
                  <a:lnTo>
                    <a:pt x="0" y="364236"/>
                  </a:lnTo>
                  <a:lnTo>
                    <a:pt x="3297" y="413661"/>
                  </a:lnTo>
                  <a:lnTo>
                    <a:pt x="12901" y="461066"/>
                  </a:lnTo>
                  <a:lnTo>
                    <a:pt x="28383" y="506015"/>
                  </a:lnTo>
                  <a:lnTo>
                    <a:pt x="49312" y="548075"/>
                  </a:lnTo>
                  <a:lnTo>
                    <a:pt x="75257" y="586812"/>
                  </a:lnTo>
                  <a:lnTo>
                    <a:pt x="105789" y="621792"/>
                  </a:lnTo>
                  <a:lnTo>
                    <a:pt x="140476" y="652580"/>
                  </a:lnTo>
                  <a:lnTo>
                    <a:pt x="178889" y="678744"/>
                  </a:lnTo>
                  <a:lnTo>
                    <a:pt x="220597" y="699849"/>
                  </a:lnTo>
                  <a:lnTo>
                    <a:pt x="265169" y="715461"/>
                  </a:lnTo>
                  <a:lnTo>
                    <a:pt x="312176" y="725147"/>
                  </a:lnTo>
                  <a:lnTo>
                    <a:pt x="361188" y="728472"/>
                  </a:lnTo>
                  <a:lnTo>
                    <a:pt x="410199" y="725147"/>
                  </a:lnTo>
                  <a:lnTo>
                    <a:pt x="457206" y="715461"/>
                  </a:lnTo>
                  <a:lnTo>
                    <a:pt x="501778" y="699849"/>
                  </a:lnTo>
                  <a:lnTo>
                    <a:pt x="543486" y="678744"/>
                  </a:lnTo>
                  <a:lnTo>
                    <a:pt x="581899" y="652580"/>
                  </a:lnTo>
                  <a:lnTo>
                    <a:pt x="616586" y="621792"/>
                  </a:lnTo>
                  <a:lnTo>
                    <a:pt x="647118" y="586812"/>
                  </a:lnTo>
                  <a:lnTo>
                    <a:pt x="673063" y="548075"/>
                  </a:lnTo>
                  <a:lnTo>
                    <a:pt x="693992" y="506015"/>
                  </a:lnTo>
                  <a:lnTo>
                    <a:pt x="709474" y="461066"/>
                  </a:lnTo>
                  <a:lnTo>
                    <a:pt x="719078" y="413661"/>
                  </a:lnTo>
                  <a:lnTo>
                    <a:pt x="722376" y="364236"/>
                  </a:lnTo>
                  <a:lnTo>
                    <a:pt x="719078" y="314810"/>
                  </a:lnTo>
                  <a:lnTo>
                    <a:pt x="709474" y="267405"/>
                  </a:lnTo>
                  <a:lnTo>
                    <a:pt x="693992" y="222456"/>
                  </a:lnTo>
                  <a:lnTo>
                    <a:pt x="673063" y="180396"/>
                  </a:lnTo>
                  <a:lnTo>
                    <a:pt x="647118" y="141659"/>
                  </a:lnTo>
                  <a:lnTo>
                    <a:pt x="616586" y="106680"/>
                  </a:lnTo>
                  <a:lnTo>
                    <a:pt x="581899" y="75891"/>
                  </a:lnTo>
                  <a:lnTo>
                    <a:pt x="543486" y="49727"/>
                  </a:lnTo>
                  <a:lnTo>
                    <a:pt x="501778" y="28622"/>
                  </a:lnTo>
                  <a:lnTo>
                    <a:pt x="457206" y="13010"/>
                  </a:lnTo>
                  <a:lnTo>
                    <a:pt x="410199" y="332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6489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0" y="364236"/>
                  </a:moveTo>
                  <a:lnTo>
                    <a:pt x="3297" y="314810"/>
                  </a:lnTo>
                  <a:lnTo>
                    <a:pt x="12901" y="267405"/>
                  </a:lnTo>
                  <a:lnTo>
                    <a:pt x="28383" y="222456"/>
                  </a:lnTo>
                  <a:lnTo>
                    <a:pt x="49312" y="180396"/>
                  </a:lnTo>
                  <a:lnTo>
                    <a:pt x="75257" y="141659"/>
                  </a:lnTo>
                  <a:lnTo>
                    <a:pt x="105789" y="106680"/>
                  </a:lnTo>
                  <a:lnTo>
                    <a:pt x="140476" y="75891"/>
                  </a:lnTo>
                  <a:lnTo>
                    <a:pt x="178889" y="49727"/>
                  </a:lnTo>
                  <a:lnTo>
                    <a:pt x="220597" y="28622"/>
                  </a:lnTo>
                  <a:lnTo>
                    <a:pt x="265169" y="13010"/>
                  </a:lnTo>
                  <a:lnTo>
                    <a:pt x="312176" y="3324"/>
                  </a:lnTo>
                  <a:lnTo>
                    <a:pt x="361188" y="0"/>
                  </a:lnTo>
                  <a:lnTo>
                    <a:pt x="410199" y="3324"/>
                  </a:lnTo>
                  <a:lnTo>
                    <a:pt x="457206" y="13010"/>
                  </a:lnTo>
                  <a:lnTo>
                    <a:pt x="501778" y="28622"/>
                  </a:lnTo>
                  <a:lnTo>
                    <a:pt x="543486" y="49727"/>
                  </a:lnTo>
                  <a:lnTo>
                    <a:pt x="581899" y="75891"/>
                  </a:lnTo>
                  <a:lnTo>
                    <a:pt x="616586" y="106680"/>
                  </a:lnTo>
                  <a:lnTo>
                    <a:pt x="647118" y="141659"/>
                  </a:lnTo>
                  <a:lnTo>
                    <a:pt x="673063" y="180396"/>
                  </a:lnTo>
                  <a:lnTo>
                    <a:pt x="693992" y="222456"/>
                  </a:lnTo>
                  <a:lnTo>
                    <a:pt x="709474" y="267405"/>
                  </a:lnTo>
                  <a:lnTo>
                    <a:pt x="719078" y="314810"/>
                  </a:lnTo>
                  <a:lnTo>
                    <a:pt x="722376" y="364236"/>
                  </a:lnTo>
                  <a:lnTo>
                    <a:pt x="719078" y="413661"/>
                  </a:lnTo>
                  <a:lnTo>
                    <a:pt x="709474" y="461066"/>
                  </a:lnTo>
                  <a:lnTo>
                    <a:pt x="693992" y="506015"/>
                  </a:lnTo>
                  <a:lnTo>
                    <a:pt x="673063" y="548075"/>
                  </a:lnTo>
                  <a:lnTo>
                    <a:pt x="647118" y="586812"/>
                  </a:lnTo>
                  <a:lnTo>
                    <a:pt x="616586" y="621792"/>
                  </a:lnTo>
                  <a:lnTo>
                    <a:pt x="581899" y="652580"/>
                  </a:lnTo>
                  <a:lnTo>
                    <a:pt x="543486" y="678744"/>
                  </a:lnTo>
                  <a:lnTo>
                    <a:pt x="501778" y="699849"/>
                  </a:lnTo>
                  <a:lnTo>
                    <a:pt x="457206" y="715461"/>
                  </a:lnTo>
                  <a:lnTo>
                    <a:pt x="410199" y="725147"/>
                  </a:lnTo>
                  <a:lnTo>
                    <a:pt x="361188" y="728472"/>
                  </a:lnTo>
                  <a:lnTo>
                    <a:pt x="312176" y="725147"/>
                  </a:lnTo>
                  <a:lnTo>
                    <a:pt x="265169" y="715461"/>
                  </a:lnTo>
                  <a:lnTo>
                    <a:pt x="220597" y="699849"/>
                  </a:lnTo>
                  <a:lnTo>
                    <a:pt x="178889" y="678744"/>
                  </a:lnTo>
                  <a:lnTo>
                    <a:pt x="140476" y="652580"/>
                  </a:lnTo>
                  <a:lnTo>
                    <a:pt x="105789" y="621792"/>
                  </a:lnTo>
                  <a:lnTo>
                    <a:pt x="75257" y="586812"/>
                  </a:lnTo>
                  <a:lnTo>
                    <a:pt x="49312" y="548075"/>
                  </a:lnTo>
                  <a:lnTo>
                    <a:pt x="28383" y="506015"/>
                  </a:lnTo>
                  <a:lnTo>
                    <a:pt x="12901" y="461066"/>
                  </a:lnTo>
                  <a:lnTo>
                    <a:pt x="3297" y="413661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7888032" y="2941121"/>
            <a:ext cx="105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𝑡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959659" y="3037133"/>
            <a:ext cx="11112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latin typeface="Cambria Math"/>
                <a:cs typeface="Cambria Math"/>
              </a:rPr>
              <a:t>1</a:t>
            </a:r>
            <a:endParaRPr sz="1150">
              <a:latin typeface="Cambria Math"/>
              <a:cs typeface="Cambria Math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6966584" y="2774950"/>
            <a:ext cx="1348740" cy="734060"/>
            <a:chOff x="6966584" y="2774950"/>
            <a:chExt cx="1348740" cy="734060"/>
          </a:xfrm>
        </p:grpSpPr>
        <p:sp>
          <p:nvSpPr>
            <p:cNvPr id="18" name="object 18" descr=""/>
            <p:cNvSpPr/>
            <p:nvPr/>
          </p:nvSpPr>
          <p:spPr>
            <a:xfrm>
              <a:off x="7711440" y="2781300"/>
              <a:ext cx="597535" cy="601980"/>
            </a:xfrm>
            <a:custGeom>
              <a:avLst/>
              <a:gdLst/>
              <a:ahLst/>
              <a:cxnLst/>
              <a:rect l="l" t="t" r="r" b="b"/>
              <a:pathLst>
                <a:path w="597534" h="601979">
                  <a:moveTo>
                    <a:pt x="0" y="300989"/>
                  </a:moveTo>
                  <a:lnTo>
                    <a:pt x="3909" y="252168"/>
                  </a:lnTo>
                  <a:lnTo>
                    <a:pt x="15227" y="205854"/>
                  </a:lnTo>
                  <a:lnTo>
                    <a:pt x="33340" y="162668"/>
                  </a:lnTo>
                  <a:lnTo>
                    <a:pt x="57631" y="123230"/>
                  </a:lnTo>
                  <a:lnTo>
                    <a:pt x="87487" y="88158"/>
                  </a:lnTo>
                  <a:lnTo>
                    <a:pt x="122291" y="58074"/>
                  </a:lnTo>
                  <a:lnTo>
                    <a:pt x="161430" y="33596"/>
                  </a:lnTo>
                  <a:lnTo>
                    <a:pt x="204289" y="15344"/>
                  </a:lnTo>
                  <a:lnTo>
                    <a:pt x="250251" y="3939"/>
                  </a:lnTo>
                  <a:lnTo>
                    <a:pt x="298704" y="0"/>
                  </a:lnTo>
                  <a:lnTo>
                    <a:pt x="347156" y="3939"/>
                  </a:lnTo>
                  <a:lnTo>
                    <a:pt x="393118" y="15344"/>
                  </a:lnTo>
                  <a:lnTo>
                    <a:pt x="435977" y="33596"/>
                  </a:lnTo>
                  <a:lnTo>
                    <a:pt x="475116" y="58074"/>
                  </a:lnTo>
                  <a:lnTo>
                    <a:pt x="509920" y="88158"/>
                  </a:lnTo>
                  <a:lnTo>
                    <a:pt x="539776" y="123230"/>
                  </a:lnTo>
                  <a:lnTo>
                    <a:pt x="564067" y="162668"/>
                  </a:lnTo>
                  <a:lnTo>
                    <a:pt x="582180" y="205854"/>
                  </a:lnTo>
                  <a:lnTo>
                    <a:pt x="593498" y="252168"/>
                  </a:lnTo>
                  <a:lnTo>
                    <a:pt x="597408" y="300989"/>
                  </a:lnTo>
                  <a:lnTo>
                    <a:pt x="593498" y="349811"/>
                  </a:lnTo>
                  <a:lnTo>
                    <a:pt x="582180" y="396125"/>
                  </a:lnTo>
                  <a:lnTo>
                    <a:pt x="564067" y="439311"/>
                  </a:lnTo>
                  <a:lnTo>
                    <a:pt x="539776" y="478749"/>
                  </a:lnTo>
                  <a:lnTo>
                    <a:pt x="509920" y="513821"/>
                  </a:lnTo>
                  <a:lnTo>
                    <a:pt x="475116" y="543905"/>
                  </a:lnTo>
                  <a:lnTo>
                    <a:pt x="435977" y="568383"/>
                  </a:lnTo>
                  <a:lnTo>
                    <a:pt x="393118" y="586635"/>
                  </a:lnTo>
                  <a:lnTo>
                    <a:pt x="347156" y="598040"/>
                  </a:lnTo>
                  <a:lnTo>
                    <a:pt x="298704" y="601979"/>
                  </a:lnTo>
                  <a:lnTo>
                    <a:pt x="250251" y="598040"/>
                  </a:lnTo>
                  <a:lnTo>
                    <a:pt x="204289" y="586635"/>
                  </a:lnTo>
                  <a:lnTo>
                    <a:pt x="161430" y="568383"/>
                  </a:lnTo>
                  <a:lnTo>
                    <a:pt x="122291" y="543905"/>
                  </a:lnTo>
                  <a:lnTo>
                    <a:pt x="87487" y="513821"/>
                  </a:lnTo>
                  <a:lnTo>
                    <a:pt x="57631" y="478749"/>
                  </a:lnTo>
                  <a:lnTo>
                    <a:pt x="33340" y="439311"/>
                  </a:lnTo>
                  <a:lnTo>
                    <a:pt x="15227" y="396125"/>
                  </a:lnTo>
                  <a:lnTo>
                    <a:pt x="3909" y="349811"/>
                  </a:lnTo>
                  <a:lnTo>
                    <a:pt x="0" y="30098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999369" y="3243265"/>
              <a:ext cx="684530" cy="256540"/>
            </a:xfrm>
            <a:custGeom>
              <a:avLst/>
              <a:gdLst/>
              <a:ahLst/>
              <a:cxnLst/>
              <a:rect l="l" t="t" r="r" b="b"/>
              <a:pathLst>
                <a:path w="684529" h="256539">
                  <a:moveTo>
                    <a:pt x="684123" y="0"/>
                  </a:moveTo>
                  <a:lnTo>
                    <a:pt x="675865" y="41028"/>
                  </a:lnTo>
                  <a:lnTo>
                    <a:pt x="660534" y="79685"/>
                  </a:lnTo>
                  <a:lnTo>
                    <a:pt x="638720" y="115574"/>
                  </a:lnTo>
                  <a:lnTo>
                    <a:pt x="611015" y="148299"/>
                  </a:lnTo>
                  <a:lnTo>
                    <a:pt x="578009" y="177466"/>
                  </a:lnTo>
                  <a:lnTo>
                    <a:pt x="540296" y="202679"/>
                  </a:lnTo>
                  <a:lnTo>
                    <a:pt x="498466" y="223542"/>
                  </a:lnTo>
                  <a:lnTo>
                    <a:pt x="453110" y="239660"/>
                  </a:lnTo>
                  <a:lnTo>
                    <a:pt x="404820" y="250637"/>
                  </a:lnTo>
                  <a:lnTo>
                    <a:pt x="354187" y="256078"/>
                  </a:lnTo>
                  <a:lnTo>
                    <a:pt x="301802" y="255587"/>
                  </a:lnTo>
                  <a:lnTo>
                    <a:pt x="250842" y="249163"/>
                  </a:lnTo>
                  <a:lnTo>
                    <a:pt x="202561" y="237219"/>
                  </a:lnTo>
                  <a:lnTo>
                    <a:pt x="157509" y="220173"/>
                  </a:lnTo>
                  <a:lnTo>
                    <a:pt x="116239" y="198443"/>
                  </a:lnTo>
                  <a:lnTo>
                    <a:pt x="79302" y="172449"/>
                  </a:lnTo>
                  <a:lnTo>
                    <a:pt x="47249" y="142609"/>
                  </a:lnTo>
                  <a:lnTo>
                    <a:pt x="20631" y="109340"/>
                  </a:lnTo>
                  <a:lnTo>
                    <a:pt x="0" y="7306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966584" y="3255275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4">
                  <a:moveTo>
                    <a:pt x="13944" y="0"/>
                  </a:moveTo>
                  <a:lnTo>
                    <a:pt x="0" y="84048"/>
                  </a:lnTo>
                  <a:lnTo>
                    <a:pt x="72809" y="61582"/>
                  </a:lnTo>
                  <a:lnTo>
                    <a:pt x="139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7195928" y="3502177"/>
            <a:ext cx="2527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𝑎,</a:t>
            </a:r>
            <a:r>
              <a:rPr dirty="0" sz="1200" spc="-50">
                <a:latin typeface="Cambria Math"/>
                <a:cs typeface="Cambria Math"/>
              </a:rPr>
              <a:t> 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9386316" y="2694432"/>
            <a:ext cx="722630" cy="728980"/>
          </a:xfrm>
          <a:custGeom>
            <a:avLst/>
            <a:gdLst/>
            <a:ahLst/>
            <a:cxnLst/>
            <a:rect l="l" t="t" r="r" b="b"/>
            <a:pathLst>
              <a:path w="722629" h="728979">
                <a:moveTo>
                  <a:pt x="0" y="364236"/>
                </a:moveTo>
                <a:lnTo>
                  <a:pt x="3297" y="314810"/>
                </a:lnTo>
                <a:lnTo>
                  <a:pt x="12901" y="267405"/>
                </a:lnTo>
                <a:lnTo>
                  <a:pt x="28383" y="222456"/>
                </a:lnTo>
                <a:lnTo>
                  <a:pt x="49312" y="180396"/>
                </a:lnTo>
                <a:lnTo>
                  <a:pt x="75257" y="141659"/>
                </a:lnTo>
                <a:lnTo>
                  <a:pt x="105789" y="106680"/>
                </a:lnTo>
                <a:lnTo>
                  <a:pt x="140476" y="75891"/>
                </a:lnTo>
                <a:lnTo>
                  <a:pt x="178889" y="49727"/>
                </a:lnTo>
                <a:lnTo>
                  <a:pt x="220597" y="28622"/>
                </a:lnTo>
                <a:lnTo>
                  <a:pt x="265169" y="13010"/>
                </a:lnTo>
                <a:lnTo>
                  <a:pt x="312176" y="3324"/>
                </a:lnTo>
                <a:lnTo>
                  <a:pt x="361188" y="0"/>
                </a:lnTo>
                <a:lnTo>
                  <a:pt x="410199" y="3324"/>
                </a:lnTo>
                <a:lnTo>
                  <a:pt x="457206" y="13010"/>
                </a:lnTo>
                <a:lnTo>
                  <a:pt x="501778" y="28622"/>
                </a:lnTo>
                <a:lnTo>
                  <a:pt x="543486" y="49727"/>
                </a:lnTo>
                <a:lnTo>
                  <a:pt x="581899" y="75891"/>
                </a:lnTo>
                <a:lnTo>
                  <a:pt x="616586" y="106680"/>
                </a:lnTo>
                <a:lnTo>
                  <a:pt x="647118" y="141659"/>
                </a:lnTo>
                <a:lnTo>
                  <a:pt x="673063" y="180396"/>
                </a:lnTo>
                <a:lnTo>
                  <a:pt x="693992" y="222456"/>
                </a:lnTo>
                <a:lnTo>
                  <a:pt x="709474" y="267405"/>
                </a:lnTo>
                <a:lnTo>
                  <a:pt x="719078" y="314810"/>
                </a:lnTo>
                <a:lnTo>
                  <a:pt x="722376" y="364236"/>
                </a:lnTo>
                <a:lnTo>
                  <a:pt x="719078" y="413661"/>
                </a:lnTo>
                <a:lnTo>
                  <a:pt x="709474" y="461066"/>
                </a:lnTo>
                <a:lnTo>
                  <a:pt x="693992" y="506015"/>
                </a:lnTo>
                <a:lnTo>
                  <a:pt x="673063" y="548075"/>
                </a:lnTo>
                <a:lnTo>
                  <a:pt x="647118" y="586812"/>
                </a:lnTo>
                <a:lnTo>
                  <a:pt x="616586" y="621792"/>
                </a:lnTo>
                <a:lnTo>
                  <a:pt x="581899" y="652580"/>
                </a:lnTo>
                <a:lnTo>
                  <a:pt x="543486" y="678744"/>
                </a:lnTo>
                <a:lnTo>
                  <a:pt x="501778" y="699849"/>
                </a:lnTo>
                <a:lnTo>
                  <a:pt x="457206" y="715461"/>
                </a:lnTo>
                <a:lnTo>
                  <a:pt x="410199" y="725147"/>
                </a:lnTo>
                <a:lnTo>
                  <a:pt x="361188" y="728472"/>
                </a:lnTo>
                <a:lnTo>
                  <a:pt x="312176" y="725147"/>
                </a:lnTo>
                <a:lnTo>
                  <a:pt x="265169" y="715461"/>
                </a:lnTo>
                <a:lnTo>
                  <a:pt x="220597" y="699849"/>
                </a:lnTo>
                <a:lnTo>
                  <a:pt x="178889" y="678744"/>
                </a:lnTo>
                <a:lnTo>
                  <a:pt x="140476" y="652580"/>
                </a:lnTo>
                <a:lnTo>
                  <a:pt x="105789" y="621792"/>
                </a:lnTo>
                <a:lnTo>
                  <a:pt x="75257" y="586812"/>
                </a:lnTo>
                <a:lnTo>
                  <a:pt x="49312" y="548075"/>
                </a:lnTo>
                <a:lnTo>
                  <a:pt x="28383" y="506015"/>
                </a:lnTo>
                <a:lnTo>
                  <a:pt x="12901" y="461066"/>
                </a:lnTo>
                <a:lnTo>
                  <a:pt x="3297" y="413661"/>
                </a:lnTo>
                <a:lnTo>
                  <a:pt x="0" y="364236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9599141" y="2918503"/>
            <a:ext cx="2349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9023984" y="2688082"/>
            <a:ext cx="2463165" cy="741680"/>
            <a:chOff x="9023984" y="2688082"/>
            <a:chExt cx="2463165" cy="741680"/>
          </a:xfrm>
        </p:grpSpPr>
        <p:sp>
          <p:nvSpPr>
            <p:cNvPr id="25" name="object 25" descr=""/>
            <p:cNvSpPr/>
            <p:nvPr/>
          </p:nvSpPr>
          <p:spPr>
            <a:xfrm>
              <a:off x="9033509" y="3059430"/>
              <a:ext cx="288925" cy="0"/>
            </a:xfrm>
            <a:custGeom>
              <a:avLst/>
              <a:gdLst/>
              <a:ahLst/>
              <a:cxnLst/>
              <a:rect l="l" t="t" r="r" b="b"/>
              <a:pathLst>
                <a:path w="288925" h="0">
                  <a:moveTo>
                    <a:pt x="0" y="0"/>
                  </a:moveTo>
                  <a:lnTo>
                    <a:pt x="288709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9309515" y="302132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0757915" y="269443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361188" y="0"/>
                  </a:moveTo>
                  <a:lnTo>
                    <a:pt x="312176" y="3324"/>
                  </a:lnTo>
                  <a:lnTo>
                    <a:pt x="265169" y="13010"/>
                  </a:lnTo>
                  <a:lnTo>
                    <a:pt x="220597" y="28622"/>
                  </a:lnTo>
                  <a:lnTo>
                    <a:pt x="178889" y="49727"/>
                  </a:lnTo>
                  <a:lnTo>
                    <a:pt x="140476" y="75891"/>
                  </a:lnTo>
                  <a:lnTo>
                    <a:pt x="105789" y="106680"/>
                  </a:lnTo>
                  <a:lnTo>
                    <a:pt x="75257" y="141659"/>
                  </a:lnTo>
                  <a:lnTo>
                    <a:pt x="49312" y="180396"/>
                  </a:lnTo>
                  <a:lnTo>
                    <a:pt x="28383" y="222456"/>
                  </a:lnTo>
                  <a:lnTo>
                    <a:pt x="12901" y="267405"/>
                  </a:lnTo>
                  <a:lnTo>
                    <a:pt x="3297" y="314810"/>
                  </a:lnTo>
                  <a:lnTo>
                    <a:pt x="0" y="364236"/>
                  </a:lnTo>
                  <a:lnTo>
                    <a:pt x="3297" y="413661"/>
                  </a:lnTo>
                  <a:lnTo>
                    <a:pt x="12901" y="461066"/>
                  </a:lnTo>
                  <a:lnTo>
                    <a:pt x="28383" y="506015"/>
                  </a:lnTo>
                  <a:lnTo>
                    <a:pt x="49312" y="548075"/>
                  </a:lnTo>
                  <a:lnTo>
                    <a:pt x="75257" y="586812"/>
                  </a:lnTo>
                  <a:lnTo>
                    <a:pt x="105789" y="621792"/>
                  </a:lnTo>
                  <a:lnTo>
                    <a:pt x="140476" y="652580"/>
                  </a:lnTo>
                  <a:lnTo>
                    <a:pt x="178889" y="678744"/>
                  </a:lnTo>
                  <a:lnTo>
                    <a:pt x="220597" y="699849"/>
                  </a:lnTo>
                  <a:lnTo>
                    <a:pt x="265169" y="715461"/>
                  </a:lnTo>
                  <a:lnTo>
                    <a:pt x="312176" y="725147"/>
                  </a:lnTo>
                  <a:lnTo>
                    <a:pt x="361188" y="728472"/>
                  </a:lnTo>
                  <a:lnTo>
                    <a:pt x="410199" y="725147"/>
                  </a:lnTo>
                  <a:lnTo>
                    <a:pt x="457206" y="715461"/>
                  </a:lnTo>
                  <a:lnTo>
                    <a:pt x="501778" y="699849"/>
                  </a:lnTo>
                  <a:lnTo>
                    <a:pt x="543486" y="678744"/>
                  </a:lnTo>
                  <a:lnTo>
                    <a:pt x="581899" y="652580"/>
                  </a:lnTo>
                  <a:lnTo>
                    <a:pt x="616586" y="621792"/>
                  </a:lnTo>
                  <a:lnTo>
                    <a:pt x="647118" y="586812"/>
                  </a:lnTo>
                  <a:lnTo>
                    <a:pt x="673063" y="548075"/>
                  </a:lnTo>
                  <a:lnTo>
                    <a:pt x="693992" y="506015"/>
                  </a:lnTo>
                  <a:lnTo>
                    <a:pt x="709474" y="461066"/>
                  </a:lnTo>
                  <a:lnTo>
                    <a:pt x="719078" y="413661"/>
                  </a:lnTo>
                  <a:lnTo>
                    <a:pt x="722376" y="364236"/>
                  </a:lnTo>
                  <a:lnTo>
                    <a:pt x="719078" y="314810"/>
                  </a:lnTo>
                  <a:lnTo>
                    <a:pt x="709474" y="267405"/>
                  </a:lnTo>
                  <a:lnTo>
                    <a:pt x="693992" y="222456"/>
                  </a:lnTo>
                  <a:lnTo>
                    <a:pt x="673063" y="180396"/>
                  </a:lnTo>
                  <a:lnTo>
                    <a:pt x="647118" y="141659"/>
                  </a:lnTo>
                  <a:lnTo>
                    <a:pt x="616586" y="106680"/>
                  </a:lnTo>
                  <a:lnTo>
                    <a:pt x="581899" y="75891"/>
                  </a:lnTo>
                  <a:lnTo>
                    <a:pt x="543486" y="49727"/>
                  </a:lnTo>
                  <a:lnTo>
                    <a:pt x="501778" y="28622"/>
                  </a:lnTo>
                  <a:lnTo>
                    <a:pt x="457206" y="13010"/>
                  </a:lnTo>
                  <a:lnTo>
                    <a:pt x="410199" y="332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0757915" y="269443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0" y="364236"/>
                  </a:moveTo>
                  <a:lnTo>
                    <a:pt x="3297" y="314810"/>
                  </a:lnTo>
                  <a:lnTo>
                    <a:pt x="12901" y="267405"/>
                  </a:lnTo>
                  <a:lnTo>
                    <a:pt x="28383" y="222456"/>
                  </a:lnTo>
                  <a:lnTo>
                    <a:pt x="49312" y="180396"/>
                  </a:lnTo>
                  <a:lnTo>
                    <a:pt x="75257" y="141659"/>
                  </a:lnTo>
                  <a:lnTo>
                    <a:pt x="105789" y="106680"/>
                  </a:lnTo>
                  <a:lnTo>
                    <a:pt x="140476" y="75891"/>
                  </a:lnTo>
                  <a:lnTo>
                    <a:pt x="178889" y="49727"/>
                  </a:lnTo>
                  <a:lnTo>
                    <a:pt x="220597" y="28622"/>
                  </a:lnTo>
                  <a:lnTo>
                    <a:pt x="265169" y="13010"/>
                  </a:lnTo>
                  <a:lnTo>
                    <a:pt x="312176" y="3324"/>
                  </a:lnTo>
                  <a:lnTo>
                    <a:pt x="361188" y="0"/>
                  </a:lnTo>
                  <a:lnTo>
                    <a:pt x="410199" y="3324"/>
                  </a:lnTo>
                  <a:lnTo>
                    <a:pt x="457206" y="13010"/>
                  </a:lnTo>
                  <a:lnTo>
                    <a:pt x="501778" y="28622"/>
                  </a:lnTo>
                  <a:lnTo>
                    <a:pt x="543486" y="49727"/>
                  </a:lnTo>
                  <a:lnTo>
                    <a:pt x="581899" y="75891"/>
                  </a:lnTo>
                  <a:lnTo>
                    <a:pt x="616586" y="106680"/>
                  </a:lnTo>
                  <a:lnTo>
                    <a:pt x="647118" y="141659"/>
                  </a:lnTo>
                  <a:lnTo>
                    <a:pt x="673063" y="180396"/>
                  </a:lnTo>
                  <a:lnTo>
                    <a:pt x="693992" y="222456"/>
                  </a:lnTo>
                  <a:lnTo>
                    <a:pt x="709474" y="267405"/>
                  </a:lnTo>
                  <a:lnTo>
                    <a:pt x="719078" y="314810"/>
                  </a:lnTo>
                  <a:lnTo>
                    <a:pt x="722376" y="364236"/>
                  </a:lnTo>
                  <a:lnTo>
                    <a:pt x="719078" y="413661"/>
                  </a:lnTo>
                  <a:lnTo>
                    <a:pt x="709474" y="461066"/>
                  </a:lnTo>
                  <a:lnTo>
                    <a:pt x="693992" y="506015"/>
                  </a:lnTo>
                  <a:lnTo>
                    <a:pt x="673063" y="548075"/>
                  </a:lnTo>
                  <a:lnTo>
                    <a:pt x="647118" y="586812"/>
                  </a:lnTo>
                  <a:lnTo>
                    <a:pt x="616586" y="621792"/>
                  </a:lnTo>
                  <a:lnTo>
                    <a:pt x="581899" y="652580"/>
                  </a:lnTo>
                  <a:lnTo>
                    <a:pt x="543486" y="678744"/>
                  </a:lnTo>
                  <a:lnTo>
                    <a:pt x="501778" y="699849"/>
                  </a:lnTo>
                  <a:lnTo>
                    <a:pt x="457206" y="715461"/>
                  </a:lnTo>
                  <a:lnTo>
                    <a:pt x="410199" y="725147"/>
                  </a:lnTo>
                  <a:lnTo>
                    <a:pt x="361188" y="728472"/>
                  </a:lnTo>
                  <a:lnTo>
                    <a:pt x="312176" y="725147"/>
                  </a:lnTo>
                  <a:lnTo>
                    <a:pt x="265169" y="715461"/>
                  </a:lnTo>
                  <a:lnTo>
                    <a:pt x="220597" y="699849"/>
                  </a:lnTo>
                  <a:lnTo>
                    <a:pt x="178889" y="678744"/>
                  </a:lnTo>
                  <a:lnTo>
                    <a:pt x="140476" y="652580"/>
                  </a:lnTo>
                  <a:lnTo>
                    <a:pt x="105789" y="621792"/>
                  </a:lnTo>
                  <a:lnTo>
                    <a:pt x="75257" y="586812"/>
                  </a:lnTo>
                  <a:lnTo>
                    <a:pt x="49312" y="548075"/>
                  </a:lnTo>
                  <a:lnTo>
                    <a:pt x="28383" y="506015"/>
                  </a:lnTo>
                  <a:lnTo>
                    <a:pt x="12901" y="461066"/>
                  </a:lnTo>
                  <a:lnTo>
                    <a:pt x="3297" y="413661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11320207" y="2215814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0974100" y="2918503"/>
            <a:ext cx="23050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10075543" y="2473729"/>
            <a:ext cx="1425575" cy="1012825"/>
            <a:chOff x="10075543" y="2473729"/>
            <a:chExt cx="1425575" cy="1012825"/>
          </a:xfrm>
        </p:grpSpPr>
        <p:sp>
          <p:nvSpPr>
            <p:cNvPr id="32" name="object 32" descr=""/>
            <p:cNvSpPr/>
            <p:nvPr/>
          </p:nvSpPr>
          <p:spPr>
            <a:xfrm>
              <a:off x="10820400" y="2758440"/>
              <a:ext cx="597535" cy="601980"/>
            </a:xfrm>
            <a:custGeom>
              <a:avLst/>
              <a:gdLst/>
              <a:ahLst/>
              <a:cxnLst/>
              <a:rect l="l" t="t" r="r" b="b"/>
              <a:pathLst>
                <a:path w="597534" h="601979">
                  <a:moveTo>
                    <a:pt x="0" y="300989"/>
                  </a:moveTo>
                  <a:lnTo>
                    <a:pt x="3909" y="252168"/>
                  </a:lnTo>
                  <a:lnTo>
                    <a:pt x="15227" y="205854"/>
                  </a:lnTo>
                  <a:lnTo>
                    <a:pt x="33340" y="162668"/>
                  </a:lnTo>
                  <a:lnTo>
                    <a:pt x="57631" y="123230"/>
                  </a:lnTo>
                  <a:lnTo>
                    <a:pt x="87487" y="88158"/>
                  </a:lnTo>
                  <a:lnTo>
                    <a:pt x="122291" y="58074"/>
                  </a:lnTo>
                  <a:lnTo>
                    <a:pt x="161430" y="33596"/>
                  </a:lnTo>
                  <a:lnTo>
                    <a:pt x="204289" y="15344"/>
                  </a:lnTo>
                  <a:lnTo>
                    <a:pt x="250251" y="3939"/>
                  </a:lnTo>
                  <a:lnTo>
                    <a:pt x="298704" y="0"/>
                  </a:lnTo>
                  <a:lnTo>
                    <a:pt x="347156" y="3939"/>
                  </a:lnTo>
                  <a:lnTo>
                    <a:pt x="393118" y="15344"/>
                  </a:lnTo>
                  <a:lnTo>
                    <a:pt x="435977" y="33596"/>
                  </a:lnTo>
                  <a:lnTo>
                    <a:pt x="475116" y="58074"/>
                  </a:lnTo>
                  <a:lnTo>
                    <a:pt x="509920" y="88158"/>
                  </a:lnTo>
                  <a:lnTo>
                    <a:pt x="539776" y="123230"/>
                  </a:lnTo>
                  <a:lnTo>
                    <a:pt x="564067" y="162668"/>
                  </a:lnTo>
                  <a:lnTo>
                    <a:pt x="582180" y="205854"/>
                  </a:lnTo>
                  <a:lnTo>
                    <a:pt x="593498" y="252168"/>
                  </a:lnTo>
                  <a:lnTo>
                    <a:pt x="597408" y="300989"/>
                  </a:lnTo>
                  <a:lnTo>
                    <a:pt x="593498" y="349811"/>
                  </a:lnTo>
                  <a:lnTo>
                    <a:pt x="582180" y="396125"/>
                  </a:lnTo>
                  <a:lnTo>
                    <a:pt x="564067" y="439311"/>
                  </a:lnTo>
                  <a:lnTo>
                    <a:pt x="539776" y="478749"/>
                  </a:lnTo>
                  <a:lnTo>
                    <a:pt x="509920" y="513821"/>
                  </a:lnTo>
                  <a:lnTo>
                    <a:pt x="475116" y="543905"/>
                  </a:lnTo>
                  <a:lnTo>
                    <a:pt x="435977" y="568383"/>
                  </a:lnTo>
                  <a:lnTo>
                    <a:pt x="393118" y="586635"/>
                  </a:lnTo>
                  <a:lnTo>
                    <a:pt x="347156" y="598040"/>
                  </a:lnTo>
                  <a:lnTo>
                    <a:pt x="298704" y="601979"/>
                  </a:lnTo>
                  <a:lnTo>
                    <a:pt x="250251" y="598040"/>
                  </a:lnTo>
                  <a:lnTo>
                    <a:pt x="204289" y="586635"/>
                  </a:lnTo>
                  <a:lnTo>
                    <a:pt x="161430" y="568383"/>
                  </a:lnTo>
                  <a:lnTo>
                    <a:pt x="122291" y="543905"/>
                  </a:lnTo>
                  <a:lnTo>
                    <a:pt x="87487" y="513821"/>
                  </a:lnTo>
                  <a:lnTo>
                    <a:pt x="57631" y="478749"/>
                  </a:lnTo>
                  <a:lnTo>
                    <a:pt x="33340" y="439311"/>
                  </a:lnTo>
                  <a:lnTo>
                    <a:pt x="15227" y="396125"/>
                  </a:lnTo>
                  <a:lnTo>
                    <a:pt x="3909" y="349811"/>
                  </a:lnTo>
                  <a:lnTo>
                    <a:pt x="0" y="30098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0108328" y="3220405"/>
              <a:ext cx="684530" cy="256540"/>
            </a:xfrm>
            <a:custGeom>
              <a:avLst/>
              <a:gdLst/>
              <a:ahLst/>
              <a:cxnLst/>
              <a:rect l="l" t="t" r="r" b="b"/>
              <a:pathLst>
                <a:path w="684529" h="256539">
                  <a:moveTo>
                    <a:pt x="684123" y="0"/>
                  </a:moveTo>
                  <a:lnTo>
                    <a:pt x="675865" y="41028"/>
                  </a:lnTo>
                  <a:lnTo>
                    <a:pt x="660534" y="79685"/>
                  </a:lnTo>
                  <a:lnTo>
                    <a:pt x="638720" y="115574"/>
                  </a:lnTo>
                  <a:lnTo>
                    <a:pt x="611015" y="148299"/>
                  </a:lnTo>
                  <a:lnTo>
                    <a:pt x="578009" y="177466"/>
                  </a:lnTo>
                  <a:lnTo>
                    <a:pt x="540296" y="202679"/>
                  </a:lnTo>
                  <a:lnTo>
                    <a:pt x="498466" y="223542"/>
                  </a:lnTo>
                  <a:lnTo>
                    <a:pt x="453110" y="239660"/>
                  </a:lnTo>
                  <a:lnTo>
                    <a:pt x="404820" y="250637"/>
                  </a:lnTo>
                  <a:lnTo>
                    <a:pt x="354187" y="256078"/>
                  </a:lnTo>
                  <a:lnTo>
                    <a:pt x="301802" y="255587"/>
                  </a:lnTo>
                  <a:lnTo>
                    <a:pt x="250842" y="249163"/>
                  </a:lnTo>
                  <a:lnTo>
                    <a:pt x="202561" y="237219"/>
                  </a:lnTo>
                  <a:lnTo>
                    <a:pt x="157509" y="220173"/>
                  </a:lnTo>
                  <a:lnTo>
                    <a:pt x="116239" y="198443"/>
                  </a:lnTo>
                  <a:lnTo>
                    <a:pt x="79302" y="172449"/>
                  </a:lnTo>
                  <a:lnTo>
                    <a:pt x="47249" y="142609"/>
                  </a:lnTo>
                  <a:lnTo>
                    <a:pt x="20631" y="109340"/>
                  </a:lnTo>
                  <a:lnTo>
                    <a:pt x="0" y="73063"/>
                  </a:lnTo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0075543" y="3232415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4">
                  <a:moveTo>
                    <a:pt x="13944" y="0"/>
                  </a:moveTo>
                  <a:lnTo>
                    <a:pt x="0" y="84048"/>
                  </a:lnTo>
                  <a:lnTo>
                    <a:pt x="72809" y="61582"/>
                  </a:lnTo>
                  <a:lnTo>
                    <a:pt x="13944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1132024" y="2483254"/>
              <a:ext cx="354965" cy="294640"/>
            </a:xfrm>
            <a:custGeom>
              <a:avLst/>
              <a:gdLst/>
              <a:ahLst/>
              <a:cxnLst/>
              <a:rect l="l" t="t" r="r" b="b"/>
              <a:pathLst>
                <a:path w="354965" h="294639">
                  <a:moveTo>
                    <a:pt x="5620" y="215131"/>
                  </a:moveTo>
                  <a:lnTo>
                    <a:pt x="0" y="164788"/>
                  </a:lnTo>
                  <a:lnTo>
                    <a:pt x="6750" y="117585"/>
                  </a:lnTo>
                  <a:lnTo>
                    <a:pt x="24654" y="75562"/>
                  </a:lnTo>
                  <a:lnTo>
                    <a:pt x="52496" y="40761"/>
                  </a:lnTo>
                  <a:lnTo>
                    <a:pt x="89059" y="15221"/>
                  </a:lnTo>
                  <a:lnTo>
                    <a:pt x="133128" y="983"/>
                  </a:lnTo>
                  <a:lnTo>
                    <a:pt x="180360" y="0"/>
                  </a:lnTo>
                  <a:lnTo>
                    <a:pt x="225840" y="11863"/>
                  </a:lnTo>
                  <a:lnTo>
                    <a:pt x="267510" y="35078"/>
                  </a:lnTo>
                  <a:lnTo>
                    <a:pt x="303310" y="68149"/>
                  </a:lnTo>
                  <a:lnTo>
                    <a:pt x="331181" y="109581"/>
                  </a:lnTo>
                  <a:lnTo>
                    <a:pt x="349066" y="157879"/>
                  </a:lnTo>
                  <a:lnTo>
                    <a:pt x="354384" y="194379"/>
                  </a:lnTo>
                  <a:lnTo>
                    <a:pt x="353066" y="229945"/>
                  </a:lnTo>
                  <a:lnTo>
                    <a:pt x="345405" y="263664"/>
                  </a:lnTo>
                  <a:lnTo>
                    <a:pt x="331692" y="29462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1422043" y="2743290"/>
              <a:ext cx="79375" cy="82550"/>
            </a:xfrm>
            <a:custGeom>
              <a:avLst/>
              <a:gdLst/>
              <a:ahLst/>
              <a:cxnLst/>
              <a:rect l="l" t="t" r="r" b="b"/>
              <a:pathLst>
                <a:path w="79375" h="82550">
                  <a:moveTo>
                    <a:pt x="21259" y="0"/>
                  </a:moveTo>
                  <a:lnTo>
                    <a:pt x="0" y="82499"/>
                  </a:lnTo>
                  <a:lnTo>
                    <a:pt x="78752" y="50012"/>
                  </a:lnTo>
                  <a:lnTo>
                    <a:pt x="212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0087864" y="2645432"/>
              <a:ext cx="684530" cy="257175"/>
            </a:xfrm>
            <a:custGeom>
              <a:avLst/>
              <a:gdLst/>
              <a:ahLst/>
              <a:cxnLst/>
              <a:rect l="l" t="t" r="r" b="b"/>
              <a:pathLst>
                <a:path w="684529" h="257175">
                  <a:moveTo>
                    <a:pt x="0" y="256832"/>
                  </a:moveTo>
                  <a:lnTo>
                    <a:pt x="8244" y="215688"/>
                  </a:lnTo>
                  <a:lnTo>
                    <a:pt x="23563" y="176922"/>
                  </a:lnTo>
                  <a:lnTo>
                    <a:pt x="45367" y="140931"/>
                  </a:lnTo>
                  <a:lnTo>
                    <a:pt x="73063" y="108112"/>
                  </a:lnTo>
                  <a:lnTo>
                    <a:pt x="106060" y="78861"/>
                  </a:lnTo>
                  <a:lnTo>
                    <a:pt x="143766" y="53573"/>
                  </a:lnTo>
                  <a:lnTo>
                    <a:pt x="185591" y="32647"/>
                  </a:lnTo>
                  <a:lnTo>
                    <a:pt x="230942" y="16479"/>
                  </a:lnTo>
                  <a:lnTo>
                    <a:pt x="279229" y="5464"/>
                  </a:lnTo>
                  <a:lnTo>
                    <a:pt x="329860" y="0"/>
                  </a:lnTo>
                  <a:lnTo>
                    <a:pt x="382244" y="482"/>
                  </a:lnTo>
                  <a:lnTo>
                    <a:pt x="433291" y="6929"/>
                  </a:lnTo>
                  <a:lnTo>
                    <a:pt x="481649" y="18929"/>
                  </a:lnTo>
                  <a:lnTo>
                    <a:pt x="526765" y="36061"/>
                  </a:lnTo>
                  <a:lnTo>
                    <a:pt x="568085" y="57904"/>
                  </a:lnTo>
                  <a:lnTo>
                    <a:pt x="605055" y="84034"/>
                  </a:lnTo>
                  <a:lnTo>
                    <a:pt x="637121" y="114030"/>
                  </a:lnTo>
                  <a:lnTo>
                    <a:pt x="663729" y="147471"/>
                  </a:lnTo>
                  <a:lnTo>
                    <a:pt x="684326" y="18393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0732099" y="2806232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5">
                  <a:moveTo>
                    <a:pt x="72859" y="0"/>
                  </a:moveTo>
                  <a:lnTo>
                    <a:pt x="0" y="22313"/>
                  </a:lnTo>
                  <a:lnTo>
                    <a:pt x="58750" y="84023"/>
                  </a:lnTo>
                  <a:lnTo>
                    <a:pt x="728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>
            <a:off x="10278579" y="2359919"/>
            <a:ext cx="2527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𝑎,</a:t>
            </a:r>
            <a:r>
              <a:rPr dirty="0" sz="1200" spc="-50">
                <a:latin typeface="Cambria Math"/>
                <a:cs typeface="Cambria Math"/>
              </a:rPr>
              <a:t> 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10382792" y="3468772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C00000"/>
                </a:solidFill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6272593" y="4049077"/>
            <a:ext cx="445770" cy="427355"/>
            <a:chOff x="6272593" y="4049077"/>
            <a:chExt cx="445770" cy="427355"/>
          </a:xfrm>
        </p:grpSpPr>
        <p:sp>
          <p:nvSpPr>
            <p:cNvPr id="42" name="object 42" descr=""/>
            <p:cNvSpPr/>
            <p:nvPr/>
          </p:nvSpPr>
          <p:spPr>
            <a:xfrm>
              <a:off x="6277355" y="4053840"/>
              <a:ext cx="436245" cy="417830"/>
            </a:xfrm>
            <a:custGeom>
              <a:avLst/>
              <a:gdLst/>
              <a:ahLst/>
              <a:cxnLst/>
              <a:rect l="l" t="t" r="r" b="b"/>
              <a:pathLst>
                <a:path w="436245" h="417829">
                  <a:moveTo>
                    <a:pt x="435864" y="0"/>
                  </a:moveTo>
                  <a:lnTo>
                    <a:pt x="0" y="0"/>
                  </a:lnTo>
                  <a:lnTo>
                    <a:pt x="0" y="417575"/>
                  </a:lnTo>
                  <a:lnTo>
                    <a:pt x="435864" y="417575"/>
                  </a:lnTo>
                  <a:lnTo>
                    <a:pt x="43586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6277355" y="4053840"/>
              <a:ext cx="436245" cy="417830"/>
            </a:xfrm>
            <a:custGeom>
              <a:avLst/>
              <a:gdLst/>
              <a:ahLst/>
              <a:cxnLst/>
              <a:rect l="l" t="t" r="r" b="b"/>
              <a:pathLst>
                <a:path w="436245" h="417829">
                  <a:moveTo>
                    <a:pt x="0" y="0"/>
                  </a:moveTo>
                  <a:lnTo>
                    <a:pt x="435864" y="0"/>
                  </a:lnTo>
                  <a:lnTo>
                    <a:pt x="435864" y="417575"/>
                  </a:lnTo>
                  <a:lnTo>
                    <a:pt x="0" y="41757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 descr=""/>
          <p:cNvSpPr txBox="1"/>
          <p:nvPr/>
        </p:nvSpPr>
        <p:spPr>
          <a:xfrm>
            <a:off x="6392489" y="4080133"/>
            <a:ext cx="1981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45" name="object 45" descr=""/>
          <p:cNvGrpSpPr/>
          <p:nvPr/>
        </p:nvGrpSpPr>
        <p:grpSpPr>
          <a:xfrm>
            <a:off x="7781290" y="5521197"/>
            <a:ext cx="890905" cy="898525"/>
            <a:chOff x="7781290" y="5521197"/>
            <a:chExt cx="890905" cy="898525"/>
          </a:xfrm>
        </p:grpSpPr>
        <p:sp>
          <p:nvSpPr>
            <p:cNvPr id="46" name="object 46" descr=""/>
            <p:cNvSpPr/>
            <p:nvPr/>
          </p:nvSpPr>
          <p:spPr>
            <a:xfrm>
              <a:off x="7787640" y="5527547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438912" y="0"/>
                  </a:moveTo>
                  <a:lnTo>
                    <a:pt x="391087" y="2597"/>
                  </a:lnTo>
                  <a:lnTo>
                    <a:pt x="344754" y="10211"/>
                  </a:lnTo>
                  <a:lnTo>
                    <a:pt x="300181" y="22569"/>
                  </a:lnTo>
                  <a:lnTo>
                    <a:pt x="257635" y="39404"/>
                  </a:lnTo>
                  <a:lnTo>
                    <a:pt x="217384" y="60443"/>
                  </a:lnTo>
                  <a:lnTo>
                    <a:pt x="179696" y="85418"/>
                  </a:lnTo>
                  <a:lnTo>
                    <a:pt x="144838" y="114058"/>
                  </a:lnTo>
                  <a:lnTo>
                    <a:pt x="113078" y="146093"/>
                  </a:lnTo>
                  <a:lnTo>
                    <a:pt x="84684" y="181254"/>
                  </a:lnTo>
                  <a:lnTo>
                    <a:pt x="59924" y="219269"/>
                  </a:lnTo>
                  <a:lnTo>
                    <a:pt x="39065" y="259870"/>
                  </a:lnTo>
                  <a:lnTo>
                    <a:pt x="22375" y="302785"/>
                  </a:lnTo>
                  <a:lnTo>
                    <a:pt x="10123" y="347746"/>
                  </a:lnTo>
                  <a:lnTo>
                    <a:pt x="2575" y="394481"/>
                  </a:lnTo>
                  <a:lnTo>
                    <a:pt x="0" y="442721"/>
                  </a:lnTo>
                  <a:lnTo>
                    <a:pt x="2575" y="490962"/>
                  </a:lnTo>
                  <a:lnTo>
                    <a:pt x="10123" y="537697"/>
                  </a:lnTo>
                  <a:lnTo>
                    <a:pt x="22375" y="582658"/>
                  </a:lnTo>
                  <a:lnTo>
                    <a:pt x="39065" y="625573"/>
                  </a:lnTo>
                  <a:lnTo>
                    <a:pt x="59924" y="666174"/>
                  </a:lnTo>
                  <a:lnTo>
                    <a:pt x="84684" y="704189"/>
                  </a:lnTo>
                  <a:lnTo>
                    <a:pt x="113078" y="739350"/>
                  </a:lnTo>
                  <a:lnTo>
                    <a:pt x="144838" y="771385"/>
                  </a:lnTo>
                  <a:lnTo>
                    <a:pt x="179696" y="800025"/>
                  </a:lnTo>
                  <a:lnTo>
                    <a:pt x="217384" y="825000"/>
                  </a:lnTo>
                  <a:lnTo>
                    <a:pt x="257635" y="846039"/>
                  </a:lnTo>
                  <a:lnTo>
                    <a:pt x="300181" y="862874"/>
                  </a:lnTo>
                  <a:lnTo>
                    <a:pt x="344754" y="875232"/>
                  </a:lnTo>
                  <a:lnTo>
                    <a:pt x="391087" y="882846"/>
                  </a:lnTo>
                  <a:lnTo>
                    <a:pt x="438912" y="885443"/>
                  </a:lnTo>
                  <a:lnTo>
                    <a:pt x="486736" y="882846"/>
                  </a:lnTo>
                  <a:lnTo>
                    <a:pt x="533069" y="875232"/>
                  </a:lnTo>
                  <a:lnTo>
                    <a:pt x="577642" y="862874"/>
                  </a:lnTo>
                  <a:lnTo>
                    <a:pt x="620188" y="846039"/>
                  </a:lnTo>
                  <a:lnTo>
                    <a:pt x="660439" y="825000"/>
                  </a:lnTo>
                  <a:lnTo>
                    <a:pt x="698127" y="800025"/>
                  </a:lnTo>
                  <a:lnTo>
                    <a:pt x="732985" y="771385"/>
                  </a:lnTo>
                  <a:lnTo>
                    <a:pt x="764745" y="739350"/>
                  </a:lnTo>
                  <a:lnTo>
                    <a:pt x="793139" y="704189"/>
                  </a:lnTo>
                  <a:lnTo>
                    <a:pt x="817899" y="666174"/>
                  </a:lnTo>
                  <a:lnTo>
                    <a:pt x="838758" y="625573"/>
                  </a:lnTo>
                  <a:lnTo>
                    <a:pt x="855448" y="582658"/>
                  </a:lnTo>
                  <a:lnTo>
                    <a:pt x="867700" y="537697"/>
                  </a:lnTo>
                  <a:lnTo>
                    <a:pt x="875248" y="490962"/>
                  </a:lnTo>
                  <a:lnTo>
                    <a:pt x="877824" y="442721"/>
                  </a:lnTo>
                  <a:lnTo>
                    <a:pt x="875248" y="394481"/>
                  </a:lnTo>
                  <a:lnTo>
                    <a:pt x="867700" y="347746"/>
                  </a:lnTo>
                  <a:lnTo>
                    <a:pt x="855448" y="302785"/>
                  </a:lnTo>
                  <a:lnTo>
                    <a:pt x="838758" y="259870"/>
                  </a:lnTo>
                  <a:lnTo>
                    <a:pt x="817899" y="219269"/>
                  </a:lnTo>
                  <a:lnTo>
                    <a:pt x="793139" y="181254"/>
                  </a:lnTo>
                  <a:lnTo>
                    <a:pt x="764745" y="146093"/>
                  </a:lnTo>
                  <a:lnTo>
                    <a:pt x="732985" y="114058"/>
                  </a:lnTo>
                  <a:lnTo>
                    <a:pt x="698127" y="85418"/>
                  </a:lnTo>
                  <a:lnTo>
                    <a:pt x="660439" y="60443"/>
                  </a:lnTo>
                  <a:lnTo>
                    <a:pt x="620188" y="39404"/>
                  </a:lnTo>
                  <a:lnTo>
                    <a:pt x="577642" y="22569"/>
                  </a:lnTo>
                  <a:lnTo>
                    <a:pt x="533069" y="10211"/>
                  </a:lnTo>
                  <a:lnTo>
                    <a:pt x="486736" y="2597"/>
                  </a:lnTo>
                  <a:lnTo>
                    <a:pt x="4389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7787640" y="5527547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0" y="442721"/>
                  </a:moveTo>
                  <a:lnTo>
                    <a:pt x="2575" y="394481"/>
                  </a:lnTo>
                  <a:lnTo>
                    <a:pt x="10123" y="347746"/>
                  </a:lnTo>
                  <a:lnTo>
                    <a:pt x="22375" y="302785"/>
                  </a:lnTo>
                  <a:lnTo>
                    <a:pt x="39065" y="259870"/>
                  </a:lnTo>
                  <a:lnTo>
                    <a:pt x="59924" y="219269"/>
                  </a:lnTo>
                  <a:lnTo>
                    <a:pt x="84684" y="181254"/>
                  </a:lnTo>
                  <a:lnTo>
                    <a:pt x="113078" y="146093"/>
                  </a:lnTo>
                  <a:lnTo>
                    <a:pt x="144838" y="114058"/>
                  </a:lnTo>
                  <a:lnTo>
                    <a:pt x="179696" y="85418"/>
                  </a:lnTo>
                  <a:lnTo>
                    <a:pt x="217384" y="60443"/>
                  </a:lnTo>
                  <a:lnTo>
                    <a:pt x="257635" y="39404"/>
                  </a:lnTo>
                  <a:lnTo>
                    <a:pt x="300181" y="22569"/>
                  </a:lnTo>
                  <a:lnTo>
                    <a:pt x="344754" y="10211"/>
                  </a:lnTo>
                  <a:lnTo>
                    <a:pt x="391087" y="2597"/>
                  </a:lnTo>
                  <a:lnTo>
                    <a:pt x="438912" y="0"/>
                  </a:lnTo>
                  <a:lnTo>
                    <a:pt x="486736" y="2597"/>
                  </a:lnTo>
                  <a:lnTo>
                    <a:pt x="533069" y="10211"/>
                  </a:lnTo>
                  <a:lnTo>
                    <a:pt x="577642" y="22569"/>
                  </a:lnTo>
                  <a:lnTo>
                    <a:pt x="620188" y="39404"/>
                  </a:lnTo>
                  <a:lnTo>
                    <a:pt x="660439" y="60443"/>
                  </a:lnTo>
                  <a:lnTo>
                    <a:pt x="698127" y="85418"/>
                  </a:lnTo>
                  <a:lnTo>
                    <a:pt x="732985" y="114058"/>
                  </a:lnTo>
                  <a:lnTo>
                    <a:pt x="764745" y="146093"/>
                  </a:lnTo>
                  <a:lnTo>
                    <a:pt x="793139" y="181254"/>
                  </a:lnTo>
                  <a:lnTo>
                    <a:pt x="817899" y="219269"/>
                  </a:lnTo>
                  <a:lnTo>
                    <a:pt x="838758" y="259870"/>
                  </a:lnTo>
                  <a:lnTo>
                    <a:pt x="855448" y="302785"/>
                  </a:lnTo>
                  <a:lnTo>
                    <a:pt x="867700" y="347746"/>
                  </a:lnTo>
                  <a:lnTo>
                    <a:pt x="875248" y="394481"/>
                  </a:lnTo>
                  <a:lnTo>
                    <a:pt x="877824" y="442721"/>
                  </a:lnTo>
                  <a:lnTo>
                    <a:pt x="875248" y="490962"/>
                  </a:lnTo>
                  <a:lnTo>
                    <a:pt x="867700" y="537697"/>
                  </a:lnTo>
                  <a:lnTo>
                    <a:pt x="855448" y="582658"/>
                  </a:lnTo>
                  <a:lnTo>
                    <a:pt x="838758" y="625573"/>
                  </a:lnTo>
                  <a:lnTo>
                    <a:pt x="817899" y="666174"/>
                  </a:lnTo>
                  <a:lnTo>
                    <a:pt x="793139" y="704189"/>
                  </a:lnTo>
                  <a:lnTo>
                    <a:pt x="764745" y="739350"/>
                  </a:lnTo>
                  <a:lnTo>
                    <a:pt x="732985" y="771385"/>
                  </a:lnTo>
                  <a:lnTo>
                    <a:pt x="698127" y="800025"/>
                  </a:lnTo>
                  <a:lnTo>
                    <a:pt x="660439" y="825000"/>
                  </a:lnTo>
                  <a:lnTo>
                    <a:pt x="620188" y="846039"/>
                  </a:lnTo>
                  <a:lnTo>
                    <a:pt x="577642" y="862874"/>
                  </a:lnTo>
                  <a:lnTo>
                    <a:pt x="533069" y="875232"/>
                  </a:lnTo>
                  <a:lnTo>
                    <a:pt x="486736" y="882846"/>
                  </a:lnTo>
                  <a:lnTo>
                    <a:pt x="438912" y="885443"/>
                  </a:lnTo>
                  <a:lnTo>
                    <a:pt x="391087" y="882846"/>
                  </a:lnTo>
                  <a:lnTo>
                    <a:pt x="344754" y="875232"/>
                  </a:lnTo>
                  <a:lnTo>
                    <a:pt x="300181" y="862874"/>
                  </a:lnTo>
                  <a:lnTo>
                    <a:pt x="257635" y="846039"/>
                  </a:lnTo>
                  <a:lnTo>
                    <a:pt x="217384" y="825000"/>
                  </a:lnTo>
                  <a:lnTo>
                    <a:pt x="179696" y="800025"/>
                  </a:lnTo>
                  <a:lnTo>
                    <a:pt x="144838" y="771385"/>
                  </a:lnTo>
                  <a:lnTo>
                    <a:pt x="113078" y="739350"/>
                  </a:lnTo>
                  <a:lnTo>
                    <a:pt x="84684" y="704189"/>
                  </a:lnTo>
                  <a:lnTo>
                    <a:pt x="59924" y="666174"/>
                  </a:lnTo>
                  <a:lnTo>
                    <a:pt x="39065" y="625573"/>
                  </a:lnTo>
                  <a:lnTo>
                    <a:pt x="22375" y="582658"/>
                  </a:lnTo>
                  <a:lnTo>
                    <a:pt x="10123" y="537697"/>
                  </a:lnTo>
                  <a:lnTo>
                    <a:pt x="2575" y="490962"/>
                  </a:lnTo>
                  <a:lnTo>
                    <a:pt x="0" y="4427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 descr=""/>
          <p:cNvSpPr txBox="1"/>
          <p:nvPr/>
        </p:nvSpPr>
        <p:spPr>
          <a:xfrm>
            <a:off x="7943843" y="5831324"/>
            <a:ext cx="5111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0</a:t>
            </a:r>
            <a:r>
              <a:rPr dirty="0" baseline="-14492" sz="1725" spc="11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49" name="object 49" descr=""/>
          <p:cNvGrpSpPr/>
          <p:nvPr/>
        </p:nvGrpSpPr>
        <p:grpSpPr>
          <a:xfrm>
            <a:off x="10305033" y="4039870"/>
            <a:ext cx="890905" cy="898525"/>
            <a:chOff x="10305033" y="4039870"/>
            <a:chExt cx="890905" cy="898525"/>
          </a:xfrm>
        </p:grpSpPr>
        <p:sp>
          <p:nvSpPr>
            <p:cNvPr id="50" name="object 50" descr=""/>
            <p:cNvSpPr/>
            <p:nvPr/>
          </p:nvSpPr>
          <p:spPr>
            <a:xfrm>
              <a:off x="10311383" y="4046220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438912" y="0"/>
                  </a:moveTo>
                  <a:lnTo>
                    <a:pt x="391087" y="2597"/>
                  </a:lnTo>
                  <a:lnTo>
                    <a:pt x="344754" y="10211"/>
                  </a:lnTo>
                  <a:lnTo>
                    <a:pt x="300181" y="22569"/>
                  </a:lnTo>
                  <a:lnTo>
                    <a:pt x="257635" y="39404"/>
                  </a:lnTo>
                  <a:lnTo>
                    <a:pt x="217384" y="60443"/>
                  </a:lnTo>
                  <a:lnTo>
                    <a:pt x="179696" y="85418"/>
                  </a:lnTo>
                  <a:lnTo>
                    <a:pt x="144838" y="114058"/>
                  </a:lnTo>
                  <a:lnTo>
                    <a:pt x="113078" y="146093"/>
                  </a:lnTo>
                  <a:lnTo>
                    <a:pt x="84684" y="181254"/>
                  </a:lnTo>
                  <a:lnTo>
                    <a:pt x="59924" y="219269"/>
                  </a:lnTo>
                  <a:lnTo>
                    <a:pt x="39065" y="259870"/>
                  </a:lnTo>
                  <a:lnTo>
                    <a:pt x="22375" y="302785"/>
                  </a:lnTo>
                  <a:lnTo>
                    <a:pt x="10123" y="347746"/>
                  </a:lnTo>
                  <a:lnTo>
                    <a:pt x="2575" y="394481"/>
                  </a:lnTo>
                  <a:lnTo>
                    <a:pt x="0" y="442721"/>
                  </a:lnTo>
                  <a:lnTo>
                    <a:pt x="2575" y="490962"/>
                  </a:lnTo>
                  <a:lnTo>
                    <a:pt x="10123" y="537697"/>
                  </a:lnTo>
                  <a:lnTo>
                    <a:pt x="22375" y="582658"/>
                  </a:lnTo>
                  <a:lnTo>
                    <a:pt x="39065" y="625573"/>
                  </a:lnTo>
                  <a:lnTo>
                    <a:pt x="59924" y="666174"/>
                  </a:lnTo>
                  <a:lnTo>
                    <a:pt x="84684" y="704189"/>
                  </a:lnTo>
                  <a:lnTo>
                    <a:pt x="113078" y="739350"/>
                  </a:lnTo>
                  <a:lnTo>
                    <a:pt x="144838" y="771385"/>
                  </a:lnTo>
                  <a:lnTo>
                    <a:pt x="179696" y="800025"/>
                  </a:lnTo>
                  <a:lnTo>
                    <a:pt x="217384" y="825000"/>
                  </a:lnTo>
                  <a:lnTo>
                    <a:pt x="257635" y="846039"/>
                  </a:lnTo>
                  <a:lnTo>
                    <a:pt x="300181" y="862874"/>
                  </a:lnTo>
                  <a:lnTo>
                    <a:pt x="344754" y="875232"/>
                  </a:lnTo>
                  <a:lnTo>
                    <a:pt x="391087" y="882846"/>
                  </a:lnTo>
                  <a:lnTo>
                    <a:pt x="438912" y="885443"/>
                  </a:lnTo>
                  <a:lnTo>
                    <a:pt x="486736" y="882846"/>
                  </a:lnTo>
                  <a:lnTo>
                    <a:pt x="533069" y="875232"/>
                  </a:lnTo>
                  <a:lnTo>
                    <a:pt x="577642" y="862874"/>
                  </a:lnTo>
                  <a:lnTo>
                    <a:pt x="620188" y="846039"/>
                  </a:lnTo>
                  <a:lnTo>
                    <a:pt x="660439" y="825000"/>
                  </a:lnTo>
                  <a:lnTo>
                    <a:pt x="698127" y="800025"/>
                  </a:lnTo>
                  <a:lnTo>
                    <a:pt x="732985" y="771385"/>
                  </a:lnTo>
                  <a:lnTo>
                    <a:pt x="764745" y="739350"/>
                  </a:lnTo>
                  <a:lnTo>
                    <a:pt x="793139" y="704189"/>
                  </a:lnTo>
                  <a:lnTo>
                    <a:pt x="817899" y="666174"/>
                  </a:lnTo>
                  <a:lnTo>
                    <a:pt x="838758" y="625573"/>
                  </a:lnTo>
                  <a:lnTo>
                    <a:pt x="855448" y="582658"/>
                  </a:lnTo>
                  <a:lnTo>
                    <a:pt x="867700" y="537697"/>
                  </a:lnTo>
                  <a:lnTo>
                    <a:pt x="875248" y="490962"/>
                  </a:lnTo>
                  <a:lnTo>
                    <a:pt x="877824" y="442721"/>
                  </a:lnTo>
                  <a:lnTo>
                    <a:pt x="875248" y="394481"/>
                  </a:lnTo>
                  <a:lnTo>
                    <a:pt x="867700" y="347746"/>
                  </a:lnTo>
                  <a:lnTo>
                    <a:pt x="855448" y="302785"/>
                  </a:lnTo>
                  <a:lnTo>
                    <a:pt x="838758" y="259870"/>
                  </a:lnTo>
                  <a:lnTo>
                    <a:pt x="817899" y="219269"/>
                  </a:lnTo>
                  <a:lnTo>
                    <a:pt x="793139" y="181254"/>
                  </a:lnTo>
                  <a:lnTo>
                    <a:pt x="764745" y="146093"/>
                  </a:lnTo>
                  <a:lnTo>
                    <a:pt x="732985" y="114058"/>
                  </a:lnTo>
                  <a:lnTo>
                    <a:pt x="698127" y="85418"/>
                  </a:lnTo>
                  <a:lnTo>
                    <a:pt x="660439" y="60443"/>
                  </a:lnTo>
                  <a:lnTo>
                    <a:pt x="620188" y="39404"/>
                  </a:lnTo>
                  <a:lnTo>
                    <a:pt x="577642" y="22569"/>
                  </a:lnTo>
                  <a:lnTo>
                    <a:pt x="533069" y="10211"/>
                  </a:lnTo>
                  <a:lnTo>
                    <a:pt x="486736" y="2597"/>
                  </a:lnTo>
                  <a:lnTo>
                    <a:pt x="4389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0311383" y="4046220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0" y="442721"/>
                  </a:moveTo>
                  <a:lnTo>
                    <a:pt x="2575" y="394481"/>
                  </a:lnTo>
                  <a:lnTo>
                    <a:pt x="10123" y="347746"/>
                  </a:lnTo>
                  <a:lnTo>
                    <a:pt x="22375" y="302785"/>
                  </a:lnTo>
                  <a:lnTo>
                    <a:pt x="39065" y="259870"/>
                  </a:lnTo>
                  <a:lnTo>
                    <a:pt x="59924" y="219269"/>
                  </a:lnTo>
                  <a:lnTo>
                    <a:pt x="84684" y="181254"/>
                  </a:lnTo>
                  <a:lnTo>
                    <a:pt x="113078" y="146093"/>
                  </a:lnTo>
                  <a:lnTo>
                    <a:pt x="144838" y="114058"/>
                  </a:lnTo>
                  <a:lnTo>
                    <a:pt x="179696" y="85418"/>
                  </a:lnTo>
                  <a:lnTo>
                    <a:pt x="217384" y="60443"/>
                  </a:lnTo>
                  <a:lnTo>
                    <a:pt x="257635" y="39404"/>
                  </a:lnTo>
                  <a:lnTo>
                    <a:pt x="300181" y="22569"/>
                  </a:lnTo>
                  <a:lnTo>
                    <a:pt x="344754" y="10211"/>
                  </a:lnTo>
                  <a:lnTo>
                    <a:pt x="391087" y="2597"/>
                  </a:lnTo>
                  <a:lnTo>
                    <a:pt x="438912" y="0"/>
                  </a:lnTo>
                  <a:lnTo>
                    <a:pt x="486736" y="2597"/>
                  </a:lnTo>
                  <a:lnTo>
                    <a:pt x="533069" y="10211"/>
                  </a:lnTo>
                  <a:lnTo>
                    <a:pt x="577642" y="22569"/>
                  </a:lnTo>
                  <a:lnTo>
                    <a:pt x="620188" y="39404"/>
                  </a:lnTo>
                  <a:lnTo>
                    <a:pt x="660439" y="60443"/>
                  </a:lnTo>
                  <a:lnTo>
                    <a:pt x="698127" y="85418"/>
                  </a:lnTo>
                  <a:lnTo>
                    <a:pt x="732985" y="114058"/>
                  </a:lnTo>
                  <a:lnTo>
                    <a:pt x="764745" y="146093"/>
                  </a:lnTo>
                  <a:lnTo>
                    <a:pt x="793139" y="181254"/>
                  </a:lnTo>
                  <a:lnTo>
                    <a:pt x="817899" y="219269"/>
                  </a:lnTo>
                  <a:lnTo>
                    <a:pt x="838758" y="259870"/>
                  </a:lnTo>
                  <a:lnTo>
                    <a:pt x="855448" y="302785"/>
                  </a:lnTo>
                  <a:lnTo>
                    <a:pt x="867700" y="347746"/>
                  </a:lnTo>
                  <a:lnTo>
                    <a:pt x="875248" y="394481"/>
                  </a:lnTo>
                  <a:lnTo>
                    <a:pt x="877824" y="442721"/>
                  </a:lnTo>
                  <a:lnTo>
                    <a:pt x="875248" y="490962"/>
                  </a:lnTo>
                  <a:lnTo>
                    <a:pt x="867700" y="537697"/>
                  </a:lnTo>
                  <a:lnTo>
                    <a:pt x="855448" y="582658"/>
                  </a:lnTo>
                  <a:lnTo>
                    <a:pt x="838758" y="625573"/>
                  </a:lnTo>
                  <a:lnTo>
                    <a:pt x="817899" y="666174"/>
                  </a:lnTo>
                  <a:lnTo>
                    <a:pt x="793139" y="704189"/>
                  </a:lnTo>
                  <a:lnTo>
                    <a:pt x="764745" y="739350"/>
                  </a:lnTo>
                  <a:lnTo>
                    <a:pt x="732985" y="771385"/>
                  </a:lnTo>
                  <a:lnTo>
                    <a:pt x="698127" y="800025"/>
                  </a:lnTo>
                  <a:lnTo>
                    <a:pt x="660439" y="825000"/>
                  </a:lnTo>
                  <a:lnTo>
                    <a:pt x="620188" y="846039"/>
                  </a:lnTo>
                  <a:lnTo>
                    <a:pt x="577642" y="862874"/>
                  </a:lnTo>
                  <a:lnTo>
                    <a:pt x="533069" y="875232"/>
                  </a:lnTo>
                  <a:lnTo>
                    <a:pt x="486736" y="882846"/>
                  </a:lnTo>
                  <a:lnTo>
                    <a:pt x="438912" y="885443"/>
                  </a:lnTo>
                  <a:lnTo>
                    <a:pt x="391087" y="882846"/>
                  </a:lnTo>
                  <a:lnTo>
                    <a:pt x="344754" y="875232"/>
                  </a:lnTo>
                  <a:lnTo>
                    <a:pt x="300181" y="862874"/>
                  </a:lnTo>
                  <a:lnTo>
                    <a:pt x="257635" y="846039"/>
                  </a:lnTo>
                  <a:lnTo>
                    <a:pt x="217384" y="825000"/>
                  </a:lnTo>
                  <a:lnTo>
                    <a:pt x="179696" y="800025"/>
                  </a:lnTo>
                  <a:lnTo>
                    <a:pt x="144838" y="771385"/>
                  </a:lnTo>
                  <a:lnTo>
                    <a:pt x="113078" y="739350"/>
                  </a:lnTo>
                  <a:lnTo>
                    <a:pt x="84684" y="704189"/>
                  </a:lnTo>
                  <a:lnTo>
                    <a:pt x="59924" y="666174"/>
                  </a:lnTo>
                  <a:lnTo>
                    <a:pt x="39065" y="625573"/>
                  </a:lnTo>
                  <a:lnTo>
                    <a:pt x="22375" y="582658"/>
                  </a:lnTo>
                  <a:lnTo>
                    <a:pt x="10123" y="537697"/>
                  </a:lnTo>
                  <a:lnTo>
                    <a:pt x="2575" y="490962"/>
                  </a:lnTo>
                  <a:lnTo>
                    <a:pt x="0" y="4427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 descr=""/>
          <p:cNvSpPr txBox="1"/>
          <p:nvPr/>
        </p:nvSpPr>
        <p:spPr>
          <a:xfrm>
            <a:off x="10467945" y="4349723"/>
            <a:ext cx="5111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1</a:t>
            </a:r>
            <a:r>
              <a:rPr dirty="0" baseline="-14492" sz="1725" spc="5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53" name="object 53" descr=""/>
          <p:cNvGrpSpPr/>
          <p:nvPr/>
        </p:nvGrpSpPr>
        <p:grpSpPr>
          <a:xfrm>
            <a:off x="10343133" y="5509005"/>
            <a:ext cx="889000" cy="896619"/>
            <a:chOff x="10343133" y="5509005"/>
            <a:chExt cx="889000" cy="896619"/>
          </a:xfrm>
        </p:grpSpPr>
        <p:sp>
          <p:nvSpPr>
            <p:cNvPr id="54" name="object 54" descr=""/>
            <p:cNvSpPr/>
            <p:nvPr/>
          </p:nvSpPr>
          <p:spPr>
            <a:xfrm>
              <a:off x="10349483" y="5515355"/>
              <a:ext cx="876300" cy="883919"/>
            </a:xfrm>
            <a:custGeom>
              <a:avLst/>
              <a:gdLst/>
              <a:ahLst/>
              <a:cxnLst/>
              <a:rect l="l" t="t" r="r" b="b"/>
              <a:pathLst>
                <a:path w="876300" h="883920">
                  <a:moveTo>
                    <a:pt x="438150" y="0"/>
                  </a:moveTo>
                  <a:lnTo>
                    <a:pt x="390408" y="2593"/>
                  </a:lnTo>
                  <a:lnTo>
                    <a:pt x="344155" y="10193"/>
                  </a:lnTo>
                  <a:lnTo>
                    <a:pt x="299659" y="22530"/>
                  </a:lnTo>
                  <a:lnTo>
                    <a:pt x="257187" y="39335"/>
                  </a:lnTo>
                  <a:lnTo>
                    <a:pt x="217006" y="60339"/>
                  </a:lnTo>
                  <a:lnTo>
                    <a:pt x="179383" y="85270"/>
                  </a:lnTo>
                  <a:lnTo>
                    <a:pt x="144585" y="113861"/>
                  </a:lnTo>
                  <a:lnTo>
                    <a:pt x="112881" y="145841"/>
                  </a:lnTo>
                  <a:lnTo>
                    <a:pt x="84536" y="180941"/>
                  </a:lnTo>
                  <a:lnTo>
                    <a:pt x="59819" y="218891"/>
                  </a:lnTo>
                  <a:lnTo>
                    <a:pt x="38997" y="259422"/>
                  </a:lnTo>
                  <a:lnTo>
                    <a:pt x="22336" y="302264"/>
                  </a:lnTo>
                  <a:lnTo>
                    <a:pt x="10105" y="347147"/>
                  </a:lnTo>
                  <a:lnTo>
                    <a:pt x="2570" y="393802"/>
                  </a:lnTo>
                  <a:lnTo>
                    <a:pt x="0" y="441960"/>
                  </a:lnTo>
                  <a:lnTo>
                    <a:pt x="2570" y="490115"/>
                  </a:lnTo>
                  <a:lnTo>
                    <a:pt x="10105" y="536768"/>
                  </a:lnTo>
                  <a:lnTo>
                    <a:pt x="22336" y="581651"/>
                  </a:lnTo>
                  <a:lnTo>
                    <a:pt x="38997" y="624492"/>
                  </a:lnTo>
                  <a:lnTo>
                    <a:pt x="59819" y="665022"/>
                  </a:lnTo>
                  <a:lnTo>
                    <a:pt x="84536" y="702973"/>
                  </a:lnTo>
                  <a:lnTo>
                    <a:pt x="112881" y="738073"/>
                  </a:lnTo>
                  <a:lnTo>
                    <a:pt x="144585" y="770054"/>
                  </a:lnTo>
                  <a:lnTo>
                    <a:pt x="179383" y="798645"/>
                  </a:lnTo>
                  <a:lnTo>
                    <a:pt x="217006" y="823578"/>
                  </a:lnTo>
                  <a:lnTo>
                    <a:pt x="257187" y="844582"/>
                  </a:lnTo>
                  <a:lnTo>
                    <a:pt x="299659" y="861387"/>
                  </a:lnTo>
                  <a:lnTo>
                    <a:pt x="344155" y="873725"/>
                  </a:lnTo>
                  <a:lnTo>
                    <a:pt x="390408" y="881326"/>
                  </a:lnTo>
                  <a:lnTo>
                    <a:pt x="438150" y="883920"/>
                  </a:lnTo>
                  <a:lnTo>
                    <a:pt x="485891" y="881326"/>
                  </a:lnTo>
                  <a:lnTo>
                    <a:pt x="532144" y="873725"/>
                  </a:lnTo>
                  <a:lnTo>
                    <a:pt x="576640" y="861387"/>
                  </a:lnTo>
                  <a:lnTo>
                    <a:pt x="619112" y="844582"/>
                  </a:lnTo>
                  <a:lnTo>
                    <a:pt x="659293" y="823578"/>
                  </a:lnTo>
                  <a:lnTo>
                    <a:pt x="696916" y="798645"/>
                  </a:lnTo>
                  <a:lnTo>
                    <a:pt x="731714" y="770054"/>
                  </a:lnTo>
                  <a:lnTo>
                    <a:pt x="763418" y="738073"/>
                  </a:lnTo>
                  <a:lnTo>
                    <a:pt x="791763" y="702973"/>
                  </a:lnTo>
                  <a:lnTo>
                    <a:pt x="816480" y="665022"/>
                  </a:lnTo>
                  <a:lnTo>
                    <a:pt x="837302" y="624492"/>
                  </a:lnTo>
                  <a:lnTo>
                    <a:pt x="853963" y="581651"/>
                  </a:lnTo>
                  <a:lnTo>
                    <a:pt x="866194" y="536768"/>
                  </a:lnTo>
                  <a:lnTo>
                    <a:pt x="873729" y="490115"/>
                  </a:lnTo>
                  <a:lnTo>
                    <a:pt x="876300" y="441960"/>
                  </a:lnTo>
                  <a:lnTo>
                    <a:pt x="873729" y="393802"/>
                  </a:lnTo>
                  <a:lnTo>
                    <a:pt x="866194" y="347147"/>
                  </a:lnTo>
                  <a:lnTo>
                    <a:pt x="853963" y="302264"/>
                  </a:lnTo>
                  <a:lnTo>
                    <a:pt x="837302" y="259422"/>
                  </a:lnTo>
                  <a:lnTo>
                    <a:pt x="816480" y="218891"/>
                  </a:lnTo>
                  <a:lnTo>
                    <a:pt x="791763" y="180941"/>
                  </a:lnTo>
                  <a:lnTo>
                    <a:pt x="763418" y="145841"/>
                  </a:lnTo>
                  <a:lnTo>
                    <a:pt x="731714" y="113861"/>
                  </a:lnTo>
                  <a:lnTo>
                    <a:pt x="696916" y="85270"/>
                  </a:lnTo>
                  <a:lnTo>
                    <a:pt x="659293" y="60339"/>
                  </a:lnTo>
                  <a:lnTo>
                    <a:pt x="619112" y="39335"/>
                  </a:lnTo>
                  <a:lnTo>
                    <a:pt x="576640" y="22530"/>
                  </a:lnTo>
                  <a:lnTo>
                    <a:pt x="532144" y="10193"/>
                  </a:lnTo>
                  <a:lnTo>
                    <a:pt x="485891" y="2593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0349483" y="5515355"/>
              <a:ext cx="876300" cy="883919"/>
            </a:xfrm>
            <a:custGeom>
              <a:avLst/>
              <a:gdLst/>
              <a:ahLst/>
              <a:cxnLst/>
              <a:rect l="l" t="t" r="r" b="b"/>
              <a:pathLst>
                <a:path w="876300" h="883920">
                  <a:moveTo>
                    <a:pt x="0" y="441960"/>
                  </a:moveTo>
                  <a:lnTo>
                    <a:pt x="2570" y="393802"/>
                  </a:lnTo>
                  <a:lnTo>
                    <a:pt x="10105" y="347147"/>
                  </a:lnTo>
                  <a:lnTo>
                    <a:pt x="22336" y="302264"/>
                  </a:lnTo>
                  <a:lnTo>
                    <a:pt x="38997" y="259422"/>
                  </a:lnTo>
                  <a:lnTo>
                    <a:pt x="59819" y="218891"/>
                  </a:lnTo>
                  <a:lnTo>
                    <a:pt x="84536" y="180941"/>
                  </a:lnTo>
                  <a:lnTo>
                    <a:pt x="112881" y="145841"/>
                  </a:lnTo>
                  <a:lnTo>
                    <a:pt x="144585" y="113861"/>
                  </a:lnTo>
                  <a:lnTo>
                    <a:pt x="179383" y="85270"/>
                  </a:lnTo>
                  <a:lnTo>
                    <a:pt x="217006" y="60339"/>
                  </a:lnTo>
                  <a:lnTo>
                    <a:pt x="257187" y="39335"/>
                  </a:lnTo>
                  <a:lnTo>
                    <a:pt x="299659" y="22530"/>
                  </a:lnTo>
                  <a:lnTo>
                    <a:pt x="344155" y="10193"/>
                  </a:lnTo>
                  <a:lnTo>
                    <a:pt x="390408" y="2593"/>
                  </a:lnTo>
                  <a:lnTo>
                    <a:pt x="438150" y="0"/>
                  </a:lnTo>
                  <a:lnTo>
                    <a:pt x="485891" y="2593"/>
                  </a:lnTo>
                  <a:lnTo>
                    <a:pt x="532144" y="10193"/>
                  </a:lnTo>
                  <a:lnTo>
                    <a:pt x="576640" y="22530"/>
                  </a:lnTo>
                  <a:lnTo>
                    <a:pt x="619112" y="39335"/>
                  </a:lnTo>
                  <a:lnTo>
                    <a:pt x="659293" y="60339"/>
                  </a:lnTo>
                  <a:lnTo>
                    <a:pt x="696916" y="85270"/>
                  </a:lnTo>
                  <a:lnTo>
                    <a:pt x="731714" y="113861"/>
                  </a:lnTo>
                  <a:lnTo>
                    <a:pt x="763418" y="145841"/>
                  </a:lnTo>
                  <a:lnTo>
                    <a:pt x="791763" y="180941"/>
                  </a:lnTo>
                  <a:lnTo>
                    <a:pt x="816480" y="218891"/>
                  </a:lnTo>
                  <a:lnTo>
                    <a:pt x="837302" y="259422"/>
                  </a:lnTo>
                  <a:lnTo>
                    <a:pt x="853963" y="302264"/>
                  </a:lnTo>
                  <a:lnTo>
                    <a:pt x="866194" y="347147"/>
                  </a:lnTo>
                  <a:lnTo>
                    <a:pt x="873729" y="393802"/>
                  </a:lnTo>
                  <a:lnTo>
                    <a:pt x="876300" y="441960"/>
                  </a:lnTo>
                  <a:lnTo>
                    <a:pt x="873729" y="490115"/>
                  </a:lnTo>
                  <a:lnTo>
                    <a:pt x="866194" y="536768"/>
                  </a:lnTo>
                  <a:lnTo>
                    <a:pt x="853963" y="581651"/>
                  </a:lnTo>
                  <a:lnTo>
                    <a:pt x="837302" y="624492"/>
                  </a:lnTo>
                  <a:lnTo>
                    <a:pt x="816480" y="665022"/>
                  </a:lnTo>
                  <a:lnTo>
                    <a:pt x="791763" y="702973"/>
                  </a:lnTo>
                  <a:lnTo>
                    <a:pt x="763418" y="738073"/>
                  </a:lnTo>
                  <a:lnTo>
                    <a:pt x="731714" y="770054"/>
                  </a:lnTo>
                  <a:lnTo>
                    <a:pt x="696916" y="798645"/>
                  </a:lnTo>
                  <a:lnTo>
                    <a:pt x="659293" y="823578"/>
                  </a:lnTo>
                  <a:lnTo>
                    <a:pt x="619112" y="844582"/>
                  </a:lnTo>
                  <a:lnTo>
                    <a:pt x="576640" y="861387"/>
                  </a:lnTo>
                  <a:lnTo>
                    <a:pt x="532144" y="873725"/>
                  </a:lnTo>
                  <a:lnTo>
                    <a:pt x="485891" y="881326"/>
                  </a:lnTo>
                  <a:lnTo>
                    <a:pt x="438150" y="883920"/>
                  </a:lnTo>
                  <a:lnTo>
                    <a:pt x="390408" y="881326"/>
                  </a:lnTo>
                  <a:lnTo>
                    <a:pt x="344155" y="873725"/>
                  </a:lnTo>
                  <a:lnTo>
                    <a:pt x="299659" y="861387"/>
                  </a:lnTo>
                  <a:lnTo>
                    <a:pt x="257187" y="844582"/>
                  </a:lnTo>
                  <a:lnTo>
                    <a:pt x="217006" y="823578"/>
                  </a:lnTo>
                  <a:lnTo>
                    <a:pt x="179383" y="798645"/>
                  </a:lnTo>
                  <a:lnTo>
                    <a:pt x="144585" y="770054"/>
                  </a:lnTo>
                  <a:lnTo>
                    <a:pt x="112881" y="738073"/>
                  </a:lnTo>
                  <a:lnTo>
                    <a:pt x="84536" y="702973"/>
                  </a:lnTo>
                  <a:lnTo>
                    <a:pt x="59819" y="665022"/>
                  </a:lnTo>
                  <a:lnTo>
                    <a:pt x="38997" y="624492"/>
                  </a:lnTo>
                  <a:lnTo>
                    <a:pt x="22336" y="581651"/>
                  </a:lnTo>
                  <a:lnTo>
                    <a:pt x="10105" y="536768"/>
                  </a:lnTo>
                  <a:lnTo>
                    <a:pt x="2570" y="490115"/>
                  </a:lnTo>
                  <a:lnTo>
                    <a:pt x="0" y="44196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 descr=""/>
          <p:cNvSpPr txBox="1"/>
          <p:nvPr/>
        </p:nvSpPr>
        <p:spPr>
          <a:xfrm>
            <a:off x="10507571" y="5817833"/>
            <a:ext cx="5067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1</a:t>
            </a:r>
            <a:r>
              <a:rPr dirty="0" baseline="-14492" sz="1725" spc="5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57" name="object 57" descr=""/>
          <p:cNvGrpSpPr/>
          <p:nvPr/>
        </p:nvGrpSpPr>
        <p:grpSpPr>
          <a:xfrm>
            <a:off x="7781290" y="4058158"/>
            <a:ext cx="890905" cy="898525"/>
            <a:chOff x="7781290" y="4058158"/>
            <a:chExt cx="890905" cy="898525"/>
          </a:xfrm>
        </p:grpSpPr>
        <p:sp>
          <p:nvSpPr>
            <p:cNvPr id="58" name="object 58" descr=""/>
            <p:cNvSpPr/>
            <p:nvPr/>
          </p:nvSpPr>
          <p:spPr>
            <a:xfrm>
              <a:off x="7787640" y="4064508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438912" y="0"/>
                  </a:moveTo>
                  <a:lnTo>
                    <a:pt x="391087" y="2597"/>
                  </a:lnTo>
                  <a:lnTo>
                    <a:pt x="344754" y="10211"/>
                  </a:lnTo>
                  <a:lnTo>
                    <a:pt x="300181" y="22569"/>
                  </a:lnTo>
                  <a:lnTo>
                    <a:pt x="257635" y="39404"/>
                  </a:lnTo>
                  <a:lnTo>
                    <a:pt x="217384" y="60443"/>
                  </a:lnTo>
                  <a:lnTo>
                    <a:pt x="179696" y="85418"/>
                  </a:lnTo>
                  <a:lnTo>
                    <a:pt x="144838" y="114058"/>
                  </a:lnTo>
                  <a:lnTo>
                    <a:pt x="113078" y="146093"/>
                  </a:lnTo>
                  <a:lnTo>
                    <a:pt x="84684" y="181254"/>
                  </a:lnTo>
                  <a:lnTo>
                    <a:pt x="59924" y="219269"/>
                  </a:lnTo>
                  <a:lnTo>
                    <a:pt x="39065" y="259870"/>
                  </a:lnTo>
                  <a:lnTo>
                    <a:pt x="22375" y="302785"/>
                  </a:lnTo>
                  <a:lnTo>
                    <a:pt x="10123" y="347746"/>
                  </a:lnTo>
                  <a:lnTo>
                    <a:pt x="2575" y="394481"/>
                  </a:lnTo>
                  <a:lnTo>
                    <a:pt x="0" y="442721"/>
                  </a:lnTo>
                  <a:lnTo>
                    <a:pt x="2575" y="490962"/>
                  </a:lnTo>
                  <a:lnTo>
                    <a:pt x="10123" y="537697"/>
                  </a:lnTo>
                  <a:lnTo>
                    <a:pt x="22375" y="582658"/>
                  </a:lnTo>
                  <a:lnTo>
                    <a:pt x="39065" y="625573"/>
                  </a:lnTo>
                  <a:lnTo>
                    <a:pt x="59924" y="666174"/>
                  </a:lnTo>
                  <a:lnTo>
                    <a:pt x="84684" y="704189"/>
                  </a:lnTo>
                  <a:lnTo>
                    <a:pt x="113078" y="739350"/>
                  </a:lnTo>
                  <a:lnTo>
                    <a:pt x="144838" y="771385"/>
                  </a:lnTo>
                  <a:lnTo>
                    <a:pt x="179696" y="800025"/>
                  </a:lnTo>
                  <a:lnTo>
                    <a:pt x="217384" y="825000"/>
                  </a:lnTo>
                  <a:lnTo>
                    <a:pt x="257635" y="846039"/>
                  </a:lnTo>
                  <a:lnTo>
                    <a:pt x="300181" y="862874"/>
                  </a:lnTo>
                  <a:lnTo>
                    <a:pt x="344754" y="875232"/>
                  </a:lnTo>
                  <a:lnTo>
                    <a:pt x="391087" y="882846"/>
                  </a:lnTo>
                  <a:lnTo>
                    <a:pt x="438912" y="885443"/>
                  </a:lnTo>
                  <a:lnTo>
                    <a:pt x="486736" y="882846"/>
                  </a:lnTo>
                  <a:lnTo>
                    <a:pt x="533069" y="875232"/>
                  </a:lnTo>
                  <a:lnTo>
                    <a:pt x="577642" y="862874"/>
                  </a:lnTo>
                  <a:lnTo>
                    <a:pt x="620188" y="846039"/>
                  </a:lnTo>
                  <a:lnTo>
                    <a:pt x="660439" y="825000"/>
                  </a:lnTo>
                  <a:lnTo>
                    <a:pt x="698127" y="800025"/>
                  </a:lnTo>
                  <a:lnTo>
                    <a:pt x="732985" y="771385"/>
                  </a:lnTo>
                  <a:lnTo>
                    <a:pt x="764745" y="739350"/>
                  </a:lnTo>
                  <a:lnTo>
                    <a:pt x="793139" y="704189"/>
                  </a:lnTo>
                  <a:lnTo>
                    <a:pt x="817899" y="666174"/>
                  </a:lnTo>
                  <a:lnTo>
                    <a:pt x="838758" y="625573"/>
                  </a:lnTo>
                  <a:lnTo>
                    <a:pt x="855448" y="582658"/>
                  </a:lnTo>
                  <a:lnTo>
                    <a:pt x="867700" y="537697"/>
                  </a:lnTo>
                  <a:lnTo>
                    <a:pt x="875248" y="490962"/>
                  </a:lnTo>
                  <a:lnTo>
                    <a:pt x="877824" y="442721"/>
                  </a:lnTo>
                  <a:lnTo>
                    <a:pt x="875248" y="394481"/>
                  </a:lnTo>
                  <a:lnTo>
                    <a:pt x="867700" y="347746"/>
                  </a:lnTo>
                  <a:lnTo>
                    <a:pt x="855448" y="302785"/>
                  </a:lnTo>
                  <a:lnTo>
                    <a:pt x="838758" y="259870"/>
                  </a:lnTo>
                  <a:lnTo>
                    <a:pt x="817899" y="219269"/>
                  </a:lnTo>
                  <a:lnTo>
                    <a:pt x="793139" y="181254"/>
                  </a:lnTo>
                  <a:lnTo>
                    <a:pt x="764745" y="146093"/>
                  </a:lnTo>
                  <a:lnTo>
                    <a:pt x="732985" y="114058"/>
                  </a:lnTo>
                  <a:lnTo>
                    <a:pt x="698127" y="85418"/>
                  </a:lnTo>
                  <a:lnTo>
                    <a:pt x="660439" y="60443"/>
                  </a:lnTo>
                  <a:lnTo>
                    <a:pt x="620188" y="39404"/>
                  </a:lnTo>
                  <a:lnTo>
                    <a:pt x="577642" y="22569"/>
                  </a:lnTo>
                  <a:lnTo>
                    <a:pt x="533069" y="10211"/>
                  </a:lnTo>
                  <a:lnTo>
                    <a:pt x="486736" y="2597"/>
                  </a:lnTo>
                  <a:lnTo>
                    <a:pt x="4389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7787640" y="4064508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0" y="442721"/>
                  </a:moveTo>
                  <a:lnTo>
                    <a:pt x="2575" y="394481"/>
                  </a:lnTo>
                  <a:lnTo>
                    <a:pt x="10123" y="347746"/>
                  </a:lnTo>
                  <a:lnTo>
                    <a:pt x="22375" y="302785"/>
                  </a:lnTo>
                  <a:lnTo>
                    <a:pt x="39065" y="259870"/>
                  </a:lnTo>
                  <a:lnTo>
                    <a:pt x="59924" y="219269"/>
                  </a:lnTo>
                  <a:lnTo>
                    <a:pt x="84684" y="181254"/>
                  </a:lnTo>
                  <a:lnTo>
                    <a:pt x="113078" y="146093"/>
                  </a:lnTo>
                  <a:lnTo>
                    <a:pt x="144838" y="114058"/>
                  </a:lnTo>
                  <a:lnTo>
                    <a:pt x="179696" y="85418"/>
                  </a:lnTo>
                  <a:lnTo>
                    <a:pt x="217384" y="60443"/>
                  </a:lnTo>
                  <a:lnTo>
                    <a:pt x="257635" y="39404"/>
                  </a:lnTo>
                  <a:lnTo>
                    <a:pt x="300181" y="22569"/>
                  </a:lnTo>
                  <a:lnTo>
                    <a:pt x="344754" y="10211"/>
                  </a:lnTo>
                  <a:lnTo>
                    <a:pt x="391087" y="2597"/>
                  </a:lnTo>
                  <a:lnTo>
                    <a:pt x="438912" y="0"/>
                  </a:lnTo>
                  <a:lnTo>
                    <a:pt x="486736" y="2597"/>
                  </a:lnTo>
                  <a:lnTo>
                    <a:pt x="533069" y="10211"/>
                  </a:lnTo>
                  <a:lnTo>
                    <a:pt x="577642" y="22569"/>
                  </a:lnTo>
                  <a:lnTo>
                    <a:pt x="620188" y="39404"/>
                  </a:lnTo>
                  <a:lnTo>
                    <a:pt x="660439" y="60443"/>
                  </a:lnTo>
                  <a:lnTo>
                    <a:pt x="698127" y="85418"/>
                  </a:lnTo>
                  <a:lnTo>
                    <a:pt x="732985" y="114058"/>
                  </a:lnTo>
                  <a:lnTo>
                    <a:pt x="764745" y="146093"/>
                  </a:lnTo>
                  <a:lnTo>
                    <a:pt x="793139" y="181254"/>
                  </a:lnTo>
                  <a:lnTo>
                    <a:pt x="817899" y="219269"/>
                  </a:lnTo>
                  <a:lnTo>
                    <a:pt x="838758" y="259870"/>
                  </a:lnTo>
                  <a:lnTo>
                    <a:pt x="855448" y="302785"/>
                  </a:lnTo>
                  <a:lnTo>
                    <a:pt x="867700" y="347746"/>
                  </a:lnTo>
                  <a:lnTo>
                    <a:pt x="875248" y="394481"/>
                  </a:lnTo>
                  <a:lnTo>
                    <a:pt x="877824" y="442721"/>
                  </a:lnTo>
                  <a:lnTo>
                    <a:pt x="875248" y="490962"/>
                  </a:lnTo>
                  <a:lnTo>
                    <a:pt x="867700" y="537697"/>
                  </a:lnTo>
                  <a:lnTo>
                    <a:pt x="855448" y="582658"/>
                  </a:lnTo>
                  <a:lnTo>
                    <a:pt x="838758" y="625573"/>
                  </a:lnTo>
                  <a:lnTo>
                    <a:pt x="817899" y="666174"/>
                  </a:lnTo>
                  <a:lnTo>
                    <a:pt x="793139" y="704189"/>
                  </a:lnTo>
                  <a:lnTo>
                    <a:pt x="764745" y="739350"/>
                  </a:lnTo>
                  <a:lnTo>
                    <a:pt x="732985" y="771385"/>
                  </a:lnTo>
                  <a:lnTo>
                    <a:pt x="698127" y="800025"/>
                  </a:lnTo>
                  <a:lnTo>
                    <a:pt x="660439" y="825000"/>
                  </a:lnTo>
                  <a:lnTo>
                    <a:pt x="620188" y="846039"/>
                  </a:lnTo>
                  <a:lnTo>
                    <a:pt x="577642" y="862874"/>
                  </a:lnTo>
                  <a:lnTo>
                    <a:pt x="533069" y="875232"/>
                  </a:lnTo>
                  <a:lnTo>
                    <a:pt x="486736" y="882846"/>
                  </a:lnTo>
                  <a:lnTo>
                    <a:pt x="438912" y="885443"/>
                  </a:lnTo>
                  <a:lnTo>
                    <a:pt x="391087" y="882846"/>
                  </a:lnTo>
                  <a:lnTo>
                    <a:pt x="344754" y="875232"/>
                  </a:lnTo>
                  <a:lnTo>
                    <a:pt x="300181" y="862874"/>
                  </a:lnTo>
                  <a:lnTo>
                    <a:pt x="257635" y="846039"/>
                  </a:lnTo>
                  <a:lnTo>
                    <a:pt x="217384" y="825000"/>
                  </a:lnTo>
                  <a:lnTo>
                    <a:pt x="179696" y="800025"/>
                  </a:lnTo>
                  <a:lnTo>
                    <a:pt x="144838" y="771385"/>
                  </a:lnTo>
                  <a:lnTo>
                    <a:pt x="113078" y="739350"/>
                  </a:lnTo>
                  <a:lnTo>
                    <a:pt x="84684" y="704189"/>
                  </a:lnTo>
                  <a:lnTo>
                    <a:pt x="59924" y="666174"/>
                  </a:lnTo>
                  <a:lnTo>
                    <a:pt x="39065" y="625573"/>
                  </a:lnTo>
                  <a:lnTo>
                    <a:pt x="22375" y="582658"/>
                  </a:lnTo>
                  <a:lnTo>
                    <a:pt x="10123" y="537697"/>
                  </a:lnTo>
                  <a:lnTo>
                    <a:pt x="2575" y="490962"/>
                  </a:lnTo>
                  <a:lnTo>
                    <a:pt x="0" y="4427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 descr=""/>
          <p:cNvSpPr txBox="1"/>
          <p:nvPr/>
        </p:nvSpPr>
        <p:spPr>
          <a:xfrm>
            <a:off x="7941492" y="4368079"/>
            <a:ext cx="5156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0</a:t>
            </a:r>
            <a:r>
              <a:rPr dirty="0" baseline="-14492" sz="1725" spc="11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61" name="object 61" descr=""/>
          <p:cNvGrpSpPr/>
          <p:nvPr/>
        </p:nvGrpSpPr>
        <p:grpSpPr>
          <a:xfrm>
            <a:off x="7277481" y="4470651"/>
            <a:ext cx="3072130" cy="1487805"/>
            <a:chOff x="7277481" y="4470651"/>
            <a:chExt cx="3072130" cy="1487805"/>
          </a:xfrm>
        </p:grpSpPr>
        <p:sp>
          <p:nvSpPr>
            <p:cNvPr id="62" name="object 62" descr=""/>
            <p:cNvSpPr/>
            <p:nvPr/>
          </p:nvSpPr>
          <p:spPr>
            <a:xfrm>
              <a:off x="7287006" y="4508754"/>
              <a:ext cx="437515" cy="0"/>
            </a:xfrm>
            <a:custGeom>
              <a:avLst/>
              <a:gdLst/>
              <a:ahLst/>
              <a:cxnLst/>
              <a:rect l="l" t="t" r="r" b="b"/>
              <a:pathLst>
                <a:path w="437515" h="0">
                  <a:moveTo>
                    <a:pt x="0" y="0"/>
                  </a:moveTo>
                  <a:lnTo>
                    <a:pt x="437464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7711778" y="447065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8536686" y="4821174"/>
              <a:ext cx="1758950" cy="1103630"/>
            </a:xfrm>
            <a:custGeom>
              <a:avLst/>
              <a:gdLst/>
              <a:ahLst/>
              <a:cxnLst/>
              <a:rect l="l" t="t" r="r" b="b"/>
              <a:pathLst>
                <a:path w="1758950" h="1103629">
                  <a:moveTo>
                    <a:pt x="0" y="0"/>
                  </a:moveTo>
                  <a:lnTo>
                    <a:pt x="1758848" y="110322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10264543" y="5885374"/>
              <a:ext cx="85090" cy="73025"/>
            </a:xfrm>
            <a:custGeom>
              <a:avLst/>
              <a:gdLst/>
              <a:ahLst/>
              <a:cxnLst/>
              <a:rect l="l" t="t" r="r" b="b"/>
              <a:pathLst>
                <a:path w="85090" h="73025">
                  <a:moveTo>
                    <a:pt x="40487" y="0"/>
                  </a:moveTo>
                  <a:lnTo>
                    <a:pt x="0" y="64554"/>
                  </a:lnTo>
                  <a:lnTo>
                    <a:pt x="84797" y="72771"/>
                  </a:lnTo>
                  <a:lnTo>
                    <a:pt x="404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 descr=""/>
          <p:cNvSpPr txBox="1"/>
          <p:nvPr/>
        </p:nvSpPr>
        <p:spPr>
          <a:xfrm>
            <a:off x="252078" y="1292075"/>
            <a:ext cx="2841625" cy="1842135"/>
          </a:xfrm>
          <a:prstGeom prst="rect">
            <a:avLst/>
          </a:prstGeom>
        </p:spPr>
        <p:txBody>
          <a:bodyPr wrap="square" lIns="0" tIns="2540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000"/>
              </a:spcBef>
            </a:pPr>
            <a:r>
              <a:rPr dirty="0" sz="2800" spc="-25">
                <a:latin typeface="Franklin Gothic Medium"/>
                <a:cs typeface="Franklin Gothic Medium"/>
              </a:rPr>
              <a:t>Components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800" spc="-25">
                <a:latin typeface="Franklin Gothic Medium"/>
                <a:cs typeface="Franklin Gothic Medium"/>
              </a:rPr>
              <a:t>:</a:t>
            </a:r>
            <a:endParaRPr sz="2800">
              <a:latin typeface="Franklin Gothic Medium"/>
              <a:cs typeface="Franklin Gothic Medium"/>
            </a:endParaRPr>
          </a:p>
          <a:p>
            <a:pPr marL="353695">
              <a:lnSpc>
                <a:spcPct val="100000"/>
              </a:lnSpc>
              <a:spcBef>
                <a:spcPts val="1630"/>
              </a:spcBef>
            </a:pPr>
            <a:r>
              <a:rPr dirty="0" sz="2400" spc="-830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sz="2400" spc="21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30">
                <a:latin typeface="Cambria Math"/>
                <a:cs typeface="Cambria Math"/>
              </a:rPr>
              <a:t> </a:t>
            </a:r>
            <a:r>
              <a:rPr dirty="0" sz="2400" spc="-63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952">
                <a:solidFill>
                  <a:srgbClr val="C55A11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382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 </a:t>
            </a:r>
            <a:r>
              <a:rPr dirty="0" sz="2400" spc="-59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892">
                <a:solidFill>
                  <a:srgbClr val="C55A11"/>
                </a:solidFill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  <a:p>
            <a:pPr marL="366395">
              <a:lnSpc>
                <a:spcPct val="100000"/>
              </a:lnSpc>
              <a:spcBef>
                <a:spcPts val="1650"/>
              </a:spcBef>
            </a:pPr>
            <a:r>
              <a:rPr dirty="0" sz="240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15873" sz="2625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baseline="-15873" sz="2625" spc="600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5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(</a:t>
            </a:r>
            <a:r>
              <a:rPr dirty="0" sz="2400">
                <a:solidFill>
                  <a:srgbClr val="BE9000"/>
                </a:solidFill>
                <a:latin typeface="Cambria Math"/>
                <a:cs typeface="Cambria Math"/>
              </a:rPr>
              <a:t>𝑡</a:t>
            </a:r>
            <a:r>
              <a:rPr dirty="0" baseline="-15873" sz="2625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120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BE9000"/>
                </a:solidFill>
                <a:latin typeface="Cambria Math"/>
                <a:cs typeface="Cambria Math"/>
              </a:rPr>
              <a:t>𝑟</a:t>
            </a:r>
            <a:r>
              <a:rPr dirty="0" baseline="-15873" sz="2625" spc="-37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sz="2400" spc="-25">
                <a:latin typeface="Cambria Math"/>
                <a:cs typeface="Cambria Math"/>
              </a:rPr>
              <a:t>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7" name="object 67" descr=""/>
          <p:cNvSpPr/>
          <p:nvPr/>
        </p:nvSpPr>
        <p:spPr>
          <a:xfrm>
            <a:off x="808342" y="3513620"/>
            <a:ext cx="1155065" cy="368300"/>
          </a:xfrm>
          <a:custGeom>
            <a:avLst/>
            <a:gdLst/>
            <a:ahLst/>
            <a:cxnLst/>
            <a:rect l="l" t="t" r="r" b="b"/>
            <a:pathLst>
              <a:path w="1155064" h="368300">
                <a:moveTo>
                  <a:pt x="100457" y="12204"/>
                </a:moveTo>
                <a:lnTo>
                  <a:pt x="96735" y="0"/>
                </a:lnTo>
                <a:lnTo>
                  <a:pt x="74841" y="8521"/>
                </a:lnTo>
                <a:lnTo>
                  <a:pt x="55613" y="21907"/>
                </a:lnTo>
                <a:lnTo>
                  <a:pt x="25146" y="63246"/>
                </a:lnTo>
                <a:lnTo>
                  <a:pt x="6286" y="118986"/>
                </a:lnTo>
                <a:lnTo>
                  <a:pt x="0" y="184099"/>
                </a:lnTo>
                <a:lnTo>
                  <a:pt x="1511" y="216522"/>
                </a:lnTo>
                <a:lnTo>
                  <a:pt x="1562" y="217817"/>
                </a:lnTo>
                <a:lnTo>
                  <a:pt x="14135" y="278244"/>
                </a:lnTo>
                <a:lnTo>
                  <a:pt x="39039" y="328041"/>
                </a:lnTo>
                <a:lnTo>
                  <a:pt x="74841" y="359664"/>
                </a:lnTo>
                <a:lnTo>
                  <a:pt x="96735" y="368198"/>
                </a:lnTo>
                <a:lnTo>
                  <a:pt x="100457" y="355993"/>
                </a:lnTo>
                <a:lnTo>
                  <a:pt x="83540" y="347218"/>
                </a:lnTo>
                <a:lnTo>
                  <a:pt x="68808" y="334467"/>
                </a:lnTo>
                <a:lnTo>
                  <a:pt x="45910" y="296989"/>
                </a:lnTo>
                <a:lnTo>
                  <a:pt x="32004" y="246062"/>
                </a:lnTo>
                <a:lnTo>
                  <a:pt x="27381" y="184251"/>
                </a:lnTo>
                <a:lnTo>
                  <a:pt x="28536" y="151904"/>
                </a:lnTo>
                <a:lnTo>
                  <a:pt x="37795" y="95415"/>
                </a:lnTo>
                <a:lnTo>
                  <a:pt x="56261" y="50507"/>
                </a:lnTo>
                <a:lnTo>
                  <a:pt x="83540" y="20967"/>
                </a:lnTo>
                <a:lnTo>
                  <a:pt x="100457" y="12204"/>
                </a:lnTo>
                <a:close/>
              </a:path>
              <a:path w="1155064" h="368300">
                <a:moveTo>
                  <a:pt x="231216" y="55372"/>
                </a:moveTo>
                <a:lnTo>
                  <a:pt x="227190" y="43916"/>
                </a:lnTo>
                <a:lnTo>
                  <a:pt x="206717" y="51308"/>
                </a:lnTo>
                <a:lnTo>
                  <a:pt x="188772" y="62014"/>
                </a:lnTo>
                <a:lnTo>
                  <a:pt x="160451" y="93395"/>
                </a:lnTo>
                <a:lnTo>
                  <a:pt x="142976" y="135343"/>
                </a:lnTo>
                <a:lnTo>
                  <a:pt x="137236" y="183667"/>
                </a:lnTo>
                <a:lnTo>
                  <a:pt x="137160" y="185153"/>
                </a:lnTo>
                <a:lnTo>
                  <a:pt x="138607" y="211086"/>
                </a:lnTo>
                <a:lnTo>
                  <a:pt x="150215" y="256959"/>
                </a:lnTo>
                <a:lnTo>
                  <a:pt x="173253" y="294195"/>
                </a:lnTo>
                <a:lnTo>
                  <a:pt x="206654" y="318858"/>
                </a:lnTo>
                <a:lnTo>
                  <a:pt x="227190" y="326237"/>
                </a:lnTo>
                <a:lnTo>
                  <a:pt x="230771" y="314782"/>
                </a:lnTo>
                <a:lnTo>
                  <a:pt x="214680" y="307657"/>
                </a:lnTo>
                <a:lnTo>
                  <a:pt x="200787" y="297738"/>
                </a:lnTo>
                <a:lnTo>
                  <a:pt x="172313" y="251498"/>
                </a:lnTo>
                <a:lnTo>
                  <a:pt x="163944" y="208559"/>
                </a:lnTo>
                <a:lnTo>
                  <a:pt x="162966" y="185153"/>
                </a:lnTo>
                <a:lnTo>
                  <a:pt x="162902" y="183667"/>
                </a:lnTo>
                <a:lnTo>
                  <a:pt x="167081" y="137617"/>
                </a:lnTo>
                <a:lnTo>
                  <a:pt x="179641" y="100101"/>
                </a:lnTo>
                <a:lnTo>
                  <a:pt x="214934" y="62458"/>
                </a:lnTo>
                <a:lnTo>
                  <a:pt x="231216" y="55372"/>
                </a:lnTo>
                <a:close/>
              </a:path>
              <a:path w="1155064" h="368300">
                <a:moveTo>
                  <a:pt x="728243" y="185153"/>
                </a:moveTo>
                <a:lnTo>
                  <a:pt x="726795" y="159575"/>
                </a:lnTo>
                <a:lnTo>
                  <a:pt x="726782" y="159270"/>
                </a:lnTo>
                <a:lnTo>
                  <a:pt x="722414" y="135343"/>
                </a:lnTo>
                <a:lnTo>
                  <a:pt x="704951" y="93395"/>
                </a:lnTo>
                <a:lnTo>
                  <a:pt x="676605" y="62014"/>
                </a:lnTo>
                <a:lnTo>
                  <a:pt x="638200" y="43916"/>
                </a:lnTo>
                <a:lnTo>
                  <a:pt x="634187" y="55372"/>
                </a:lnTo>
                <a:lnTo>
                  <a:pt x="650532" y="62458"/>
                </a:lnTo>
                <a:lnTo>
                  <a:pt x="664578" y="72288"/>
                </a:lnTo>
                <a:lnTo>
                  <a:pt x="693115" y="117792"/>
                </a:lnTo>
                <a:lnTo>
                  <a:pt x="701395" y="159270"/>
                </a:lnTo>
                <a:lnTo>
                  <a:pt x="701446" y="159575"/>
                </a:lnTo>
                <a:lnTo>
                  <a:pt x="701433" y="208559"/>
                </a:lnTo>
                <a:lnTo>
                  <a:pt x="693064" y="251498"/>
                </a:lnTo>
                <a:lnTo>
                  <a:pt x="664591" y="297738"/>
                </a:lnTo>
                <a:lnTo>
                  <a:pt x="634631" y="314782"/>
                </a:lnTo>
                <a:lnTo>
                  <a:pt x="638200" y="326237"/>
                </a:lnTo>
                <a:lnTo>
                  <a:pt x="676706" y="308178"/>
                </a:lnTo>
                <a:lnTo>
                  <a:pt x="705027" y="276910"/>
                </a:lnTo>
                <a:lnTo>
                  <a:pt x="722426" y="235026"/>
                </a:lnTo>
                <a:lnTo>
                  <a:pt x="726782" y="211086"/>
                </a:lnTo>
                <a:lnTo>
                  <a:pt x="728243" y="185153"/>
                </a:lnTo>
                <a:close/>
              </a:path>
              <a:path w="1155064" h="368300">
                <a:moveTo>
                  <a:pt x="1154709" y="184099"/>
                </a:moveTo>
                <a:lnTo>
                  <a:pt x="1153198" y="151904"/>
                </a:lnTo>
                <a:lnTo>
                  <a:pt x="1153134" y="150368"/>
                </a:lnTo>
                <a:lnTo>
                  <a:pt x="1148422" y="118986"/>
                </a:lnTo>
                <a:lnTo>
                  <a:pt x="1129563" y="63246"/>
                </a:lnTo>
                <a:lnTo>
                  <a:pt x="1099083" y="21907"/>
                </a:lnTo>
                <a:lnTo>
                  <a:pt x="1057973" y="0"/>
                </a:lnTo>
                <a:lnTo>
                  <a:pt x="1054252" y="12204"/>
                </a:lnTo>
                <a:lnTo>
                  <a:pt x="1071168" y="20967"/>
                </a:lnTo>
                <a:lnTo>
                  <a:pt x="1085888" y="33743"/>
                </a:lnTo>
                <a:lnTo>
                  <a:pt x="1108798" y="71285"/>
                </a:lnTo>
                <a:lnTo>
                  <a:pt x="1122692" y="122301"/>
                </a:lnTo>
                <a:lnTo>
                  <a:pt x="1127315" y="184099"/>
                </a:lnTo>
                <a:lnTo>
                  <a:pt x="1126159" y="216522"/>
                </a:lnTo>
                <a:lnTo>
                  <a:pt x="1116901" y="272884"/>
                </a:lnTo>
                <a:lnTo>
                  <a:pt x="1098435" y="317715"/>
                </a:lnTo>
                <a:lnTo>
                  <a:pt x="1071168" y="347218"/>
                </a:lnTo>
                <a:lnTo>
                  <a:pt x="1054252" y="355993"/>
                </a:lnTo>
                <a:lnTo>
                  <a:pt x="1057973" y="368198"/>
                </a:lnTo>
                <a:lnTo>
                  <a:pt x="1099083" y="346278"/>
                </a:lnTo>
                <a:lnTo>
                  <a:pt x="1129563" y="304952"/>
                </a:lnTo>
                <a:lnTo>
                  <a:pt x="1148422" y="249212"/>
                </a:lnTo>
                <a:lnTo>
                  <a:pt x="1154696" y="184251"/>
                </a:lnTo>
                <a:lnTo>
                  <a:pt x="1154709" y="184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 descr=""/>
          <p:cNvSpPr/>
          <p:nvPr/>
        </p:nvSpPr>
        <p:spPr>
          <a:xfrm>
            <a:off x="2413114" y="3513620"/>
            <a:ext cx="2282825" cy="368300"/>
          </a:xfrm>
          <a:custGeom>
            <a:avLst/>
            <a:gdLst/>
            <a:ahLst/>
            <a:cxnLst/>
            <a:rect l="l" t="t" r="r" b="b"/>
            <a:pathLst>
              <a:path w="2282825" h="368300">
                <a:moveTo>
                  <a:pt x="100457" y="12204"/>
                </a:moveTo>
                <a:lnTo>
                  <a:pt x="96735" y="0"/>
                </a:lnTo>
                <a:lnTo>
                  <a:pt x="74841" y="8521"/>
                </a:lnTo>
                <a:lnTo>
                  <a:pt x="55613" y="21907"/>
                </a:lnTo>
                <a:lnTo>
                  <a:pt x="25146" y="63246"/>
                </a:lnTo>
                <a:lnTo>
                  <a:pt x="6286" y="118986"/>
                </a:lnTo>
                <a:lnTo>
                  <a:pt x="0" y="184099"/>
                </a:lnTo>
                <a:lnTo>
                  <a:pt x="1511" y="216522"/>
                </a:lnTo>
                <a:lnTo>
                  <a:pt x="1562" y="217817"/>
                </a:lnTo>
                <a:lnTo>
                  <a:pt x="14135" y="278244"/>
                </a:lnTo>
                <a:lnTo>
                  <a:pt x="39039" y="328041"/>
                </a:lnTo>
                <a:lnTo>
                  <a:pt x="74841" y="359664"/>
                </a:lnTo>
                <a:lnTo>
                  <a:pt x="96735" y="368198"/>
                </a:lnTo>
                <a:lnTo>
                  <a:pt x="100457" y="355993"/>
                </a:lnTo>
                <a:lnTo>
                  <a:pt x="83540" y="347218"/>
                </a:lnTo>
                <a:lnTo>
                  <a:pt x="68808" y="334467"/>
                </a:lnTo>
                <a:lnTo>
                  <a:pt x="45910" y="296989"/>
                </a:lnTo>
                <a:lnTo>
                  <a:pt x="32004" y="246062"/>
                </a:lnTo>
                <a:lnTo>
                  <a:pt x="27381" y="184251"/>
                </a:lnTo>
                <a:lnTo>
                  <a:pt x="28536" y="151904"/>
                </a:lnTo>
                <a:lnTo>
                  <a:pt x="37795" y="95415"/>
                </a:lnTo>
                <a:lnTo>
                  <a:pt x="56261" y="50507"/>
                </a:lnTo>
                <a:lnTo>
                  <a:pt x="83540" y="20967"/>
                </a:lnTo>
                <a:lnTo>
                  <a:pt x="100457" y="12204"/>
                </a:lnTo>
                <a:close/>
              </a:path>
              <a:path w="2282825" h="368300">
                <a:moveTo>
                  <a:pt x="520776" y="55372"/>
                </a:moveTo>
                <a:lnTo>
                  <a:pt x="516763" y="43916"/>
                </a:lnTo>
                <a:lnTo>
                  <a:pt x="496290" y="51308"/>
                </a:lnTo>
                <a:lnTo>
                  <a:pt x="478332" y="62014"/>
                </a:lnTo>
                <a:lnTo>
                  <a:pt x="450011" y="93395"/>
                </a:lnTo>
                <a:lnTo>
                  <a:pt x="432536" y="135343"/>
                </a:lnTo>
                <a:lnTo>
                  <a:pt x="426796" y="183667"/>
                </a:lnTo>
                <a:lnTo>
                  <a:pt x="426720" y="185153"/>
                </a:lnTo>
                <a:lnTo>
                  <a:pt x="428167" y="211086"/>
                </a:lnTo>
                <a:lnTo>
                  <a:pt x="439775" y="256959"/>
                </a:lnTo>
                <a:lnTo>
                  <a:pt x="462813" y="294195"/>
                </a:lnTo>
                <a:lnTo>
                  <a:pt x="496227" y="318858"/>
                </a:lnTo>
                <a:lnTo>
                  <a:pt x="516763" y="326237"/>
                </a:lnTo>
                <a:lnTo>
                  <a:pt x="520331" y="314782"/>
                </a:lnTo>
                <a:lnTo>
                  <a:pt x="504240" y="307657"/>
                </a:lnTo>
                <a:lnTo>
                  <a:pt x="490347" y="297738"/>
                </a:lnTo>
                <a:lnTo>
                  <a:pt x="461873" y="251498"/>
                </a:lnTo>
                <a:lnTo>
                  <a:pt x="453504" y="208559"/>
                </a:lnTo>
                <a:lnTo>
                  <a:pt x="452526" y="185153"/>
                </a:lnTo>
                <a:lnTo>
                  <a:pt x="452462" y="183667"/>
                </a:lnTo>
                <a:lnTo>
                  <a:pt x="456641" y="137617"/>
                </a:lnTo>
                <a:lnTo>
                  <a:pt x="469201" y="100101"/>
                </a:lnTo>
                <a:lnTo>
                  <a:pt x="504494" y="62458"/>
                </a:lnTo>
                <a:lnTo>
                  <a:pt x="520776" y="55372"/>
                </a:lnTo>
                <a:close/>
              </a:path>
              <a:path w="2282825" h="368300">
                <a:moveTo>
                  <a:pt x="1043711" y="185153"/>
                </a:moveTo>
                <a:lnTo>
                  <a:pt x="1042263" y="159575"/>
                </a:lnTo>
                <a:lnTo>
                  <a:pt x="1042250" y="159270"/>
                </a:lnTo>
                <a:lnTo>
                  <a:pt x="1037882" y="135343"/>
                </a:lnTo>
                <a:lnTo>
                  <a:pt x="1020419" y="93395"/>
                </a:lnTo>
                <a:lnTo>
                  <a:pt x="992073" y="62014"/>
                </a:lnTo>
                <a:lnTo>
                  <a:pt x="953668" y="43916"/>
                </a:lnTo>
                <a:lnTo>
                  <a:pt x="949655" y="55372"/>
                </a:lnTo>
                <a:lnTo>
                  <a:pt x="966000" y="62458"/>
                </a:lnTo>
                <a:lnTo>
                  <a:pt x="980046" y="72288"/>
                </a:lnTo>
                <a:lnTo>
                  <a:pt x="1008583" y="117792"/>
                </a:lnTo>
                <a:lnTo>
                  <a:pt x="1016863" y="159270"/>
                </a:lnTo>
                <a:lnTo>
                  <a:pt x="1016914" y="159575"/>
                </a:lnTo>
                <a:lnTo>
                  <a:pt x="1016901" y="208559"/>
                </a:lnTo>
                <a:lnTo>
                  <a:pt x="1008532" y="251498"/>
                </a:lnTo>
                <a:lnTo>
                  <a:pt x="980059" y="297738"/>
                </a:lnTo>
                <a:lnTo>
                  <a:pt x="950099" y="314782"/>
                </a:lnTo>
                <a:lnTo>
                  <a:pt x="953668" y="326237"/>
                </a:lnTo>
                <a:lnTo>
                  <a:pt x="992174" y="308178"/>
                </a:lnTo>
                <a:lnTo>
                  <a:pt x="1020495" y="276910"/>
                </a:lnTo>
                <a:lnTo>
                  <a:pt x="1037894" y="235026"/>
                </a:lnTo>
                <a:lnTo>
                  <a:pt x="1042250" y="211086"/>
                </a:lnTo>
                <a:lnTo>
                  <a:pt x="1043711" y="185153"/>
                </a:lnTo>
                <a:close/>
              </a:path>
              <a:path w="2282825" h="368300">
                <a:moveTo>
                  <a:pt x="1599768" y="55372"/>
                </a:moveTo>
                <a:lnTo>
                  <a:pt x="1595755" y="43916"/>
                </a:lnTo>
                <a:lnTo>
                  <a:pt x="1575269" y="51308"/>
                </a:lnTo>
                <a:lnTo>
                  <a:pt x="1557324" y="62014"/>
                </a:lnTo>
                <a:lnTo>
                  <a:pt x="1529003" y="93395"/>
                </a:lnTo>
                <a:lnTo>
                  <a:pt x="1511528" y="135343"/>
                </a:lnTo>
                <a:lnTo>
                  <a:pt x="1505788" y="183667"/>
                </a:lnTo>
                <a:lnTo>
                  <a:pt x="1505712" y="185153"/>
                </a:lnTo>
                <a:lnTo>
                  <a:pt x="1507159" y="211086"/>
                </a:lnTo>
                <a:lnTo>
                  <a:pt x="1518767" y="256959"/>
                </a:lnTo>
                <a:lnTo>
                  <a:pt x="1541805" y="294195"/>
                </a:lnTo>
                <a:lnTo>
                  <a:pt x="1575219" y="318858"/>
                </a:lnTo>
                <a:lnTo>
                  <a:pt x="1595755" y="326237"/>
                </a:lnTo>
                <a:lnTo>
                  <a:pt x="1599323" y="314782"/>
                </a:lnTo>
                <a:lnTo>
                  <a:pt x="1583232" y="307657"/>
                </a:lnTo>
                <a:lnTo>
                  <a:pt x="1569339" y="297738"/>
                </a:lnTo>
                <a:lnTo>
                  <a:pt x="1540865" y="251498"/>
                </a:lnTo>
                <a:lnTo>
                  <a:pt x="1532496" y="208559"/>
                </a:lnTo>
                <a:lnTo>
                  <a:pt x="1531518" y="185153"/>
                </a:lnTo>
                <a:lnTo>
                  <a:pt x="1531454" y="183667"/>
                </a:lnTo>
                <a:lnTo>
                  <a:pt x="1535633" y="137617"/>
                </a:lnTo>
                <a:lnTo>
                  <a:pt x="1548193" y="100101"/>
                </a:lnTo>
                <a:lnTo>
                  <a:pt x="1583474" y="62458"/>
                </a:lnTo>
                <a:lnTo>
                  <a:pt x="1599768" y="55372"/>
                </a:lnTo>
                <a:close/>
              </a:path>
              <a:path w="2282825" h="368300">
                <a:moveTo>
                  <a:pt x="2145563" y="185153"/>
                </a:moveTo>
                <a:lnTo>
                  <a:pt x="2144115" y="159575"/>
                </a:lnTo>
                <a:lnTo>
                  <a:pt x="2144103" y="159270"/>
                </a:lnTo>
                <a:lnTo>
                  <a:pt x="2139734" y="135343"/>
                </a:lnTo>
                <a:lnTo>
                  <a:pt x="2122271" y="93395"/>
                </a:lnTo>
                <a:lnTo>
                  <a:pt x="2093925" y="62014"/>
                </a:lnTo>
                <a:lnTo>
                  <a:pt x="2055520" y="43916"/>
                </a:lnTo>
                <a:lnTo>
                  <a:pt x="2051507" y="55372"/>
                </a:lnTo>
                <a:lnTo>
                  <a:pt x="2067839" y="62458"/>
                </a:lnTo>
                <a:lnTo>
                  <a:pt x="2081898" y="72288"/>
                </a:lnTo>
                <a:lnTo>
                  <a:pt x="2110435" y="117792"/>
                </a:lnTo>
                <a:lnTo>
                  <a:pt x="2118715" y="159270"/>
                </a:lnTo>
                <a:lnTo>
                  <a:pt x="2118766" y="159575"/>
                </a:lnTo>
                <a:lnTo>
                  <a:pt x="2118753" y="208559"/>
                </a:lnTo>
                <a:lnTo>
                  <a:pt x="2110384" y="251498"/>
                </a:lnTo>
                <a:lnTo>
                  <a:pt x="2081911" y="297738"/>
                </a:lnTo>
                <a:lnTo>
                  <a:pt x="2051951" y="314782"/>
                </a:lnTo>
                <a:lnTo>
                  <a:pt x="2055520" y="326237"/>
                </a:lnTo>
                <a:lnTo>
                  <a:pt x="2094026" y="308178"/>
                </a:lnTo>
                <a:lnTo>
                  <a:pt x="2122347" y="276910"/>
                </a:lnTo>
                <a:lnTo>
                  <a:pt x="2139746" y="235026"/>
                </a:lnTo>
                <a:lnTo>
                  <a:pt x="2144103" y="211086"/>
                </a:lnTo>
                <a:lnTo>
                  <a:pt x="2145563" y="185153"/>
                </a:lnTo>
                <a:close/>
              </a:path>
              <a:path w="2282825" h="368300">
                <a:moveTo>
                  <a:pt x="2282469" y="184099"/>
                </a:moveTo>
                <a:lnTo>
                  <a:pt x="2280958" y="151904"/>
                </a:lnTo>
                <a:lnTo>
                  <a:pt x="2280894" y="150368"/>
                </a:lnTo>
                <a:lnTo>
                  <a:pt x="2276183" y="118986"/>
                </a:lnTo>
                <a:lnTo>
                  <a:pt x="2257323" y="63246"/>
                </a:lnTo>
                <a:lnTo>
                  <a:pt x="2226843" y="21907"/>
                </a:lnTo>
                <a:lnTo>
                  <a:pt x="2185733" y="0"/>
                </a:lnTo>
                <a:lnTo>
                  <a:pt x="2182012" y="12204"/>
                </a:lnTo>
                <a:lnTo>
                  <a:pt x="2198928" y="20967"/>
                </a:lnTo>
                <a:lnTo>
                  <a:pt x="2213648" y="33743"/>
                </a:lnTo>
                <a:lnTo>
                  <a:pt x="2236559" y="71285"/>
                </a:lnTo>
                <a:lnTo>
                  <a:pt x="2250452" y="122301"/>
                </a:lnTo>
                <a:lnTo>
                  <a:pt x="2255075" y="184099"/>
                </a:lnTo>
                <a:lnTo>
                  <a:pt x="2253919" y="216522"/>
                </a:lnTo>
                <a:lnTo>
                  <a:pt x="2244661" y="272884"/>
                </a:lnTo>
                <a:lnTo>
                  <a:pt x="2226195" y="317715"/>
                </a:lnTo>
                <a:lnTo>
                  <a:pt x="2198928" y="347218"/>
                </a:lnTo>
                <a:lnTo>
                  <a:pt x="2182012" y="355993"/>
                </a:lnTo>
                <a:lnTo>
                  <a:pt x="2185733" y="368198"/>
                </a:lnTo>
                <a:lnTo>
                  <a:pt x="2226843" y="346278"/>
                </a:lnTo>
                <a:lnTo>
                  <a:pt x="2257323" y="304952"/>
                </a:lnTo>
                <a:lnTo>
                  <a:pt x="2276183" y="249212"/>
                </a:lnTo>
                <a:lnTo>
                  <a:pt x="2282456" y="184251"/>
                </a:lnTo>
                <a:lnTo>
                  <a:pt x="2282469" y="184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 descr=""/>
          <p:cNvSpPr txBox="1"/>
          <p:nvPr/>
        </p:nvSpPr>
        <p:spPr>
          <a:xfrm>
            <a:off x="4005827" y="3467274"/>
            <a:ext cx="4591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𝑟,</a:t>
            </a:r>
            <a:r>
              <a:rPr dirty="0" sz="2400" spc="-100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0" name="object 70" descr=""/>
          <p:cNvSpPr/>
          <p:nvPr/>
        </p:nvSpPr>
        <p:spPr>
          <a:xfrm>
            <a:off x="1227446" y="4206775"/>
            <a:ext cx="1176655" cy="282575"/>
          </a:xfrm>
          <a:custGeom>
            <a:avLst/>
            <a:gdLst/>
            <a:ahLst/>
            <a:cxnLst/>
            <a:rect l="l" t="t" r="r" b="b"/>
            <a:pathLst>
              <a:path w="1176655" h="282575">
                <a:moveTo>
                  <a:pt x="1086256" y="0"/>
                </a:moveTo>
                <a:lnTo>
                  <a:pt x="1082243" y="11455"/>
                </a:lnTo>
                <a:lnTo>
                  <a:pt x="1098585" y="18551"/>
                </a:lnTo>
                <a:lnTo>
                  <a:pt x="1112639" y="28371"/>
                </a:lnTo>
                <a:lnTo>
                  <a:pt x="1141172" y="73880"/>
                </a:lnTo>
                <a:lnTo>
                  <a:pt x="1149459" y="115357"/>
                </a:lnTo>
                <a:lnTo>
                  <a:pt x="1149502" y="115661"/>
                </a:lnTo>
                <a:lnTo>
                  <a:pt x="1149498" y="164649"/>
                </a:lnTo>
                <a:lnTo>
                  <a:pt x="1141130" y="207587"/>
                </a:lnTo>
                <a:lnTo>
                  <a:pt x="1112651" y="253828"/>
                </a:lnTo>
                <a:lnTo>
                  <a:pt x="1082687" y="270865"/>
                </a:lnTo>
                <a:lnTo>
                  <a:pt x="1086256" y="282320"/>
                </a:lnTo>
                <a:lnTo>
                  <a:pt x="1124765" y="264263"/>
                </a:lnTo>
                <a:lnTo>
                  <a:pt x="1153083" y="232994"/>
                </a:lnTo>
                <a:lnTo>
                  <a:pt x="1170492" y="191111"/>
                </a:lnTo>
                <a:lnTo>
                  <a:pt x="1176299" y="141236"/>
                </a:lnTo>
                <a:lnTo>
                  <a:pt x="1174861" y="115661"/>
                </a:lnTo>
                <a:lnTo>
                  <a:pt x="1163199" y="69479"/>
                </a:lnTo>
                <a:lnTo>
                  <a:pt x="1140098" y="32129"/>
                </a:lnTo>
                <a:lnTo>
                  <a:pt x="1106723" y="7391"/>
                </a:lnTo>
                <a:lnTo>
                  <a:pt x="1086256" y="0"/>
                </a:lnTo>
                <a:close/>
              </a:path>
              <a:path w="1176655" h="282575">
                <a:moveTo>
                  <a:pt x="90043" y="0"/>
                </a:moveTo>
                <a:lnTo>
                  <a:pt x="51619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5802" y="191111"/>
                </a:lnTo>
                <a:lnTo>
                  <a:pt x="23215" y="232994"/>
                </a:lnTo>
                <a:lnTo>
                  <a:pt x="51528" y="264263"/>
                </a:lnTo>
                <a:lnTo>
                  <a:pt x="90043" y="282320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742" y="139750"/>
                </a:lnTo>
                <a:lnTo>
                  <a:pt x="26788" y="115661"/>
                </a:lnTo>
                <a:lnTo>
                  <a:pt x="35156" y="73880"/>
                </a:lnTo>
                <a:lnTo>
                  <a:pt x="63749" y="28371"/>
                </a:lnTo>
                <a:lnTo>
                  <a:pt x="94056" y="11455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 descr=""/>
          <p:cNvSpPr/>
          <p:nvPr/>
        </p:nvSpPr>
        <p:spPr>
          <a:xfrm>
            <a:off x="2801738" y="4206775"/>
            <a:ext cx="1176655" cy="282575"/>
          </a:xfrm>
          <a:custGeom>
            <a:avLst/>
            <a:gdLst/>
            <a:ahLst/>
            <a:cxnLst/>
            <a:rect l="l" t="t" r="r" b="b"/>
            <a:pathLst>
              <a:path w="1176654" h="282575">
                <a:moveTo>
                  <a:pt x="1086256" y="0"/>
                </a:moveTo>
                <a:lnTo>
                  <a:pt x="1082243" y="11455"/>
                </a:lnTo>
                <a:lnTo>
                  <a:pt x="1098585" y="18551"/>
                </a:lnTo>
                <a:lnTo>
                  <a:pt x="1112639" y="28371"/>
                </a:lnTo>
                <a:lnTo>
                  <a:pt x="1141172" y="73880"/>
                </a:lnTo>
                <a:lnTo>
                  <a:pt x="1149459" y="115357"/>
                </a:lnTo>
                <a:lnTo>
                  <a:pt x="1149502" y="115661"/>
                </a:lnTo>
                <a:lnTo>
                  <a:pt x="1149498" y="164649"/>
                </a:lnTo>
                <a:lnTo>
                  <a:pt x="1141130" y="207587"/>
                </a:lnTo>
                <a:lnTo>
                  <a:pt x="1112651" y="253828"/>
                </a:lnTo>
                <a:lnTo>
                  <a:pt x="1082687" y="270865"/>
                </a:lnTo>
                <a:lnTo>
                  <a:pt x="1086256" y="282320"/>
                </a:lnTo>
                <a:lnTo>
                  <a:pt x="1124765" y="264263"/>
                </a:lnTo>
                <a:lnTo>
                  <a:pt x="1153083" y="232994"/>
                </a:lnTo>
                <a:lnTo>
                  <a:pt x="1170492" y="191111"/>
                </a:lnTo>
                <a:lnTo>
                  <a:pt x="1176299" y="141236"/>
                </a:lnTo>
                <a:lnTo>
                  <a:pt x="1174861" y="115661"/>
                </a:lnTo>
                <a:lnTo>
                  <a:pt x="1163199" y="69479"/>
                </a:lnTo>
                <a:lnTo>
                  <a:pt x="1140098" y="32129"/>
                </a:lnTo>
                <a:lnTo>
                  <a:pt x="1106723" y="7391"/>
                </a:lnTo>
                <a:lnTo>
                  <a:pt x="1086256" y="0"/>
                </a:lnTo>
                <a:close/>
              </a:path>
              <a:path w="1176654" h="282575">
                <a:moveTo>
                  <a:pt x="90042" y="0"/>
                </a:moveTo>
                <a:lnTo>
                  <a:pt x="51619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5802" y="191111"/>
                </a:lnTo>
                <a:lnTo>
                  <a:pt x="23215" y="232994"/>
                </a:lnTo>
                <a:lnTo>
                  <a:pt x="51528" y="264263"/>
                </a:lnTo>
                <a:lnTo>
                  <a:pt x="90042" y="282320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742" y="139750"/>
                </a:lnTo>
                <a:lnTo>
                  <a:pt x="26788" y="115661"/>
                </a:lnTo>
                <a:lnTo>
                  <a:pt x="35156" y="73880"/>
                </a:lnTo>
                <a:lnTo>
                  <a:pt x="63749" y="28371"/>
                </a:lnTo>
                <a:lnTo>
                  <a:pt x="94056" y="11455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 txBox="1"/>
          <p:nvPr/>
        </p:nvSpPr>
        <p:spPr>
          <a:xfrm>
            <a:off x="530092" y="3467274"/>
            <a:ext cx="3401695" cy="1040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5565">
              <a:lnSpc>
                <a:spcPct val="100000"/>
              </a:lnSpc>
              <a:spcBef>
                <a:spcPts val="100"/>
              </a:spcBef>
              <a:tabLst>
                <a:tab pos="514984" algn="l"/>
                <a:tab pos="1033144" algn="l"/>
                <a:tab pos="1544955" algn="l"/>
                <a:tab pos="1993264" algn="l"/>
                <a:tab pos="2409190" algn="l"/>
                <a:tab pos="2953385" algn="l"/>
              </a:tabLst>
            </a:pPr>
            <a:r>
              <a:rPr dirty="0" sz="2400" spc="-670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sz="2400">
                <a:solidFill>
                  <a:srgbClr val="538235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𝑡,</a:t>
            </a:r>
            <a:r>
              <a:rPr dirty="0" sz="2400" spc="-8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𝑟</a:t>
            </a:r>
            <a:r>
              <a:rPr dirty="0" sz="2400">
                <a:latin typeface="Cambria Math"/>
                <a:cs typeface="Cambria Math"/>
              </a:rPr>
              <a:t>	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50">
                <a:latin typeface="Cambria Math"/>
                <a:cs typeface="Cambria Math"/>
              </a:rPr>
              <a:t>=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490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baseline="-15873" sz="2625" spc="-735">
                <a:solidFill>
                  <a:srgbClr val="538235"/>
                </a:solidFill>
                <a:latin typeface="Cambria Math"/>
                <a:cs typeface="Cambria Math"/>
              </a:rPr>
              <a:t>1</a:t>
            </a:r>
            <a:r>
              <a:rPr dirty="0" baseline="-15873" sz="2625">
                <a:solidFill>
                  <a:srgbClr val="538235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𝑡,</a:t>
            </a:r>
            <a:r>
              <a:rPr dirty="0" sz="2400" spc="-8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r>
              <a:rPr dirty="0" sz="2400">
                <a:latin typeface="Cambria Math"/>
                <a:cs typeface="Cambria Math"/>
              </a:rPr>
              <a:t>	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-470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baseline="-15873" sz="2625" spc="-705">
                <a:solidFill>
                  <a:srgbClr val="538235"/>
                </a:solidFill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  <a:p>
            <a:pPr marL="76200">
              <a:lnSpc>
                <a:spcPct val="100000"/>
              </a:lnSpc>
              <a:spcBef>
                <a:spcPts val="2230"/>
              </a:spcBef>
              <a:tabLst>
                <a:tab pos="796925" algn="l"/>
                <a:tab pos="1968500" algn="l"/>
                <a:tab pos="2371090" algn="l"/>
              </a:tabLst>
            </a:pPr>
            <a:r>
              <a:rPr dirty="0" sz="240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sz="2400" spc="225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=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5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baseline="-15873" sz="2625" spc="-75">
                <a:solidFill>
                  <a:srgbClr val="8496AF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195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</a:t>
            </a:r>
            <a:r>
              <a:rPr dirty="0" sz="2400" spc="-95">
                <a:latin typeface="Cambria Math"/>
                <a:cs typeface="Cambria Math"/>
              </a:rPr>
              <a:t> </a:t>
            </a:r>
            <a:r>
              <a:rPr dirty="0" sz="2400" spc="-59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892">
                <a:solidFill>
                  <a:srgbClr val="C55A11"/>
                </a:solidFill>
                <a:latin typeface="Cambria Math"/>
                <a:cs typeface="Cambria Math"/>
              </a:rPr>
              <a:t>2</a:t>
            </a:r>
            <a:r>
              <a:rPr dirty="0" baseline="-15873" sz="2625">
                <a:solidFill>
                  <a:srgbClr val="C55A11"/>
                </a:solidFill>
                <a:latin typeface="Cambria Math"/>
                <a:cs typeface="Cambria Math"/>
              </a:rPr>
              <a:t>	</a:t>
            </a:r>
            <a:r>
              <a:rPr dirty="0" sz="2400" spc="-50">
                <a:latin typeface="Cambria Math"/>
                <a:cs typeface="Cambria Math"/>
              </a:rPr>
              <a:t>∪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63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952">
                <a:solidFill>
                  <a:srgbClr val="C55A11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359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</a:t>
            </a:r>
            <a:r>
              <a:rPr dirty="0" sz="2400" spc="5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baseline="-15873" sz="2625" spc="-37">
                <a:solidFill>
                  <a:srgbClr val="8496AF"/>
                </a:solidFill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4993022" y="1535290"/>
            <a:ext cx="11976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0">
                <a:latin typeface="Franklin Gothic Medium"/>
                <a:cs typeface="Franklin Gothic Medium"/>
              </a:rPr>
              <a:t>Example:</a:t>
            </a:r>
            <a:endParaRPr sz="2400">
              <a:latin typeface="Franklin Gothic Medium"/>
              <a:cs typeface="Franklin Gothic Medium"/>
            </a:endParaRPr>
          </a:p>
        </p:txBody>
      </p:sp>
      <p:grpSp>
        <p:nvGrpSpPr>
          <p:cNvPr id="74" name="object 74" descr=""/>
          <p:cNvGrpSpPr/>
          <p:nvPr/>
        </p:nvGrpSpPr>
        <p:grpSpPr>
          <a:xfrm>
            <a:off x="-6350" y="3399790"/>
            <a:ext cx="452120" cy="497840"/>
            <a:chOff x="-6350" y="3399790"/>
            <a:chExt cx="452120" cy="497840"/>
          </a:xfrm>
        </p:grpSpPr>
        <p:sp>
          <p:nvSpPr>
            <p:cNvPr id="75" name="object 75" descr=""/>
            <p:cNvSpPr/>
            <p:nvPr/>
          </p:nvSpPr>
          <p:spPr>
            <a:xfrm>
              <a:off x="0" y="3406140"/>
              <a:ext cx="439420" cy="485140"/>
            </a:xfrm>
            <a:custGeom>
              <a:avLst/>
              <a:gdLst/>
              <a:ahLst/>
              <a:cxnLst/>
              <a:rect l="l" t="t" r="r" b="b"/>
              <a:pathLst>
                <a:path w="439420" h="485139">
                  <a:moveTo>
                    <a:pt x="196596" y="0"/>
                  </a:moveTo>
                  <a:lnTo>
                    <a:pt x="196596" y="121158"/>
                  </a:lnTo>
                  <a:lnTo>
                    <a:pt x="0" y="121158"/>
                  </a:lnTo>
                  <a:lnTo>
                    <a:pt x="0" y="363474"/>
                  </a:lnTo>
                  <a:lnTo>
                    <a:pt x="196596" y="363474"/>
                  </a:lnTo>
                  <a:lnTo>
                    <a:pt x="196596" y="484632"/>
                  </a:lnTo>
                  <a:lnTo>
                    <a:pt x="438912" y="242316"/>
                  </a:lnTo>
                  <a:lnTo>
                    <a:pt x="19659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0" y="3406140"/>
              <a:ext cx="439420" cy="485140"/>
            </a:xfrm>
            <a:custGeom>
              <a:avLst/>
              <a:gdLst/>
              <a:ahLst/>
              <a:cxnLst/>
              <a:rect l="l" t="t" r="r" b="b"/>
              <a:pathLst>
                <a:path w="439420" h="485139">
                  <a:moveTo>
                    <a:pt x="0" y="121158"/>
                  </a:moveTo>
                  <a:lnTo>
                    <a:pt x="196596" y="121158"/>
                  </a:lnTo>
                  <a:lnTo>
                    <a:pt x="196596" y="0"/>
                  </a:lnTo>
                  <a:lnTo>
                    <a:pt x="438912" y="242316"/>
                  </a:lnTo>
                  <a:lnTo>
                    <a:pt x="196596" y="484632"/>
                  </a:lnTo>
                  <a:lnTo>
                    <a:pt x="196596" y="363474"/>
                  </a:lnTo>
                  <a:lnTo>
                    <a:pt x="0" y="3634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7" name="object 77" descr=""/>
          <p:cNvSpPr txBox="1"/>
          <p:nvPr/>
        </p:nvSpPr>
        <p:spPr>
          <a:xfrm>
            <a:off x="9784440" y="5651253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78" name="object 78" descr=""/>
          <p:cNvGrpSpPr/>
          <p:nvPr/>
        </p:nvGrpSpPr>
        <p:grpSpPr>
          <a:xfrm>
            <a:off x="8189218" y="4941189"/>
            <a:ext cx="2289810" cy="1355090"/>
            <a:chOff x="8189218" y="4941189"/>
            <a:chExt cx="2289810" cy="1355090"/>
          </a:xfrm>
        </p:grpSpPr>
        <p:sp>
          <p:nvSpPr>
            <p:cNvPr id="79" name="object 79" descr=""/>
            <p:cNvSpPr/>
            <p:nvPr/>
          </p:nvSpPr>
          <p:spPr>
            <a:xfrm>
              <a:off x="8227313" y="4950714"/>
              <a:ext cx="0" cy="515620"/>
            </a:xfrm>
            <a:custGeom>
              <a:avLst/>
              <a:gdLst/>
              <a:ahLst/>
              <a:cxnLst/>
              <a:rect l="l" t="t" r="r" b="b"/>
              <a:pathLst>
                <a:path w="0" h="515620">
                  <a:moveTo>
                    <a:pt x="0" y="0"/>
                  </a:moveTo>
                  <a:lnTo>
                    <a:pt x="0" y="515061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8189218" y="545307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199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8666225" y="5971794"/>
              <a:ext cx="1750060" cy="289560"/>
            </a:xfrm>
            <a:custGeom>
              <a:avLst/>
              <a:gdLst/>
              <a:ahLst/>
              <a:cxnLst/>
              <a:rect l="l" t="t" r="r" b="b"/>
              <a:pathLst>
                <a:path w="1750059" h="289560">
                  <a:moveTo>
                    <a:pt x="0" y="0"/>
                  </a:moveTo>
                  <a:lnTo>
                    <a:pt x="1749996" y="28895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10397479" y="6221079"/>
              <a:ext cx="81915" cy="75565"/>
            </a:xfrm>
            <a:custGeom>
              <a:avLst/>
              <a:gdLst/>
              <a:ahLst/>
              <a:cxnLst/>
              <a:rect l="l" t="t" r="r" b="b"/>
              <a:pathLst>
                <a:path w="81915" h="75564">
                  <a:moveTo>
                    <a:pt x="12420" y="0"/>
                  </a:moveTo>
                  <a:lnTo>
                    <a:pt x="0" y="75184"/>
                  </a:lnTo>
                  <a:lnTo>
                    <a:pt x="81394" y="50012"/>
                  </a:lnTo>
                  <a:lnTo>
                    <a:pt x="124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3" name="object 83" descr=""/>
          <p:cNvSpPr txBox="1"/>
          <p:nvPr/>
        </p:nvSpPr>
        <p:spPr>
          <a:xfrm>
            <a:off x="7977523" y="5029023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84" name="object 84" descr=""/>
          <p:cNvSpPr txBox="1"/>
          <p:nvPr/>
        </p:nvSpPr>
        <p:spPr>
          <a:xfrm>
            <a:off x="9314591" y="5790819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85" name="object 85" descr=""/>
          <p:cNvSpPr txBox="1"/>
          <p:nvPr/>
        </p:nvSpPr>
        <p:spPr>
          <a:xfrm>
            <a:off x="7245801" y="2357804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86" name="object 86" descr=""/>
          <p:cNvGrpSpPr/>
          <p:nvPr/>
        </p:nvGrpSpPr>
        <p:grpSpPr>
          <a:xfrm>
            <a:off x="6183480" y="2554812"/>
            <a:ext cx="1512570" cy="380365"/>
            <a:chOff x="6183480" y="2554812"/>
            <a:chExt cx="1512570" cy="380365"/>
          </a:xfrm>
        </p:grpSpPr>
        <p:sp>
          <p:nvSpPr>
            <p:cNvPr id="87" name="object 87" descr=""/>
            <p:cNvSpPr/>
            <p:nvPr/>
          </p:nvSpPr>
          <p:spPr>
            <a:xfrm>
              <a:off x="6978904" y="2668292"/>
              <a:ext cx="684530" cy="257175"/>
            </a:xfrm>
            <a:custGeom>
              <a:avLst/>
              <a:gdLst/>
              <a:ahLst/>
              <a:cxnLst/>
              <a:rect l="l" t="t" r="r" b="b"/>
              <a:pathLst>
                <a:path w="684529" h="257175">
                  <a:moveTo>
                    <a:pt x="0" y="256832"/>
                  </a:moveTo>
                  <a:lnTo>
                    <a:pt x="8244" y="215688"/>
                  </a:lnTo>
                  <a:lnTo>
                    <a:pt x="23563" y="176922"/>
                  </a:lnTo>
                  <a:lnTo>
                    <a:pt x="45367" y="140931"/>
                  </a:lnTo>
                  <a:lnTo>
                    <a:pt x="73063" y="108112"/>
                  </a:lnTo>
                  <a:lnTo>
                    <a:pt x="106060" y="78861"/>
                  </a:lnTo>
                  <a:lnTo>
                    <a:pt x="143766" y="53573"/>
                  </a:lnTo>
                  <a:lnTo>
                    <a:pt x="185591" y="32647"/>
                  </a:lnTo>
                  <a:lnTo>
                    <a:pt x="230942" y="16479"/>
                  </a:lnTo>
                  <a:lnTo>
                    <a:pt x="279229" y="5464"/>
                  </a:lnTo>
                  <a:lnTo>
                    <a:pt x="329860" y="0"/>
                  </a:lnTo>
                  <a:lnTo>
                    <a:pt x="382244" y="482"/>
                  </a:lnTo>
                  <a:lnTo>
                    <a:pt x="433291" y="6929"/>
                  </a:lnTo>
                  <a:lnTo>
                    <a:pt x="481649" y="18929"/>
                  </a:lnTo>
                  <a:lnTo>
                    <a:pt x="526765" y="36061"/>
                  </a:lnTo>
                  <a:lnTo>
                    <a:pt x="568085" y="57904"/>
                  </a:lnTo>
                  <a:lnTo>
                    <a:pt x="605055" y="84034"/>
                  </a:lnTo>
                  <a:lnTo>
                    <a:pt x="637121" y="114030"/>
                  </a:lnTo>
                  <a:lnTo>
                    <a:pt x="663729" y="147471"/>
                  </a:lnTo>
                  <a:lnTo>
                    <a:pt x="684326" y="18393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7623139" y="2829092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5">
                  <a:moveTo>
                    <a:pt x="72859" y="0"/>
                  </a:moveTo>
                  <a:lnTo>
                    <a:pt x="0" y="22313"/>
                  </a:lnTo>
                  <a:lnTo>
                    <a:pt x="58750" y="84023"/>
                  </a:lnTo>
                  <a:lnTo>
                    <a:pt x="728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6193005" y="2564337"/>
              <a:ext cx="363855" cy="335915"/>
            </a:xfrm>
            <a:custGeom>
              <a:avLst/>
              <a:gdLst/>
              <a:ahLst/>
              <a:cxnLst/>
              <a:rect l="l" t="t" r="r" b="b"/>
              <a:pathLst>
                <a:path w="363854" h="335914">
                  <a:moveTo>
                    <a:pt x="131375" y="335315"/>
                  </a:moveTo>
                  <a:lnTo>
                    <a:pt x="84961" y="314951"/>
                  </a:lnTo>
                  <a:lnTo>
                    <a:pt x="47456" y="285434"/>
                  </a:lnTo>
                  <a:lnTo>
                    <a:pt x="20020" y="248839"/>
                  </a:lnTo>
                  <a:lnTo>
                    <a:pt x="3815" y="207243"/>
                  </a:lnTo>
                  <a:lnTo>
                    <a:pt x="0" y="162724"/>
                  </a:lnTo>
                  <a:lnTo>
                    <a:pt x="9735" y="117357"/>
                  </a:lnTo>
                  <a:lnTo>
                    <a:pt x="32527" y="75894"/>
                  </a:lnTo>
                  <a:lnTo>
                    <a:pt x="65570" y="42391"/>
                  </a:lnTo>
                  <a:lnTo>
                    <a:pt x="106537" y="17883"/>
                  </a:lnTo>
                  <a:lnTo>
                    <a:pt x="153104" y="3407"/>
                  </a:lnTo>
                  <a:lnTo>
                    <a:pt x="202942" y="0"/>
                  </a:lnTo>
                  <a:lnTo>
                    <a:pt x="253727" y="8696"/>
                  </a:lnTo>
                  <a:lnTo>
                    <a:pt x="287997" y="22372"/>
                  </a:lnTo>
                  <a:lnTo>
                    <a:pt x="318138" y="41338"/>
                  </a:lnTo>
                  <a:lnTo>
                    <a:pt x="343503" y="64882"/>
                  </a:lnTo>
                  <a:lnTo>
                    <a:pt x="363443" y="92287"/>
                  </a:lnTo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6516326" y="2632330"/>
              <a:ext cx="72390" cy="84455"/>
            </a:xfrm>
            <a:custGeom>
              <a:avLst/>
              <a:gdLst/>
              <a:ahLst/>
              <a:cxnLst/>
              <a:rect l="l" t="t" r="r" b="b"/>
              <a:pathLst>
                <a:path w="72390" h="84455">
                  <a:moveTo>
                    <a:pt x="72072" y="0"/>
                  </a:moveTo>
                  <a:lnTo>
                    <a:pt x="0" y="24739"/>
                  </a:lnTo>
                  <a:lnTo>
                    <a:pt x="60769" y="84442"/>
                  </a:lnTo>
                  <a:lnTo>
                    <a:pt x="7207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1" name="object 91" descr=""/>
          <p:cNvSpPr txBox="1"/>
          <p:nvPr/>
        </p:nvSpPr>
        <p:spPr>
          <a:xfrm>
            <a:off x="6078696" y="2319326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C00000"/>
                </a:solidFill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92" name="object 92" descr=""/>
          <p:cNvGrpSpPr/>
          <p:nvPr/>
        </p:nvGrpSpPr>
        <p:grpSpPr>
          <a:xfrm>
            <a:off x="7577850" y="4790290"/>
            <a:ext cx="336550" cy="894080"/>
            <a:chOff x="7577850" y="4790290"/>
            <a:chExt cx="336550" cy="894080"/>
          </a:xfrm>
        </p:grpSpPr>
        <p:sp>
          <p:nvSpPr>
            <p:cNvPr id="93" name="object 93" descr=""/>
            <p:cNvSpPr/>
            <p:nvPr/>
          </p:nvSpPr>
          <p:spPr>
            <a:xfrm>
              <a:off x="7587375" y="4823689"/>
              <a:ext cx="317500" cy="850900"/>
            </a:xfrm>
            <a:custGeom>
              <a:avLst/>
              <a:gdLst/>
              <a:ahLst/>
              <a:cxnLst/>
              <a:rect l="l" t="t" r="r" b="b"/>
              <a:pathLst>
                <a:path w="317500" h="850900">
                  <a:moveTo>
                    <a:pt x="317157" y="850874"/>
                  </a:moveTo>
                  <a:lnTo>
                    <a:pt x="277067" y="843627"/>
                  </a:lnTo>
                  <a:lnTo>
                    <a:pt x="238723" y="830891"/>
                  </a:lnTo>
                  <a:lnTo>
                    <a:pt x="202362" y="813019"/>
                  </a:lnTo>
                  <a:lnTo>
                    <a:pt x="168222" y="790366"/>
                  </a:lnTo>
                  <a:lnTo>
                    <a:pt x="136538" y="763286"/>
                  </a:lnTo>
                  <a:lnTo>
                    <a:pt x="107550" y="732133"/>
                  </a:lnTo>
                  <a:lnTo>
                    <a:pt x="81493" y="697261"/>
                  </a:lnTo>
                  <a:lnTo>
                    <a:pt x="58605" y="659025"/>
                  </a:lnTo>
                  <a:lnTo>
                    <a:pt x="39123" y="617779"/>
                  </a:lnTo>
                  <a:lnTo>
                    <a:pt x="23285" y="573877"/>
                  </a:lnTo>
                  <a:lnTo>
                    <a:pt x="11326" y="527672"/>
                  </a:lnTo>
                  <a:lnTo>
                    <a:pt x="3486" y="479520"/>
                  </a:lnTo>
                  <a:lnTo>
                    <a:pt x="0" y="429775"/>
                  </a:lnTo>
                  <a:lnTo>
                    <a:pt x="1105" y="378790"/>
                  </a:lnTo>
                  <a:lnTo>
                    <a:pt x="7196" y="326354"/>
                  </a:lnTo>
                  <a:lnTo>
                    <a:pt x="18046" y="276115"/>
                  </a:lnTo>
                  <a:lnTo>
                    <a:pt x="33362" y="228463"/>
                  </a:lnTo>
                  <a:lnTo>
                    <a:pt x="52845" y="183787"/>
                  </a:lnTo>
                  <a:lnTo>
                    <a:pt x="76202" y="142474"/>
                  </a:lnTo>
                  <a:lnTo>
                    <a:pt x="103136" y="104916"/>
                  </a:lnTo>
                  <a:lnTo>
                    <a:pt x="133351" y="71500"/>
                  </a:lnTo>
                  <a:lnTo>
                    <a:pt x="166552" y="42616"/>
                  </a:lnTo>
                  <a:lnTo>
                    <a:pt x="202443" y="18653"/>
                  </a:lnTo>
                  <a:lnTo>
                    <a:pt x="240729" y="0"/>
                  </a:lnTo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7806051" y="4790290"/>
              <a:ext cx="83820" cy="73660"/>
            </a:xfrm>
            <a:custGeom>
              <a:avLst/>
              <a:gdLst/>
              <a:ahLst/>
              <a:cxnLst/>
              <a:rect l="l" t="t" r="r" b="b"/>
              <a:pathLst>
                <a:path w="83820" h="73660">
                  <a:moveTo>
                    <a:pt x="0" y="0"/>
                  </a:moveTo>
                  <a:lnTo>
                    <a:pt x="20523" y="73380"/>
                  </a:lnTo>
                  <a:lnTo>
                    <a:pt x="83642" y="161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5" name="object 95" descr=""/>
          <p:cNvSpPr txBox="1"/>
          <p:nvPr/>
        </p:nvSpPr>
        <p:spPr>
          <a:xfrm>
            <a:off x="7365499" y="5074620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C00000"/>
                </a:solidFill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Closure</a:t>
            </a:r>
            <a:r>
              <a:rPr dirty="0" spc="-170"/>
              <a:t> </a:t>
            </a:r>
            <a:r>
              <a:rPr dirty="0" spc="-20"/>
              <a:t>Properties</a:t>
            </a:r>
            <a:r>
              <a:rPr dirty="0" spc="-160"/>
              <a:t> </a:t>
            </a:r>
            <a:r>
              <a:rPr dirty="0"/>
              <a:t>for</a:t>
            </a:r>
            <a:r>
              <a:rPr dirty="0" spc="-165"/>
              <a:t> </a:t>
            </a:r>
            <a:r>
              <a:rPr dirty="0" spc="-45"/>
              <a:t>RegEx</a:t>
            </a:r>
            <a:r>
              <a:rPr dirty="0" spc="-160"/>
              <a:t> </a:t>
            </a:r>
            <a:r>
              <a:rPr dirty="0"/>
              <a:t>-</a:t>
            </a:r>
            <a:r>
              <a:rPr dirty="0" spc="-140"/>
              <a:t> </a:t>
            </a:r>
            <a:r>
              <a:rPr dirty="0" spc="-10"/>
              <a:t>Union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452871" y="2095500"/>
            <a:ext cx="419100" cy="33845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dirty="0" sz="16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84919" y="2119883"/>
            <a:ext cx="424180" cy="33845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10"/>
              </a:spcBef>
            </a:pPr>
            <a:r>
              <a:rPr dirty="0" sz="16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492" sz="1725" spc="-37">
                <a:latin typeface="Cambria Math"/>
                <a:cs typeface="Cambria Math"/>
              </a:rPr>
              <a:t>2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6277355" y="2717292"/>
            <a:ext cx="722630" cy="728980"/>
          </a:xfrm>
          <a:custGeom>
            <a:avLst/>
            <a:gdLst/>
            <a:ahLst/>
            <a:cxnLst/>
            <a:rect l="l" t="t" r="r" b="b"/>
            <a:pathLst>
              <a:path w="722629" h="728979">
                <a:moveTo>
                  <a:pt x="0" y="364236"/>
                </a:moveTo>
                <a:lnTo>
                  <a:pt x="3297" y="314810"/>
                </a:lnTo>
                <a:lnTo>
                  <a:pt x="12901" y="267405"/>
                </a:lnTo>
                <a:lnTo>
                  <a:pt x="28383" y="222456"/>
                </a:lnTo>
                <a:lnTo>
                  <a:pt x="49312" y="180396"/>
                </a:lnTo>
                <a:lnTo>
                  <a:pt x="75257" y="141659"/>
                </a:lnTo>
                <a:lnTo>
                  <a:pt x="105789" y="106680"/>
                </a:lnTo>
                <a:lnTo>
                  <a:pt x="140476" y="75891"/>
                </a:lnTo>
                <a:lnTo>
                  <a:pt x="178889" y="49727"/>
                </a:lnTo>
                <a:lnTo>
                  <a:pt x="220597" y="28622"/>
                </a:lnTo>
                <a:lnTo>
                  <a:pt x="265169" y="13010"/>
                </a:lnTo>
                <a:lnTo>
                  <a:pt x="312176" y="3324"/>
                </a:lnTo>
                <a:lnTo>
                  <a:pt x="361188" y="0"/>
                </a:lnTo>
                <a:lnTo>
                  <a:pt x="410199" y="3324"/>
                </a:lnTo>
                <a:lnTo>
                  <a:pt x="457206" y="13010"/>
                </a:lnTo>
                <a:lnTo>
                  <a:pt x="501778" y="28622"/>
                </a:lnTo>
                <a:lnTo>
                  <a:pt x="543486" y="49727"/>
                </a:lnTo>
                <a:lnTo>
                  <a:pt x="581899" y="75891"/>
                </a:lnTo>
                <a:lnTo>
                  <a:pt x="616586" y="106680"/>
                </a:lnTo>
                <a:lnTo>
                  <a:pt x="647118" y="141659"/>
                </a:lnTo>
                <a:lnTo>
                  <a:pt x="673063" y="180396"/>
                </a:lnTo>
                <a:lnTo>
                  <a:pt x="693992" y="222456"/>
                </a:lnTo>
                <a:lnTo>
                  <a:pt x="709474" y="267405"/>
                </a:lnTo>
                <a:lnTo>
                  <a:pt x="719078" y="314810"/>
                </a:lnTo>
                <a:lnTo>
                  <a:pt x="722376" y="364236"/>
                </a:lnTo>
                <a:lnTo>
                  <a:pt x="719078" y="413661"/>
                </a:lnTo>
                <a:lnTo>
                  <a:pt x="709474" y="461066"/>
                </a:lnTo>
                <a:lnTo>
                  <a:pt x="693992" y="506015"/>
                </a:lnTo>
                <a:lnTo>
                  <a:pt x="673063" y="548075"/>
                </a:lnTo>
                <a:lnTo>
                  <a:pt x="647118" y="586812"/>
                </a:lnTo>
                <a:lnTo>
                  <a:pt x="616586" y="621792"/>
                </a:lnTo>
                <a:lnTo>
                  <a:pt x="581899" y="652580"/>
                </a:lnTo>
                <a:lnTo>
                  <a:pt x="543486" y="678744"/>
                </a:lnTo>
                <a:lnTo>
                  <a:pt x="501778" y="699849"/>
                </a:lnTo>
                <a:lnTo>
                  <a:pt x="457206" y="715461"/>
                </a:lnTo>
                <a:lnTo>
                  <a:pt x="410199" y="725147"/>
                </a:lnTo>
                <a:lnTo>
                  <a:pt x="361188" y="728472"/>
                </a:lnTo>
                <a:lnTo>
                  <a:pt x="312176" y="725147"/>
                </a:lnTo>
                <a:lnTo>
                  <a:pt x="265169" y="715461"/>
                </a:lnTo>
                <a:lnTo>
                  <a:pt x="220597" y="699849"/>
                </a:lnTo>
                <a:lnTo>
                  <a:pt x="178889" y="678744"/>
                </a:lnTo>
                <a:lnTo>
                  <a:pt x="140476" y="652580"/>
                </a:lnTo>
                <a:lnTo>
                  <a:pt x="105789" y="621792"/>
                </a:lnTo>
                <a:lnTo>
                  <a:pt x="75257" y="586812"/>
                </a:lnTo>
                <a:lnTo>
                  <a:pt x="49312" y="548075"/>
                </a:lnTo>
                <a:lnTo>
                  <a:pt x="28383" y="506015"/>
                </a:lnTo>
                <a:lnTo>
                  <a:pt x="12901" y="461066"/>
                </a:lnTo>
                <a:lnTo>
                  <a:pt x="3297" y="413661"/>
                </a:lnTo>
                <a:lnTo>
                  <a:pt x="0" y="364236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514596" y="2941121"/>
            <a:ext cx="105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𝑡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590796" y="3037133"/>
            <a:ext cx="11112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latin typeface="Cambria Math"/>
                <a:cs typeface="Cambria Math"/>
              </a:rPr>
              <a:t>0</a:t>
            </a:r>
            <a:endParaRPr sz="1150">
              <a:latin typeface="Cambria Math"/>
              <a:cs typeface="Cambria Math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5916548" y="2710942"/>
            <a:ext cx="2461260" cy="741680"/>
            <a:chOff x="5916548" y="2710942"/>
            <a:chExt cx="2461260" cy="741680"/>
          </a:xfrm>
        </p:grpSpPr>
        <p:sp>
          <p:nvSpPr>
            <p:cNvPr id="9" name="object 9" descr=""/>
            <p:cNvSpPr/>
            <p:nvPr/>
          </p:nvSpPr>
          <p:spPr>
            <a:xfrm>
              <a:off x="5926073" y="3082290"/>
              <a:ext cx="288925" cy="0"/>
            </a:xfrm>
            <a:custGeom>
              <a:avLst/>
              <a:gdLst/>
              <a:ahLst/>
              <a:cxnLst/>
              <a:rect l="l" t="t" r="r" b="b"/>
              <a:pathLst>
                <a:path w="288925" h="0">
                  <a:moveTo>
                    <a:pt x="0" y="0"/>
                  </a:moveTo>
                  <a:lnTo>
                    <a:pt x="288709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202080" y="304418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6489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361188" y="0"/>
                  </a:moveTo>
                  <a:lnTo>
                    <a:pt x="312176" y="3324"/>
                  </a:lnTo>
                  <a:lnTo>
                    <a:pt x="265169" y="13010"/>
                  </a:lnTo>
                  <a:lnTo>
                    <a:pt x="220597" y="28622"/>
                  </a:lnTo>
                  <a:lnTo>
                    <a:pt x="178889" y="49727"/>
                  </a:lnTo>
                  <a:lnTo>
                    <a:pt x="140476" y="75891"/>
                  </a:lnTo>
                  <a:lnTo>
                    <a:pt x="105789" y="106680"/>
                  </a:lnTo>
                  <a:lnTo>
                    <a:pt x="75257" y="141659"/>
                  </a:lnTo>
                  <a:lnTo>
                    <a:pt x="49312" y="180396"/>
                  </a:lnTo>
                  <a:lnTo>
                    <a:pt x="28383" y="222456"/>
                  </a:lnTo>
                  <a:lnTo>
                    <a:pt x="12901" y="267405"/>
                  </a:lnTo>
                  <a:lnTo>
                    <a:pt x="3297" y="314810"/>
                  </a:lnTo>
                  <a:lnTo>
                    <a:pt x="0" y="364236"/>
                  </a:lnTo>
                  <a:lnTo>
                    <a:pt x="3297" y="413661"/>
                  </a:lnTo>
                  <a:lnTo>
                    <a:pt x="12901" y="461066"/>
                  </a:lnTo>
                  <a:lnTo>
                    <a:pt x="28383" y="506015"/>
                  </a:lnTo>
                  <a:lnTo>
                    <a:pt x="49312" y="548075"/>
                  </a:lnTo>
                  <a:lnTo>
                    <a:pt x="75257" y="586812"/>
                  </a:lnTo>
                  <a:lnTo>
                    <a:pt x="105789" y="621792"/>
                  </a:lnTo>
                  <a:lnTo>
                    <a:pt x="140476" y="652580"/>
                  </a:lnTo>
                  <a:lnTo>
                    <a:pt x="178889" y="678744"/>
                  </a:lnTo>
                  <a:lnTo>
                    <a:pt x="220597" y="699849"/>
                  </a:lnTo>
                  <a:lnTo>
                    <a:pt x="265169" y="715461"/>
                  </a:lnTo>
                  <a:lnTo>
                    <a:pt x="312176" y="725147"/>
                  </a:lnTo>
                  <a:lnTo>
                    <a:pt x="361188" y="728472"/>
                  </a:lnTo>
                  <a:lnTo>
                    <a:pt x="410199" y="725147"/>
                  </a:lnTo>
                  <a:lnTo>
                    <a:pt x="457206" y="715461"/>
                  </a:lnTo>
                  <a:lnTo>
                    <a:pt x="501778" y="699849"/>
                  </a:lnTo>
                  <a:lnTo>
                    <a:pt x="543486" y="678744"/>
                  </a:lnTo>
                  <a:lnTo>
                    <a:pt x="581899" y="652580"/>
                  </a:lnTo>
                  <a:lnTo>
                    <a:pt x="616586" y="621792"/>
                  </a:lnTo>
                  <a:lnTo>
                    <a:pt x="647118" y="586812"/>
                  </a:lnTo>
                  <a:lnTo>
                    <a:pt x="673063" y="548075"/>
                  </a:lnTo>
                  <a:lnTo>
                    <a:pt x="693992" y="506015"/>
                  </a:lnTo>
                  <a:lnTo>
                    <a:pt x="709474" y="461066"/>
                  </a:lnTo>
                  <a:lnTo>
                    <a:pt x="719078" y="413661"/>
                  </a:lnTo>
                  <a:lnTo>
                    <a:pt x="722376" y="364236"/>
                  </a:lnTo>
                  <a:lnTo>
                    <a:pt x="719078" y="314810"/>
                  </a:lnTo>
                  <a:lnTo>
                    <a:pt x="709474" y="267405"/>
                  </a:lnTo>
                  <a:lnTo>
                    <a:pt x="693992" y="222456"/>
                  </a:lnTo>
                  <a:lnTo>
                    <a:pt x="673063" y="180396"/>
                  </a:lnTo>
                  <a:lnTo>
                    <a:pt x="647118" y="141659"/>
                  </a:lnTo>
                  <a:lnTo>
                    <a:pt x="616586" y="106680"/>
                  </a:lnTo>
                  <a:lnTo>
                    <a:pt x="581899" y="75891"/>
                  </a:lnTo>
                  <a:lnTo>
                    <a:pt x="543486" y="49727"/>
                  </a:lnTo>
                  <a:lnTo>
                    <a:pt x="501778" y="28622"/>
                  </a:lnTo>
                  <a:lnTo>
                    <a:pt x="457206" y="13010"/>
                  </a:lnTo>
                  <a:lnTo>
                    <a:pt x="410199" y="332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6489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0" y="364236"/>
                  </a:moveTo>
                  <a:lnTo>
                    <a:pt x="3297" y="314810"/>
                  </a:lnTo>
                  <a:lnTo>
                    <a:pt x="12901" y="267405"/>
                  </a:lnTo>
                  <a:lnTo>
                    <a:pt x="28383" y="222456"/>
                  </a:lnTo>
                  <a:lnTo>
                    <a:pt x="49312" y="180396"/>
                  </a:lnTo>
                  <a:lnTo>
                    <a:pt x="75257" y="141659"/>
                  </a:lnTo>
                  <a:lnTo>
                    <a:pt x="105789" y="106680"/>
                  </a:lnTo>
                  <a:lnTo>
                    <a:pt x="140476" y="75891"/>
                  </a:lnTo>
                  <a:lnTo>
                    <a:pt x="178889" y="49727"/>
                  </a:lnTo>
                  <a:lnTo>
                    <a:pt x="220597" y="28622"/>
                  </a:lnTo>
                  <a:lnTo>
                    <a:pt x="265169" y="13010"/>
                  </a:lnTo>
                  <a:lnTo>
                    <a:pt x="312176" y="3324"/>
                  </a:lnTo>
                  <a:lnTo>
                    <a:pt x="361188" y="0"/>
                  </a:lnTo>
                  <a:lnTo>
                    <a:pt x="410199" y="3324"/>
                  </a:lnTo>
                  <a:lnTo>
                    <a:pt x="457206" y="13010"/>
                  </a:lnTo>
                  <a:lnTo>
                    <a:pt x="501778" y="28622"/>
                  </a:lnTo>
                  <a:lnTo>
                    <a:pt x="543486" y="49727"/>
                  </a:lnTo>
                  <a:lnTo>
                    <a:pt x="581899" y="75891"/>
                  </a:lnTo>
                  <a:lnTo>
                    <a:pt x="616586" y="106680"/>
                  </a:lnTo>
                  <a:lnTo>
                    <a:pt x="647118" y="141659"/>
                  </a:lnTo>
                  <a:lnTo>
                    <a:pt x="673063" y="180396"/>
                  </a:lnTo>
                  <a:lnTo>
                    <a:pt x="693992" y="222456"/>
                  </a:lnTo>
                  <a:lnTo>
                    <a:pt x="709474" y="267405"/>
                  </a:lnTo>
                  <a:lnTo>
                    <a:pt x="719078" y="314810"/>
                  </a:lnTo>
                  <a:lnTo>
                    <a:pt x="722376" y="364236"/>
                  </a:lnTo>
                  <a:lnTo>
                    <a:pt x="719078" y="413661"/>
                  </a:lnTo>
                  <a:lnTo>
                    <a:pt x="709474" y="461066"/>
                  </a:lnTo>
                  <a:lnTo>
                    <a:pt x="693992" y="506015"/>
                  </a:lnTo>
                  <a:lnTo>
                    <a:pt x="673063" y="548075"/>
                  </a:lnTo>
                  <a:lnTo>
                    <a:pt x="647118" y="586812"/>
                  </a:lnTo>
                  <a:lnTo>
                    <a:pt x="616586" y="621792"/>
                  </a:lnTo>
                  <a:lnTo>
                    <a:pt x="581899" y="652580"/>
                  </a:lnTo>
                  <a:lnTo>
                    <a:pt x="543486" y="678744"/>
                  </a:lnTo>
                  <a:lnTo>
                    <a:pt x="501778" y="699849"/>
                  </a:lnTo>
                  <a:lnTo>
                    <a:pt x="457206" y="715461"/>
                  </a:lnTo>
                  <a:lnTo>
                    <a:pt x="410199" y="725147"/>
                  </a:lnTo>
                  <a:lnTo>
                    <a:pt x="361188" y="728472"/>
                  </a:lnTo>
                  <a:lnTo>
                    <a:pt x="312176" y="725147"/>
                  </a:lnTo>
                  <a:lnTo>
                    <a:pt x="265169" y="715461"/>
                  </a:lnTo>
                  <a:lnTo>
                    <a:pt x="220597" y="699849"/>
                  </a:lnTo>
                  <a:lnTo>
                    <a:pt x="178889" y="678744"/>
                  </a:lnTo>
                  <a:lnTo>
                    <a:pt x="140476" y="652580"/>
                  </a:lnTo>
                  <a:lnTo>
                    <a:pt x="105789" y="621792"/>
                  </a:lnTo>
                  <a:lnTo>
                    <a:pt x="75257" y="586812"/>
                  </a:lnTo>
                  <a:lnTo>
                    <a:pt x="49312" y="548075"/>
                  </a:lnTo>
                  <a:lnTo>
                    <a:pt x="28383" y="506015"/>
                  </a:lnTo>
                  <a:lnTo>
                    <a:pt x="12901" y="461066"/>
                  </a:lnTo>
                  <a:lnTo>
                    <a:pt x="3297" y="413661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7888032" y="2941121"/>
            <a:ext cx="105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𝑡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959659" y="3037133"/>
            <a:ext cx="11112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latin typeface="Cambria Math"/>
                <a:cs typeface="Cambria Math"/>
              </a:rPr>
              <a:t>1</a:t>
            </a:r>
            <a:endParaRPr sz="1150">
              <a:latin typeface="Cambria Math"/>
              <a:cs typeface="Cambria Math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6966584" y="2774950"/>
            <a:ext cx="1348740" cy="734060"/>
            <a:chOff x="6966584" y="2774950"/>
            <a:chExt cx="1348740" cy="734060"/>
          </a:xfrm>
        </p:grpSpPr>
        <p:sp>
          <p:nvSpPr>
            <p:cNvPr id="16" name="object 16" descr=""/>
            <p:cNvSpPr/>
            <p:nvPr/>
          </p:nvSpPr>
          <p:spPr>
            <a:xfrm>
              <a:off x="7711440" y="2781300"/>
              <a:ext cx="597535" cy="601980"/>
            </a:xfrm>
            <a:custGeom>
              <a:avLst/>
              <a:gdLst/>
              <a:ahLst/>
              <a:cxnLst/>
              <a:rect l="l" t="t" r="r" b="b"/>
              <a:pathLst>
                <a:path w="597534" h="601979">
                  <a:moveTo>
                    <a:pt x="0" y="300989"/>
                  </a:moveTo>
                  <a:lnTo>
                    <a:pt x="3909" y="252168"/>
                  </a:lnTo>
                  <a:lnTo>
                    <a:pt x="15227" y="205854"/>
                  </a:lnTo>
                  <a:lnTo>
                    <a:pt x="33340" y="162668"/>
                  </a:lnTo>
                  <a:lnTo>
                    <a:pt x="57631" y="123230"/>
                  </a:lnTo>
                  <a:lnTo>
                    <a:pt x="87487" y="88158"/>
                  </a:lnTo>
                  <a:lnTo>
                    <a:pt x="122291" y="58074"/>
                  </a:lnTo>
                  <a:lnTo>
                    <a:pt x="161430" y="33596"/>
                  </a:lnTo>
                  <a:lnTo>
                    <a:pt x="204289" y="15344"/>
                  </a:lnTo>
                  <a:lnTo>
                    <a:pt x="250251" y="3939"/>
                  </a:lnTo>
                  <a:lnTo>
                    <a:pt x="298704" y="0"/>
                  </a:lnTo>
                  <a:lnTo>
                    <a:pt x="347156" y="3939"/>
                  </a:lnTo>
                  <a:lnTo>
                    <a:pt x="393118" y="15344"/>
                  </a:lnTo>
                  <a:lnTo>
                    <a:pt x="435977" y="33596"/>
                  </a:lnTo>
                  <a:lnTo>
                    <a:pt x="475116" y="58074"/>
                  </a:lnTo>
                  <a:lnTo>
                    <a:pt x="509920" y="88158"/>
                  </a:lnTo>
                  <a:lnTo>
                    <a:pt x="539776" y="123230"/>
                  </a:lnTo>
                  <a:lnTo>
                    <a:pt x="564067" y="162668"/>
                  </a:lnTo>
                  <a:lnTo>
                    <a:pt x="582180" y="205854"/>
                  </a:lnTo>
                  <a:lnTo>
                    <a:pt x="593498" y="252168"/>
                  </a:lnTo>
                  <a:lnTo>
                    <a:pt x="597408" y="300989"/>
                  </a:lnTo>
                  <a:lnTo>
                    <a:pt x="593498" y="349811"/>
                  </a:lnTo>
                  <a:lnTo>
                    <a:pt x="582180" y="396125"/>
                  </a:lnTo>
                  <a:lnTo>
                    <a:pt x="564067" y="439311"/>
                  </a:lnTo>
                  <a:lnTo>
                    <a:pt x="539776" y="478749"/>
                  </a:lnTo>
                  <a:lnTo>
                    <a:pt x="509920" y="513821"/>
                  </a:lnTo>
                  <a:lnTo>
                    <a:pt x="475116" y="543905"/>
                  </a:lnTo>
                  <a:lnTo>
                    <a:pt x="435977" y="568383"/>
                  </a:lnTo>
                  <a:lnTo>
                    <a:pt x="393118" y="586635"/>
                  </a:lnTo>
                  <a:lnTo>
                    <a:pt x="347156" y="598040"/>
                  </a:lnTo>
                  <a:lnTo>
                    <a:pt x="298704" y="601979"/>
                  </a:lnTo>
                  <a:lnTo>
                    <a:pt x="250251" y="598040"/>
                  </a:lnTo>
                  <a:lnTo>
                    <a:pt x="204289" y="586635"/>
                  </a:lnTo>
                  <a:lnTo>
                    <a:pt x="161430" y="568383"/>
                  </a:lnTo>
                  <a:lnTo>
                    <a:pt x="122291" y="543905"/>
                  </a:lnTo>
                  <a:lnTo>
                    <a:pt x="87487" y="513821"/>
                  </a:lnTo>
                  <a:lnTo>
                    <a:pt x="57631" y="478749"/>
                  </a:lnTo>
                  <a:lnTo>
                    <a:pt x="33340" y="439311"/>
                  </a:lnTo>
                  <a:lnTo>
                    <a:pt x="15227" y="396125"/>
                  </a:lnTo>
                  <a:lnTo>
                    <a:pt x="3909" y="349811"/>
                  </a:lnTo>
                  <a:lnTo>
                    <a:pt x="0" y="30098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999369" y="3243265"/>
              <a:ext cx="684530" cy="256540"/>
            </a:xfrm>
            <a:custGeom>
              <a:avLst/>
              <a:gdLst/>
              <a:ahLst/>
              <a:cxnLst/>
              <a:rect l="l" t="t" r="r" b="b"/>
              <a:pathLst>
                <a:path w="684529" h="256539">
                  <a:moveTo>
                    <a:pt x="684123" y="0"/>
                  </a:moveTo>
                  <a:lnTo>
                    <a:pt x="675865" y="41028"/>
                  </a:lnTo>
                  <a:lnTo>
                    <a:pt x="660534" y="79685"/>
                  </a:lnTo>
                  <a:lnTo>
                    <a:pt x="638720" y="115574"/>
                  </a:lnTo>
                  <a:lnTo>
                    <a:pt x="611015" y="148299"/>
                  </a:lnTo>
                  <a:lnTo>
                    <a:pt x="578009" y="177466"/>
                  </a:lnTo>
                  <a:lnTo>
                    <a:pt x="540296" y="202679"/>
                  </a:lnTo>
                  <a:lnTo>
                    <a:pt x="498466" y="223542"/>
                  </a:lnTo>
                  <a:lnTo>
                    <a:pt x="453110" y="239660"/>
                  </a:lnTo>
                  <a:lnTo>
                    <a:pt x="404820" y="250637"/>
                  </a:lnTo>
                  <a:lnTo>
                    <a:pt x="354187" y="256078"/>
                  </a:lnTo>
                  <a:lnTo>
                    <a:pt x="301802" y="255587"/>
                  </a:lnTo>
                  <a:lnTo>
                    <a:pt x="250842" y="249163"/>
                  </a:lnTo>
                  <a:lnTo>
                    <a:pt x="202561" y="237219"/>
                  </a:lnTo>
                  <a:lnTo>
                    <a:pt x="157509" y="220173"/>
                  </a:lnTo>
                  <a:lnTo>
                    <a:pt x="116239" y="198443"/>
                  </a:lnTo>
                  <a:lnTo>
                    <a:pt x="79302" y="172449"/>
                  </a:lnTo>
                  <a:lnTo>
                    <a:pt x="47249" y="142609"/>
                  </a:lnTo>
                  <a:lnTo>
                    <a:pt x="20631" y="109340"/>
                  </a:lnTo>
                  <a:lnTo>
                    <a:pt x="0" y="73063"/>
                  </a:lnTo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966584" y="3255275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4">
                  <a:moveTo>
                    <a:pt x="13944" y="0"/>
                  </a:moveTo>
                  <a:lnTo>
                    <a:pt x="0" y="84048"/>
                  </a:lnTo>
                  <a:lnTo>
                    <a:pt x="72809" y="61582"/>
                  </a:lnTo>
                  <a:lnTo>
                    <a:pt x="13944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7195928" y="3502177"/>
            <a:ext cx="2527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C00000"/>
                </a:solidFill>
                <a:latin typeface="Cambria Math"/>
                <a:cs typeface="Cambria Math"/>
              </a:rPr>
              <a:t>𝑎,</a:t>
            </a:r>
            <a:r>
              <a:rPr dirty="0" sz="1200" spc="-50">
                <a:solidFill>
                  <a:srgbClr val="C00000"/>
                </a:solidFill>
                <a:latin typeface="Cambria Math"/>
                <a:cs typeface="Cambria Math"/>
              </a:rPr>
              <a:t> 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9379966" y="2688082"/>
            <a:ext cx="735330" cy="741680"/>
            <a:chOff x="9379966" y="2688082"/>
            <a:chExt cx="735330" cy="741680"/>
          </a:xfrm>
        </p:grpSpPr>
        <p:sp>
          <p:nvSpPr>
            <p:cNvPr id="21" name="object 21" descr=""/>
            <p:cNvSpPr/>
            <p:nvPr/>
          </p:nvSpPr>
          <p:spPr>
            <a:xfrm>
              <a:off x="9386316" y="269443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361188" y="0"/>
                  </a:moveTo>
                  <a:lnTo>
                    <a:pt x="312176" y="3324"/>
                  </a:lnTo>
                  <a:lnTo>
                    <a:pt x="265169" y="13010"/>
                  </a:lnTo>
                  <a:lnTo>
                    <a:pt x="220597" y="28622"/>
                  </a:lnTo>
                  <a:lnTo>
                    <a:pt x="178889" y="49727"/>
                  </a:lnTo>
                  <a:lnTo>
                    <a:pt x="140476" y="75891"/>
                  </a:lnTo>
                  <a:lnTo>
                    <a:pt x="105789" y="106680"/>
                  </a:lnTo>
                  <a:lnTo>
                    <a:pt x="75257" y="141659"/>
                  </a:lnTo>
                  <a:lnTo>
                    <a:pt x="49312" y="180396"/>
                  </a:lnTo>
                  <a:lnTo>
                    <a:pt x="28383" y="222456"/>
                  </a:lnTo>
                  <a:lnTo>
                    <a:pt x="12901" y="267405"/>
                  </a:lnTo>
                  <a:lnTo>
                    <a:pt x="3297" y="314810"/>
                  </a:lnTo>
                  <a:lnTo>
                    <a:pt x="0" y="364236"/>
                  </a:lnTo>
                  <a:lnTo>
                    <a:pt x="3297" y="413661"/>
                  </a:lnTo>
                  <a:lnTo>
                    <a:pt x="12901" y="461066"/>
                  </a:lnTo>
                  <a:lnTo>
                    <a:pt x="28383" y="506015"/>
                  </a:lnTo>
                  <a:lnTo>
                    <a:pt x="49312" y="548075"/>
                  </a:lnTo>
                  <a:lnTo>
                    <a:pt x="75257" y="586812"/>
                  </a:lnTo>
                  <a:lnTo>
                    <a:pt x="105789" y="621792"/>
                  </a:lnTo>
                  <a:lnTo>
                    <a:pt x="140476" y="652580"/>
                  </a:lnTo>
                  <a:lnTo>
                    <a:pt x="178889" y="678744"/>
                  </a:lnTo>
                  <a:lnTo>
                    <a:pt x="220597" y="699849"/>
                  </a:lnTo>
                  <a:lnTo>
                    <a:pt x="265169" y="715461"/>
                  </a:lnTo>
                  <a:lnTo>
                    <a:pt x="312176" y="725147"/>
                  </a:lnTo>
                  <a:lnTo>
                    <a:pt x="361188" y="728472"/>
                  </a:lnTo>
                  <a:lnTo>
                    <a:pt x="410199" y="725147"/>
                  </a:lnTo>
                  <a:lnTo>
                    <a:pt x="457206" y="715461"/>
                  </a:lnTo>
                  <a:lnTo>
                    <a:pt x="501778" y="699849"/>
                  </a:lnTo>
                  <a:lnTo>
                    <a:pt x="543486" y="678744"/>
                  </a:lnTo>
                  <a:lnTo>
                    <a:pt x="581899" y="652580"/>
                  </a:lnTo>
                  <a:lnTo>
                    <a:pt x="616586" y="621792"/>
                  </a:lnTo>
                  <a:lnTo>
                    <a:pt x="647118" y="586812"/>
                  </a:lnTo>
                  <a:lnTo>
                    <a:pt x="673063" y="548075"/>
                  </a:lnTo>
                  <a:lnTo>
                    <a:pt x="693992" y="506015"/>
                  </a:lnTo>
                  <a:lnTo>
                    <a:pt x="709474" y="461066"/>
                  </a:lnTo>
                  <a:lnTo>
                    <a:pt x="719078" y="413661"/>
                  </a:lnTo>
                  <a:lnTo>
                    <a:pt x="722376" y="364236"/>
                  </a:lnTo>
                  <a:lnTo>
                    <a:pt x="719078" y="314810"/>
                  </a:lnTo>
                  <a:lnTo>
                    <a:pt x="709474" y="267405"/>
                  </a:lnTo>
                  <a:lnTo>
                    <a:pt x="693992" y="222456"/>
                  </a:lnTo>
                  <a:lnTo>
                    <a:pt x="673063" y="180396"/>
                  </a:lnTo>
                  <a:lnTo>
                    <a:pt x="647118" y="141659"/>
                  </a:lnTo>
                  <a:lnTo>
                    <a:pt x="616586" y="106680"/>
                  </a:lnTo>
                  <a:lnTo>
                    <a:pt x="581899" y="75891"/>
                  </a:lnTo>
                  <a:lnTo>
                    <a:pt x="543486" y="49727"/>
                  </a:lnTo>
                  <a:lnTo>
                    <a:pt x="501778" y="28622"/>
                  </a:lnTo>
                  <a:lnTo>
                    <a:pt x="457206" y="13010"/>
                  </a:lnTo>
                  <a:lnTo>
                    <a:pt x="410199" y="332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9386316" y="269443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0" y="364236"/>
                  </a:moveTo>
                  <a:lnTo>
                    <a:pt x="3297" y="314810"/>
                  </a:lnTo>
                  <a:lnTo>
                    <a:pt x="12901" y="267405"/>
                  </a:lnTo>
                  <a:lnTo>
                    <a:pt x="28383" y="222456"/>
                  </a:lnTo>
                  <a:lnTo>
                    <a:pt x="49312" y="180396"/>
                  </a:lnTo>
                  <a:lnTo>
                    <a:pt x="75257" y="141659"/>
                  </a:lnTo>
                  <a:lnTo>
                    <a:pt x="105789" y="106680"/>
                  </a:lnTo>
                  <a:lnTo>
                    <a:pt x="140476" y="75891"/>
                  </a:lnTo>
                  <a:lnTo>
                    <a:pt x="178889" y="49727"/>
                  </a:lnTo>
                  <a:lnTo>
                    <a:pt x="220597" y="28622"/>
                  </a:lnTo>
                  <a:lnTo>
                    <a:pt x="265169" y="13010"/>
                  </a:lnTo>
                  <a:lnTo>
                    <a:pt x="312176" y="3324"/>
                  </a:lnTo>
                  <a:lnTo>
                    <a:pt x="361188" y="0"/>
                  </a:lnTo>
                  <a:lnTo>
                    <a:pt x="410199" y="3324"/>
                  </a:lnTo>
                  <a:lnTo>
                    <a:pt x="457206" y="13010"/>
                  </a:lnTo>
                  <a:lnTo>
                    <a:pt x="501778" y="28622"/>
                  </a:lnTo>
                  <a:lnTo>
                    <a:pt x="543486" y="49727"/>
                  </a:lnTo>
                  <a:lnTo>
                    <a:pt x="581899" y="75891"/>
                  </a:lnTo>
                  <a:lnTo>
                    <a:pt x="616586" y="106680"/>
                  </a:lnTo>
                  <a:lnTo>
                    <a:pt x="647118" y="141659"/>
                  </a:lnTo>
                  <a:lnTo>
                    <a:pt x="673063" y="180396"/>
                  </a:lnTo>
                  <a:lnTo>
                    <a:pt x="693992" y="222456"/>
                  </a:lnTo>
                  <a:lnTo>
                    <a:pt x="709474" y="267405"/>
                  </a:lnTo>
                  <a:lnTo>
                    <a:pt x="719078" y="314810"/>
                  </a:lnTo>
                  <a:lnTo>
                    <a:pt x="722376" y="364236"/>
                  </a:lnTo>
                  <a:lnTo>
                    <a:pt x="719078" y="413661"/>
                  </a:lnTo>
                  <a:lnTo>
                    <a:pt x="709474" y="461066"/>
                  </a:lnTo>
                  <a:lnTo>
                    <a:pt x="693992" y="506015"/>
                  </a:lnTo>
                  <a:lnTo>
                    <a:pt x="673063" y="548075"/>
                  </a:lnTo>
                  <a:lnTo>
                    <a:pt x="647118" y="586812"/>
                  </a:lnTo>
                  <a:lnTo>
                    <a:pt x="616586" y="621792"/>
                  </a:lnTo>
                  <a:lnTo>
                    <a:pt x="581899" y="652580"/>
                  </a:lnTo>
                  <a:lnTo>
                    <a:pt x="543486" y="678744"/>
                  </a:lnTo>
                  <a:lnTo>
                    <a:pt x="501778" y="699849"/>
                  </a:lnTo>
                  <a:lnTo>
                    <a:pt x="457206" y="715461"/>
                  </a:lnTo>
                  <a:lnTo>
                    <a:pt x="410199" y="725147"/>
                  </a:lnTo>
                  <a:lnTo>
                    <a:pt x="361188" y="728472"/>
                  </a:lnTo>
                  <a:lnTo>
                    <a:pt x="312176" y="725147"/>
                  </a:lnTo>
                  <a:lnTo>
                    <a:pt x="265169" y="715461"/>
                  </a:lnTo>
                  <a:lnTo>
                    <a:pt x="220597" y="699849"/>
                  </a:lnTo>
                  <a:lnTo>
                    <a:pt x="178889" y="678744"/>
                  </a:lnTo>
                  <a:lnTo>
                    <a:pt x="140476" y="652580"/>
                  </a:lnTo>
                  <a:lnTo>
                    <a:pt x="105789" y="621792"/>
                  </a:lnTo>
                  <a:lnTo>
                    <a:pt x="75257" y="586812"/>
                  </a:lnTo>
                  <a:lnTo>
                    <a:pt x="49312" y="548075"/>
                  </a:lnTo>
                  <a:lnTo>
                    <a:pt x="28383" y="506015"/>
                  </a:lnTo>
                  <a:lnTo>
                    <a:pt x="12901" y="461066"/>
                  </a:lnTo>
                  <a:lnTo>
                    <a:pt x="3297" y="413661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9599141" y="2918503"/>
            <a:ext cx="2349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9023984" y="2688082"/>
            <a:ext cx="2463165" cy="741680"/>
            <a:chOff x="9023984" y="2688082"/>
            <a:chExt cx="2463165" cy="741680"/>
          </a:xfrm>
        </p:grpSpPr>
        <p:sp>
          <p:nvSpPr>
            <p:cNvPr id="25" name="object 25" descr=""/>
            <p:cNvSpPr/>
            <p:nvPr/>
          </p:nvSpPr>
          <p:spPr>
            <a:xfrm>
              <a:off x="9033509" y="3059430"/>
              <a:ext cx="288925" cy="0"/>
            </a:xfrm>
            <a:custGeom>
              <a:avLst/>
              <a:gdLst/>
              <a:ahLst/>
              <a:cxnLst/>
              <a:rect l="l" t="t" r="r" b="b"/>
              <a:pathLst>
                <a:path w="288925" h="0">
                  <a:moveTo>
                    <a:pt x="0" y="0"/>
                  </a:moveTo>
                  <a:lnTo>
                    <a:pt x="288709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9309515" y="302132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0757915" y="269443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0" y="364236"/>
                  </a:moveTo>
                  <a:lnTo>
                    <a:pt x="3297" y="314810"/>
                  </a:lnTo>
                  <a:lnTo>
                    <a:pt x="12901" y="267405"/>
                  </a:lnTo>
                  <a:lnTo>
                    <a:pt x="28383" y="222456"/>
                  </a:lnTo>
                  <a:lnTo>
                    <a:pt x="49312" y="180396"/>
                  </a:lnTo>
                  <a:lnTo>
                    <a:pt x="75257" y="141659"/>
                  </a:lnTo>
                  <a:lnTo>
                    <a:pt x="105789" y="106680"/>
                  </a:lnTo>
                  <a:lnTo>
                    <a:pt x="140476" y="75891"/>
                  </a:lnTo>
                  <a:lnTo>
                    <a:pt x="178889" y="49727"/>
                  </a:lnTo>
                  <a:lnTo>
                    <a:pt x="220597" y="28622"/>
                  </a:lnTo>
                  <a:lnTo>
                    <a:pt x="265169" y="13010"/>
                  </a:lnTo>
                  <a:lnTo>
                    <a:pt x="312176" y="3324"/>
                  </a:lnTo>
                  <a:lnTo>
                    <a:pt x="361188" y="0"/>
                  </a:lnTo>
                  <a:lnTo>
                    <a:pt x="410199" y="3324"/>
                  </a:lnTo>
                  <a:lnTo>
                    <a:pt x="457206" y="13010"/>
                  </a:lnTo>
                  <a:lnTo>
                    <a:pt x="501778" y="28622"/>
                  </a:lnTo>
                  <a:lnTo>
                    <a:pt x="543486" y="49727"/>
                  </a:lnTo>
                  <a:lnTo>
                    <a:pt x="581899" y="75891"/>
                  </a:lnTo>
                  <a:lnTo>
                    <a:pt x="616586" y="106680"/>
                  </a:lnTo>
                  <a:lnTo>
                    <a:pt x="647118" y="141659"/>
                  </a:lnTo>
                  <a:lnTo>
                    <a:pt x="673063" y="180396"/>
                  </a:lnTo>
                  <a:lnTo>
                    <a:pt x="693992" y="222456"/>
                  </a:lnTo>
                  <a:lnTo>
                    <a:pt x="709474" y="267405"/>
                  </a:lnTo>
                  <a:lnTo>
                    <a:pt x="719078" y="314810"/>
                  </a:lnTo>
                  <a:lnTo>
                    <a:pt x="722376" y="364236"/>
                  </a:lnTo>
                  <a:lnTo>
                    <a:pt x="719078" y="413661"/>
                  </a:lnTo>
                  <a:lnTo>
                    <a:pt x="709474" y="461066"/>
                  </a:lnTo>
                  <a:lnTo>
                    <a:pt x="693992" y="506015"/>
                  </a:lnTo>
                  <a:lnTo>
                    <a:pt x="673063" y="548075"/>
                  </a:lnTo>
                  <a:lnTo>
                    <a:pt x="647118" y="586812"/>
                  </a:lnTo>
                  <a:lnTo>
                    <a:pt x="616586" y="621792"/>
                  </a:lnTo>
                  <a:lnTo>
                    <a:pt x="581899" y="652580"/>
                  </a:lnTo>
                  <a:lnTo>
                    <a:pt x="543486" y="678744"/>
                  </a:lnTo>
                  <a:lnTo>
                    <a:pt x="501778" y="699849"/>
                  </a:lnTo>
                  <a:lnTo>
                    <a:pt x="457206" y="715461"/>
                  </a:lnTo>
                  <a:lnTo>
                    <a:pt x="410199" y="725147"/>
                  </a:lnTo>
                  <a:lnTo>
                    <a:pt x="361188" y="728472"/>
                  </a:lnTo>
                  <a:lnTo>
                    <a:pt x="312176" y="725147"/>
                  </a:lnTo>
                  <a:lnTo>
                    <a:pt x="265169" y="715461"/>
                  </a:lnTo>
                  <a:lnTo>
                    <a:pt x="220597" y="699849"/>
                  </a:lnTo>
                  <a:lnTo>
                    <a:pt x="178889" y="678744"/>
                  </a:lnTo>
                  <a:lnTo>
                    <a:pt x="140476" y="652580"/>
                  </a:lnTo>
                  <a:lnTo>
                    <a:pt x="105789" y="621792"/>
                  </a:lnTo>
                  <a:lnTo>
                    <a:pt x="75257" y="586812"/>
                  </a:lnTo>
                  <a:lnTo>
                    <a:pt x="49312" y="548075"/>
                  </a:lnTo>
                  <a:lnTo>
                    <a:pt x="28383" y="506015"/>
                  </a:lnTo>
                  <a:lnTo>
                    <a:pt x="12901" y="461066"/>
                  </a:lnTo>
                  <a:lnTo>
                    <a:pt x="3297" y="413661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11320207" y="2215814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0974100" y="2918503"/>
            <a:ext cx="23050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10075543" y="2473729"/>
            <a:ext cx="1425575" cy="1012825"/>
            <a:chOff x="10075543" y="2473729"/>
            <a:chExt cx="1425575" cy="1012825"/>
          </a:xfrm>
        </p:grpSpPr>
        <p:sp>
          <p:nvSpPr>
            <p:cNvPr id="31" name="object 31" descr=""/>
            <p:cNvSpPr/>
            <p:nvPr/>
          </p:nvSpPr>
          <p:spPr>
            <a:xfrm>
              <a:off x="10820400" y="2758440"/>
              <a:ext cx="597535" cy="601980"/>
            </a:xfrm>
            <a:custGeom>
              <a:avLst/>
              <a:gdLst/>
              <a:ahLst/>
              <a:cxnLst/>
              <a:rect l="l" t="t" r="r" b="b"/>
              <a:pathLst>
                <a:path w="597534" h="601979">
                  <a:moveTo>
                    <a:pt x="0" y="300989"/>
                  </a:moveTo>
                  <a:lnTo>
                    <a:pt x="3909" y="252168"/>
                  </a:lnTo>
                  <a:lnTo>
                    <a:pt x="15227" y="205854"/>
                  </a:lnTo>
                  <a:lnTo>
                    <a:pt x="33340" y="162668"/>
                  </a:lnTo>
                  <a:lnTo>
                    <a:pt x="57631" y="123230"/>
                  </a:lnTo>
                  <a:lnTo>
                    <a:pt x="87487" y="88158"/>
                  </a:lnTo>
                  <a:lnTo>
                    <a:pt x="122291" y="58074"/>
                  </a:lnTo>
                  <a:lnTo>
                    <a:pt x="161430" y="33596"/>
                  </a:lnTo>
                  <a:lnTo>
                    <a:pt x="204289" y="15344"/>
                  </a:lnTo>
                  <a:lnTo>
                    <a:pt x="250251" y="3939"/>
                  </a:lnTo>
                  <a:lnTo>
                    <a:pt x="298704" y="0"/>
                  </a:lnTo>
                  <a:lnTo>
                    <a:pt x="347156" y="3939"/>
                  </a:lnTo>
                  <a:lnTo>
                    <a:pt x="393118" y="15344"/>
                  </a:lnTo>
                  <a:lnTo>
                    <a:pt x="435977" y="33596"/>
                  </a:lnTo>
                  <a:lnTo>
                    <a:pt x="475116" y="58074"/>
                  </a:lnTo>
                  <a:lnTo>
                    <a:pt x="509920" y="88158"/>
                  </a:lnTo>
                  <a:lnTo>
                    <a:pt x="539776" y="123230"/>
                  </a:lnTo>
                  <a:lnTo>
                    <a:pt x="564067" y="162668"/>
                  </a:lnTo>
                  <a:lnTo>
                    <a:pt x="582180" y="205854"/>
                  </a:lnTo>
                  <a:lnTo>
                    <a:pt x="593498" y="252168"/>
                  </a:lnTo>
                  <a:lnTo>
                    <a:pt x="597408" y="300989"/>
                  </a:lnTo>
                  <a:lnTo>
                    <a:pt x="593498" y="349811"/>
                  </a:lnTo>
                  <a:lnTo>
                    <a:pt x="582180" y="396125"/>
                  </a:lnTo>
                  <a:lnTo>
                    <a:pt x="564067" y="439311"/>
                  </a:lnTo>
                  <a:lnTo>
                    <a:pt x="539776" y="478749"/>
                  </a:lnTo>
                  <a:lnTo>
                    <a:pt x="509920" y="513821"/>
                  </a:lnTo>
                  <a:lnTo>
                    <a:pt x="475116" y="543905"/>
                  </a:lnTo>
                  <a:lnTo>
                    <a:pt x="435977" y="568383"/>
                  </a:lnTo>
                  <a:lnTo>
                    <a:pt x="393118" y="586635"/>
                  </a:lnTo>
                  <a:lnTo>
                    <a:pt x="347156" y="598040"/>
                  </a:lnTo>
                  <a:lnTo>
                    <a:pt x="298704" y="601979"/>
                  </a:lnTo>
                  <a:lnTo>
                    <a:pt x="250251" y="598040"/>
                  </a:lnTo>
                  <a:lnTo>
                    <a:pt x="204289" y="586635"/>
                  </a:lnTo>
                  <a:lnTo>
                    <a:pt x="161430" y="568383"/>
                  </a:lnTo>
                  <a:lnTo>
                    <a:pt x="122291" y="543905"/>
                  </a:lnTo>
                  <a:lnTo>
                    <a:pt x="87487" y="513821"/>
                  </a:lnTo>
                  <a:lnTo>
                    <a:pt x="57631" y="478749"/>
                  </a:lnTo>
                  <a:lnTo>
                    <a:pt x="33340" y="439311"/>
                  </a:lnTo>
                  <a:lnTo>
                    <a:pt x="15227" y="396125"/>
                  </a:lnTo>
                  <a:lnTo>
                    <a:pt x="3909" y="349811"/>
                  </a:lnTo>
                  <a:lnTo>
                    <a:pt x="0" y="30098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0108328" y="3220405"/>
              <a:ext cx="684530" cy="256540"/>
            </a:xfrm>
            <a:custGeom>
              <a:avLst/>
              <a:gdLst/>
              <a:ahLst/>
              <a:cxnLst/>
              <a:rect l="l" t="t" r="r" b="b"/>
              <a:pathLst>
                <a:path w="684529" h="256539">
                  <a:moveTo>
                    <a:pt x="684123" y="0"/>
                  </a:moveTo>
                  <a:lnTo>
                    <a:pt x="675865" y="41028"/>
                  </a:lnTo>
                  <a:lnTo>
                    <a:pt x="660534" y="79685"/>
                  </a:lnTo>
                  <a:lnTo>
                    <a:pt x="638720" y="115574"/>
                  </a:lnTo>
                  <a:lnTo>
                    <a:pt x="611015" y="148299"/>
                  </a:lnTo>
                  <a:lnTo>
                    <a:pt x="578009" y="177466"/>
                  </a:lnTo>
                  <a:lnTo>
                    <a:pt x="540296" y="202679"/>
                  </a:lnTo>
                  <a:lnTo>
                    <a:pt x="498466" y="223542"/>
                  </a:lnTo>
                  <a:lnTo>
                    <a:pt x="453110" y="239660"/>
                  </a:lnTo>
                  <a:lnTo>
                    <a:pt x="404820" y="250637"/>
                  </a:lnTo>
                  <a:lnTo>
                    <a:pt x="354187" y="256078"/>
                  </a:lnTo>
                  <a:lnTo>
                    <a:pt x="301802" y="255587"/>
                  </a:lnTo>
                  <a:lnTo>
                    <a:pt x="250842" y="249163"/>
                  </a:lnTo>
                  <a:lnTo>
                    <a:pt x="202561" y="237219"/>
                  </a:lnTo>
                  <a:lnTo>
                    <a:pt x="157509" y="220173"/>
                  </a:lnTo>
                  <a:lnTo>
                    <a:pt x="116239" y="198443"/>
                  </a:lnTo>
                  <a:lnTo>
                    <a:pt x="79302" y="172449"/>
                  </a:lnTo>
                  <a:lnTo>
                    <a:pt x="47249" y="142609"/>
                  </a:lnTo>
                  <a:lnTo>
                    <a:pt x="20631" y="109340"/>
                  </a:lnTo>
                  <a:lnTo>
                    <a:pt x="0" y="7306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0075543" y="3232415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4">
                  <a:moveTo>
                    <a:pt x="13944" y="0"/>
                  </a:moveTo>
                  <a:lnTo>
                    <a:pt x="0" y="84048"/>
                  </a:lnTo>
                  <a:lnTo>
                    <a:pt x="72809" y="61582"/>
                  </a:lnTo>
                  <a:lnTo>
                    <a:pt x="139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1132024" y="2483254"/>
              <a:ext cx="354965" cy="294640"/>
            </a:xfrm>
            <a:custGeom>
              <a:avLst/>
              <a:gdLst/>
              <a:ahLst/>
              <a:cxnLst/>
              <a:rect l="l" t="t" r="r" b="b"/>
              <a:pathLst>
                <a:path w="354965" h="294639">
                  <a:moveTo>
                    <a:pt x="5620" y="215131"/>
                  </a:moveTo>
                  <a:lnTo>
                    <a:pt x="0" y="164788"/>
                  </a:lnTo>
                  <a:lnTo>
                    <a:pt x="6750" y="117585"/>
                  </a:lnTo>
                  <a:lnTo>
                    <a:pt x="24654" y="75562"/>
                  </a:lnTo>
                  <a:lnTo>
                    <a:pt x="52496" y="40761"/>
                  </a:lnTo>
                  <a:lnTo>
                    <a:pt x="89059" y="15221"/>
                  </a:lnTo>
                  <a:lnTo>
                    <a:pt x="133128" y="983"/>
                  </a:lnTo>
                  <a:lnTo>
                    <a:pt x="180360" y="0"/>
                  </a:lnTo>
                  <a:lnTo>
                    <a:pt x="225840" y="11863"/>
                  </a:lnTo>
                  <a:lnTo>
                    <a:pt x="267510" y="35078"/>
                  </a:lnTo>
                  <a:lnTo>
                    <a:pt x="303310" y="68149"/>
                  </a:lnTo>
                  <a:lnTo>
                    <a:pt x="331181" y="109581"/>
                  </a:lnTo>
                  <a:lnTo>
                    <a:pt x="349066" y="157879"/>
                  </a:lnTo>
                  <a:lnTo>
                    <a:pt x="354384" y="194379"/>
                  </a:lnTo>
                  <a:lnTo>
                    <a:pt x="353066" y="229945"/>
                  </a:lnTo>
                  <a:lnTo>
                    <a:pt x="345405" y="263664"/>
                  </a:lnTo>
                  <a:lnTo>
                    <a:pt x="331692" y="29462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1422043" y="2743290"/>
              <a:ext cx="79375" cy="82550"/>
            </a:xfrm>
            <a:custGeom>
              <a:avLst/>
              <a:gdLst/>
              <a:ahLst/>
              <a:cxnLst/>
              <a:rect l="l" t="t" r="r" b="b"/>
              <a:pathLst>
                <a:path w="79375" h="82550">
                  <a:moveTo>
                    <a:pt x="21259" y="0"/>
                  </a:moveTo>
                  <a:lnTo>
                    <a:pt x="0" y="82499"/>
                  </a:lnTo>
                  <a:lnTo>
                    <a:pt x="78752" y="50012"/>
                  </a:lnTo>
                  <a:lnTo>
                    <a:pt x="212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0087864" y="2645432"/>
              <a:ext cx="684530" cy="257175"/>
            </a:xfrm>
            <a:custGeom>
              <a:avLst/>
              <a:gdLst/>
              <a:ahLst/>
              <a:cxnLst/>
              <a:rect l="l" t="t" r="r" b="b"/>
              <a:pathLst>
                <a:path w="684529" h="257175">
                  <a:moveTo>
                    <a:pt x="0" y="256832"/>
                  </a:moveTo>
                  <a:lnTo>
                    <a:pt x="8244" y="215688"/>
                  </a:lnTo>
                  <a:lnTo>
                    <a:pt x="23563" y="176922"/>
                  </a:lnTo>
                  <a:lnTo>
                    <a:pt x="45367" y="140931"/>
                  </a:lnTo>
                  <a:lnTo>
                    <a:pt x="73063" y="108112"/>
                  </a:lnTo>
                  <a:lnTo>
                    <a:pt x="106060" y="78861"/>
                  </a:lnTo>
                  <a:lnTo>
                    <a:pt x="143766" y="53573"/>
                  </a:lnTo>
                  <a:lnTo>
                    <a:pt x="185591" y="32647"/>
                  </a:lnTo>
                  <a:lnTo>
                    <a:pt x="230942" y="16479"/>
                  </a:lnTo>
                  <a:lnTo>
                    <a:pt x="279229" y="5464"/>
                  </a:lnTo>
                  <a:lnTo>
                    <a:pt x="329860" y="0"/>
                  </a:lnTo>
                  <a:lnTo>
                    <a:pt x="382244" y="482"/>
                  </a:lnTo>
                  <a:lnTo>
                    <a:pt x="433291" y="6929"/>
                  </a:lnTo>
                  <a:lnTo>
                    <a:pt x="481649" y="18929"/>
                  </a:lnTo>
                  <a:lnTo>
                    <a:pt x="526765" y="36061"/>
                  </a:lnTo>
                  <a:lnTo>
                    <a:pt x="568085" y="57904"/>
                  </a:lnTo>
                  <a:lnTo>
                    <a:pt x="605055" y="84034"/>
                  </a:lnTo>
                  <a:lnTo>
                    <a:pt x="637121" y="114030"/>
                  </a:lnTo>
                  <a:lnTo>
                    <a:pt x="663729" y="147471"/>
                  </a:lnTo>
                  <a:lnTo>
                    <a:pt x="684326" y="183934"/>
                  </a:lnTo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0732099" y="2806232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5">
                  <a:moveTo>
                    <a:pt x="72859" y="0"/>
                  </a:moveTo>
                  <a:lnTo>
                    <a:pt x="0" y="22313"/>
                  </a:lnTo>
                  <a:lnTo>
                    <a:pt x="58750" y="84023"/>
                  </a:lnTo>
                  <a:lnTo>
                    <a:pt x="7285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10278579" y="2359919"/>
            <a:ext cx="2527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C00000"/>
                </a:solidFill>
                <a:latin typeface="Cambria Math"/>
                <a:cs typeface="Cambria Math"/>
              </a:rPr>
              <a:t>𝑎,</a:t>
            </a:r>
            <a:r>
              <a:rPr dirty="0" sz="1200" spc="-50">
                <a:solidFill>
                  <a:srgbClr val="C00000"/>
                </a:solidFill>
                <a:latin typeface="Cambria Math"/>
                <a:cs typeface="Cambria Math"/>
              </a:rPr>
              <a:t> 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10382792" y="3468772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6272593" y="4049077"/>
            <a:ext cx="445770" cy="427355"/>
            <a:chOff x="6272593" y="4049077"/>
            <a:chExt cx="445770" cy="427355"/>
          </a:xfrm>
        </p:grpSpPr>
        <p:sp>
          <p:nvSpPr>
            <p:cNvPr id="41" name="object 41" descr=""/>
            <p:cNvSpPr/>
            <p:nvPr/>
          </p:nvSpPr>
          <p:spPr>
            <a:xfrm>
              <a:off x="6277355" y="4053840"/>
              <a:ext cx="436245" cy="417830"/>
            </a:xfrm>
            <a:custGeom>
              <a:avLst/>
              <a:gdLst/>
              <a:ahLst/>
              <a:cxnLst/>
              <a:rect l="l" t="t" r="r" b="b"/>
              <a:pathLst>
                <a:path w="436245" h="417829">
                  <a:moveTo>
                    <a:pt x="435864" y="0"/>
                  </a:moveTo>
                  <a:lnTo>
                    <a:pt x="0" y="0"/>
                  </a:lnTo>
                  <a:lnTo>
                    <a:pt x="0" y="417575"/>
                  </a:lnTo>
                  <a:lnTo>
                    <a:pt x="435864" y="417575"/>
                  </a:lnTo>
                  <a:lnTo>
                    <a:pt x="43586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6277355" y="4053840"/>
              <a:ext cx="436245" cy="417830"/>
            </a:xfrm>
            <a:custGeom>
              <a:avLst/>
              <a:gdLst/>
              <a:ahLst/>
              <a:cxnLst/>
              <a:rect l="l" t="t" r="r" b="b"/>
              <a:pathLst>
                <a:path w="436245" h="417829">
                  <a:moveTo>
                    <a:pt x="0" y="0"/>
                  </a:moveTo>
                  <a:lnTo>
                    <a:pt x="435864" y="0"/>
                  </a:lnTo>
                  <a:lnTo>
                    <a:pt x="435864" y="417575"/>
                  </a:lnTo>
                  <a:lnTo>
                    <a:pt x="0" y="41757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 descr=""/>
          <p:cNvSpPr txBox="1"/>
          <p:nvPr/>
        </p:nvSpPr>
        <p:spPr>
          <a:xfrm>
            <a:off x="6392489" y="4080133"/>
            <a:ext cx="1981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7781290" y="5521197"/>
            <a:ext cx="890905" cy="898525"/>
            <a:chOff x="7781290" y="5521197"/>
            <a:chExt cx="890905" cy="898525"/>
          </a:xfrm>
        </p:grpSpPr>
        <p:sp>
          <p:nvSpPr>
            <p:cNvPr id="45" name="object 45" descr=""/>
            <p:cNvSpPr/>
            <p:nvPr/>
          </p:nvSpPr>
          <p:spPr>
            <a:xfrm>
              <a:off x="7787640" y="5527547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438912" y="0"/>
                  </a:moveTo>
                  <a:lnTo>
                    <a:pt x="391087" y="2597"/>
                  </a:lnTo>
                  <a:lnTo>
                    <a:pt x="344754" y="10211"/>
                  </a:lnTo>
                  <a:lnTo>
                    <a:pt x="300181" y="22569"/>
                  </a:lnTo>
                  <a:lnTo>
                    <a:pt x="257635" y="39404"/>
                  </a:lnTo>
                  <a:lnTo>
                    <a:pt x="217384" y="60443"/>
                  </a:lnTo>
                  <a:lnTo>
                    <a:pt x="179696" y="85418"/>
                  </a:lnTo>
                  <a:lnTo>
                    <a:pt x="144838" y="114058"/>
                  </a:lnTo>
                  <a:lnTo>
                    <a:pt x="113078" y="146093"/>
                  </a:lnTo>
                  <a:lnTo>
                    <a:pt x="84684" y="181254"/>
                  </a:lnTo>
                  <a:lnTo>
                    <a:pt x="59924" y="219269"/>
                  </a:lnTo>
                  <a:lnTo>
                    <a:pt x="39065" y="259870"/>
                  </a:lnTo>
                  <a:lnTo>
                    <a:pt x="22375" y="302785"/>
                  </a:lnTo>
                  <a:lnTo>
                    <a:pt x="10123" y="347746"/>
                  </a:lnTo>
                  <a:lnTo>
                    <a:pt x="2575" y="394481"/>
                  </a:lnTo>
                  <a:lnTo>
                    <a:pt x="0" y="442721"/>
                  </a:lnTo>
                  <a:lnTo>
                    <a:pt x="2575" y="490962"/>
                  </a:lnTo>
                  <a:lnTo>
                    <a:pt x="10123" y="537697"/>
                  </a:lnTo>
                  <a:lnTo>
                    <a:pt x="22375" y="582658"/>
                  </a:lnTo>
                  <a:lnTo>
                    <a:pt x="39065" y="625573"/>
                  </a:lnTo>
                  <a:lnTo>
                    <a:pt x="59924" y="666174"/>
                  </a:lnTo>
                  <a:lnTo>
                    <a:pt x="84684" y="704189"/>
                  </a:lnTo>
                  <a:lnTo>
                    <a:pt x="113078" y="739350"/>
                  </a:lnTo>
                  <a:lnTo>
                    <a:pt x="144838" y="771385"/>
                  </a:lnTo>
                  <a:lnTo>
                    <a:pt x="179696" y="800025"/>
                  </a:lnTo>
                  <a:lnTo>
                    <a:pt x="217384" y="825000"/>
                  </a:lnTo>
                  <a:lnTo>
                    <a:pt x="257635" y="846039"/>
                  </a:lnTo>
                  <a:lnTo>
                    <a:pt x="300181" y="862874"/>
                  </a:lnTo>
                  <a:lnTo>
                    <a:pt x="344754" y="875232"/>
                  </a:lnTo>
                  <a:lnTo>
                    <a:pt x="391087" y="882846"/>
                  </a:lnTo>
                  <a:lnTo>
                    <a:pt x="438912" y="885443"/>
                  </a:lnTo>
                  <a:lnTo>
                    <a:pt x="486736" y="882846"/>
                  </a:lnTo>
                  <a:lnTo>
                    <a:pt x="533069" y="875232"/>
                  </a:lnTo>
                  <a:lnTo>
                    <a:pt x="577642" y="862874"/>
                  </a:lnTo>
                  <a:lnTo>
                    <a:pt x="620188" y="846039"/>
                  </a:lnTo>
                  <a:lnTo>
                    <a:pt x="660439" y="825000"/>
                  </a:lnTo>
                  <a:lnTo>
                    <a:pt x="698127" y="800025"/>
                  </a:lnTo>
                  <a:lnTo>
                    <a:pt x="732985" y="771385"/>
                  </a:lnTo>
                  <a:lnTo>
                    <a:pt x="764745" y="739350"/>
                  </a:lnTo>
                  <a:lnTo>
                    <a:pt x="793139" y="704189"/>
                  </a:lnTo>
                  <a:lnTo>
                    <a:pt x="817899" y="666174"/>
                  </a:lnTo>
                  <a:lnTo>
                    <a:pt x="838758" y="625573"/>
                  </a:lnTo>
                  <a:lnTo>
                    <a:pt x="855448" y="582658"/>
                  </a:lnTo>
                  <a:lnTo>
                    <a:pt x="867700" y="537697"/>
                  </a:lnTo>
                  <a:lnTo>
                    <a:pt x="875248" y="490962"/>
                  </a:lnTo>
                  <a:lnTo>
                    <a:pt x="877824" y="442721"/>
                  </a:lnTo>
                  <a:lnTo>
                    <a:pt x="875248" y="394481"/>
                  </a:lnTo>
                  <a:lnTo>
                    <a:pt x="867700" y="347746"/>
                  </a:lnTo>
                  <a:lnTo>
                    <a:pt x="855448" y="302785"/>
                  </a:lnTo>
                  <a:lnTo>
                    <a:pt x="838758" y="259870"/>
                  </a:lnTo>
                  <a:lnTo>
                    <a:pt x="817899" y="219269"/>
                  </a:lnTo>
                  <a:lnTo>
                    <a:pt x="793139" y="181254"/>
                  </a:lnTo>
                  <a:lnTo>
                    <a:pt x="764745" y="146093"/>
                  </a:lnTo>
                  <a:lnTo>
                    <a:pt x="732985" y="114058"/>
                  </a:lnTo>
                  <a:lnTo>
                    <a:pt x="698127" y="85418"/>
                  </a:lnTo>
                  <a:lnTo>
                    <a:pt x="660439" y="60443"/>
                  </a:lnTo>
                  <a:lnTo>
                    <a:pt x="620188" y="39404"/>
                  </a:lnTo>
                  <a:lnTo>
                    <a:pt x="577642" y="22569"/>
                  </a:lnTo>
                  <a:lnTo>
                    <a:pt x="533069" y="10211"/>
                  </a:lnTo>
                  <a:lnTo>
                    <a:pt x="486736" y="2597"/>
                  </a:lnTo>
                  <a:lnTo>
                    <a:pt x="4389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7787640" y="5527547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0" y="442721"/>
                  </a:moveTo>
                  <a:lnTo>
                    <a:pt x="2575" y="394481"/>
                  </a:lnTo>
                  <a:lnTo>
                    <a:pt x="10123" y="347746"/>
                  </a:lnTo>
                  <a:lnTo>
                    <a:pt x="22375" y="302785"/>
                  </a:lnTo>
                  <a:lnTo>
                    <a:pt x="39065" y="259870"/>
                  </a:lnTo>
                  <a:lnTo>
                    <a:pt x="59924" y="219269"/>
                  </a:lnTo>
                  <a:lnTo>
                    <a:pt x="84684" y="181254"/>
                  </a:lnTo>
                  <a:lnTo>
                    <a:pt x="113078" y="146093"/>
                  </a:lnTo>
                  <a:lnTo>
                    <a:pt x="144838" y="114058"/>
                  </a:lnTo>
                  <a:lnTo>
                    <a:pt x="179696" y="85418"/>
                  </a:lnTo>
                  <a:lnTo>
                    <a:pt x="217384" y="60443"/>
                  </a:lnTo>
                  <a:lnTo>
                    <a:pt x="257635" y="39404"/>
                  </a:lnTo>
                  <a:lnTo>
                    <a:pt x="300181" y="22569"/>
                  </a:lnTo>
                  <a:lnTo>
                    <a:pt x="344754" y="10211"/>
                  </a:lnTo>
                  <a:lnTo>
                    <a:pt x="391087" y="2597"/>
                  </a:lnTo>
                  <a:lnTo>
                    <a:pt x="438912" y="0"/>
                  </a:lnTo>
                  <a:lnTo>
                    <a:pt x="486736" y="2597"/>
                  </a:lnTo>
                  <a:lnTo>
                    <a:pt x="533069" y="10211"/>
                  </a:lnTo>
                  <a:lnTo>
                    <a:pt x="577642" y="22569"/>
                  </a:lnTo>
                  <a:lnTo>
                    <a:pt x="620188" y="39404"/>
                  </a:lnTo>
                  <a:lnTo>
                    <a:pt x="660439" y="60443"/>
                  </a:lnTo>
                  <a:lnTo>
                    <a:pt x="698127" y="85418"/>
                  </a:lnTo>
                  <a:lnTo>
                    <a:pt x="732985" y="114058"/>
                  </a:lnTo>
                  <a:lnTo>
                    <a:pt x="764745" y="146093"/>
                  </a:lnTo>
                  <a:lnTo>
                    <a:pt x="793139" y="181254"/>
                  </a:lnTo>
                  <a:lnTo>
                    <a:pt x="817899" y="219269"/>
                  </a:lnTo>
                  <a:lnTo>
                    <a:pt x="838758" y="259870"/>
                  </a:lnTo>
                  <a:lnTo>
                    <a:pt x="855448" y="302785"/>
                  </a:lnTo>
                  <a:lnTo>
                    <a:pt x="867700" y="347746"/>
                  </a:lnTo>
                  <a:lnTo>
                    <a:pt x="875248" y="394481"/>
                  </a:lnTo>
                  <a:lnTo>
                    <a:pt x="877824" y="442721"/>
                  </a:lnTo>
                  <a:lnTo>
                    <a:pt x="875248" y="490962"/>
                  </a:lnTo>
                  <a:lnTo>
                    <a:pt x="867700" y="537697"/>
                  </a:lnTo>
                  <a:lnTo>
                    <a:pt x="855448" y="582658"/>
                  </a:lnTo>
                  <a:lnTo>
                    <a:pt x="838758" y="625573"/>
                  </a:lnTo>
                  <a:lnTo>
                    <a:pt x="817899" y="666174"/>
                  </a:lnTo>
                  <a:lnTo>
                    <a:pt x="793139" y="704189"/>
                  </a:lnTo>
                  <a:lnTo>
                    <a:pt x="764745" y="739350"/>
                  </a:lnTo>
                  <a:lnTo>
                    <a:pt x="732985" y="771385"/>
                  </a:lnTo>
                  <a:lnTo>
                    <a:pt x="698127" y="800025"/>
                  </a:lnTo>
                  <a:lnTo>
                    <a:pt x="660439" y="825000"/>
                  </a:lnTo>
                  <a:lnTo>
                    <a:pt x="620188" y="846039"/>
                  </a:lnTo>
                  <a:lnTo>
                    <a:pt x="577642" y="862874"/>
                  </a:lnTo>
                  <a:lnTo>
                    <a:pt x="533069" y="875232"/>
                  </a:lnTo>
                  <a:lnTo>
                    <a:pt x="486736" y="882846"/>
                  </a:lnTo>
                  <a:lnTo>
                    <a:pt x="438912" y="885443"/>
                  </a:lnTo>
                  <a:lnTo>
                    <a:pt x="391087" y="882846"/>
                  </a:lnTo>
                  <a:lnTo>
                    <a:pt x="344754" y="875232"/>
                  </a:lnTo>
                  <a:lnTo>
                    <a:pt x="300181" y="862874"/>
                  </a:lnTo>
                  <a:lnTo>
                    <a:pt x="257635" y="846039"/>
                  </a:lnTo>
                  <a:lnTo>
                    <a:pt x="217384" y="825000"/>
                  </a:lnTo>
                  <a:lnTo>
                    <a:pt x="179696" y="800025"/>
                  </a:lnTo>
                  <a:lnTo>
                    <a:pt x="144838" y="771385"/>
                  </a:lnTo>
                  <a:lnTo>
                    <a:pt x="113078" y="739350"/>
                  </a:lnTo>
                  <a:lnTo>
                    <a:pt x="84684" y="704189"/>
                  </a:lnTo>
                  <a:lnTo>
                    <a:pt x="59924" y="666174"/>
                  </a:lnTo>
                  <a:lnTo>
                    <a:pt x="39065" y="625573"/>
                  </a:lnTo>
                  <a:lnTo>
                    <a:pt x="22375" y="582658"/>
                  </a:lnTo>
                  <a:lnTo>
                    <a:pt x="10123" y="537697"/>
                  </a:lnTo>
                  <a:lnTo>
                    <a:pt x="2575" y="490962"/>
                  </a:lnTo>
                  <a:lnTo>
                    <a:pt x="0" y="4427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 txBox="1"/>
          <p:nvPr/>
        </p:nvSpPr>
        <p:spPr>
          <a:xfrm>
            <a:off x="7943843" y="5831324"/>
            <a:ext cx="5111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0</a:t>
            </a:r>
            <a:r>
              <a:rPr dirty="0" baseline="-14492" sz="1725" spc="11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10305033" y="4039870"/>
            <a:ext cx="890905" cy="898525"/>
            <a:chOff x="10305033" y="4039870"/>
            <a:chExt cx="890905" cy="898525"/>
          </a:xfrm>
        </p:grpSpPr>
        <p:sp>
          <p:nvSpPr>
            <p:cNvPr id="49" name="object 49" descr=""/>
            <p:cNvSpPr/>
            <p:nvPr/>
          </p:nvSpPr>
          <p:spPr>
            <a:xfrm>
              <a:off x="10311383" y="4046220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438912" y="0"/>
                  </a:moveTo>
                  <a:lnTo>
                    <a:pt x="391087" y="2597"/>
                  </a:lnTo>
                  <a:lnTo>
                    <a:pt x="344754" y="10211"/>
                  </a:lnTo>
                  <a:lnTo>
                    <a:pt x="300181" y="22569"/>
                  </a:lnTo>
                  <a:lnTo>
                    <a:pt x="257635" y="39404"/>
                  </a:lnTo>
                  <a:lnTo>
                    <a:pt x="217384" y="60443"/>
                  </a:lnTo>
                  <a:lnTo>
                    <a:pt x="179696" y="85418"/>
                  </a:lnTo>
                  <a:lnTo>
                    <a:pt x="144838" y="114058"/>
                  </a:lnTo>
                  <a:lnTo>
                    <a:pt x="113078" y="146093"/>
                  </a:lnTo>
                  <a:lnTo>
                    <a:pt x="84684" y="181254"/>
                  </a:lnTo>
                  <a:lnTo>
                    <a:pt x="59924" y="219269"/>
                  </a:lnTo>
                  <a:lnTo>
                    <a:pt x="39065" y="259870"/>
                  </a:lnTo>
                  <a:lnTo>
                    <a:pt x="22375" y="302785"/>
                  </a:lnTo>
                  <a:lnTo>
                    <a:pt x="10123" y="347746"/>
                  </a:lnTo>
                  <a:lnTo>
                    <a:pt x="2575" y="394481"/>
                  </a:lnTo>
                  <a:lnTo>
                    <a:pt x="0" y="442721"/>
                  </a:lnTo>
                  <a:lnTo>
                    <a:pt x="2575" y="490962"/>
                  </a:lnTo>
                  <a:lnTo>
                    <a:pt x="10123" y="537697"/>
                  </a:lnTo>
                  <a:lnTo>
                    <a:pt x="22375" y="582658"/>
                  </a:lnTo>
                  <a:lnTo>
                    <a:pt x="39065" y="625573"/>
                  </a:lnTo>
                  <a:lnTo>
                    <a:pt x="59924" y="666174"/>
                  </a:lnTo>
                  <a:lnTo>
                    <a:pt x="84684" y="704189"/>
                  </a:lnTo>
                  <a:lnTo>
                    <a:pt x="113078" y="739350"/>
                  </a:lnTo>
                  <a:lnTo>
                    <a:pt x="144838" y="771385"/>
                  </a:lnTo>
                  <a:lnTo>
                    <a:pt x="179696" y="800025"/>
                  </a:lnTo>
                  <a:lnTo>
                    <a:pt x="217384" y="825000"/>
                  </a:lnTo>
                  <a:lnTo>
                    <a:pt x="257635" y="846039"/>
                  </a:lnTo>
                  <a:lnTo>
                    <a:pt x="300181" y="862874"/>
                  </a:lnTo>
                  <a:lnTo>
                    <a:pt x="344754" y="875232"/>
                  </a:lnTo>
                  <a:lnTo>
                    <a:pt x="391087" y="882846"/>
                  </a:lnTo>
                  <a:lnTo>
                    <a:pt x="438912" y="885443"/>
                  </a:lnTo>
                  <a:lnTo>
                    <a:pt x="486736" y="882846"/>
                  </a:lnTo>
                  <a:lnTo>
                    <a:pt x="533069" y="875232"/>
                  </a:lnTo>
                  <a:lnTo>
                    <a:pt x="577642" y="862874"/>
                  </a:lnTo>
                  <a:lnTo>
                    <a:pt x="620188" y="846039"/>
                  </a:lnTo>
                  <a:lnTo>
                    <a:pt x="660439" y="825000"/>
                  </a:lnTo>
                  <a:lnTo>
                    <a:pt x="698127" y="800025"/>
                  </a:lnTo>
                  <a:lnTo>
                    <a:pt x="732985" y="771385"/>
                  </a:lnTo>
                  <a:lnTo>
                    <a:pt x="764745" y="739350"/>
                  </a:lnTo>
                  <a:lnTo>
                    <a:pt x="793139" y="704189"/>
                  </a:lnTo>
                  <a:lnTo>
                    <a:pt x="817899" y="666174"/>
                  </a:lnTo>
                  <a:lnTo>
                    <a:pt x="838758" y="625573"/>
                  </a:lnTo>
                  <a:lnTo>
                    <a:pt x="855448" y="582658"/>
                  </a:lnTo>
                  <a:lnTo>
                    <a:pt x="867700" y="537697"/>
                  </a:lnTo>
                  <a:lnTo>
                    <a:pt x="875248" y="490962"/>
                  </a:lnTo>
                  <a:lnTo>
                    <a:pt x="877824" y="442721"/>
                  </a:lnTo>
                  <a:lnTo>
                    <a:pt x="875248" y="394481"/>
                  </a:lnTo>
                  <a:lnTo>
                    <a:pt x="867700" y="347746"/>
                  </a:lnTo>
                  <a:lnTo>
                    <a:pt x="855448" y="302785"/>
                  </a:lnTo>
                  <a:lnTo>
                    <a:pt x="838758" y="259870"/>
                  </a:lnTo>
                  <a:lnTo>
                    <a:pt x="817899" y="219269"/>
                  </a:lnTo>
                  <a:lnTo>
                    <a:pt x="793139" y="181254"/>
                  </a:lnTo>
                  <a:lnTo>
                    <a:pt x="764745" y="146093"/>
                  </a:lnTo>
                  <a:lnTo>
                    <a:pt x="732985" y="114058"/>
                  </a:lnTo>
                  <a:lnTo>
                    <a:pt x="698127" y="85418"/>
                  </a:lnTo>
                  <a:lnTo>
                    <a:pt x="660439" y="60443"/>
                  </a:lnTo>
                  <a:lnTo>
                    <a:pt x="620188" y="39404"/>
                  </a:lnTo>
                  <a:lnTo>
                    <a:pt x="577642" y="22569"/>
                  </a:lnTo>
                  <a:lnTo>
                    <a:pt x="533069" y="10211"/>
                  </a:lnTo>
                  <a:lnTo>
                    <a:pt x="486736" y="2597"/>
                  </a:lnTo>
                  <a:lnTo>
                    <a:pt x="4389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0311383" y="4046220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0" y="442721"/>
                  </a:moveTo>
                  <a:lnTo>
                    <a:pt x="2575" y="394481"/>
                  </a:lnTo>
                  <a:lnTo>
                    <a:pt x="10123" y="347746"/>
                  </a:lnTo>
                  <a:lnTo>
                    <a:pt x="22375" y="302785"/>
                  </a:lnTo>
                  <a:lnTo>
                    <a:pt x="39065" y="259870"/>
                  </a:lnTo>
                  <a:lnTo>
                    <a:pt x="59924" y="219269"/>
                  </a:lnTo>
                  <a:lnTo>
                    <a:pt x="84684" y="181254"/>
                  </a:lnTo>
                  <a:lnTo>
                    <a:pt x="113078" y="146093"/>
                  </a:lnTo>
                  <a:lnTo>
                    <a:pt x="144838" y="114058"/>
                  </a:lnTo>
                  <a:lnTo>
                    <a:pt x="179696" y="85418"/>
                  </a:lnTo>
                  <a:lnTo>
                    <a:pt x="217384" y="60443"/>
                  </a:lnTo>
                  <a:lnTo>
                    <a:pt x="257635" y="39404"/>
                  </a:lnTo>
                  <a:lnTo>
                    <a:pt x="300181" y="22569"/>
                  </a:lnTo>
                  <a:lnTo>
                    <a:pt x="344754" y="10211"/>
                  </a:lnTo>
                  <a:lnTo>
                    <a:pt x="391087" y="2597"/>
                  </a:lnTo>
                  <a:lnTo>
                    <a:pt x="438912" y="0"/>
                  </a:lnTo>
                  <a:lnTo>
                    <a:pt x="486736" y="2597"/>
                  </a:lnTo>
                  <a:lnTo>
                    <a:pt x="533069" y="10211"/>
                  </a:lnTo>
                  <a:lnTo>
                    <a:pt x="577642" y="22569"/>
                  </a:lnTo>
                  <a:lnTo>
                    <a:pt x="620188" y="39404"/>
                  </a:lnTo>
                  <a:lnTo>
                    <a:pt x="660439" y="60443"/>
                  </a:lnTo>
                  <a:lnTo>
                    <a:pt x="698127" y="85418"/>
                  </a:lnTo>
                  <a:lnTo>
                    <a:pt x="732985" y="114058"/>
                  </a:lnTo>
                  <a:lnTo>
                    <a:pt x="764745" y="146093"/>
                  </a:lnTo>
                  <a:lnTo>
                    <a:pt x="793139" y="181254"/>
                  </a:lnTo>
                  <a:lnTo>
                    <a:pt x="817899" y="219269"/>
                  </a:lnTo>
                  <a:lnTo>
                    <a:pt x="838758" y="259870"/>
                  </a:lnTo>
                  <a:lnTo>
                    <a:pt x="855448" y="302785"/>
                  </a:lnTo>
                  <a:lnTo>
                    <a:pt x="867700" y="347746"/>
                  </a:lnTo>
                  <a:lnTo>
                    <a:pt x="875248" y="394481"/>
                  </a:lnTo>
                  <a:lnTo>
                    <a:pt x="877824" y="442721"/>
                  </a:lnTo>
                  <a:lnTo>
                    <a:pt x="875248" y="490962"/>
                  </a:lnTo>
                  <a:lnTo>
                    <a:pt x="867700" y="537697"/>
                  </a:lnTo>
                  <a:lnTo>
                    <a:pt x="855448" y="582658"/>
                  </a:lnTo>
                  <a:lnTo>
                    <a:pt x="838758" y="625573"/>
                  </a:lnTo>
                  <a:lnTo>
                    <a:pt x="817899" y="666174"/>
                  </a:lnTo>
                  <a:lnTo>
                    <a:pt x="793139" y="704189"/>
                  </a:lnTo>
                  <a:lnTo>
                    <a:pt x="764745" y="739350"/>
                  </a:lnTo>
                  <a:lnTo>
                    <a:pt x="732985" y="771385"/>
                  </a:lnTo>
                  <a:lnTo>
                    <a:pt x="698127" y="800025"/>
                  </a:lnTo>
                  <a:lnTo>
                    <a:pt x="660439" y="825000"/>
                  </a:lnTo>
                  <a:lnTo>
                    <a:pt x="620188" y="846039"/>
                  </a:lnTo>
                  <a:lnTo>
                    <a:pt x="577642" y="862874"/>
                  </a:lnTo>
                  <a:lnTo>
                    <a:pt x="533069" y="875232"/>
                  </a:lnTo>
                  <a:lnTo>
                    <a:pt x="486736" y="882846"/>
                  </a:lnTo>
                  <a:lnTo>
                    <a:pt x="438912" y="885443"/>
                  </a:lnTo>
                  <a:lnTo>
                    <a:pt x="391087" y="882846"/>
                  </a:lnTo>
                  <a:lnTo>
                    <a:pt x="344754" y="875232"/>
                  </a:lnTo>
                  <a:lnTo>
                    <a:pt x="300181" y="862874"/>
                  </a:lnTo>
                  <a:lnTo>
                    <a:pt x="257635" y="846039"/>
                  </a:lnTo>
                  <a:lnTo>
                    <a:pt x="217384" y="825000"/>
                  </a:lnTo>
                  <a:lnTo>
                    <a:pt x="179696" y="800025"/>
                  </a:lnTo>
                  <a:lnTo>
                    <a:pt x="144838" y="771385"/>
                  </a:lnTo>
                  <a:lnTo>
                    <a:pt x="113078" y="739350"/>
                  </a:lnTo>
                  <a:lnTo>
                    <a:pt x="84684" y="704189"/>
                  </a:lnTo>
                  <a:lnTo>
                    <a:pt x="59924" y="666174"/>
                  </a:lnTo>
                  <a:lnTo>
                    <a:pt x="39065" y="625573"/>
                  </a:lnTo>
                  <a:lnTo>
                    <a:pt x="22375" y="582658"/>
                  </a:lnTo>
                  <a:lnTo>
                    <a:pt x="10123" y="537697"/>
                  </a:lnTo>
                  <a:lnTo>
                    <a:pt x="2575" y="490962"/>
                  </a:lnTo>
                  <a:lnTo>
                    <a:pt x="0" y="4427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 descr=""/>
          <p:cNvSpPr txBox="1"/>
          <p:nvPr/>
        </p:nvSpPr>
        <p:spPr>
          <a:xfrm>
            <a:off x="10467945" y="4349723"/>
            <a:ext cx="5111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1</a:t>
            </a:r>
            <a:r>
              <a:rPr dirty="0" baseline="-14492" sz="1725" spc="5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52" name="object 52" descr=""/>
          <p:cNvGrpSpPr/>
          <p:nvPr/>
        </p:nvGrpSpPr>
        <p:grpSpPr>
          <a:xfrm>
            <a:off x="10343133" y="5509005"/>
            <a:ext cx="889000" cy="896619"/>
            <a:chOff x="10343133" y="5509005"/>
            <a:chExt cx="889000" cy="896619"/>
          </a:xfrm>
        </p:grpSpPr>
        <p:sp>
          <p:nvSpPr>
            <p:cNvPr id="53" name="object 53" descr=""/>
            <p:cNvSpPr/>
            <p:nvPr/>
          </p:nvSpPr>
          <p:spPr>
            <a:xfrm>
              <a:off x="10349483" y="5515355"/>
              <a:ext cx="876300" cy="883919"/>
            </a:xfrm>
            <a:custGeom>
              <a:avLst/>
              <a:gdLst/>
              <a:ahLst/>
              <a:cxnLst/>
              <a:rect l="l" t="t" r="r" b="b"/>
              <a:pathLst>
                <a:path w="876300" h="883920">
                  <a:moveTo>
                    <a:pt x="438150" y="0"/>
                  </a:moveTo>
                  <a:lnTo>
                    <a:pt x="390408" y="2593"/>
                  </a:lnTo>
                  <a:lnTo>
                    <a:pt x="344155" y="10193"/>
                  </a:lnTo>
                  <a:lnTo>
                    <a:pt x="299659" y="22530"/>
                  </a:lnTo>
                  <a:lnTo>
                    <a:pt x="257187" y="39335"/>
                  </a:lnTo>
                  <a:lnTo>
                    <a:pt x="217006" y="60339"/>
                  </a:lnTo>
                  <a:lnTo>
                    <a:pt x="179383" y="85270"/>
                  </a:lnTo>
                  <a:lnTo>
                    <a:pt x="144585" y="113861"/>
                  </a:lnTo>
                  <a:lnTo>
                    <a:pt x="112881" y="145841"/>
                  </a:lnTo>
                  <a:lnTo>
                    <a:pt x="84536" y="180941"/>
                  </a:lnTo>
                  <a:lnTo>
                    <a:pt x="59819" y="218891"/>
                  </a:lnTo>
                  <a:lnTo>
                    <a:pt x="38997" y="259422"/>
                  </a:lnTo>
                  <a:lnTo>
                    <a:pt x="22336" y="302264"/>
                  </a:lnTo>
                  <a:lnTo>
                    <a:pt x="10105" y="347147"/>
                  </a:lnTo>
                  <a:lnTo>
                    <a:pt x="2570" y="393802"/>
                  </a:lnTo>
                  <a:lnTo>
                    <a:pt x="0" y="441960"/>
                  </a:lnTo>
                  <a:lnTo>
                    <a:pt x="2570" y="490115"/>
                  </a:lnTo>
                  <a:lnTo>
                    <a:pt x="10105" y="536768"/>
                  </a:lnTo>
                  <a:lnTo>
                    <a:pt x="22336" y="581651"/>
                  </a:lnTo>
                  <a:lnTo>
                    <a:pt x="38997" y="624492"/>
                  </a:lnTo>
                  <a:lnTo>
                    <a:pt x="59819" y="665022"/>
                  </a:lnTo>
                  <a:lnTo>
                    <a:pt x="84536" y="702973"/>
                  </a:lnTo>
                  <a:lnTo>
                    <a:pt x="112881" y="738073"/>
                  </a:lnTo>
                  <a:lnTo>
                    <a:pt x="144585" y="770054"/>
                  </a:lnTo>
                  <a:lnTo>
                    <a:pt x="179383" y="798645"/>
                  </a:lnTo>
                  <a:lnTo>
                    <a:pt x="217006" y="823578"/>
                  </a:lnTo>
                  <a:lnTo>
                    <a:pt x="257187" y="844582"/>
                  </a:lnTo>
                  <a:lnTo>
                    <a:pt x="299659" y="861387"/>
                  </a:lnTo>
                  <a:lnTo>
                    <a:pt x="344155" y="873725"/>
                  </a:lnTo>
                  <a:lnTo>
                    <a:pt x="390408" y="881326"/>
                  </a:lnTo>
                  <a:lnTo>
                    <a:pt x="438150" y="883920"/>
                  </a:lnTo>
                  <a:lnTo>
                    <a:pt x="485891" y="881326"/>
                  </a:lnTo>
                  <a:lnTo>
                    <a:pt x="532144" y="873725"/>
                  </a:lnTo>
                  <a:lnTo>
                    <a:pt x="576640" y="861387"/>
                  </a:lnTo>
                  <a:lnTo>
                    <a:pt x="619112" y="844582"/>
                  </a:lnTo>
                  <a:lnTo>
                    <a:pt x="659293" y="823578"/>
                  </a:lnTo>
                  <a:lnTo>
                    <a:pt x="696916" y="798645"/>
                  </a:lnTo>
                  <a:lnTo>
                    <a:pt x="731714" y="770054"/>
                  </a:lnTo>
                  <a:lnTo>
                    <a:pt x="763418" y="738073"/>
                  </a:lnTo>
                  <a:lnTo>
                    <a:pt x="791763" y="702973"/>
                  </a:lnTo>
                  <a:lnTo>
                    <a:pt x="816480" y="665022"/>
                  </a:lnTo>
                  <a:lnTo>
                    <a:pt x="837302" y="624492"/>
                  </a:lnTo>
                  <a:lnTo>
                    <a:pt x="853963" y="581651"/>
                  </a:lnTo>
                  <a:lnTo>
                    <a:pt x="866194" y="536768"/>
                  </a:lnTo>
                  <a:lnTo>
                    <a:pt x="873729" y="490115"/>
                  </a:lnTo>
                  <a:lnTo>
                    <a:pt x="876300" y="441960"/>
                  </a:lnTo>
                  <a:lnTo>
                    <a:pt x="873729" y="393802"/>
                  </a:lnTo>
                  <a:lnTo>
                    <a:pt x="866194" y="347147"/>
                  </a:lnTo>
                  <a:lnTo>
                    <a:pt x="853963" y="302264"/>
                  </a:lnTo>
                  <a:lnTo>
                    <a:pt x="837302" y="259422"/>
                  </a:lnTo>
                  <a:lnTo>
                    <a:pt x="816480" y="218891"/>
                  </a:lnTo>
                  <a:lnTo>
                    <a:pt x="791763" y="180941"/>
                  </a:lnTo>
                  <a:lnTo>
                    <a:pt x="763418" y="145841"/>
                  </a:lnTo>
                  <a:lnTo>
                    <a:pt x="731714" y="113861"/>
                  </a:lnTo>
                  <a:lnTo>
                    <a:pt x="696916" y="85270"/>
                  </a:lnTo>
                  <a:lnTo>
                    <a:pt x="659293" y="60339"/>
                  </a:lnTo>
                  <a:lnTo>
                    <a:pt x="619112" y="39335"/>
                  </a:lnTo>
                  <a:lnTo>
                    <a:pt x="576640" y="22530"/>
                  </a:lnTo>
                  <a:lnTo>
                    <a:pt x="532144" y="10193"/>
                  </a:lnTo>
                  <a:lnTo>
                    <a:pt x="485891" y="2593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0349483" y="5515355"/>
              <a:ext cx="876300" cy="883919"/>
            </a:xfrm>
            <a:custGeom>
              <a:avLst/>
              <a:gdLst/>
              <a:ahLst/>
              <a:cxnLst/>
              <a:rect l="l" t="t" r="r" b="b"/>
              <a:pathLst>
                <a:path w="876300" h="883920">
                  <a:moveTo>
                    <a:pt x="0" y="441960"/>
                  </a:moveTo>
                  <a:lnTo>
                    <a:pt x="2570" y="393802"/>
                  </a:lnTo>
                  <a:lnTo>
                    <a:pt x="10105" y="347147"/>
                  </a:lnTo>
                  <a:lnTo>
                    <a:pt x="22336" y="302264"/>
                  </a:lnTo>
                  <a:lnTo>
                    <a:pt x="38997" y="259422"/>
                  </a:lnTo>
                  <a:lnTo>
                    <a:pt x="59819" y="218891"/>
                  </a:lnTo>
                  <a:lnTo>
                    <a:pt x="84536" y="180941"/>
                  </a:lnTo>
                  <a:lnTo>
                    <a:pt x="112881" y="145841"/>
                  </a:lnTo>
                  <a:lnTo>
                    <a:pt x="144585" y="113861"/>
                  </a:lnTo>
                  <a:lnTo>
                    <a:pt x="179383" y="85270"/>
                  </a:lnTo>
                  <a:lnTo>
                    <a:pt x="217006" y="60339"/>
                  </a:lnTo>
                  <a:lnTo>
                    <a:pt x="257187" y="39335"/>
                  </a:lnTo>
                  <a:lnTo>
                    <a:pt x="299659" y="22530"/>
                  </a:lnTo>
                  <a:lnTo>
                    <a:pt x="344155" y="10193"/>
                  </a:lnTo>
                  <a:lnTo>
                    <a:pt x="390408" y="2593"/>
                  </a:lnTo>
                  <a:lnTo>
                    <a:pt x="438150" y="0"/>
                  </a:lnTo>
                  <a:lnTo>
                    <a:pt x="485891" y="2593"/>
                  </a:lnTo>
                  <a:lnTo>
                    <a:pt x="532144" y="10193"/>
                  </a:lnTo>
                  <a:lnTo>
                    <a:pt x="576640" y="22530"/>
                  </a:lnTo>
                  <a:lnTo>
                    <a:pt x="619112" y="39335"/>
                  </a:lnTo>
                  <a:lnTo>
                    <a:pt x="659293" y="60339"/>
                  </a:lnTo>
                  <a:lnTo>
                    <a:pt x="696916" y="85270"/>
                  </a:lnTo>
                  <a:lnTo>
                    <a:pt x="731714" y="113861"/>
                  </a:lnTo>
                  <a:lnTo>
                    <a:pt x="763418" y="145841"/>
                  </a:lnTo>
                  <a:lnTo>
                    <a:pt x="791763" y="180941"/>
                  </a:lnTo>
                  <a:lnTo>
                    <a:pt x="816480" y="218891"/>
                  </a:lnTo>
                  <a:lnTo>
                    <a:pt x="837302" y="259422"/>
                  </a:lnTo>
                  <a:lnTo>
                    <a:pt x="853963" y="302264"/>
                  </a:lnTo>
                  <a:lnTo>
                    <a:pt x="866194" y="347147"/>
                  </a:lnTo>
                  <a:lnTo>
                    <a:pt x="873729" y="393802"/>
                  </a:lnTo>
                  <a:lnTo>
                    <a:pt x="876300" y="441960"/>
                  </a:lnTo>
                  <a:lnTo>
                    <a:pt x="873729" y="490115"/>
                  </a:lnTo>
                  <a:lnTo>
                    <a:pt x="866194" y="536768"/>
                  </a:lnTo>
                  <a:lnTo>
                    <a:pt x="853963" y="581651"/>
                  </a:lnTo>
                  <a:lnTo>
                    <a:pt x="837302" y="624492"/>
                  </a:lnTo>
                  <a:lnTo>
                    <a:pt x="816480" y="665022"/>
                  </a:lnTo>
                  <a:lnTo>
                    <a:pt x="791763" y="702973"/>
                  </a:lnTo>
                  <a:lnTo>
                    <a:pt x="763418" y="738073"/>
                  </a:lnTo>
                  <a:lnTo>
                    <a:pt x="731714" y="770054"/>
                  </a:lnTo>
                  <a:lnTo>
                    <a:pt x="696916" y="798645"/>
                  </a:lnTo>
                  <a:lnTo>
                    <a:pt x="659293" y="823578"/>
                  </a:lnTo>
                  <a:lnTo>
                    <a:pt x="619112" y="844582"/>
                  </a:lnTo>
                  <a:lnTo>
                    <a:pt x="576640" y="861387"/>
                  </a:lnTo>
                  <a:lnTo>
                    <a:pt x="532144" y="873725"/>
                  </a:lnTo>
                  <a:lnTo>
                    <a:pt x="485891" y="881326"/>
                  </a:lnTo>
                  <a:lnTo>
                    <a:pt x="438150" y="883920"/>
                  </a:lnTo>
                  <a:lnTo>
                    <a:pt x="390408" y="881326"/>
                  </a:lnTo>
                  <a:lnTo>
                    <a:pt x="344155" y="873725"/>
                  </a:lnTo>
                  <a:lnTo>
                    <a:pt x="299659" y="861387"/>
                  </a:lnTo>
                  <a:lnTo>
                    <a:pt x="257187" y="844582"/>
                  </a:lnTo>
                  <a:lnTo>
                    <a:pt x="217006" y="823578"/>
                  </a:lnTo>
                  <a:lnTo>
                    <a:pt x="179383" y="798645"/>
                  </a:lnTo>
                  <a:lnTo>
                    <a:pt x="144585" y="770054"/>
                  </a:lnTo>
                  <a:lnTo>
                    <a:pt x="112881" y="738073"/>
                  </a:lnTo>
                  <a:lnTo>
                    <a:pt x="84536" y="702973"/>
                  </a:lnTo>
                  <a:lnTo>
                    <a:pt x="59819" y="665022"/>
                  </a:lnTo>
                  <a:lnTo>
                    <a:pt x="38997" y="624492"/>
                  </a:lnTo>
                  <a:lnTo>
                    <a:pt x="22336" y="581651"/>
                  </a:lnTo>
                  <a:lnTo>
                    <a:pt x="10105" y="536768"/>
                  </a:lnTo>
                  <a:lnTo>
                    <a:pt x="2570" y="490115"/>
                  </a:lnTo>
                  <a:lnTo>
                    <a:pt x="0" y="44196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 descr=""/>
          <p:cNvSpPr txBox="1"/>
          <p:nvPr/>
        </p:nvSpPr>
        <p:spPr>
          <a:xfrm>
            <a:off x="10507571" y="5817833"/>
            <a:ext cx="5067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1</a:t>
            </a:r>
            <a:r>
              <a:rPr dirty="0" baseline="-14492" sz="1725" spc="5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56" name="object 56" descr=""/>
          <p:cNvGrpSpPr/>
          <p:nvPr/>
        </p:nvGrpSpPr>
        <p:grpSpPr>
          <a:xfrm>
            <a:off x="7781290" y="4058158"/>
            <a:ext cx="890905" cy="898525"/>
            <a:chOff x="7781290" y="4058158"/>
            <a:chExt cx="890905" cy="898525"/>
          </a:xfrm>
        </p:grpSpPr>
        <p:sp>
          <p:nvSpPr>
            <p:cNvPr id="57" name="object 57" descr=""/>
            <p:cNvSpPr/>
            <p:nvPr/>
          </p:nvSpPr>
          <p:spPr>
            <a:xfrm>
              <a:off x="7787640" y="4064508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438912" y="0"/>
                  </a:moveTo>
                  <a:lnTo>
                    <a:pt x="391087" y="2597"/>
                  </a:lnTo>
                  <a:lnTo>
                    <a:pt x="344754" y="10211"/>
                  </a:lnTo>
                  <a:lnTo>
                    <a:pt x="300181" y="22569"/>
                  </a:lnTo>
                  <a:lnTo>
                    <a:pt x="257635" y="39404"/>
                  </a:lnTo>
                  <a:lnTo>
                    <a:pt x="217384" y="60443"/>
                  </a:lnTo>
                  <a:lnTo>
                    <a:pt x="179696" y="85418"/>
                  </a:lnTo>
                  <a:lnTo>
                    <a:pt x="144838" y="114058"/>
                  </a:lnTo>
                  <a:lnTo>
                    <a:pt x="113078" y="146093"/>
                  </a:lnTo>
                  <a:lnTo>
                    <a:pt x="84684" y="181254"/>
                  </a:lnTo>
                  <a:lnTo>
                    <a:pt x="59924" y="219269"/>
                  </a:lnTo>
                  <a:lnTo>
                    <a:pt x="39065" y="259870"/>
                  </a:lnTo>
                  <a:lnTo>
                    <a:pt x="22375" y="302785"/>
                  </a:lnTo>
                  <a:lnTo>
                    <a:pt x="10123" y="347746"/>
                  </a:lnTo>
                  <a:lnTo>
                    <a:pt x="2575" y="394481"/>
                  </a:lnTo>
                  <a:lnTo>
                    <a:pt x="0" y="442721"/>
                  </a:lnTo>
                  <a:lnTo>
                    <a:pt x="2575" y="490962"/>
                  </a:lnTo>
                  <a:lnTo>
                    <a:pt x="10123" y="537697"/>
                  </a:lnTo>
                  <a:lnTo>
                    <a:pt x="22375" y="582658"/>
                  </a:lnTo>
                  <a:lnTo>
                    <a:pt x="39065" y="625573"/>
                  </a:lnTo>
                  <a:lnTo>
                    <a:pt x="59924" y="666174"/>
                  </a:lnTo>
                  <a:lnTo>
                    <a:pt x="84684" y="704189"/>
                  </a:lnTo>
                  <a:lnTo>
                    <a:pt x="113078" y="739350"/>
                  </a:lnTo>
                  <a:lnTo>
                    <a:pt x="144838" y="771385"/>
                  </a:lnTo>
                  <a:lnTo>
                    <a:pt x="179696" y="800025"/>
                  </a:lnTo>
                  <a:lnTo>
                    <a:pt x="217384" y="825000"/>
                  </a:lnTo>
                  <a:lnTo>
                    <a:pt x="257635" y="846039"/>
                  </a:lnTo>
                  <a:lnTo>
                    <a:pt x="300181" y="862874"/>
                  </a:lnTo>
                  <a:lnTo>
                    <a:pt x="344754" y="875232"/>
                  </a:lnTo>
                  <a:lnTo>
                    <a:pt x="391087" y="882846"/>
                  </a:lnTo>
                  <a:lnTo>
                    <a:pt x="438912" y="885443"/>
                  </a:lnTo>
                  <a:lnTo>
                    <a:pt x="486736" y="882846"/>
                  </a:lnTo>
                  <a:lnTo>
                    <a:pt x="533069" y="875232"/>
                  </a:lnTo>
                  <a:lnTo>
                    <a:pt x="577642" y="862874"/>
                  </a:lnTo>
                  <a:lnTo>
                    <a:pt x="620188" y="846039"/>
                  </a:lnTo>
                  <a:lnTo>
                    <a:pt x="660439" y="825000"/>
                  </a:lnTo>
                  <a:lnTo>
                    <a:pt x="698127" y="800025"/>
                  </a:lnTo>
                  <a:lnTo>
                    <a:pt x="732985" y="771385"/>
                  </a:lnTo>
                  <a:lnTo>
                    <a:pt x="764745" y="739350"/>
                  </a:lnTo>
                  <a:lnTo>
                    <a:pt x="793139" y="704189"/>
                  </a:lnTo>
                  <a:lnTo>
                    <a:pt x="817899" y="666174"/>
                  </a:lnTo>
                  <a:lnTo>
                    <a:pt x="838758" y="625573"/>
                  </a:lnTo>
                  <a:lnTo>
                    <a:pt x="855448" y="582658"/>
                  </a:lnTo>
                  <a:lnTo>
                    <a:pt x="867700" y="537697"/>
                  </a:lnTo>
                  <a:lnTo>
                    <a:pt x="875248" y="490962"/>
                  </a:lnTo>
                  <a:lnTo>
                    <a:pt x="877824" y="442721"/>
                  </a:lnTo>
                  <a:lnTo>
                    <a:pt x="875248" y="394481"/>
                  </a:lnTo>
                  <a:lnTo>
                    <a:pt x="867700" y="347746"/>
                  </a:lnTo>
                  <a:lnTo>
                    <a:pt x="855448" y="302785"/>
                  </a:lnTo>
                  <a:lnTo>
                    <a:pt x="838758" y="259870"/>
                  </a:lnTo>
                  <a:lnTo>
                    <a:pt x="817899" y="219269"/>
                  </a:lnTo>
                  <a:lnTo>
                    <a:pt x="793139" y="181254"/>
                  </a:lnTo>
                  <a:lnTo>
                    <a:pt x="764745" y="146093"/>
                  </a:lnTo>
                  <a:lnTo>
                    <a:pt x="732985" y="114058"/>
                  </a:lnTo>
                  <a:lnTo>
                    <a:pt x="698127" y="85418"/>
                  </a:lnTo>
                  <a:lnTo>
                    <a:pt x="660439" y="60443"/>
                  </a:lnTo>
                  <a:lnTo>
                    <a:pt x="620188" y="39404"/>
                  </a:lnTo>
                  <a:lnTo>
                    <a:pt x="577642" y="22569"/>
                  </a:lnTo>
                  <a:lnTo>
                    <a:pt x="533069" y="10211"/>
                  </a:lnTo>
                  <a:lnTo>
                    <a:pt x="486736" y="2597"/>
                  </a:lnTo>
                  <a:lnTo>
                    <a:pt x="4389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7787640" y="4064508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0" y="442721"/>
                  </a:moveTo>
                  <a:lnTo>
                    <a:pt x="2575" y="394481"/>
                  </a:lnTo>
                  <a:lnTo>
                    <a:pt x="10123" y="347746"/>
                  </a:lnTo>
                  <a:lnTo>
                    <a:pt x="22375" y="302785"/>
                  </a:lnTo>
                  <a:lnTo>
                    <a:pt x="39065" y="259870"/>
                  </a:lnTo>
                  <a:lnTo>
                    <a:pt x="59924" y="219269"/>
                  </a:lnTo>
                  <a:lnTo>
                    <a:pt x="84684" y="181254"/>
                  </a:lnTo>
                  <a:lnTo>
                    <a:pt x="113078" y="146093"/>
                  </a:lnTo>
                  <a:lnTo>
                    <a:pt x="144838" y="114058"/>
                  </a:lnTo>
                  <a:lnTo>
                    <a:pt x="179696" y="85418"/>
                  </a:lnTo>
                  <a:lnTo>
                    <a:pt x="217384" y="60443"/>
                  </a:lnTo>
                  <a:lnTo>
                    <a:pt x="257635" y="39404"/>
                  </a:lnTo>
                  <a:lnTo>
                    <a:pt x="300181" y="22569"/>
                  </a:lnTo>
                  <a:lnTo>
                    <a:pt x="344754" y="10211"/>
                  </a:lnTo>
                  <a:lnTo>
                    <a:pt x="391087" y="2597"/>
                  </a:lnTo>
                  <a:lnTo>
                    <a:pt x="438912" y="0"/>
                  </a:lnTo>
                  <a:lnTo>
                    <a:pt x="486736" y="2597"/>
                  </a:lnTo>
                  <a:lnTo>
                    <a:pt x="533069" y="10211"/>
                  </a:lnTo>
                  <a:lnTo>
                    <a:pt x="577642" y="22569"/>
                  </a:lnTo>
                  <a:lnTo>
                    <a:pt x="620188" y="39404"/>
                  </a:lnTo>
                  <a:lnTo>
                    <a:pt x="660439" y="60443"/>
                  </a:lnTo>
                  <a:lnTo>
                    <a:pt x="698127" y="85418"/>
                  </a:lnTo>
                  <a:lnTo>
                    <a:pt x="732985" y="114058"/>
                  </a:lnTo>
                  <a:lnTo>
                    <a:pt x="764745" y="146093"/>
                  </a:lnTo>
                  <a:lnTo>
                    <a:pt x="793139" y="181254"/>
                  </a:lnTo>
                  <a:lnTo>
                    <a:pt x="817899" y="219269"/>
                  </a:lnTo>
                  <a:lnTo>
                    <a:pt x="838758" y="259870"/>
                  </a:lnTo>
                  <a:lnTo>
                    <a:pt x="855448" y="302785"/>
                  </a:lnTo>
                  <a:lnTo>
                    <a:pt x="867700" y="347746"/>
                  </a:lnTo>
                  <a:lnTo>
                    <a:pt x="875248" y="394481"/>
                  </a:lnTo>
                  <a:lnTo>
                    <a:pt x="877824" y="442721"/>
                  </a:lnTo>
                  <a:lnTo>
                    <a:pt x="875248" y="490962"/>
                  </a:lnTo>
                  <a:lnTo>
                    <a:pt x="867700" y="537697"/>
                  </a:lnTo>
                  <a:lnTo>
                    <a:pt x="855448" y="582658"/>
                  </a:lnTo>
                  <a:lnTo>
                    <a:pt x="838758" y="625573"/>
                  </a:lnTo>
                  <a:lnTo>
                    <a:pt x="817899" y="666174"/>
                  </a:lnTo>
                  <a:lnTo>
                    <a:pt x="793139" y="704189"/>
                  </a:lnTo>
                  <a:lnTo>
                    <a:pt x="764745" y="739350"/>
                  </a:lnTo>
                  <a:lnTo>
                    <a:pt x="732985" y="771385"/>
                  </a:lnTo>
                  <a:lnTo>
                    <a:pt x="698127" y="800025"/>
                  </a:lnTo>
                  <a:lnTo>
                    <a:pt x="660439" y="825000"/>
                  </a:lnTo>
                  <a:lnTo>
                    <a:pt x="620188" y="846039"/>
                  </a:lnTo>
                  <a:lnTo>
                    <a:pt x="577642" y="862874"/>
                  </a:lnTo>
                  <a:lnTo>
                    <a:pt x="533069" y="875232"/>
                  </a:lnTo>
                  <a:lnTo>
                    <a:pt x="486736" y="882846"/>
                  </a:lnTo>
                  <a:lnTo>
                    <a:pt x="438912" y="885443"/>
                  </a:lnTo>
                  <a:lnTo>
                    <a:pt x="391087" y="882846"/>
                  </a:lnTo>
                  <a:lnTo>
                    <a:pt x="344754" y="875232"/>
                  </a:lnTo>
                  <a:lnTo>
                    <a:pt x="300181" y="862874"/>
                  </a:lnTo>
                  <a:lnTo>
                    <a:pt x="257635" y="846039"/>
                  </a:lnTo>
                  <a:lnTo>
                    <a:pt x="217384" y="825000"/>
                  </a:lnTo>
                  <a:lnTo>
                    <a:pt x="179696" y="800025"/>
                  </a:lnTo>
                  <a:lnTo>
                    <a:pt x="144838" y="771385"/>
                  </a:lnTo>
                  <a:lnTo>
                    <a:pt x="113078" y="739350"/>
                  </a:lnTo>
                  <a:lnTo>
                    <a:pt x="84684" y="704189"/>
                  </a:lnTo>
                  <a:lnTo>
                    <a:pt x="59924" y="666174"/>
                  </a:lnTo>
                  <a:lnTo>
                    <a:pt x="39065" y="625573"/>
                  </a:lnTo>
                  <a:lnTo>
                    <a:pt x="22375" y="582658"/>
                  </a:lnTo>
                  <a:lnTo>
                    <a:pt x="10123" y="537697"/>
                  </a:lnTo>
                  <a:lnTo>
                    <a:pt x="2575" y="490962"/>
                  </a:lnTo>
                  <a:lnTo>
                    <a:pt x="0" y="4427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 descr=""/>
          <p:cNvSpPr txBox="1"/>
          <p:nvPr/>
        </p:nvSpPr>
        <p:spPr>
          <a:xfrm>
            <a:off x="7941492" y="4368079"/>
            <a:ext cx="5156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0</a:t>
            </a:r>
            <a:r>
              <a:rPr dirty="0" baseline="-14492" sz="1725" spc="11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60" name="object 60" descr=""/>
          <p:cNvGrpSpPr/>
          <p:nvPr/>
        </p:nvGrpSpPr>
        <p:grpSpPr>
          <a:xfrm>
            <a:off x="7277481" y="4470651"/>
            <a:ext cx="3072130" cy="1487805"/>
            <a:chOff x="7277481" y="4470651"/>
            <a:chExt cx="3072130" cy="1487805"/>
          </a:xfrm>
        </p:grpSpPr>
        <p:sp>
          <p:nvSpPr>
            <p:cNvPr id="61" name="object 61" descr=""/>
            <p:cNvSpPr/>
            <p:nvPr/>
          </p:nvSpPr>
          <p:spPr>
            <a:xfrm>
              <a:off x="7287006" y="4508754"/>
              <a:ext cx="437515" cy="0"/>
            </a:xfrm>
            <a:custGeom>
              <a:avLst/>
              <a:gdLst/>
              <a:ahLst/>
              <a:cxnLst/>
              <a:rect l="l" t="t" r="r" b="b"/>
              <a:pathLst>
                <a:path w="437515" h="0">
                  <a:moveTo>
                    <a:pt x="0" y="0"/>
                  </a:moveTo>
                  <a:lnTo>
                    <a:pt x="437464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7711778" y="447065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8536686" y="4821174"/>
              <a:ext cx="1758950" cy="1103630"/>
            </a:xfrm>
            <a:custGeom>
              <a:avLst/>
              <a:gdLst/>
              <a:ahLst/>
              <a:cxnLst/>
              <a:rect l="l" t="t" r="r" b="b"/>
              <a:pathLst>
                <a:path w="1758950" h="1103629">
                  <a:moveTo>
                    <a:pt x="0" y="0"/>
                  </a:moveTo>
                  <a:lnTo>
                    <a:pt x="1758848" y="110322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0264543" y="5885374"/>
              <a:ext cx="85090" cy="73025"/>
            </a:xfrm>
            <a:custGeom>
              <a:avLst/>
              <a:gdLst/>
              <a:ahLst/>
              <a:cxnLst/>
              <a:rect l="l" t="t" r="r" b="b"/>
              <a:pathLst>
                <a:path w="85090" h="73025">
                  <a:moveTo>
                    <a:pt x="40487" y="0"/>
                  </a:moveTo>
                  <a:lnTo>
                    <a:pt x="0" y="64554"/>
                  </a:lnTo>
                  <a:lnTo>
                    <a:pt x="84797" y="72771"/>
                  </a:lnTo>
                  <a:lnTo>
                    <a:pt x="404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 descr=""/>
          <p:cNvSpPr txBox="1"/>
          <p:nvPr/>
        </p:nvSpPr>
        <p:spPr>
          <a:xfrm>
            <a:off x="252078" y="1292075"/>
            <a:ext cx="2841625" cy="1842135"/>
          </a:xfrm>
          <a:prstGeom prst="rect">
            <a:avLst/>
          </a:prstGeom>
        </p:spPr>
        <p:txBody>
          <a:bodyPr wrap="square" lIns="0" tIns="2540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000"/>
              </a:spcBef>
            </a:pPr>
            <a:r>
              <a:rPr dirty="0" sz="2800" spc="-25">
                <a:latin typeface="Franklin Gothic Medium"/>
                <a:cs typeface="Franklin Gothic Medium"/>
              </a:rPr>
              <a:t>Components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800" spc="-25">
                <a:latin typeface="Franklin Gothic Medium"/>
                <a:cs typeface="Franklin Gothic Medium"/>
              </a:rPr>
              <a:t>:</a:t>
            </a:r>
            <a:endParaRPr sz="2800">
              <a:latin typeface="Franklin Gothic Medium"/>
              <a:cs typeface="Franklin Gothic Medium"/>
            </a:endParaRPr>
          </a:p>
          <a:p>
            <a:pPr marL="353695">
              <a:lnSpc>
                <a:spcPct val="100000"/>
              </a:lnSpc>
              <a:spcBef>
                <a:spcPts val="1630"/>
              </a:spcBef>
            </a:pPr>
            <a:r>
              <a:rPr dirty="0" sz="2400" spc="-830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sz="2400" spc="21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30">
                <a:latin typeface="Cambria Math"/>
                <a:cs typeface="Cambria Math"/>
              </a:rPr>
              <a:t> </a:t>
            </a:r>
            <a:r>
              <a:rPr dirty="0" sz="2400" spc="-63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952">
                <a:solidFill>
                  <a:srgbClr val="C55A11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382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 </a:t>
            </a:r>
            <a:r>
              <a:rPr dirty="0" sz="2400" spc="-59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892">
                <a:solidFill>
                  <a:srgbClr val="C55A11"/>
                </a:solidFill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  <a:p>
            <a:pPr marL="366395">
              <a:lnSpc>
                <a:spcPct val="100000"/>
              </a:lnSpc>
              <a:spcBef>
                <a:spcPts val="1650"/>
              </a:spcBef>
            </a:pPr>
            <a:r>
              <a:rPr dirty="0" sz="240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15873" sz="2625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baseline="-15873" sz="2625" spc="600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5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(</a:t>
            </a:r>
            <a:r>
              <a:rPr dirty="0" sz="2400">
                <a:solidFill>
                  <a:srgbClr val="BE9000"/>
                </a:solidFill>
                <a:latin typeface="Cambria Math"/>
                <a:cs typeface="Cambria Math"/>
              </a:rPr>
              <a:t>𝑡</a:t>
            </a:r>
            <a:r>
              <a:rPr dirty="0" baseline="-15873" sz="2625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120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BE9000"/>
                </a:solidFill>
                <a:latin typeface="Cambria Math"/>
                <a:cs typeface="Cambria Math"/>
              </a:rPr>
              <a:t>𝑟</a:t>
            </a:r>
            <a:r>
              <a:rPr dirty="0" baseline="-15873" sz="2625" spc="-37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sz="2400" spc="-25">
                <a:latin typeface="Cambria Math"/>
                <a:cs typeface="Cambria Math"/>
              </a:rPr>
              <a:t>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6" name="object 66" descr=""/>
          <p:cNvSpPr/>
          <p:nvPr/>
        </p:nvSpPr>
        <p:spPr>
          <a:xfrm>
            <a:off x="808342" y="3513620"/>
            <a:ext cx="1155065" cy="368300"/>
          </a:xfrm>
          <a:custGeom>
            <a:avLst/>
            <a:gdLst/>
            <a:ahLst/>
            <a:cxnLst/>
            <a:rect l="l" t="t" r="r" b="b"/>
            <a:pathLst>
              <a:path w="1155064" h="368300">
                <a:moveTo>
                  <a:pt x="100457" y="12204"/>
                </a:moveTo>
                <a:lnTo>
                  <a:pt x="96735" y="0"/>
                </a:lnTo>
                <a:lnTo>
                  <a:pt x="74841" y="8521"/>
                </a:lnTo>
                <a:lnTo>
                  <a:pt x="55613" y="21907"/>
                </a:lnTo>
                <a:lnTo>
                  <a:pt x="25146" y="63246"/>
                </a:lnTo>
                <a:lnTo>
                  <a:pt x="6286" y="118986"/>
                </a:lnTo>
                <a:lnTo>
                  <a:pt x="0" y="184099"/>
                </a:lnTo>
                <a:lnTo>
                  <a:pt x="1511" y="216522"/>
                </a:lnTo>
                <a:lnTo>
                  <a:pt x="1562" y="217817"/>
                </a:lnTo>
                <a:lnTo>
                  <a:pt x="14135" y="278244"/>
                </a:lnTo>
                <a:lnTo>
                  <a:pt x="39039" y="328041"/>
                </a:lnTo>
                <a:lnTo>
                  <a:pt x="74841" y="359664"/>
                </a:lnTo>
                <a:lnTo>
                  <a:pt x="96735" y="368198"/>
                </a:lnTo>
                <a:lnTo>
                  <a:pt x="100457" y="355993"/>
                </a:lnTo>
                <a:lnTo>
                  <a:pt x="83540" y="347218"/>
                </a:lnTo>
                <a:lnTo>
                  <a:pt x="68808" y="334467"/>
                </a:lnTo>
                <a:lnTo>
                  <a:pt x="45910" y="296989"/>
                </a:lnTo>
                <a:lnTo>
                  <a:pt x="32004" y="246062"/>
                </a:lnTo>
                <a:lnTo>
                  <a:pt x="27381" y="184251"/>
                </a:lnTo>
                <a:lnTo>
                  <a:pt x="28536" y="151904"/>
                </a:lnTo>
                <a:lnTo>
                  <a:pt x="37795" y="95415"/>
                </a:lnTo>
                <a:lnTo>
                  <a:pt x="56261" y="50507"/>
                </a:lnTo>
                <a:lnTo>
                  <a:pt x="83540" y="20967"/>
                </a:lnTo>
                <a:lnTo>
                  <a:pt x="100457" y="12204"/>
                </a:lnTo>
                <a:close/>
              </a:path>
              <a:path w="1155064" h="368300">
                <a:moveTo>
                  <a:pt x="231216" y="55372"/>
                </a:moveTo>
                <a:lnTo>
                  <a:pt x="227190" y="43916"/>
                </a:lnTo>
                <a:lnTo>
                  <a:pt x="206717" y="51308"/>
                </a:lnTo>
                <a:lnTo>
                  <a:pt x="188772" y="62014"/>
                </a:lnTo>
                <a:lnTo>
                  <a:pt x="160451" y="93395"/>
                </a:lnTo>
                <a:lnTo>
                  <a:pt x="142976" y="135343"/>
                </a:lnTo>
                <a:lnTo>
                  <a:pt x="137236" y="183667"/>
                </a:lnTo>
                <a:lnTo>
                  <a:pt x="137160" y="185153"/>
                </a:lnTo>
                <a:lnTo>
                  <a:pt x="138607" y="211086"/>
                </a:lnTo>
                <a:lnTo>
                  <a:pt x="150215" y="256959"/>
                </a:lnTo>
                <a:lnTo>
                  <a:pt x="173253" y="294195"/>
                </a:lnTo>
                <a:lnTo>
                  <a:pt x="206654" y="318858"/>
                </a:lnTo>
                <a:lnTo>
                  <a:pt x="227190" y="326237"/>
                </a:lnTo>
                <a:lnTo>
                  <a:pt x="230771" y="314782"/>
                </a:lnTo>
                <a:lnTo>
                  <a:pt x="214680" y="307657"/>
                </a:lnTo>
                <a:lnTo>
                  <a:pt x="200787" y="297738"/>
                </a:lnTo>
                <a:lnTo>
                  <a:pt x="172313" y="251498"/>
                </a:lnTo>
                <a:lnTo>
                  <a:pt x="163944" y="208559"/>
                </a:lnTo>
                <a:lnTo>
                  <a:pt x="162966" y="185153"/>
                </a:lnTo>
                <a:lnTo>
                  <a:pt x="162902" y="183667"/>
                </a:lnTo>
                <a:lnTo>
                  <a:pt x="167081" y="137617"/>
                </a:lnTo>
                <a:lnTo>
                  <a:pt x="179641" y="100101"/>
                </a:lnTo>
                <a:lnTo>
                  <a:pt x="214934" y="62458"/>
                </a:lnTo>
                <a:lnTo>
                  <a:pt x="231216" y="55372"/>
                </a:lnTo>
                <a:close/>
              </a:path>
              <a:path w="1155064" h="368300">
                <a:moveTo>
                  <a:pt x="728243" y="185153"/>
                </a:moveTo>
                <a:lnTo>
                  <a:pt x="726795" y="159575"/>
                </a:lnTo>
                <a:lnTo>
                  <a:pt x="726782" y="159270"/>
                </a:lnTo>
                <a:lnTo>
                  <a:pt x="722414" y="135343"/>
                </a:lnTo>
                <a:lnTo>
                  <a:pt x="704951" y="93395"/>
                </a:lnTo>
                <a:lnTo>
                  <a:pt x="676605" y="62014"/>
                </a:lnTo>
                <a:lnTo>
                  <a:pt x="638200" y="43916"/>
                </a:lnTo>
                <a:lnTo>
                  <a:pt x="634187" y="55372"/>
                </a:lnTo>
                <a:lnTo>
                  <a:pt x="650532" y="62458"/>
                </a:lnTo>
                <a:lnTo>
                  <a:pt x="664578" y="72288"/>
                </a:lnTo>
                <a:lnTo>
                  <a:pt x="693115" y="117792"/>
                </a:lnTo>
                <a:lnTo>
                  <a:pt x="701395" y="159270"/>
                </a:lnTo>
                <a:lnTo>
                  <a:pt x="701446" y="159575"/>
                </a:lnTo>
                <a:lnTo>
                  <a:pt x="701433" y="208559"/>
                </a:lnTo>
                <a:lnTo>
                  <a:pt x="693064" y="251498"/>
                </a:lnTo>
                <a:lnTo>
                  <a:pt x="664591" y="297738"/>
                </a:lnTo>
                <a:lnTo>
                  <a:pt x="634631" y="314782"/>
                </a:lnTo>
                <a:lnTo>
                  <a:pt x="638200" y="326237"/>
                </a:lnTo>
                <a:lnTo>
                  <a:pt x="676706" y="308178"/>
                </a:lnTo>
                <a:lnTo>
                  <a:pt x="705027" y="276910"/>
                </a:lnTo>
                <a:lnTo>
                  <a:pt x="722426" y="235026"/>
                </a:lnTo>
                <a:lnTo>
                  <a:pt x="726782" y="211086"/>
                </a:lnTo>
                <a:lnTo>
                  <a:pt x="728243" y="185153"/>
                </a:lnTo>
                <a:close/>
              </a:path>
              <a:path w="1155064" h="368300">
                <a:moveTo>
                  <a:pt x="1154709" y="184099"/>
                </a:moveTo>
                <a:lnTo>
                  <a:pt x="1153198" y="151904"/>
                </a:lnTo>
                <a:lnTo>
                  <a:pt x="1153134" y="150368"/>
                </a:lnTo>
                <a:lnTo>
                  <a:pt x="1148422" y="118986"/>
                </a:lnTo>
                <a:lnTo>
                  <a:pt x="1129563" y="63246"/>
                </a:lnTo>
                <a:lnTo>
                  <a:pt x="1099083" y="21907"/>
                </a:lnTo>
                <a:lnTo>
                  <a:pt x="1057973" y="0"/>
                </a:lnTo>
                <a:lnTo>
                  <a:pt x="1054252" y="12204"/>
                </a:lnTo>
                <a:lnTo>
                  <a:pt x="1071168" y="20967"/>
                </a:lnTo>
                <a:lnTo>
                  <a:pt x="1085888" y="33743"/>
                </a:lnTo>
                <a:lnTo>
                  <a:pt x="1108798" y="71285"/>
                </a:lnTo>
                <a:lnTo>
                  <a:pt x="1122692" y="122301"/>
                </a:lnTo>
                <a:lnTo>
                  <a:pt x="1127315" y="184099"/>
                </a:lnTo>
                <a:lnTo>
                  <a:pt x="1126159" y="216522"/>
                </a:lnTo>
                <a:lnTo>
                  <a:pt x="1116901" y="272884"/>
                </a:lnTo>
                <a:lnTo>
                  <a:pt x="1098435" y="317715"/>
                </a:lnTo>
                <a:lnTo>
                  <a:pt x="1071168" y="347218"/>
                </a:lnTo>
                <a:lnTo>
                  <a:pt x="1054252" y="355993"/>
                </a:lnTo>
                <a:lnTo>
                  <a:pt x="1057973" y="368198"/>
                </a:lnTo>
                <a:lnTo>
                  <a:pt x="1099083" y="346278"/>
                </a:lnTo>
                <a:lnTo>
                  <a:pt x="1129563" y="304952"/>
                </a:lnTo>
                <a:lnTo>
                  <a:pt x="1148422" y="249212"/>
                </a:lnTo>
                <a:lnTo>
                  <a:pt x="1154696" y="184251"/>
                </a:lnTo>
                <a:lnTo>
                  <a:pt x="1154709" y="184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 descr=""/>
          <p:cNvSpPr/>
          <p:nvPr/>
        </p:nvSpPr>
        <p:spPr>
          <a:xfrm>
            <a:off x="2413114" y="3513620"/>
            <a:ext cx="2282825" cy="368300"/>
          </a:xfrm>
          <a:custGeom>
            <a:avLst/>
            <a:gdLst/>
            <a:ahLst/>
            <a:cxnLst/>
            <a:rect l="l" t="t" r="r" b="b"/>
            <a:pathLst>
              <a:path w="2282825" h="368300">
                <a:moveTo>
                  <a:pt x="100457" y="12204"/>
                </a:moveTo>
                <a:lnTo>
                  <a:pt x="96735" y="0"/>
                </a:lnTo>
                <a:lnTo>
                  <a:pt x="74841" y="8521"/>
                </a:lnTo>
                <a:lnTo>
                  <a:pt x="55613" y="21907"/>
                </a:lnTo>
                <a:lnTo>
                  <a:pt x="25146" y="63246"/>
                </a:lnTo>
                <a:lnTo>
                  <a:pt x="6286" y="118986"/>
                </a:lnTo>
                <a:lnTo>
                  <a:pt x="0" y="184099"/>
                </a:lnTo>
                <a:lnTo>
                  <a:pt x="1511" y="216522"/>
                </a:lnTo>
                <a:lnTo>
                  <a:pt x="1562" y="217817"/>
                </a:lnTo>
                <a:lnTo>
                  <a:pt x="14135" y="278244"/>
                </a:lnTo>
                <a:lnTo>
                  <a:pt x="39039" y="328041"/>
                </a:lnTo>
                <a:lnTo>
                  <a:pt x="74841" y="359664"/>
                </a:lnTo>
                <a:lnTo>
                  <a:pt x="96735" y="368198"/>
                </a:lnTo>
                <a:lnTo>
                  <a:pt x="100457" y="355993"/>
                </a:lnTo>
                <a:lnTo>
                  <a:pt x="83540" y="347218"/>
                </a:lnTo>
                <a:lnTo>
                  <a:pt x="68808" y="334467"/>
                </a:lnTo>
                <a:lnTo>
                  <a:pt x="45910" y="296989"/>
                </a:lnTo>
                <a:lnTo>
                  <a:pt x="32004" y="246062"/>
                </a:lnTo>
                <a:lnTo>
                  <a:pt x="27381" y="184251"/>
                </a:lnTo>
                <a:lnTo>
                  <a:pt x="28536" y="151904"/>
                </a:lnTo>
                <a:lnTo>
                  <a:pt x="37795" y="95415"/>
                </a:lnTo>
                <a:lnTo>
                  <a:pt x="56261" y="50507"/>
                </a:lnTo>
                <a:lnTo>
                  <a:pt x="83540" y="20967"/>
                </a:lnTo>
                <a:lnTo>
                  <a:pt x="100457" y="12204"/>
                </a:lnTo>
                <a:close/>
              </a:path>
              <a:path w="2282825" h="368300">
                <a:moveTo>
                  <a:pt x="520776" y="55372"/>
                </a:moveTo>
                <a:lnTo>
                  <a:pt x="516763" y="43916"/>
                </a:lnTo>
                <a:lnTo>
                  <a:pt x="496290" y="51308"/>
                </a:lnTo>
                <a:lnTo>
                  <a:pt x="478332" y="62014"/>
                </a:lnTo>
                <a:lnTo>
                  <a:pt x="450011" y="93395"/>
                </a:lnTo>
                <a:lnTo>
                  <a:pt x="432536" y="135343"/>
                </a:lnTo>
                <a:lnTo>
                  <a:pt x="426796" y="183667"/>
                </a:lnTo>
                <a:lnTo>
                  <a:pt x="426720" y="185153"/>
                </a:lnTo>
                <a:lnTo>
                  <a:pt x="428167" y="211086"/>
                </a:lnTo>
                <a:lnTo>
                  <a:pt x="439775" y="256959"/>
                </a:lnTo>
                <a:lnTo>
                  <a:pt x="462813" y="294195"/>
                </a:lnTo>
                <a:lnTo>
                  <a:pt x="496227" y="318858"/>
                </a:lnTo>
                <a:lnTo>
                  <a:pt x="516763" y="326237"/>
                </a:lnTo>
                <a:lnTo>
                  <a:pt x="520331" y="314782"/>
                </a:lnTo>
                <a:lnTo>
                  <a:pt x="504240" y="307657"/>
                </a:lnTo>
                <a:lnTo>
                  <a:pt x="490347" y="297738"/>
                </a:lnTo>
                <a:lnTo>
                  <a:pt x="461873" y="251498"/>
                </a:lnTo>
                <a:lnTo>
                  <a:pt x="453504" y="208559"/>
                </a:lnTo>
                <a:lnTo>
                  <a:pt x="452526" y="185153"/>
                </a:lnTo>
                <a:lnTo>
                  <a:pt x="452462" y="183667"/>
                </a:lnTo>
                <a:lnTo>
                  <a:pt x="456641" y="137617"/>
                </a:lnTo>
                <a:lnTo>
                  <a:pt x="469201" y="100101"/>
                </a:lnTo>
                <a:lnTo>
                  <a:pt x="504494" y="62458"/>
                </a:lnTo>
                <a:lnTo>
                  <a:pt x="520776" y="55372"/>
                </a:lnTo>
                <a:close/>
              </a:path>
              <a:path w="2282825" h="368300">
                <a:moveTo>
                  <a:pt x="1043711" y="185153"/>
                </a:moveTo>
                <a:lnTo>
                  <a:pt x="1042263" y="159575"/>
                </a:lnTo>
                <a:lnTo>
                  <a:pt x="1042250" y="159270"/>
                </a:lnTo>
                <a:lnTo>
                  <a:pt x="1037882" y="135343"/>
                </a:lnTo>
                <a:lnTo>
                  <a:pt x="1020419" y="93395"/>
                </a:lnTo>
                <a:lnTo>
                  <a:pt x="992073" y="62014"/>
                </a:lnTo>
                <a:lnTo>
                  <a:pt x="953668" y="43916"/>
                </a:lnTo>
                <a:lnTo>
                  <a:pt x="949655" y="55372"/>
                </a:lnTo>
                <a:lnTo>
                  <a:pt x="966000" y="62458"/>
                </a:lnTo>
                <a:lnTo>
                  <a:pt x="980046" y="72288"/>
                </a:lnTo>
                <a:lnTo>
                  <a:pt x="1008583" y="117792"/>
                </a:lnTo>
                <a:lnTo>
                  <a:pt x="1016863" y="159270"/>
                </a:lnTo>
                <a:lnTo>
                  <a:pt x="1016914" y="159575"/>
                </a:lnTo>
                <a:lnTo>
                  <a:pt x="1016901" y="208559"/>
                </a:lnTo>
                <a:lnTo>
                  <a:pt x="1008532" y="251498"/>
                </a:lnTo>
                <a:lnTo>
                  <a:pt x="980059" y="297738"/>
                </a:lnTo>
                <a:lnTo>
                  <a:pt x="950099" y="314782"/>
                </a:lnTo>
                <a:lnTo>
                  <a:pt x="953668" y="326237"/>
                </a:lnTo>
                <a:lnTo>
                  <a:pt x="992174" y="308178"/>
                </a:lnTo>
                <a:lnTo>
                  <a:pt x="1020495" y="276910"/>
                </a:lnTo>
                <a:lnTo>
                  <a:pt x="1037894" y="235026"/>
                </a:lnTo>
                <a:lnTo>
                  <a:pt x="1042250" y="211086"/>
                </a:lnTo>
                <a:lnTo>
                  <a:pt x="1043711" y="185153"/>
                </a:lnTo>
                <a:close/>
              </a:path>
              <a:path w="2282825" h="368300">
                <a:moveTo>
                  <a:pt x="1599768" y="55372"/>
                </a:moveTo>
                <a:lnTo>
                  <a:pt x="1595755" y="43916"/>
                </a:lnTo>
                <a:lnTo>
                  <a:pt x="1575269" y="51308"/>
                </a:lnTo>
                <a:lnTo>
                  <a:pt x="1557324" y="62014"/>
                </a:lnTo>
                <a:lnTo>
                  <a:pt x="1529003" y="93395"/>
                </a:lnTo>
                <a:lnTo>
                  <a:pt x="1511528" y="135343"/>
                </a:lnTo>
                <a:lnTo>
                  <a:pt x="1505788" y="183667"/>
                </a:lnTo>
                <a:lnTo>
                  <a:pt x="1505712" y="185153"/>
                </a:lnTo>
                <a:lnTo>
                  <a:pt x="1507159" y="211086"/>
                </a:lnTo>
                <a:lnTo>
                  <a:pt x="1518767" y="256959"/>
                </a:lnTo>
                <a:lnTo>
                  <a:pt x="1541805" y="294195"/>
                </a:lnTo>
                <a:lnTo>
                  <a:pt x="1575219" y="318858"/>
                </a:lnTo>
                <a:lnTo>
                  <a:pt x="1595755" y="326237"/>
                </a:lnTo>
                <a:lnTo>
                  <a:pt x="1599323" y="314782"/>
                </a:lnTo>
                <a:lnTo>
                  <a:pt x="1583232" y="307657"/>
                </a:lnTo>
                <a:lnTo>
                  <a:pt x="1569339" y="297738"/>
                </a:lnTo>
                <a:lnTo>
                  <a:pt x="1540865" y="251498"/>
                </a:lnTo>
                <a:lnTo>
                  <a:pt x="1532496" y="208559"/>
                </a:lnTo>
                <a:lnTo>
                  <a:pt x="1531518" y="185153"/>
                </a:lnTo>
                <a:lnTo>
                  <a:pt x="1531454" y="183667"/>
                </a:lnTo>
                <a:lnTo>
                  <a:pt x="1535633" y="137617"/>
                </a:lnTo>
                <a:lnTo>
                  <a:pt x="1548193" y="100101"/>
                </a:lnTo>
                <a:lnTo>
                  <a:pt x="1583474" y="62458"/>
                </a:lnTo>
                <a:lnTo>
                  <a:pt x="1599768" y="55372"/>
                </a:lnTo>
                <a:close/>
              </a:path>
              <a:path w="2282825" h="368300">
                <a:moveTo>
                  <a:pt x="2145563" y="185153"/>
                </a:moveTo>
                <a:lnTo>
                  <a:pt x="2144115" y="159575"/>
                </a:lnTo>
                <a:lnTo>
                  <a:pt x="2144103" y="159270"/>
                </a:lnTo>
                <a:lnTo>
                  <a:pt x="2139734" y="135343"/>
                </a:lnTo>
                <a:lnTo>
                  <a:pt x="2122271" y="93395"/>
                </a:lnTo>
                <a:lnTo>
                  <a:pt x="2093925" y="62014"/>
                </a:lnTo>
                <a:lnTo>
                  <a:pt x="2055520" y="43916"/>
                </a:lnTo>
                <a:lnTo>
                  <a:pt x="2051507" y="55372"/>
                </a:lnTo>
                <a:lnTo>
                  <a:pt x="2067839" y="62458"/>
                </a:lnTo>
                <a:lnTo>
                  <a:pt x="2081898" y="72288"/>
                </a:lnTo>
                <a:lnTo>
                  <a:pt x="2110435" y="117792"/>
                </a:lnTo>
                <a:lnTo>
                  <a:pt x="2118715" y="159270"/>
                </a:lnTo>
                <a:lnTo>
                  <a:pt x="2118766" y="159575"/>
                </a:lnTo>
                <a:lnTo>
                  <a:pt x="2118753" y="208559"/>
                </a:lnTo>
                <a:lnTo>
                  <a:pt x="2110384" y="251498"/>
                </a:lnTo>
                <a:lnTo>
                  <a:pt x="2081911" y="297738"/>
                </a:lnTo>
                <a:lnTo>
                  <a:pt x="2051951" y="314782"/>
                </a:lnTo>
                <a:lnTo>
                  <a:pt x="2055520" y="326237"/>
                </a:lnTo>
                <a:lnTo>
                  <a:pt x="2094026" y="308178"/>
                </a:lnTo>
                <a:lnTo>
                  <a:pt x="2122347" y="276910"/>
                </a:lnTo>
                <a:lnTo>
                  <a:pt x="2139746" y="235026"/>
                </a:lnTo>
                <a:lnTo>
                  <a:pt x="2144103" y="211086"/>
                </a:lnTo>
                <a:lnTo>
                  <a:pt x="2145563" y="185153"/>
                </a:lnTo>
                <a:close/>
              </a:path>
              <a:path w="2282825" h="368300">
                <a:moveTo>
                  <a:pt x="2282469" y="184099"/>
                </a:moveTo>
                <a:lnTo>
                  <a:pt x="2280958" y="151904"/>
                </a:lnTo>
                <a:lnTo>
                  <a:pt x="2280894" y="150368"/>
                </a:lnTo>
                <a:lnTo>
                  <a:pt x="2276183" y="118986"/>
                </a:lnTo>
                <a:lnTo>
                  <a:pt x="2257323" y="63246"/>
                </a:lnTo>
                <a:lnTo>
                  <a:pt x="2226843" y="21907"/>
                </a:lnTo>
                <a:lnTo>
                  <a:pt x="2185733" y="0"/>
                </a:lnTo>
                <a:lnTo>
                  <a:pt x="2182012" y="12204"/>
                </a:lnTo>
                <a:lnTo>
                  <a:pt x="2198928" y="20967"/>
                </a:lnTo>
                <a:lnTo>
                  <a:pt x="2213648" y="33743"/>
                </a:lnTo>
                <a:lnTo>
                  <a:pt x="2236559" y="71285"/>
                </a:lnTo>
                <a:lnTo>
                  <a:pt x="2250452" y="122301"/>
                </a:lnTo>
                <a:lnTo>
                  <a:pt x="2255075" y="184099"/>
                </a:lnTo>
                <a:lnTo>
                  <a:pt x="2253919" y="216522"/>
                </a:lnTo>
                <a:lnTo>
                  <a:pt x="2244661" y="272884"/>
                </a:lnTo>
                <a:lnTo>
                  <a:pt x="2226195" y="317715"/>
                </a:lnTo>
                <a:lnTo>
                  <a:pt x="2198928" y="347218"/>
                </a:lnTo>
                <a:lnTo>
                  <a:pt x="2182012" y="355993"/>
                </a:lnTo>
                <a:lnTo>
                  <a:pt x="2185733" y="368198"/>
                </a:lnTo>
                <a:lnTo>
                  <a:pt x="2226843" y="346278"/>
                </a:lnTo>
                <a:lnTo>
                  <a:pt x="2257323" y="304952"/>
                </a:lnTo>
                <a:lnTo>
                  <a:pt x="2276183" y="249212"/>
                </a:lnTo>
                <a:lnTo>
                  <a:pt x="2282456" y="184251"/>
                </a:lnTo>
                <a:lnTo>
                  <a:pt x="2282469" y="184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 descr=""/>
          <p:cNvSpPr txBox="1"/>
          <p:nvPr/>
        </p:nvSpPr>
        <p:spPr>
          <a:xfrm>
            <a:off x="4005827" y="3467274"/>
            <a:ext cx="4591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𝑟,</a:t>
            </a:r>
            <a:r>
              <a:rPr dirty="0" sz="2400" spc="-100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9" name="object 69" descr=""/>
          <p:cNvSpPr/>
          <p:nvPr/>
        </p:nvSpPr>
        <p:spPr>
          <a:xfrm>
            <a:off x="1227446" y="4206775"/>
            <a:ext cx="1176655" cy="282575"/>
          </a:xfrm>
          <a:custGeom>
            <a:avLst/>
            <a:gdLst/>
            <a:ahLst/>
            <a:cxnLst/>
            <a:rect l="l" t="t" r="r" b="b"/>
            <a:pathLst>
              <a:path w="1176655" h="282575">
                <a:moveTo>
                  <a:pt x="1086256" y="0"/>
                </a:moveTo>
                <a:lnTo>
                  <a:pt x="1082243" y="11455"/>
                </a:lnTo>
                <a:lnTo>
                  <a:pt x="1098585" y="18551"/>
                </a:lnTo>
                <a:lnTo>
                  <a:pt x="1112639" y="28371"/>
                </a:lnTo>
                <a:lnTo>
                  <a:pt x="1141172" y="73880"/>
                </a:lnTo>
                <a:lnTo>
                  <a:pt x="1149459" y="115357"/>
                </a:lnTo>
                <a:lnTo>
                  <a:pt x="1149502" y="115661"/>
                </a:lnTo>
                <a:lnTo>
                  <a:pt x="1149498" y="164649"/>
                </a:lnTo>
                <a:lnTo>
                  <a:pt x="1141130" y="207587"/>
                </a:lnTo>
                <a:lnTo>
                  <a:pt x="1112651" y="253828"/>
                </a:lnTo>
                <a:lnTo>
                  <a:pt x="1082687" y="270865"/>
                </a:lnTo>
                <a:lnTo>
                  <a:pt x="1086256" y="282320"/>
                </a:lnTo>
                <a:lnTo>
                  <a:pt x="1124765" y="264263"/>
                </a:lnTo>
                <a:lnTo>
                  <a:pt x="1153083" y="232994"/>
                </a:lnTo>
                <a:lnTo>
                  <a:pt x="1170492" y="191111"/>
                </a:lnTo>
                <a:lnTo>
                  <a:pt x="1176299" y="141236"/>
                </a:lnTo>
                <a:lnTo>
                  <a:pt x="1174861" y="115661"/>
                </a:lnTo>
                <a:lnTo>
                  <a:pt x="1163199" y="69479"/>
                </a:lnTo>
                <a:lnTo>
                  <a:pt x="1140098" y="32129"/>
                </a:lnTo>
                <a:lnTo>
                  <a:pt x="1106723" y="7391"/>
                </a:lnTo>
                <a:lnTo>
                  <a:pt x="1086256" y="0"/>
                </a:lnTo>
                <a:close/>
              </a:path>
              <a:path w="1176655" h="282575">
                <a:moveTo>
                  <a:pt x="90043" y="0"/>
                </a:moveTo>
                <a:lnTo>
                  <a:pt x="51619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5802" y="191111"/>
                </a:lnTo>
                <a:lnTo>
                  <a:pt x="23215" y="232994"/>
                </a:lnTo>
                <a:lnTo>
                  <a:pt x="51528" y="264263"/>
                </a:lnTo>
                <a:lnTo>
                  <a:pt x="90043" y="282320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742" y="139750"/>
                </a:lnTo>
                <a:lnTo>
                  <a:pt x="26788" y="115661"/>
                </a:lnTo>
                <a:lnTo>
                  <a:pt x="35156" y="73880"/>
                </a:lnTo>
                <a:lnTo>
                  <a:pt x="63749" y="28371"/>
                </a:lnTo>
                <a:lnTo>
                  <a:pt x="94056" y="11455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 descr=""/>
          <p:cNvSpPr/>
          <p:nvPr/>
        </p:nvSpPr>
        <p:spPr>
          <a:xfrm>
            <a:off x="2801738" y="4206775"/>
            <a:ext cx="1176655" cy="282575"/>
          </a:xfrm>
          <a:custGeom>
            <a:avLst/>
            <a:gdLst/>
            <a:ahLst/>
            <a:cxnLst/>
            <a:rect l="l" t="t" r="r" b="b"/>
            <a:pathLst>
              <a:path w="1176654" h="282575">
                <a:moveTo>
                  <a:pt x="1086256" y="0"/>
                </a:moveTo>
                <a:lnTo>
                  <a:pt x="1082243" y="11455"/>
                </a:lnTo>
                <a:lnTo>
                  <a:pt x="1098585" y="18551"/>
                </a:lnTo>
                <a:lnTo>
                  <a:pt x="1112639" y="28371"/>
                </a:lnTo>
                <a:lnTo>
                  <a:pt x="1141172" y="73880"/>
                </a:lnTo>
                <a:lnTo>
                  <a:pt x="1149459" y="115357"/>
                </a:lnTo>
                <a:lnTo>
                  <a:pt x="1149502" y="115661"/>
                </a:lnTo>
                <a:lnTo>
                  <a:pt x="1149498" y="164649"/>
                </a:lnTo>
                <a:lnTo>
                  <a:pt x="1141130" y="207587"/>
                </a:lnTo>
                <a:lnTo>
                  <a:pt x="1112651" y="253828"/>
                </a:lnTo>
                <a:lnTo>
                  <a:pt x="1082687" y="270865"/>
                </a:lnTo>
                <a:lnTo>
                  <a:pt x="1086256" y="282320"/>
                </a:lnTo>
                <a:lnTo>
                  <a:pt x="1124765" y="264263"/>
                </a:lnTo>
                <a:lnTo>
                  <a:pt x="1153083" y="232994"/>
                </a:lnTo>
                <a:lnTo>
                  <a:pt x="1170492" y="191111"/>
                </a:lnTo>
                <a:lnTo>
                  <a:pt x="1176299" y="141236"/>
                </a:lnTo>
                <a:lnTo>
                  <a:pt x="1174861" y="115661"/>
                </a:lnTo>
                <a:lnTo>
                  <a:pt x="1163199" y="69479"/>
                </a:lnTo>
                <a:lnTo>
                  <a:pt x="1140098" y="32129"/>
                </a:lnTo>
                <a:lnTo>
                  <a:pt x="1106723" y="7391"/>
                </a:lnTo>
                <a:lnTo>
                  <a:pt x="1086256" y="0"/>
                </a:lnTo>
                <a:close/>
              </a:path>
              <a:path w="1176654" h="282575">
                <a:moveTo>
                  <a:pt x="90042" y="0"/>
                </a:moveTo>
                <a:lnTo>
                  <a:pt x="51619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5802" y="191111"/>
                </a:lnTo>
                <a:lnTo>
                  <a:pt x="23215" y="232994"/>
                </a:lnTo>
                <a:lnTo>
                  <a:pt x="51528" y="264263"/>
                </a:lnTo>
                <a:lnTo>
                  <a:pt x="90042" y="282320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742" y="139750"/>
                </a:lnTo>
                <a:lnTo>
                  <a:pt x="26788" y="115661"/>
                </a:lnTo>
                <a:lnTo>
                  <a:pt x="35156" y="73880"/>
                </a:lnTo>
                <a:lnTo>
                  <a:pt x="63749" y="28371"/>
                </a:lnTo>
                <a:lnTo>
                  <a:pt x="94056" y="11455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 descr=""/>
          <p:cNvSpPr txBox="1"/>
          <p:nvPr/>
        </p:nvSpPr>
        <p:spPr>
          <a:xfrm>
            <a:off x="530092" y="3467274"/>
            <a:ext cx="3401695" cy="1040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5565">
              <a:lnSpc>
                <a:spcPct val="100000"/>
              </a:lnSpc>
              <a:spcBef>
                <a:spcPts val="100"/>
              </a:spcBef>
              <a:tabLst>
                <a:tab pos="514984" algn="l"/>
                <a:tab pos="1033144" algn="l"/>
                <a:tab pos="1544955" algn="l"/>
                <a:tab pos="1993264" algn="l"/>
                <a:tab pos="2409190" algn="l"/>
                <a:tab pos="2953385" algn="l"/>
              </a:tabLst>
            </a:pPr>
            <a:r>
              <a:rPr dirty="0" sz="2400" spc="-670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sz="2400">
                <a:solidFill>
                  <a:srgbClr val="538235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𝑡,</a:t>
            </a:r>
            <a:r>
              <a:rPr dirty="0" sz="2400" spc="-8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𝑟</a:t>
            </a:r>
            <a:r>
              <a:rPr dirty="0" sz="2400">
                <a:latin typeface="Cambria Math"/>
                <a:cs typeface="Cambria Math"/>
              </a:rPr>
              <a:t>	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50">
                <a:latin typeface="Cambria Math"/>
                <a:cs typeface="Cambria Math"/>
              </a:rPr>
              <a:t>=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490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baseline="-15873" sz="2625" spc="-735">
                <a:solidFill>
                  <a:srgbClr val="538235"/>
                </a:solidFill>
                <a:latin typeface="Cambria Math"/>
                <a:cs typeface="Cambria Math"/>
              </a:rPr>
              <a:t>1</a:t>
            </a:r>
            <a:r>
              <a:rPr dirty="0" baseline="-15873" sz="2625">
                <a:solidFill>
                  <a:srgbClr val="538235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𝑡,</a:t>
            </a:r>
            <a:r>
              <a:rPr dirty="0" sz="2400" spc="-8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r>
              <a:rPr dirty="0" sz="2400">
                <a:latin typeface="Cambria Math"/>
                <a:cs typeface="Cambria Math"/>
              </a:rPr>
              <a:t>	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-470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baseline="-15873" sz="2625" spc="-705">
                <a:solidFill>
                  <a:srgbClr val="538235"/>
                </a:solidFill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  <a:p>
            <a:pPr marL="76200">
              <a:lnSpc>
                <a:spcPct val="100000"/>
              </a:lnSpc>
              <a:spcBef>
                <a:spcPts val="2230"/>
              </a:spcBef>
              <a:tabLst>
                <a:tab pos="796925" algn="l"/>
                <a:tab pos="1968500" algn="l"/>
                <a:tab pos="2371090" algn="l"/>
              </a:tabLst>
            </a:pPr>
            <a:r>
              <a:rPr dirty="0" sz="240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sz="2400" spc="225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=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5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baseline="-15873" sz="2625" spc="-75">
                <a:solidFill>
                  <a:srgbClr val="8496AF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195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</a:t>
            </a:r>
            <a:r>
              <a:rPr dirty="0" sz="2400" spc="-95">
                <a:latin typeface="Cambria Math"/>
                <a:cs typeface="Cambria Math"/>
              </a:rPr>
              <a:t> </a:t>
            </a:r>
            <a:r>
              <a:rPr dirty="0" sz="2400" spc="-59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892">
                <a:solidFill>
                  <a:srgbClr val="C55A11"/>
                </a:solidFill>
                <a:latin typeface="Cambria Math"/>
                <a:cs typeface="Cambria Math"/>
              </a:rPr>
              <a:t>2</a:t>
            </a:r>
            <a:r>
              <a:rPr dirty="0" baseline="-15873" sz="2625">
                <a:solidFill>
                  <a:srgbClr val="C55A11"/>
                </a:solidFill>
                <a:latin typeface="Cambria Math"/>
                <a:cs typeface="Cambria Math"/>
              </a:rPr>
              <a:t>	</a:t>
            </a:r>
            <a:r>
              <a:rPr dirty="0" sz="2400" spc="-50">
                <a:latin typeface="Cambria Math"/>
                <a:cs typeface="Cambria Math"/>
              </a:rPr>
              <a:t>∪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63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952">
                <a:solidFill>
                  <a:srgbClr val="C55A11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359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</a:t>
            </a:r>
            <a:r>
              <a:rPr dirty="0" sz="2400" spc="5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baseline="-15873" sz="2625" spc="-37">
                <a:solidFill>
                  <a:srgbClr val="8496AF"/>
                </a:solidFill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4993022" y="1535290"/>
            <a:ext cx="11976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0">
                <a:latin typeface="Franklin Gothic Medium"/>
                <a:cs typeface="Franklin Gothic Medium"/>
              </a:rPr>
              <a:t>Example:</a:t>
            </a:r>
            <a:endParaRPr sz="2400">
              <a:latin typeface="Franklin Gothic Medium"/>
              <a:cs typeface="Franklin Gothic Medium"/>
            </a:endParaRPr>
          </a:p>
        </p:txBody>
      </p:sp>
      <p:grpSp>
        <p:nvGrpSpPr>
          <p:cNvPr id="73" name="object 73" descr=""/>
          <p:cNvGrpSpPr/>
          <p:nvPr/>
        </p:nvGrpSpPr>
        <p:grpSpPr>
          <a:xfrm>
            <a:off x="-6350" y="3399790"/>
            <a:ext cx="452120" cy="497840"/>
            <a:chOff x="-6350" y="3399790"/>
            <a:chExt cx="452120" cy="497840"/>
          </a:xfrm>
        </p:grpSpPr>
        <p:sp>
          <p:nvSpPr>
            <p:cNvPr id="74" name="object 74" descr=""/>
            <p:cNvSpPr/>
            <p:nvPr/>
          </p:nvSpPr>
          <p:spPr>
            <a:xfrm>
              <a:off x="0" y="3406140"/>
              <a:ext cx="439420" cy="485140"/>
            </a:xfrm>
            <a:custGeom>
              <a:avLst/>
              <a:gdLst/>
              <a:ahLst/>
              <a:cxnLst/>
              <a:rect l="l" t="t" r="r" b="b"/>
              <a:pathLst>
                <a:path w="439420" h="485139">
                  <a:moveTo>
                    <a:pt x="196596" y="0"/>
                  </a:moveTo>
                  <a:lnTo>
                    <a:pt x="196596" y="121158"/>
                  </a:lnTo>
                  <a:lnTo>
                    <a:pt x="0" y="121158"/>
                  </a:lnTo>
                  <a:lnTo>
                    <a:pt x="0" y="363474"/>
                  </a:lnTo>
                  <a:lnTo>
                    <a:pt x="196596" y="363474"/>
                  </a:lnTo>
                  <a:lnTo>
                    <a:pt x="196596" y="484632"/>
                  </a:lnTo>
                  <a:lnTo>
                    <a:pt x="438912" y="242316"/>
                  </a:lnTo>
                  <a:lnTo>
                    <a:pt x="19659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0" y="3406140"/>
              <a:ext cx="439420" cy="485140"/>
            </a:xfrm>
            <a:custGeom>
              <a:avLst/>
              <a:gdLst/>
              <a:ahLst/>
              <a:cxnLst/>
              <a:rect l="l" t="t" r="r" b="b"/>
              <a:pathLst>
                <a:path w="439420" h="485139">
                  <a:moveTo>
                    <a:pt x="0" y="121158"/>
                  </a:moveTo>
                  <a:lnTo>
                    <a:pt x="196596" y="121158"/>
                  </a:lnTo>
                  <a:lnTo>
                    <a:pt x="196596" y="0"/>
                  </a:lnTo>
                  <a:lnTo>
                    <a:pt x="438912" y="242316"/>
                  </a:lnTo>
                  <a:lnTo>
                    <a:pt x="196596" y="484632"/>
                  </a:lnTo>
                  <a:lnTo>
                    <a:pt x="196596" y="363474"/>
                  </a:lnTo>
                  <a:lnTo>
                    <a:pt x="0" y="3634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6" name="object 76" descr=""/>
          <p:cNvSpPr txBox="1"/>
          <p:nvPr/>
        </p:nvSpPr>
        <p:spPr>
          <a:xfrm>
            <a:off x="9784440" y="5651253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77" name="object 77" descr=""/>
          <p:cNvGrpSpPr/>
          <p:nvPr/>
        </p:nvGrpSpPr>
        <p:grpSpPr>
          <a:xfrm>
            <a:off x="8189218" y="4941189"/>
            <a:ext cx="2289810" cy="1355090"/>
            <a:chOff x="8189218" y="4941189"/>
            <a:chExt cx="2289810" cy="1355090"/>
          </a:xfrm>
        </p:grpSpPr>
        <p:sp>
          <p:nvSpPr>
            <p:cNvPr id="78" name="object 78" descr=""/>
            <p:cNvSpPr/>
            <p:nvPr/>
          </p:nvSpPr>
          <p:spPr>
            <a:xfrm>
              <a:off x="8227313" y="4950714"/>
              <a:ext cx="0" cy="515620"/>
            </a:xfrm>
            <a:custGeom>
              <a:avLst/>
              <a:gdLst/>
              <a:ahLst/>
              <a:cxnLst/>
              <a:rect l="l" t="t" r="r" b="b"/>
              <a:pathLst>
                <a:path w="0" h="515620">
                  <a:moveTo>
                    <a:pt x="0" y="0"/>
                  </a:moveTo>
                  <a:lnTo>
                    <a:pt x="0" y="515061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8189218" y="545307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199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8666225" y="5971794"/>
              <a:ext cx="1750060" cy="289560"/>
            </a:xfrm>
            <a:custGeom>
              <a:avLst/>
              <a:gdLst/>
              <a:ahLst/>
              <a:cxnLst/>
              <a:rect l="l" t="t" r="r" b="b"/>
              <a:pathLst>
                <a:path w="1750059" h="289560">
                  <a:moveTo>
                    <a:pt x="0" y="0"/>
                  </a:moveTo>
                  <a:lnTo>
                    <a:pt x="1749996" y="28895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10397479" y="6221079"/>
              <a:ext cx="81915" cy="75565"/>
            </a:xfrm>
            <a:custGeom>
              <a:avLst/>
              <a:gdLst/>
              <a:ahLst/>
              <a:cxnLst/>
              <a:rect l="l" t="t" r="r" b="b"/>
              <a:pathLst>
                <a:path w="81915" h="75564">
                  <a:moveTo>
                    <a:pt x="12420" y="0"/>
                  </a:moveTo>
                  <a:lnTo>
                    <a:pt x="0" y="75184"/>
                  </a:lnTo>
                  <a:lnTo>
                    <a:pt x="81394" y="50012"/>
                  </a:lnTo>
                  <a:lnTo>
                    <a:pt x="124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2" name="object 82" descr=""/>
          <p:cNvSpPr txBox="1"/>
          <p:nvPr/>
        </p:nvSpPr>
        <p:spPr>
          <a:xfrm>
            <a:off x="7977523" y="5029023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83" name="object 83" descr=""/>
          <p:cNvSpPr txBox="1"/>
          <p:nvPr/>
        </p:nvSpPr>
        <p:spPr>
          <a:xfrm>
            <a:off x="9314591" y="5790819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84" name="object 84" descr=""/>
          <p:cNvSpPr txBox="1"/>
          <p:nvPr/>
        </p:nvSpPr>
        <p:spPr>
          <a:xfrm>
            <a:off x="7245801" y="2357804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85" name="object 85" descr=""/>
          <p:cNvGrpSpPr/>
          <p:nvPr/>
        </p:nvGrpSpPr>
        <p:grpSpPr>
          <a:xfrm>
            <a:off x="6183480" y="2554812"/>
            <a:ext cx="1512570" cy="380365"/>
            <a:chOff x="6183480" y="2554812"/>
            <a:chExt cx="1512570" cy="380365"/>
          </a:xfrm>
        </p:grpSpPr>
        <p:sp>
          <p:nvSpPr>
            <p:cNvPr id="86" name="object 86" descr=""/>
            <p:cNvSpPr/>
            <p:nvPr/>
          </p:nvSpPr>
          <p:spPr>
            <a:xfrm>
              <a:off x="6978904" y="2668292"/>
              <a:ext cx="684530" cy="257175"/>
            </a:xfrm>
            <a:custGeom>
              <a:avLst/>
              <a:gdLst/>
              <a:ahLst/>
              <a:cxnLst/>
              <a:rect l="l" t="t" r="r" b="b"/>
              <a:pathLst>
                <a:path w="684529" h="257175">
                  <a:moveTo>
                    <a:pt x="0" y="256832"/>
                  </a:moveTo>
                  <a:lnTo>
                    <a:pt x="8244" y="215688"/>
                  </a:lnTo>
                  <a:lnTo>
                    <a:pt x="23563" y="176922"/>
                  </a:lnTo>
                  <a:lnTo>
                    <a:pt x="45367" y="140931"/>
                  </a:lnTo>
                  <a:lnTo>
                    <a:pt x="73063" y="108112"/>
                  </a:lnTo>
                  <a:lnTo>
                    <a:pt x="106060" y="78861"/>
                  </a:lnTo>
                  <a:lnTo>
                    <a:pt x="143766" y="53573"/>
                  </a:lnTo>
                  <a:lnTo>
                    <a:pt x="185591" y="32647"/>
                  </a:lnTo>
                  <a:lnTo>
                    <a:pt x="230942" y="16479"/>
                  </a:lnTo>
                  <a:lnTo>
                    <a:pt x="279229" y="5464"/>
                  </a:lnTo>
                  <a:lnTo>
                    <a:pt x="329860" y="0"/>
                  </a:lnTo>
                  <a:lnTo>
                    <a:pt x="382244" y="482"/>
                  </a:lnTo>
                  <a:lnTo>
                    <a:pt x="433291" y="6929"/>
                  </a:lnTo>
                  <a:lnTo>
                    <a:pt x="481649" y="18929"/>
                  </a:lnTo>
                  <a:lnTo>
                    <a:pt x="526765" y="36061"/>
                  </a:lnTo>
                  <a:lnTo>
                    <a:pt x="568085" y="57904"/>
                  </a:lnTo>
                  <a:lnTo>
                    <a:pt x="605055" y="84034"/>
                  </a:lnTo>
                  <a:lnTo>
                    <a:pt x="637121" y="114030"/>
                  </a:lnTo>
                  <a:lnTo>
                    <a:pt x="663729" y="147471"/>
                  </a:lnTo>
                  <a:lnTo>
                    <a:pt x="684326" y="18393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7623139" y="2829092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5">
                  <a:moveTo>
                    <a:pt x="72859" y="0"/>
                  </a:moveTo>
                  <a:lnTo>
                    <a:pt x="0" y="22313"/>
                  </a:lnTo>
                  <a:lnTo>
                    <a:pt x="58750" y="84023"/>
                  </a:lnTo>
                  <a:lnTo>
                    <a:pt x="728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6193005" y="2564337"/>
              <a:ext cx="363855" cy="335915"/>
            </a:xfrm>
            <a:custGeom>
              <a:avLst/>
              <a:gdLst/>
              <a:ahLst/>
              <a:cxnLst/>
              <a:rect l="l" t="t" r="r" b="b"/>
              <a:pathLst>
                <a:path w="363854" h="335914">
                  <a:moveTo>
                    <a:pt x="131375" y="335315"/>
                  </a:moveTo>
                  <a:lnTo>
                    <a:pt x="84961" y="314951"/>
                  </a:lnTo>
                  <a:lnTo>
                    <a:pt x="47456" y="285434"/>
                  </a:lnTo>
                  <a:lnTo>
                    <a:pt x="20020" y="248839"/>
                  </a:lnTo>
                  <a:lnTo>
                    <a:pt x="3815" y="207243"/>
                  </a:lnTo>
                  <a:lnTo>
                    <a:pt x="0" y="162724"/>
                  </a:lnTo>
                  <a:lnTo>
                    <a:pt x="9735" y="117357"/>
                  </a:lnTo>
                  <a:lnTo>
                    <a:pt x="32527" y="75894"/>
                  </a:lnTo>
                  <a:lnTo>
                    <a:pt x="65570" y="42391"/>
                  </a:lnTo>
                  <a:lnTo>
                    <a:pt x="106537" y="17883"/>
                  </a:lnTo>
                  <a:lnTo>
                    <a:pt x="153104" y="3407"/>
                  </a:lnTo>
                  <a:lnTo>
                    <a:pt x="202942" y="0"/>
                  </a:lnTo>
                  <a:lnTo>
                    <a:pt x="253727" y="8696"/>
                  </a:lnTo>
                  <a:lnTo>
                    <a:pt x="287997" y="22372"/>
                  </a:lnTo>
                  <a:lnTo>
                    <a:pt x="318138" y="41338"/>
                  </a:lnTo>
                  <a:lnTo>
                    <a:pt x="343503" y="64882"/>
                  </a:lnTo>
                  <a:lnTo>
                    <a:pt x="363443" y="92287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6516326" y="2632330"/>
              <a:ext cx="72390" cy="84455"/>
            </a:xfrm>
            <a:custGeom>
              <a:avLst/>
              <a:gdLst/>
              <a:ahLst/>
              <a:cxnLst/>
              <a:rect l="l" t="t" r="r" b="b"/>
              <a:pathLst>
                <a:path w="72390" h="84455">
                  <a:moveTo>
                    <a:pt x="72072" y="0"/>
                  </a:moveTo>
                  <a:lnTo>
                    <a:pt x="0" y="24739"/>
                  </a:lnTo>
                  <a:lnTo>
                    <a:pt x="60769" y="84442"/>
                  </a:lnTo>
                  <a:lnTo>
                    <a:pt x="720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0" name="object 90" descr=""/>
          <p:cNvSpPr txBox="1"/>
          <p:nvPr/>
        </p:nvSpPr>
        <p:spPr>
          <a:xfrm>
            <a:off x="6078696" y="2319326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91" name="object 91" descr=""/>
          <p:cNvGrpSpPr/>
          <p:nvPr/>
        </p:nvGrpSpPr>
        <p:grpSpPr>
          <a:xfrm>
            <a:off x="7577850" y="4479416"/>
            <a:ext cx="2743835" cy="1205230"/>
            <a:chOff x="7577850" y="4479416"/>
            <a:chExt cx="2743835" cy="1205230"/>
          </a:xfrm>
        </p:grpSpPr>
        <p:sp>
          <p:nvSpPr>
            <p:cNvPr id="92" name="object 92" descr=""/>
            <p:cNvSpPr/>
            <p:nvPr/>
          </p:nvSpPr>
          <p:spPr>
            <a:xfrm>
              <a:off x="7587375" y="4823689"/>
              <a:ext cx="317500" cy="850900"/>
            </a:xfrm>
            <a:custGeom>
              <a:avLst/>
              <a:gdLst/>
              <a:ahLst/>
              <a:cxnLst/>
              <a:rect l="l" t="t" r="r" b="b"/>
              <a:pathLst>
                <a:path w="317500" h="850900">
                  <a:moveTo>
                    <a:pt x="317157" y="850874"/>
                  </a:moveTo>
                  <a:lnTo>
                    <a:pt x="277067" y="843627"/>
                  </a:lnTo>
                  <a:lnTo>
                    <a:pt x="238723" y="830891"/>
                  </a:lnTo>
                  <a:lnTo>
                    <a:pt x="202362" y="813019"/>
                  </a:lnTo>
                  <a:lnTo>
                    <a:pt x="168222" y="790366"/>
                  </a:lnTo>
                  <a:lnTo>
                    <a:pt x="136538" y="763286"/>
                  </a:lnTo>
                  <a:lnTo>
                    <a:pt x="107550" y="732133"/>
                  </a:lnTo>
                  <a:lnTo>
                    <a:pt x="81493" y="697261"/>
                  </a:lnTo>
                  <a:lnTo>
                    <a:pt x="58605" y="659025"/>
                  </a:lnTo>
                  <a:lnTo>
                    <a:pt x="39123" y="617779"/>
                  </a:lnTo>
                  <a:lnTo>
                    <a:pt x="23285" y="573877"/>
                  </a:lnTo>
                  <a:lnTo>
                    <a:pt x="11326" y="527672"/>
                  </a:lnTo>
                  <a:lnTo>
                    <a:pt x="3486" y="479520"/>
                  </a:lnTo>
                  <a:lnTo>
                    <a:pt x="0" y="429775"/>
                  </a:lnTo>
                  <a:lnTo>
                    <a:pt x="1105" y="378790"/>
                  </a:lnTo>
                  <a:lnTo>
                    <a:pt x="7196" y="326354"/>
                  </a:lnTo>
                  <a:lnTo>
                    <a:pt x="18046" y="276115"/>
                  </a:lnTo>
                  <a:lnTo>
                    <a:pt x="33362" y="228463"/>
                  </a:lnTo>
                  <a:lnTo>
                    <a:pt x="52845" y="183787"/>
                  </a:lnTo>
                  <a:lnTo>
                    <a:pt x="76202" y="142474"/>
                  </a:lnTo>
                  <a:lnTo>
                    <a:pt x="103136" y="104916"/>
                  </a:lnTo>
                  <a:lnTo>
                    <a:pt x="133351" y="71500"/>
                  </a:lnTo>
                  <a:lnTo>
                    <a:pt x="166552" y="42616"/>
                  </a:lnTo>
                  <a:lnTo>
                    <a:pt x="202443" y="18653"/>
                  </a:lnTo>
                  <a:lnTo>
                    <a:pt x="240729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7806051" y="4790290"/>
              <a:ext cx="83820" cy="73660"/>
            </a:xfrm>
            <a:custGeom>
              <a:avLst/>
              <a:gdLst/>
              <a:ahLst/>
              <a:cxnLst/>
              <a:rect l="l" t="t" r="r" b="b"/>
              <a:pathLst>
                <a:path w="83820" h="73660">
                  <a:moveTo>
                    <a:pt x="0" y="0"/>
                  </a:moveTo>
                  <a:lnTo>
                    <a:pt x="20523" y="73380"/>
                  </a:lnTo>
                  <a:lnTo>
                    <a:pt x="83642" y="161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8589721" y="4488941"/>
              <a:ext cx="1722755" cy="1134110"/>
            </a:xfrm>
            <a:custGeom>
              <a:avLst/>
              <a:gdLst/>
              <a:ahLst/>
              <a:cxnLst/>
              <a:rect l="l" t="t" r="r" b="b"/>
              <a:pathLst>
                <a:path w="1722754" h="1134110">
                  <a:moveTo>
                    <a:pt x="1722335" y="0"/>
                  </a:moveTo>
                  <a:lnTo>
                    <a:pt x="0" y="1133894"/>
                  </a:lnTo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8536681" y="5584032"/>
              <a:ext cx="85090" cy="74295"/>
            </a:xfrm>
            <a:custGeom>
              <a:avLst/>
              <a:gdLst/>
              <a:ahLst/>
              <a:cxnLst/>
              <a:rect l="l" t="t" r="r" b="b"/>
              <a:pathLst>
                <a:path w="85090" h="74295">
                  <a:moveTo>
                    <a:pt x="42697" y="0"/>
                  </a:moveTo>
                  <a:lnTo>
                    <a:pt x="0" y="73723"/>
                  </a:lnTo>
                  <a:lnTo>
                    <a:pt x="84594" y="63639"/>
                  </a:lnTo>
                  <a:lnTo>
                    <a:pt x="42697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6" name="object 96" descr=""/>
          <p:cNvSpPr txBox="1"/>
          <p:nvPr/>
        </p:nvSpPr>
        <p:spPr>
          <a:xfrm>
            <a:off x="7365499" y="5074620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97" name="object 97" descr=""/>
          <p:cNvSpPr txBox="1"/>
          <p:nvPr/>
        </p:nvSpPr>
        <p:spPr>
          <a:xfrm>
            <a:off x="9690031" y="4450853"/>
            <a:ext cx="2527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C00000"/>
                </a:solidFill>
                <a:latin typeface="Cambria Math"/>
                <a:cs typeface="Cambria Math"/>
              </a:rPr>
              <a:t>𝑎,</a:t>
            </a:r>
            <a:r>
              <a:rPr dirty="0" sz="1200" spc="-50">
                <a:solidFill>
                  <a:srgbClr val="C00000"/>
                </a:solidFill>
                <a:latin typeface="Cambria Math"/>
                <a:cs typeface="Cambria Math"/>
              </a:rPr>
              <a:t> 𝑏</a:t>
            </a:r>
            <a:endParaRPr sz="12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Closure</a:t>
            </a:r>
            <a:r>
              <a:rPr dirty="0" spc="-170"/>
              <a:t> </a:t>
            </a:r>
            <a:r>
              <a:rPr dirty="0" spc="-20"/>
              <a:t>Properties</a:t>
            </a:r>
            <a:r>
              <a:rPr dirty="0" spc="-160"/>
              <a:t> </a:t>
            </a:r>
            <a:r>
              <a:rPr dirty="0"/>
              <a:t>for</a:t>
            </a:r>
            <a:r>
              <a:rPr dirty="0" spc="-165"/>
              <a:t> </a:t>
            </a:r>
            <a:r>
              <a:rPr dirty="0" spc="-45"/>
              <a:t>RegEx</a:t>
            </a:r>
            <a:r>
              <a:rPr dirty="0" spc="-160"/>
              <a:t> </a:t>
            </a:r>
            <a:r>
              <a:rPr dirty="0"/>
              <a:t>-</a:t>
            </a:r>
            <a:r>
              <a:rPr dirty="0" spc="-140"/>
              <a:t> </a:t>
            </a:r>
            <a:r>
              <a:rPr dirty="0" spc="-10"/>
              <a:t>Union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452871" y="2095500"/>
            <a:ext cx="419100" cy="33845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dirty="0" sz="16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84919" y="2119883"/>
            <a:ext cx="424180" cy="33845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10"/>
              </a:spcBef>
            </a:pPr>
            <a:r>
              <a:rPr dirty="0" sz="16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492" sz="1725" spc="-37">
                <a:latin typeface="Cambria Math"/>
                <a:cs typeface="Cambria Math"/>
              </a:rPr>
              <a:t>2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6277355" y="2717292"/>
            <a:ext cx="722630" cy="728980"/>
          </a:xfrm>
          <a:custGeom>
            <a:avLst/>
            <a:gdLst/>
            <a:ahLst/>
            <a:cxnLst/>
            <a:rect l="l" t="t" r="r" b="b"/>
            <a:pathLst>
              <a:path w="722629" h="728979">
                <a:moveTo>
                  <a:pt x="0" y="364236"/>
                </a:moveTo>
                <a:lnTo>
                  <a:pt x="3297" y="314810"/>
                </a:lnTo>
                <a:lnTo>
                  <a:pt x="12901" y="267405"/>
                </a:lnTo>
                <a:lnTo>
                  <a:pt x="28383" y="222456"/>
                </a:lnTo>
                <a:lnTo>
                  <a:pt x="49312" y="180396"/>
                </a:lnTo>
                <a:lnTo>
                  <a:pt x="75257" y="141659"/>
                </a:lnTo>
                <a:lnTo>
                  <a:pt x="105789" y="106680"/>
                </a:lnTo>
                <a:lnTo>
                  <a:pt x="140476" y="75891"/>
                </a:lnTo>
                <a:lnTo>
                  <a:pt x="178889" y="49727"/>
                </a:lnTo>
                <a:lnTo>
                  <a:pt x="220597" y="28622"/>
                </a:lnTo>
                <a:lnTo>
                  <a:pt x="265169" y="13010"/>
                </a:lnTo>
                <a:lnTo>
                  <a:pt x="312176" y="3324"/>
                </a:lnTo>
                <a:lnTo>
                  <a:pt x="361188" y="0"/>
                </a:lnTo>
                <a:lnTo>
                  <a:pt x="410199" y="3324"/>
                </a:lnTo>
                <a:lnTo>
                  <a:pt x="457206" y="13010"/>
                </a:lnTo>
                <a:lnTo>
                  <a:pt x="501778" y="28622"/>
                </a:lnTo>
                <a:lnTo>
                  <a:pt x="543486" y="49727"/>
                </a:lnTo>
                <a:lnTo>
                  <a:pt x="581899" y="75891"/>
                </a:lnTo>
                <a:lnTo>
                  <a:pt x="616586" y="106680"/>
                </a:lnTo>
                <a:lnTo>
                  <a:pt x="647118" y="141659"/>
                </a:lnTo>
                <a:lnTo>
                  <a:pt x="673063" y="180396"/>
                </a:lnTo>
                <a:lnTo>
                  <a:pt x="693992" y="222456"/>
                </a:lnTo>
                <a:lnTo>
                  <a:pt x="709474" y="267405"/>
                </a:lnTo>
                <a:lnTo>
                  <a:pt x="719078" y="314810"/>
                </a:lnTo>
                <a:lnTo>
                  <a:pt x="722376" y="364236"/>
                </a:lnTo>
                <a:lnTo>
                  <a:pt x="719078" y="413661"/>
                </a:lnTo>
                <a:lnTo>
                  <a:pt x="709474" y="461066"/>
                </a:lnTo>
                <a:lnTo>
                  <a:pt x="693992" y="506015"/>
                </a:lnTo>
                <a:lnTo>
                  <a:pt x="673063" y="548075"/>
                </a:lnTo>
                <a:lnTo>
                  <a:pt x="647118" y="586812"/>
                </a:lnTo>
                <a:lnTo>
                  <a:pt x="616586" y="621792"/>
                </a:lnTo>
                <a:lnTo>
                  <a:pt x="581899" y="652580"/>
                </a:lnTo>
                <a:lnTo>
                  <a:pt x="543486" y="678744"/>
                </a:lnTo>
                <a:lnTo>
                  <a:pt x="501778" y="699849"/>
                </a:lnTo>
                <a:lnTo>
                  <a:pt x="457206" y="715461"/>
                </a:lnTo>
                <a:lnTo>
                  <a:pt x="410199" y="725147"/>
                </a:lnTo>
                <a:lnTo>
                  <a:pt x="361188" y="728472"/>
                </a:lnTo>
                <a:lnTo>
                  <a:pt x="312176" y="725147"/>
                </a:lnTo>
                <a:lnTo>
                  <a:pt x="265169" y="715461"/>
                </a:lnTo>
                <a:lnTo>
                  <a:pt x="220597" y="699849"/>
                </a:lnTo>
                <a:lnTo>
                  <a:pt x="178889" y="678744"/>
                </a:lnTo>
                <a:lnTo>
                  <a:pt x="140476" y="652580"/>
                </a:lnTo>
                <a:lnTo>
                  <a:pt x="105789" y="621792"/>
                </a:lnTo>
                <a:lnTo>
                  <a:pt x="75257" y="586812"/>
                </a:lnTo>
                <a:lnTo>
                  <a:pt x="49312" y="548075"/>
                </a:lnTo>
                <a:lnTo>
                  <a:pt x="28383" y="506015"/>
                </a:lnTo>
                <a:lnTo>
                  <a:pt x="12901" y="461066"/>
                </a:lnTo>
                <a:lnTo>
                  <a:pt x="3297" y="413661"/>
                </a:lnTo>
                <a:lnTo>
                  <a:pt x="0" y="364236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514596" y="2941121"/>
            <a:ext cx="105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𝑡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590796" y="3037133"/>
            <a:ext cx="11112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latin typeface="Cambria Math"/>
                <a:cs typeface="Cambria Math"/>
              </a:rPr>
              <a:t>0</a:t>
            </a:r>
            <a:endParaRPr sz="1150">
              <a:latin typeface="Cambria Math"/>
              <a:cs typeface="Cambria Math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5916548" y="2710942"/>
            <a:ext cx="2461260" cy="741680"/>
            <a:chOff x="5916548" y="2710942"/>
            <a:chExt cx="2461260" cy="741680"/>
          </a:xfrm>
        </p:grpSpPr>
        <p:sp>
          <p:nvSpPr>
            <p:cNvPr id="9" name="object 9" descr=""/>
            <p:cNvSpPr/>
            <p:nvPr/>
          </p:nvSpPr>
          <p:spPr>
            <a:xfrm>
              <a:off x="5926073" y="3082290"/>
              <a:ext cx="288925" cy="0"/>
            </a:xfrm>
            <a:custGeom>
              <a:avLst/>
              <a:gdLst/>
              <a:ahLst/>
              <a:cxnLst/>
              <a:rect l="l" t="t" r="r" b="b"/>
              <a:pathLst>
                <a:path w="288925" h="0">
                  <a:moveTo>
                    <a:pt x="0" y="0"/>
                  </a:moveTo>
                  <a:lnTo>
                    <a:pt x="288709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202080" y="304418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6489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361188" y="0"/>
                  </a:moveTo>
                  <a:lnTo>
                    <a:pt x="312176" y="3324"/>
                  </a:lnTo>
                  <a:lnTo>
                    <a:pt x="265169" y="13010"/>
                  </a:lnTo>
                  <a:lnTo>
                    <a:pt x="220597" y="28622"/>
                  </a:lnTo>
                  <a:lnTo>
                    <a:pt x="178889" y="49727"/>
                  </a:lnTo>
                  <a:lnTo>
                    <a:pt x="140476" y="75891"/>
                  </a:lnTo>
                  <a:lnTo>
                    <a:pt x="105789" y="106680"/>
                  </a:lnTo>
                  <a:lnTo>
                    <a:pt x="75257" y="141659"/>
                  </a:lnTo>
                  <a:lnTo>
                    <a:pt x="49312" y="180396"/>
                  </a:lnTo>
                  <a:lnTo>
                    <a:pt x="28383" y="222456"/>
                  </a:lnTo>
                  <a:lnTo>
                    <a:pt x="12901" y="267405"/>
                  </a:lnTo>
                  <a:lnTo>
                    <a:pt x="3297" y="314810"/>
                  </a:lnTo>
                  <a:lnTo>
                    <a:pt x="0" y="364236"/>
                  </a:lnTo>
                  <a:lnTo>
                    <a:pt x="3297" y="413661"/>
                  </a:lnTo>
                  <a:lnTo>
                    <a:pt x="12901" y="461066"/>
                  </a:lnTo>
                  <a:lnTo>
                    <a:pt x="28383" y="506015"/>
                  </a:lnTo>
                  <a:lnTo>
                    <a:pt x="49312" y="548075"/>
                  </a:lnTo>
                  <a:lnTo>
                    <a:pt x="75257" y="586812"/>
                  </a:lnTo>
                  <a:lnTo>
                    <a:pt x="105789" y="621792"/>
                  </a:lnTo>
                  <a:lnTo>
                    <a:pt x="140476" y="652580"/>
                  </a:lnTo>
                  <a:lnTo>
                    <a:pt x="178889" y="678744"/>
                  </a:lnTo>
                  <a:lnTo>
                    <a:pt x="220597" y="699849"/>
                  </a:lnTo>
                  <a:lnTo>
                    <a:pt x="265169" y="715461"/>
                  </a:lnTo>
                  <a:lnTo>
                    <a:pt x="312176" y="725147"/>
                  </a:lnTo>
                  <a:lnTo>
                    <a:pt x="361188" y="728472"/>
                  </a:lnTo>
                  <a:lnTo>
                    <a:pt x="410199" y="725147"/>
                  </a:lnTo>
                  <a:lnTo>
                    <a:pt x="457206" y="715461"/>
                  </a:lnTo>
                  <a:lnTo>
                    <a:pt x="501778" y="699849"/>
                  </a:lnTo>
                  <a:lnTo>
                    <a:pt x="543486" y="678744"/>
                  </a:lnTo>
                  <a:lnTo>
                    <a:pt x="581899" y="652580"/>
                  </a:lnTo>
                  <a:lnTo>
                    <a:pt x="616586" y="621792"/>
                  </a:lnTo>
                  <a:lnTo>
                    <a:pt x="647118" y="586812"/>
                  </a:lnTo>
                  <a:lnTo>
                    <a:pt x="673063" y="548075"/>
                  </a:lnTo>
                  <a:lnTo>
                    <a:pt x="693992" y="506015"/>
                  </a:lnTo>
                  <a:lnTo>
                    <a:pt x="709474" y="461066"/>
                  </a:lnTo>
                  <a:lnTo>
                    <a:pt x="719078" y="413661"/>
                  </a:lnTo>
                  <a:lnTo>
                    <a:pt x="722376" y="364236"/>
                  </a:lnTo>
                  <a:lnTo>
                    <a:pt x="719078" y="314810"/>
                  </a:lnTo>
                  <a:lnTo>
                    <a:pt x="709474" y="267405"/>
                  </a:lnTo>
                  <a:lnTo>
                    <a:pt x="693992" y="222456"/>
                  </a:lnTo>
                  <a:lnTo>
                    <a:pt x="673063" y="180396"/>
                  </a:lnTo>
                  <a:lnTo>
                    <a:pt x="647118" y="141659"/>
                  </a:lnTo>
                  <a:lnTo>
                    <a:pt x="616586" y="106680"/>
                  </a:lnTo>
                  <a:lnTo>
                    <a:pt x="581899" y="75891"/>
                  </a:lnTo>
                  <a:lnTo>
                    <a:pt x="543486" y="49727"/>
                  </a:lnTo>
                  <a:lnTo>
                    <a:pt x="501778" y="28622"/>
                  </a:lnTo>
                  <a:lnTo>
                    <a:pt x="457206" y="13010"/>
                  </a:lnTo>
                  <a:lnTo>
                    <a:pt x="410199" y="332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6489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0" y="364236"/>
                  </a:moveTo>
                  <a:lnTo>
                    <a:pt x="3297" y="314810"/>
                  </a:lnTo>
                  <a:lnTo>
                    <a:pt x="12901" y="267405"/>
                  </a:lnTo>
                  <a:lnTo>
                    <a:pt x="28383" y="222456"/>
                  </a:lnTo>
                  <a:lnTo>
                    <a:pt x="49312" y="180396"/>
                  </a:lnTo>
                  <a:lnTo>
                    <a:pt x="75257" y="141659"/>
                  </a:lnTo>
                  <a:lnTo>
                    <a:pt x="105789" y="106680"/>
                  </a:lnTo>
                  <a:lnTo>
                    <a:pt x="140476" y="75891"/>
                  </a:lnTo>
                  <a:lnTo>
                    <a:pt x="178889" y="49727"/>
                  </a:lnTo>
                  <a:lnTo>
                    <a:pt x="220597" y="28622"/>
                  </a:lnTo>
                  <a:lnTo>
                    <a:pt x="265169" y="13010"/>
                  </a:lnTo>
                  <a:lnTo>
                    <a:pt x="312176" y="3324"/>
                  </a:lnTo>
                  <a:lnTo>
                    <a:pt x="361188" y="0"/>
                  </a:lnTo>
                  <a:lnTo>
                    <a:pt x="410199" y="3324"/>
                  </a:lnTo>
                  <a:lnTo>
                    <a:pt x="457206" y="13010"/>
                  </a:lnTo>
                  <a:lnTo>
                    <a:pt x="501778" y="28622"/>
                  </a:lnTo>
                  <a:lnTo>
                    <a:pt x="543486" y="49727"/>
                  </a:lnTo>
                  <a:lnTo>
                    <a:pt x="581899" y="75891"/>
                  </a:lnTo>
                  <a:lnTo>
                    <a:pt x="616586" y="106680"/>
                  </a:lnTo>
                  <a:lnTo>
                    <a:pt x="647118" y="141659"/>
                  </a:lnTo>
                  <a:lnTo>
                    <a:pt x="673063" y="180396"/>
                  </a:lnTo>
                  <a:lnTo>
                    <a:pt x="693992" y="222456"/>
                  </a:lnTo>
                  <a:lnTo>
                    <a:pt x="709474" y="267405"/>
                  </a:lnTo>
                  <a:lnTo>
                    <a:pt x="719078" y="314810"/>
                  </a:lnTo>
                  <a:lnTo>
                    <a:pt x="722376" y="364236"/>
                  </a:lnTo>
                  <a:lnTo>
                    <a:pt x="719078" y="413661"/>
                  </a:lnTo>
                  <a:lnTo>
                    <a:pt x="709474" y="461066"/>
                  </a:lnTo>
                  <a:lnTo>
                    <a:pt x="693992" y="506015"/>
                  </a:lnTo>
                  <a:lnTo>
                    <a:pt x="673063" y="548075"/>
                  </a:lnTo>
                  <a:lnTo>
                    <a:pt x="647118" y="586812"/>
                  </a:lnTo>
                  <a:lnTo>
                    <a:pt x="616586" y="621792"/>
                  </a:lnTo>
                  <a:lnTo>
                    <a:pt x="581899" y="652580"/>
                  </a:lnTo>
                  <a:lnTo>
                    <a:pt x="543486" y="678744"/>
                  </a:lnTo>
                  <a:lnTo>
                    <a:pt x="501778" y="699849"/>
                  </a:lnTo>
                  <a:lnTo>
                    <a:pt x="457206" y="715461"/>
                  </a:lnTo>
                  <a:lnTo>
                    <a:pt x="410199" y="725147"/>
                  </a:lnTo>
                  <a:lnTo>
                    <a:pt x="361188" y="728472"/>
                  </a:lnTo>
                  <a:lnTo>
                    <a:pt x="312176" y="725147"/>
                  </a:lnTo>
                  <a:lnTo>
                    <a:pt x="265169" y="715461"/>
                  </a:lnTo>
                  <a:lnTo>
                    <a:pt x="220597" y="699849"/>
                  </a:lnTo>
                  <a:lnTo>
                    <a:pt x="178889" y="678744"/>
                  </a:lnTo>
                  <a:lnTo>
                    <a:pt x="140476" y="652580"/>
                  </a:lnTo>
                  <a:lnTo>
                    <a:pt x="105789" y="621792"/>
                  </a:lnTo>
                  <a:lnTo>
                    <a:pt x="75257" y="586812"/>
                  </a:lnTo>
                  <a:lnTo>
                    <a:pt x="49312" y="548075"/>
                  </a:lnTo>
                  <a:lnTo>
                    <a:pt x="28383" y="506015"/>
                  </a:lnTo>
                  <a:lnTo>
                    <a:pt x="12901" y="461066"/>
                  </a:lnTo>
                  <a:lnTo>
                    <a:pt x="3297" y="413661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7888032" y="2941121"/>
            <a:ext cx="105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𝑡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959659" y="3037133"/>
            <a:ext cx="11112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latin typeface="Cambria Math"/>
                <a:cs typeface="Cambria Math"/>
              </a:rPr>
              <a:t>1</a:t>
            </a:r>
            <a:endParaRPr sz="1150">
              <a:latin typeface="Cambria Math"/>
              <a:cs typeface="Cambria Math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6966584" y="2774950"/>
            <a:ext cx="1348740" cy="734060"/>
            <a:chOff x="6966584" y="2774950"/>
            <a:chExt cx="1348740" cy="734060"/>
          </a:xfrm>
        </p:grpSpPr>
        <p:sp>
          <p:nvSpPr>
            <p:cNvPr id="16" name="object 16" descr=""/>
            <p:cNvSpPr/>
            <p:nvPr/>
          </p:nvSpPr>
          <p:spPr>
            <a:xfrm>
              <a:off x="7711440" y="2781300"/>
              <a:ext cx="597535" cy="601980"/>
            </a:xfrm>
            <a:custGeom>
              <a:avLst/>
              <a:gdLst/>
              <a:ahLst/>
              <a:cxnLst/>
              <a:rect l="l" t="t" r="r" b="b"/>
              <a:pathLst>
                <a:path w="597534" h="601979">
                  <a:moveTo>
                    <a:pt x="0" y="300989"/>
                  </a:moveTo>
                  <a:lnTo>
                    <a:pt x="3909" y="252168"/>
                  </a:lnTo>
                  <a:lnTo>
                    <a:pt x="15227" y="205854"/>
                  </a:lnTo>
                  <a:lnTo>
                    <a:pt x="33340" y="162668"/>
                  </a:lnTo>
                  <a:lnTo>
                    <a:pt x="57631" y="123230"/>
                  </a:lnTo>
                  <a:lnTo>
                    <a:pt x="87487" y="88158"/>
                  </a:lnTo>
                  <a:lnTo>
                    <a:pt x="122291" y="58074"/>
                  </a:lnTo>
                  <a:lnTo>
                    <a:pt x="161430" y="33596"/>
                  </a:lnTo>
                  <a:lnTo>
                    <a:pt x="204289" y="15344"/>
                  </a:lnTo>
                  <a:lnTo>
                    <a:pt x="250251" y="3939"/>
                  </a:lnTo>
                  <a:lnTo>
                    <a:pt x="298704" y="0"/>
                  </a:lnTo>
                  <a:lnTo>
                    <a:pt x="347156" y="3939"/>
                  </a:lnTo>
                  <a:lnTo>
                    <a:pt x="393118" y="15344"/>
                  </a:lnTo>
                  <a:lnTo>
                    <a:pt x="435977" y="33596"/>
                  </a:lnTo>
                  <a:lnTo>
                    <a:pt x="475116" y="58074"/>
                  </a:lnTo>
                  <a:lnTo>
                    <a:pt x="509920" y="88158"/>
                  </a:lnTo>
                  <a:lnTo>
                    <a:pt x="539776" y="123230"/>
                  </a:lnTo>
                  <a:lnTo>
                    <a:pt x="564067" y="162668"/>
                  </a:lnTo>
                  <a:lnTo>
                    <a:pt x="582180" y="205854"/>
                  </a:lnTo>
                  <a:lnTo>
                    <a:pt x="593498" y="252168"/>
                  </a:lnTo>
                  <a:lnTo>
                    <a:pt x="597408" y="300989"/>
                  </a:lnTo>
                  <a:lnTo>
                    <a:pt x="593498" y="349811"/>
                  </a:lnTo>
                  <a:lnTo>
                    <a:pt x="582180" y="396125"/>
                  </a:lnTo>
                  <a:lnTo>
                    <a:pt x="564067" y="439311"/>
                  </a:lnTo>
                  <a:lnTo>
                    <a:pt x="539776" y="478749"/>
                  </a:lnTo>
                  <a:lnTo>
                    <a:pt x="509920" y="513821"/>
                  </a:lnTo>
                  <a:lnTo>
                    <a:pt x="475116" y="543905"/>
                  </a:lnTo>
                  <a:lnTo>
                    <a:pt x="435977" y="568383"/>
                  </a:lnTo>
                  <a:lnTo>
                    <a:pt x="393118" y="586635"/>
                  </a:lnTo>
                  <a:lnTo>
                    <a:pt x="347156" y="598040"/>
                  </a:lnTo>
                  <a:lnTo>
                    <a:pt x="298704" y="601979"/>
                  </a:lnTo>
                  <a:lnTo>
                    <a:pt x="250251" y="598040"/>
                  </a:lnTo>
                  <a:lnTo>
                    <a:pt x="204289" y="586635"/>
                  </a:lnTo>
                  <a:lnTo>
                    <a:pt x="161430" y="568383"/>
                  </a:lnTo>
                  <a:lnTo>
                    <a:pt x="122291" y="543905"/>
                  </a:lnTo>
                  <a:lnTo>
                    <a:pt x="87487" y="513821"/>
                  </a:lnTo>
                  <a:lnTo>
                    <a:pt x="57631" y="478749"/>
                  </a:lnTo>
                  <a:lnTo>
                    <a:pt x="33340" y="439311"/>
                  </a:lnTo>
                  <a:lnTo>
                    <a:pt x="15227" y="396125"/>
                  </a:lnTo>
                  <a:lnTo>
                    <a:pt x="3909" y="349811"/>
                  </a:lnTo>
                  <a:lnTo>
                    <a:pt x="0" y="30098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999369" y="3243265"/>
              <a:ext cx="684530" cy="256540"/>
            </a:xfrm>
            <a:custGeom>
              <a:avLst/>
              <a:gdLst/>
              <a:ahLst/>
              <a:cxnLst/>
              <a:rect l="l" t="t" r="r" b="b"/>
              <a:pathLst>
                <a:path w="684529" h="256539">
                  <a:moveTo>
                    <a:pt x="684123" y="0"/>
                  </a:moveTo>
                  <a:lnTo>
                    <a:pt x="675865" y="41028"/>
                  </a:lnTo>
                  <a:lnTo>
                    <a:pt x="660534" y="79685"/>
                  </a:lnTo>
                  <a:lnTo>
                    <a:pt x="638720" y="115574"/>
                  </a:lnTo>
                  <a:lnTo>
                    <a:pt x="611015" y="148299"/>
                  </a:lnTo>
                  <a:lnTo>
                    <a:pt x="578009" y="177466"/>
                  </a:lnTo>
                  <a:lnTo>
                    <a:pt x="540296" y="202679"/>
                  </a:lnTo>
                  <a:lnTo>
                    <a:pt x="498466" y="223542"/>
                  </a:lnTo>
                  <a:lnTo>
                    <a:pt x="453110" y="239660"/>
                  </a:lnTo>
                  <a:lnTo>
                    <a:pt x="404820" y="250637"/>
                  </a:lnTo>
                  <a:lnTo>
                    <a:pt x="354187" y="256078"/>
                  </a:lnTo>
                  <a:lnTo>
                    <a:pt x="301802" y="255587"/>
                  </a:lnTo>
                  <a:lnTo>
                    <a:pt x="250842" y="249163"/>
                  </a:lnTo>
                  <a:lnTo>
                    <a:pt x="202561" y="237219"/>
                  </a:lnTo>
                  <a:lnTo>
                    <a:pt x="157509" y="220173"/>
                  </a:lnTo>
                  <a:lnTo>
                    <a:pt x="116239" y="198443"/>
                  </a:lnTo>
                  <a:lnTo>
                    <a:pt x="79302" y="172449"/>
                  </a:lnTo>
                  <a:lnTo>
                    <a:pt x="47249" y="142609"/>
                  </a:lnTo>
                  <a:lnTo>
                    <a:pt x="20631" y="109340"/>
                  </a:lnTo>
                  <a:lnTo>
                    <a:pt x="0" y="73063"/>
                  </a:lnTo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966584" y="3255275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4">
                  <a:moveTo>
                    <a:pt x="13944" y="0"/>
                  </a:moveTo>
                  <a:lnTo>
                    <a:pt x="0" y="84048"/>
                  </a:lnTo>
                  <a:lnTo>
                    <a:pt x="72809" y="61582"/>
                  </a:lnTo>
                  <a:lnTo>
                    <a:pt x="13944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7195928" y="3502177"/>
            <a:ext cx="2527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C00000"/>
                </a:solidFill>
                <a:latin typeface="Cambria Math"/>
                <a:cs typeface="Cambria Math"/>
              </a:rPr>
              <a:t>𝑎</a:t>
            </a:r>
            <a:r>
              <a:rPr dirty="0" sz="1200">
                <a:latin typeface="Cambria Math"/>
                <a:cs typeface="Cambria Math"/>
              </a:rPr>
              <a:t>,</a:t>
            </a:r>
            <a:r>
              <a:rPr dirty="0" sz="1200" spc="-50">
                <a:latin typeface="Cambria Math"/>
                <a:cs typeface="Cambria Math"/>
              </a:rPr>
              <a:t> 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9386316" y="2694432"/>
            <a:ext cx="722630" cy="728980"/>
          </a:xfrm>
          <a:custGeom>
            <a:avLst/>
            <a:gdLst/>
            <a:ahLst/>
            <a:cxnLst/>
            <a:rect l="l" t="t" r="r" b="b"/>
            <a:pathLst>
              <a:path w="722629" h="728979">
                <a:moveTo>
                  <a:pt x="0" y="364236"/>
                </a:moveTo>
                <a:lnTo>
                  <a:pt x="3297" y="314810"/>
                </a:lnTo>
                <a:lnTo>
                  <a:pt x="12901" y="267405"/>
                </a:lnTo>
                <a:lnTo>
                  <a:pt x="28383" y="222456"/>
                </a:lnTo>
                <a:lnTo>
                  <a:pt x="49312" y="180396"/>
                </a:lnTo>
                <a:lnTo>
                  <a:pt x="75257" y="141659"/>
                </a:lnTo>
                <a:lnTo>
                  <a:pt x="105789" y="106680"/>
                </a:lnTo>
                <a:lnTo>
                  <a:pt x="140476" y="75891"/>
                </a:lnTo>
                <a:lnTo>
                  <a:pt x="178889" y="49727"/>
                </a:lnTo>
                <a:lnTo>
                  <a:pt x="220597" y="28622"/>
                </a:lnTo>
                <a:lnTo>
                  <a:pt x="265169" y="13010"/>
                </a:lnTo>
                <a:lnTo>
                  <a:pt x="312176" y="3324"/>
                </a:lnTo>
                <a:lnTo>
                  <a:pt x="361188" y="0"/>
                </a:lnTo>
                <a:lnTo>
                  <a:pt x="410199" y="3324"/>
                </a:lnTo>
                <a:lnTo>
                  <a:pt x="457206" y="13010"/>
                </a:lnTo>
                <a:lnTo>
                  <a:pt x="501778" y="28622"/>
                </a:lnTo>
                <a:lnTo>
                  <a:pt x="543486" y="49727"/>
                </a:lnTo>
                <a:lnTo>
                  <a:pt x="581899" y="75891"/>
                </a:lnTo>
                <a:lnTo>
                  <a:pt x="616586" y="106680"/>
                </a:lnTo>
                <a:lnTo>
                  <a:pt x="647118" y="141659"/>
                </a:lnTo>
                <a:lnTo>
                  <a:pt x="673063" y="180396"/>
                </a:lnTo>
                <a:lnTo>
                  <a:pt x="693992" y="222456"/>
                </a:lnTo>
                <a:lnTo>
                  <a:pt x="709474" y="267405"/>
                </a:lnTo>
                <a:lnTo>
                  <a:pt x="719078" y="314810"/>
                </a:lnTo>
                <a:lnTo>
                  <a:pt x="722376" y="364236"/>
                </a:lnTo>
                <a:lnTo>
                  <a:pt x="719078" y="413661"/>
                </a:lnTo>
                <a:lnTo>
                  <a:pt x="709474" y="461066"/>
                </a:lnTo>
                <a:lnTo>
                  <a:pt x="693992" y="506015"/>
                </a:lnTo>
                <a:lnTo>
                  <a:pt x="673063" y="548075"/>
                </a:lnTo>
                <a:lnTo>
                  <a:pt x="647118" y="586812"/>
                </a:lnTo>
                <a:lnTo>
                  <a:pt x="616586" y="621792"/>
                </a:lnTo>
                <a:lnTo>
                  <a:pt x="581899" y="652580"/>
                </a:lnTo>
                <a:lnTo>
                  <a:pt x="543486" y="678744"/>
                </a:lnTo>
                <a:lnTo>
                  <a:pt x="501778" y="699849"/>
                </a:lnTo>
                <a:lnTo>
                  <a:pt x="457206" y="715461"/>
                </a:lnTo>
                <a:lnTo>
                  <a:pt x="410199" y="725147"/>
                </a:lnTo>
                <a:lnTo>
                  <a:pt x="361188" y="728472"/>
                </a:lnTo>
                <a:lnTo>
                  <a:pt x="312176" y="725147"/>
                </a:lnTo>
                <a:lnTo>
                  <a:pt x="265169" y="715461"/>
                </a:lnTo>
                <a:lnTo>
                  <a:pt x="220597" y="699849"/>
                </a:lnTo>
                <a:lnTo>
                  <a:pt x="178889" y="678744"/>
                </a:lnTo>
                <a:lnTo>
                  <a:pt x="140476" y="652580"/>
                </a:lnTo>
                <a:lnTo>
                  <a:pt x="105789" y="621792"/>
                </a:lnTo>
                <a:lnTo>
                  <a:pt x="75257" y="586812"/>
                </a:lnTo>
                <a:lnTo>
                  <a:pt x="49312" y="548075"/>
                </a:lnTo>
                <a:lnTo>
                  <a:pt x="28383" y="506015"/>
                </a:lnTo>
                <a:lnTo>
                  <a:pt x="12901" y="461066"/>
                </a:lnTo>
                <a:lnTo>
                  <a:pt x="3297" y="413661"/>
                </a:lnTo>
                <a:lnTo>
                  <a:pt x="0" y="364236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9599141" y="2918503"/>
            <a:ext cx="2349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9023984" y="2688082"/>
            <a:ext cx="2463165" cy="741680"/>
            <a:chOff x="9023984" y="2688082"/>
            <a:chExt cx="2463165" cy="741680"/>
          </a:xfrm>
        </p:grpSpPr>
        <p:sp>
          <p:nvSpPr>
            <p:cNvPr id="23" name="object 23" descr=""/>
            <p:cNvSpPr/>
            <p:nvPr/>
          </p:nvSpPr>
          <p:spPr>
            <a:xfrm>
              <a:off x="9033509" y="3059430"/>
              <a:ext cx="288925" cy="0"/>
            </a:xfrm>
            <a:custGeom>
              <a:avLst/>
              <a:gdLst/>
              <a:ahLst/>
              <a:cxnLst/>
              <a:rect l="l" t="t" r="r" b="b"/>
              <a:pathLst>
                <a:path w="288925" h="0">
                  <a:moveTo>
                    <a:pt x="0" y="0"/>
                  </a:moveTo>
                  <a:lnTo>
                    <a:pt x="288709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9309515" y="302132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0757915" y="269443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361188" y="0"/>
                  </a:moveTo>
                  <a:lnTo>
                    <a:pt x="312176" y="3324"/>
                  </a:lnTo>
                  <a:lnTo>
                    <a:pt x="265169" y="13010"/>
                  </a:lnTo>
                  <a:lnTo>
                    <a:pt x="220597" y="28622"/>
                  </a:lnTo>
                  <a:lnTo>
                    <a:pt x="178889" y="49727"/>
                  </a:lnTo>
                  <a:lnTo>
                    <a:pt x="140476" y="75891"/>
                  </a:lnTo>
                  <a:lnTo>
                    <a:pt x="105789" y="106680"/>
                  </a:lnTo>
                  <a:lnTo>
                    <a:pt x="75257" y="141659"/>
                  </a:lnTo>
                  <a:lnTo>
                    <a:pt x="49312" y="180396"/>
                  </a:lnTo>
                  <a:lnTo>
                    <a:pt x="28383" y="222456"/>
                  </a:lnTo>
                  <a:lnTo>
                    <a:pt x="12901" y="267405"/>
                  </a:lnTo>
                  <a:lnTo>
                    <a:pt x="3297" y="314810"/>
                  </a:lnTo>
                  <a:lnTo>
                    <a:pt x="0" y="364236"/>
                  </a:lnTo>
                  <a:lnTo>
                    <a:pt x="3297" y="413661"/>
                  </a:lnTo>
                  <a:lnTo>
                    <a:pt x="12901" y="461066"/>
                  </a:lnTo>
                  <a:lnTo>
                    <a:pt x="28383" y="506015"/>
                  </a:lnTo>
                  <a:lnTo>
                    <a:pt x="49312" y="548075"/>
                  </a:lnTo>
                  <a:lnTo>
                    <a:pt x="75257" y="586812"/>
                  </a:lnTo>
                  <a:lnTo>
                    <a:pt x="105789" y="621792"/>
                  </a:lnTo>
                  <a:lnTo>
                    <a:pt x="140476" y="652580"/>
                  </a:lnTo>
                  <a:lnTo>
                    <a:pt x="178889" y="678744"/>
                  </a:lnTo>
                  <a:lnTo>
                    <a:pt x="220597" y="699849"/>
                  </a:lnTo>
                  <a:lnTo>
                    <a:pt x="265169" y="715461"/>
                  </a:lnTo>
                  <a:lnTo>
                    <a:pt x="312176" y="725147"/>
                  </a:lnTo>
                  <a:lnTo>
                    <a:pt x="361188" y="728472"/>
                  </a:lnTo>
                  <a:lnTo>
                    <a:pt x="410199" y="725147"/>
                  </a:lnTo>
                  <a:lnTo>
                    <a:pt x="457206" y="715461"/>
                  </a:lnTo>
                  <a:lnTo>
                    <a:pt x="501778" y="699849"/>
                  </a:lnTo>
                  <a:lnTo>
                    <a:pt x="543486" y="678744"/>
                  </a:lnTo>
                  <a:lnTo>
                    <a:pt x="581899" y="652580"/>
                  </a:lnTo>
                  <a:lnTo>
                    <a:pt x="616586" y="621792"/>
                  </a:lnTo>
                  <a:lnTo>
                    <a:pt x="647118" y="586812"/>
                  </a:lnTo>
                  <a:lnTo>
                    <a:pt x="673063" y="548075"/>
                  </a:lnTo>
                  <a:lnTo>
                    <a:pt x="693992" y="506015"/>
                  </a:lnTo>
                  <a:lnTo>
                    <a:pt x="709474" y="461066"/>
                  </a:lnTo>
                  <a:lnTo>
                    <a:pt x="719078" y="413661"/>
                  </a:lnTo>
                  <a:lnTo>
                    <a:pt x="722376" y="364236"/>
                  </a:lnTo>
                  <a:lnTo>
                    <a:pt x="719078" y="314810"/>
                  </a:lnTo>
                  <a:lnTo>
                    <a:pt x="709474" y="267405"/>
                  </a:lnTo>
                  <a:lnTo>
                    <a:pt x="693992" y="222456"/>
                  </a:lnTo>
                  <a:lnTo>
                    <a:pt x="673063" y="180396"/>
                  </a:lnTo>
                  <a:lnTo>
                    <a:pt x="647118" y="141659"/>
                  </a:lnTo>
                  <a:lnTo>
                    <a:pt x="616586" y="106680"/>
                  </a:lnTo>
                  <a:lnTo>
                    <a:pt x="581899" y="75891"/>
                  </a:lnTo>
                  <a:lnTo>
                    <a:pt x="543486" y="49727"/>
                  </a:lnTo>
                  <a:lnTo>
                    <a:pt x="501778" y="28622"/>
                  </a:lnTo>
                  <a:lnTo>
                    <a:pt x="457206" y="13010"/>
                  </a:lnTo>
                  <a:lnTo>
                    <a:pt x="410199" y="332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0757915" y="269443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0" y="364236"/>
                  </a:moveTo>
                  <a:lnTo>
                    <a:pt x="3297" y="314810"/>
                  </a:lnTo>
                  <a:lnTo>
                    <a:pt x="12901" y="267405"/>
                  </a:lnTo>
                  <a:lnTo>
                    <a:pt x="28383" y="222456"/>
                  </a:lnTo>
                  <a:lnTo>
                    <a:pt x="49312" y="180396"/>
                  </a:lnTo>
                  <a:lnTo>
                    <a:pt x="75257" y="141659"/>
                  </a:lnTo>
                  <a:lnTo>
                    <a:pt x="105789" y="106680"/>
                  </a:lnTo>
                  <a:lnTo>
                    <a:pt x="140476" y="75891"/>
                  </a:lnTo>
                  <a:lnTo>
                    <a:pt x="178889" y="49727"/>
                  </a:lnTo>
                  <a:lnTo>
                    <a:pt x="220597" y="28622"/>
                  </a:lnTo>
                  <a:lnTo>
                    <a:pt x="265169" y="13010"/>
                  </a:lnTo>
                  <a:lnTo>
                    <a:pt x="312176" y="3324"/>
                  </a:lnTo>
                  <a:lnTo>
                    <a:pt x="361188" y="0"/>
                  </a:lnTo>
                  <a:lnTo>
                    <a:pt x="410199" y="3324"/>
                  </a:lnTo>
                  <a:lnTo>
                    <a:pt x="457206" y="13010"/>
                  </a:lnTo>
                  <a:lnTo>
                    <a:pt x="501778" y="28622"/>
                  </a:lnTo>
                  <a:lnTo>
                    <a:pt x="543486" y="49727"/>
                  </a:lnTo>
                  <a:lnTo>
                    <a:pt x="581899" y="75891"/>
                  </a:lnTo>
                  <a:lnTo>
                    <a:pt x="616586" y="106680"/>
                  </a:lnTo>
                  <a:lnTo>
                    <a:pt x="647118" y="141659"/>
                  </a:lnTo>
                  <a:lnTo>
                    <a:pt x="673063" y="180396"/>
                  </a:lnTo>
                  <a:lnTo>
                    <a:pt x="693992" y="222456"/>
                  </a:lnTo>
                  <a:lnTo>
                    <a:pt x="709474" y="267405"/>
                  </a:lnTo>
                  <a:lnTo>
                    <a:pt x="719078" y="314810"/>
                  </a:lnTo>
                  <a:lnTo>
                    <a:pt x="722376" y="364236"/>
                  </a:lnTo>
                  <a:lnTo>
                    <a:pt x="719078" y="413661"/>
                  </a:lnTo>
                  <a:lnTo>
                    <a:pt x="709474" y="461066"/>
                  </a:lnTo>
                  <a:lnTo>
                    <a:pt x="693992" y="506015"/>
                  </a:lnTo>
                  <a:lnTo>
                    <a:pt x="673063" y="548075"/>
                  </a:lnTo>
                  <a:lnTo>
                    <a:pt x="647118" y="586812"/>
                  </a:lnTo>
                  <a:lnTo>
                    <a:pt x="616586" y="621792"/>
                  </a:lnTo>
                  <a:lnTo>
                    <a:pt x="581899" y="652580"/>
                  </a:lnTo>
                  <a:lnTo>
                    <a:pt x="543486" y="678744"/>
                  </a:lnTo>
                  <a:lnTo>
                    <a:pt x="501778" y="699849"/>
                  </a:lnTo>
                  <a:lnTo>
                    <a:pt x="457206" y="715461"/>
                  </a:lnTo>
                  <a:lnTo>
                    <a:pt x="410199" y="725147"/>
                  </a:lnTo>
                  <a:lnTo>
                    <a:pt x="361188" y="728472"/>
                  </a:lnTo>
                  <a:lnTo>
                    <a:pt x="312176" y="725147"/>
                  </a:lnTo>
                  <a:lnTo>
                    <a:pt x="265169" y="715461"/>
                  </a:lnTo>
                  <a:lnTo>
                    <a:pt x="220597" y="699849"/>
                  </a:lnTo>
                  <a:lnTo>
                    <a:pt x="178889" y="678744"/>
                  </a:lnTo>
                  <a:lnTo>
                    <a:pt x="140476" y="652580"/>
                  </a:lnTo>
                  <a:lnTo>
                    <a:pt x="105789" y="621792"/>
                  </a:lnTo>
                  <a:lnTo>
                    <a:pt x="75257" y="586812"/>
                  </a:lnTo>
                  <a:lnTo>
                    <a:pt x="49312" y="548075"/>
                  </a:lnTo>
                  <a:lnTo>
                    <a:pt x="28383" y="506015"/>
                  </a:lnTo>
                  <a:lnTo>
                    <a:pt x="12901" y="461066"/>
                  </a:lnTo>
                  <a:lnTo>
                    <a:pt x="3297" y="413661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11320207" y="2215814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C00000"/>
                </a:solidFill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0974100" y="2918503"/>
            <a:ext cx="23050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10075543" y="2473729"/>
            <a:ext cx="1425575" cy="1012825"/>
            <a:chOff x="10075543" y="2473729"/>
            <a:chExt cx="1425575" cy="1012825"/>
          </a:xfrm>
        </p:grpSpPr>
        <p:sp>
          <p:nvSpPr>
            <p:cNvPr id="30" name="object 30" descr=""/>
            <p:cNvSpPr/>
            <p:nvPr/>
          </p:nvSpPr>
          <p:spPr>
            <a:xfrm>
              <a:off x="10820400" y="2758440"/>
              <a:ext cx="597535" cy="601980"/>
            </a:xfrm>
            <a:custGeom>
              <a:avLst/>
              <a:gdLst/>
              <a:ahLst/>
              <a:cxnLst/>
              <a:rect l="l" t="t" r="r" b="b"/>
              <a:pathLst>
                <a:path w="597534" h="601979">
                  <a:moveTo>
                    <a:pt x="0" y="300989"/>
                  </a:moveTo>
                  <a:lnTo>
                    <a:pt x="3909" y="252168"/>
                  </a:lnTo>
                  <a:lnTo>
                    <a:pt x="15227" y="205854"/>
                  </a:lnTo>
                  <a:lnTo>
                    <a:pt x="33340" y="162668"/>
                  </a:lnTo>
                  <a:lnTo>
                    <a:pt x="57631" y="123230"/>
                  </a:lnTo>
                  <a:lnTo>
                    <a:pt x="87487" y="88158"/>
                  </a:lnTo>
                  <a:lnTo>
                    <a:pt x="122291" y="58074"/>
                  </a:lnTo>
                  <a:lnTo>
                    <a:pt x="161430" y="33596"/>
                  </a:lnTo>
                  <a:lnTo>
                    <a:pt x="204289" y="15344"/>
                  </a:lnTo>
                  <a:lnTo>
                    <a:pt x="250251" y="3939"/>
                  </a:lnTo>
                  <a:lnTo>
                    <a:pt x="298704" y="0"/>
                  </a:lnTo>
                  <a:lnTo>
                    <a:pt x="347156" y="3939"/>
                  </a:lnTo>
                  <a:lnTo>
                    <a:pt x="393118" y="15344"/>
                  </a:lnTo>
                  <a:lnTo>
                    <a:pt x="435977" y="33596"/>
                  </a:lnTo>
                  <a:lnTo>
                    <a:pt x="475116" y="58074"/>
                  </a:lnTo>
                  <a:lnTo>
                    <a:pt x="509920" y="88158"/>
                  </a:lnTo>
                  <a:lnTo>
                    <a:pt x="539776" y="123230"/>
                  </a:lnTo>
                  <a:lnTo>
                    <a:pt x="564067" y="162668"/>
                  </a:lnTo>
                  <a:lnTo>
                    <a:pt x="582180" y="205854"/>
                  </a:lnTo>
                  <a:lnTo>
                    <a:pt x="593498" y="252168"/>
                  </a:lnTo>
                  <a:lnTo>
                    <a:pt x="597408" y="300989"/>
                  </a:lnTo>
                  <a:lnTo>
                    <a:pt x="593498" y="349811"/>
                  </a:lnTo>
                  <a:lnTo>
                    <a:pt x="582180" y="396125"/>
                  </a:lnTo>
                  <a:lnTo>
                    <a:pt x="564067" y="439311"/>
                  </a:lnTo>
                  <a:lnTo>
                    <a:pt x="539776" y="478749"/>
                  </a:lnTo>
                  <a:lnTo>
                    <a:pt x="509920" y="513821"/>
                  </a:lnTo>
                  <a:lnTo>
                    <a:pt x="475116" y="543905"/>
                  </a:lnTo>
                  <a:lnTo>
                    <a:pt x="435977" y="568383"/>
                  </a:lnTo>
                  <a:lnTo>
                    <a:pt x="393118" y="586635"/>
                  </a:lnTo>
                  <a:lnTo>
                    <a:pt x="347156" y="598040"/>
                  </a:lnTo>
                  <a:lnTo>
                    <a:pt x="298704" y="601979"/>
                  </a:lnTo>
                  <a:lnTo>
                    <a:pt x="250251" y="598040"/>
                  </a:lnTo>
                  <a:lnTo>
                    <a:pt x="204289" y="586635"/>
                  </a:lnTo>
                  <a:lnTo>
                    <a:pt x="161430" y="568383"/>
                  </a:lnTo>
                  <a:lnTo>
                    <a:pt x="122291" y="543905"/>
                  </a:lnTo>
                  <a:lnTo>
                    <a:pt x="87487" y="513821"/>
                  </a:lnTo>
                  <a:lnTo>
                    <a:pt x="57631" y="478749"/>
                  </a:lnTo>
                  <a:lnTo>
                    <a:pt x="33340" y="439311"/>
                  </a:lnTo>
                  <a:lnTo>
                    <a:pt x="15227" y="396125"/>
                  </a:lnTo>
                  <a:lnTo>
                    <a:pt x="3909" y="349811"/>
                  </a:lnTo>
                  <a:lnTo>
                    <a:pt x="0" y="30098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0108328" y="3220405"/>
              <a:ext cx="684530" cy="256540"/>
            </a:xfrm>
            <a:custGeom>
              <a:avLst/>
              <a:gdLst/>
              <a:ahLst/>
              <a:cxnLst/>
              <a:rect l="l" t="t" r="r" b="b"/>
              <a:pathLst>
                <a:path w="684529" h="256539">
                  <a:moveTo>
                    <a:pt x="684123" y="0"/>
                  </a:moveTo>
                  <a:lnTo>
                    <a:pt x="675865" y="41028"/>
                  </a:lnTo>
                  <a:lnTo>
                    <a:pt x="660534" y="79685"/>
                  </a:lnTo>
                  <a:lnTo>
                    <a:pt x="638720" y="115574"/>
                  </a:lnTo>
                  <a:lnTo>
                    <a:pt x="611015" y="148299"/>
                  </a:lnTo>
                  <a:lnTo>
                    <a:pt x="578009" y="177466"/>
                  </a:lnTo>
                  <a:lnTo>
                    <a:pt x="540296" y="202679"/>
                  </a:lnTo>
                  <a:lnTo>
                    <a:pt x="498466" y="223542"/>
                  </a:lnTo>
                  <a:lnTo>
                    <a:pt x="453110" y="239660"/>
                  </a:lnTo>
                  <a:lnTo>
                    <a:pt x="404820" y="250637"/>
                  </a:lnTo>
                  <a:lnTo>
                    <a:pt x="354187" y="256078"/>
                  </a:lnTo>
                  <a:lnTo>
                    <a:pt x="301802" y="255587"/>
                  </a:lnTo>
                  <a:lnTo>
                    <a:pt x="250842" y="249163"/>
                  </a:lnTo>
                  <a:lnTo>
                    <a:pt x="202561" y="237219"/>
                  </a:lnTo>
                  <a:lnTo>
                    <a:pt x="157509" y="220173"/>
                  </a:lnTo>
                  <a:lnTo>
                    <a:pt x="116239" y="198443"/>
                  </a:lnTo>
                  <a:lnTo>
                    <a:pt x="79302" y="172449"/>
                  </a:lnTo>
                  <a:lnTo>
                    <a:pt x="47249" y="142609"/>
                  </a:lnTo>
                  <a:lnTo>
                    <a:pt x="20631" y="109340"/>
                  </a:lnTo>
                  <a:lnTo>
                    <a:pt x="0" y="7306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0075543" y="3232415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4">
                  <a:moveTo>
                    <a:pt x="13944" y="0"/>
                  </a:moveTo>
                  <a:lnTo>
                    <a:pt x="0" y="84048"/>
                  </a:lnTo>
                  <a:lnTo>
                    <a:pt x="72809" y="61582"/>
                  </a:lnTo>
                  <a:lnTo>
                    <a:pt x="139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1132024" y="2483254"/>
              <a:ext cx="354965" cy="294640"/>
            </a:xfrm>
            <a:custGeom>
              <a:avLst/>
              <a:gdLst/>
              <a:ahLst/>
              <a:cxnLst/>
              <a:rect l="l" t="t" r="r" b="b"/>
              <a:pathLst>
                <a:path w="354965" h="294639">
                  <a:moveTo>
                    <a:pt x="5620" y="215131"/>
                  </a:moveTo>
                  <a:lnTo>
                    <a:pt x="0" y="164788"/>
                  </a:lnTo>
                  <a:lnTo>
                    <a:pt x="6750" y="117585"/>
                  </a:lnTo>
                  <a:lnTo>
                    <a:pt x="24654" y="75562"/>
                  </a:lnTo>
                  <a:lnTo>
                    <a:pt x="52496" y="40761"/>
                  </a:lnTo>
                  <a:lnTo>
                    <a:pt x="89059" y="15221"/>
                  </a:lnTo>
                  <a:lnTo>
                    <a:pt x="133128" y="983"/>
                  </a:lnTo>
                  <a:lnTo>
                    <a:pt x="180360" y="0"/>
                  </a:lnTo>
                  <a:lnTo>
                    <a:pt x="225840" y="11863"/>
                  </a:lnTo>
                  <a:lnTo>
                    <a:pt x="267510" y="35078"/>
                  </a:lnTo>
                  <a:lnTo>
                    <a:pt x="303310" y="68149"/>
                  </a:lnTo>
                  <a:lnTo>
                    <a:pt x="331181" y="109581"/>
                  </a:lnTo>
                  <a:lnTo>
                    <a:pt x="349066" y="157879"/>
                  </a:lnTo>
                  <a:lnTo>
                    <a:pt x="354384" y="194379"/>
                  </a:lnTo>
                  <a:lnTo>
                    <a:pt x="353066" y="229945"/>
                  </a:lnTo>
                  <a:lnTo>
                    <a:pt x="345405" y="263664"/>
                  </a:lnTo>
                  <a:lnTo>
                    <a:pt x="331692" y="294620"/>
                  </a:lnTo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1422043" y="2743290"/>
              <a:ext cx="79375" cy="82550"/>
            </a:xfrm>
            <a:custGeom>
              <a:avLst/>
              <a:gdLst/>
              <a:ahLst/>
              <a:cxnLst/>
              <a:rect l="l" t="t" r="r" b="b"/>
              <a:pathLst>
                <a:path w="79375" h="82550">
                  <a:moveTo>
                    <a:pt x="21259" y="0"/>
                  </a:moveTo>
                  <a:lnTo>
                    <a:pt x="0" y="82499"/>
                  </a:lnTo>
                  <a:lnTo>
                    <a:pt x="78752" y="50012"/>
                  </a:lnTo>
                  <a:lnTo>
                    <a:pt x="2125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0087864" y="2645432"/>
              <a:ext cx="684530" cy="257175"/>
            </a:xfrm>
            <a:custGeom>
              <a:avLst/>
              <a:gdLst/>
              <a:ahLst/>
              <a:cxnLst/>
              <a:rect l="l" t="t" r="r" b="b"/>
              <a:pathLst>
                <a:path w="684529" h="257175">
                  <a:moveTo>
                    <a:pt x="0" y="256832"/>
                  </a:moveTo>
                  <a:lnTo>
                    <a:pt x="8244" y="215688"/>
                  </a:lnTo>
                  <a:lnTo>
                    <a:pt x="23563" y="176922"/>
                  </a:lnTo>
                  <a:lnTo>
                    <a:pt x="45367" y="140931"/>
                  </a:lnTo>
                  <a:lnTo>
                    <a:pt x="73063" y="108112"/>
                  </a:lnTo>
                  <a:lnTo>
                    <a:pt x="106060" y="78861"/>
                  </a:lnTo>
                  <a:lnTo>
                    <a:pt x="143766" y="53573"/>
                  </a:lnTo>
                  <a:lnTo>
                    <a:pt x="185591" y="32647"/>
                  </a:lnTo>
                  <a:lnTo>
                    <a:pt x="230942" y="16479"/>
                  </a:lnTo>
                  <a:lnTo>
                    <a:pt x="279229" y="5464"/>
                  </a:lnTo>
                  <a:lnTo>
                    <a:pt x="329860" y="0"/>
                  </a:lnTo>
                  <a:lnTo>
                    <a:pt x="382244" y="482"/>
                  </a:lnTo>
                  <a:lnTo>
                    <a:pt x="433291" y="6929"/>
                  </a:lnTo>
                  <a:lnTo>
                    <a:pt x="481649" y="18929"/>
                  </a:lnTo>
                  <a:lnTo>
                    <a:pt x="526765" y="36061"/>
                  </a:lnTo>
                  <a:lnTo>
                    <a:pt x="568085" y="57904"/>
                  </a:lnTo>
                  <a:lnTo>
                    <a:pt x="605055" y="84034"/>
                  </a:lnTo>
                  <a:lnTo>
                    <a:pt x="637121" y="114030"/>
                  </a:lnTo>
                  <a:lnTo>
                    <a:pt x="663729" y="147471"/>
                  </a:lnTo>
                  <a:lnTo>
                    <a:pt x="684326" y="18393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0732099" y="2806232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5">
                  <a:moveTo>
                    <a:pt x="72859" y="0"/>
                  </a:moveTo>
                  <a:lnTo>
                    <a:pt x="0" y="22313"/>
                  </a:lnTo>
                  <a:lnTo>
                    <a:pt x="58750" y="84023"/>
                  </a:lnTo>
                  <a:lnTo>
                    <a:pt x="728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10278579" y="2359919"/>
            <a:ext cx="2527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𝑎,</a:t>
            </a:r>
            <a:r>
              <a:rPr dirty="0" sz="1200" spc="-50">
                <a:latin typeface="Cambria Math"/>
                <a:cs typeface="Cambria Math"/>
              </a:rPr>
              <a:t> 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0382792" y="3468772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6272593" y="4049077"/>
            <a:ext cx="445770" cy="427355"/>
            <a:chOff x="6272593" y="4049077"/>
            <a:chExt cx="445770" cy="427355"/>
          </a:xfrm>
        </p:grpSpPr>
        <p:sp>
          <p:nvSpPr>
            <p:cNvPr id="40" name="object 40" descr=""/>
            <p:cNvSpPr/>
            <p:nvPr/>
          </p:nvSpPr>
          <p:spPr>
            <a:xfrm>
              <a:off x="6277355" y="4053840"/>
              <a:ext cx="436245" cy="417830"/>
            </a:xfrm>
            <a:custGeom>
              <a:avLst/>
              <a:gdLst/>
              <a:ahLst/>
              <a:cxnLst/>
              <a:rect l="l" t="t" r="r" b="b"/>
              <a:pathLst>
                <a:path w="436245" h="417829">
                  <a:moveTo>
                    <a:pt x="435864" y="0"/>
                  </a:moveTo>
                  <a:lnTo>
                    <a:pt x="0" y="0"/>
                  </a:lnTo>
                  <a:lnTo>
                    <a:pt x="0" y="417575"/>
                  </a:lnTo>
                  <a:lnTo>
                    <a:pt x="435864" y="417575"/>
                  </a:lnTo>
                  <a:lnTo>
                    <a:pt x="43586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6277355" y="4053840"/>
              <a:ext cx="436245" cy="417830"/>
            </a:xfrm>
            <a:custGeom>
              <a:avLst/>
              <a:gdLst/>
              <a:ahLst/>
              <a:cxnLst/>
              <a:rect l="l" t="t" r="r" b="b"/>
              <a:pathLst>
                <a:path w="436245" h="417829">
                  <a:moveTo>
                    <a:pt x="0" y="0"/>
                  </a:moveTo>
                  <a:lnTo>
                    <a:pt x="435864" y="0"/>
                  </a:lnTo>
                  <a:lnTo>
                    <a:pt x="435864" y="417575"/>
                  </a:lnTo>
                  <a:lnTo>
                    <a:pt x="0" y="41757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6392489" y="4080133"/>
            <a:ext cx="1981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7781290" y="5521197"/>
            <a:ext cx="890905" cy="898525"/>
            <a:chOff x="7781290" y="5521197"/>
            <a:chExt cx="890905" cy="898525"/>
          </a:xfrm>
        </p:grpSpPr>
        <p:sp>
          <p:nvSpPr>
            <p:cNvPr id="44" name="object 44" descr=""/>
            <p:cNvSpPr/>
            <p:nvPr/>
          </p:nvSpPr>
          <p:spPr>
            <a:xfrm>
              <a:off x="7787640" y="5527547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438912" y="0"/>
                  </a:moveTo>
                  <a:lnTo>
                    <a:pt x="391087" y="2597"/>
                  </a:lnTo>
                  <a:lnTo>
                    <a:pt x="344754" y="10211"/>
                  </a:lnTo>
                  <a:lnTo>
                    <a:pt x="300181" y="22569"/>
                  </a:lnTo>
                  <a:lnTo>
                    <a:pt x="257635" y="39404"/>
                  </a:lnTo>
                  <a:lnTo>
                    <a:pt x="217384" y="60443"/>
                  </a:lnTo>
                  <a:lnTo>
                    <a:pt x="179696" y="85418"/>
                  </a:lnTo>
                  <a:lnTo>
                    <a:pt x="144838" y="114058"/>
                  </a:lnTo>
                  <a:lnTo>
                    <a:pt x="113078" y="146093"/>
                  </a:lnTo>
                  <a:lnTo>
                    <a:pt x="84684" y="181254"/>
                  </a:lnTo>
                  <a:lnTo>
                    <a:pt x="59924" y="219269"/>
                  </a:lnTo>
                  <a:lnTo>
                    <a:pt x="39065" y="259870"/>
                  </a:lnTo>
                  <a:lnTo>
                    <a:pt x="22375" y="302785"/>
                  </a:lnTo>
                  <a:lnTo>
                    <a:pt x="10123" y="347746"/>
                  </a:lnTo>
                  <a:lnTo>
                    <a:pt x="2575" y="394481"/>
                  </a:lnTo>
                  <a:lnTo>
                    <a:pt x="0" y="442721"/>
                  </a:lnTo>
                  <a:lnTo>
                    <a:pt x="2575" y="490962"/>
                  </a:lnTo>
                  <a:lnTo>
                    <a:pt x="10123" y="537697"/>
                  </a:lnTo>
                  <a:lnTo>
                    <a:pt x="22375" y="582658"/>
                  </a:lnTo>
                  <a:lnTo>
                    <a:pt x="39065" y="625573"/>
                  </a:lnTo>
                  <a:lnTo>
                    <a:pt x="59924" y="666174"/>
                  </a:lnTo>
                  <a:lnTo>
                    <a:pt x="84684" y="704189"/>
                  </a:lnTo>
                  <a:lnTo>
                    <a:pt x="113078" y="739350"/>
                  </a:lnTo>
                  <a:lnTo>
                    <a:pt x="144838" y="771385"/>
                  </a:lnTo>
                  <a:lnTo>
                    <a:pt x="179696" y="800025"/>
                  </a:lnTo>
                  <a:lnTo>
                    <a:pt x="217384" y="825000"/>
                  </a:lnTo>
                  <a:lnTo>
                    <a:pt x="257635" y="846039"/>
                  </a:lnTo>
                  <a:lnTo>
                    <a:pt x="300181" y="862874"/>
                  </a:lnTo>
                  <a:lnTo>
                    <a:pt x="344754" y="875232"/>
                  </a:lnTo>
                  <a:lnTo>
                    <a:pt x="391087" y="882846"/>
                  </a:lnTo>
                  <a:lnTo>
                    <a:pt x="438912" y="885443"/>
                  </a:lnTo>
                  <a:lnTo>
                    <a:pt x="486736" y="882846"/>
                  </a:lnTo>
                  <a:lnTo>
                    <a:pt x="533069" y="875232"/>
                  </a:lnTo>
                  <a:lnTo>
                    <a:pt x="577642" y="862874"/>
                  </a:lnTo>
                  <a:lnTo>
                    <a:pt x="620188" y="846039"/>
                  </a:lnTo>
                  <a:lnTo>
                    <a:pt x="660439" y="825000"/>
                  </a:lnTo>
                  <a:lnTo>
                    <a:pt x="698127" y="800025"/>
                  </a:lnTo>
                  <a:lnTo>
                    <a:pt x="732985" y="771385"/>
                  </a:lnTo>
                  <a:lnTo>
                    <a:pt x="764745" y="739350"/>
                  </a:lnTo>
                  <a:lnTo>
                    <a:pt x="793139" y="704189"/>
                  </a:lnTo>
                  <a:lnTo>
                    <a:pt x="817899" y="666174"/>
                  </a:lnTo>
                  <a:lnTo>
                    <a:pt x="838758" y="625573"/>
                  </a:lnTo>
                  <a:lnTo>
                    <a:pt x="855448" y="582658"/>
                  </a:lnTo>
                  <a:lnTo>
                    <a:pt x="867700" y="537697"/>
                  </a:lnTo>
                  <a:lnTo>
                    <a:pt x="875248" y="490962"/>
                  </a:lnTo>
                  <a:lnTo>
                    <a:pt x="877824" y="442721"/>
                  </a:lnTo>
                  <a:lnTo>
                    <a:pt x="875248" y="394481"/>
                  </a:lnTo>
                  <a:lnTo>
                    <a:pt x="867700" y="347746"/>
                  </a:lnTo>
                  <a:lnTo>
                    <a:pt x="855448" y="302785"/>
                  </a:lnTo>
                  <a:lnTo>
                    <a:pt x="838758" y="259870"/>
                  </a:lnTo>
                  <a:lnTo>
                    <a:pt x="817899" y="219269"/>
                  </a:lnTo>
                  <a:lnTo>
                    <a:pt x="793139" y="181254"/>
                  </a:lnTo>
                  <a:lnTo>
                    <a:pt x="764745" y="146093"/>
                  </a:lnTo>
                  <a:lnTo>
                    <a:pt x="732985" y="114058"/>
                  </a:lnTo>
                  <a:lnTo>
                    <a:pt x="698127" y="85418"/>
                  </a:lnTo>
                  <a:lnTo>
                    <a:pt x="660439" y="60443"/>
                  </a:lnTo>
                  <a:lnTo>
                    <a:pt x="620188" y="39404"/>
                  </a:lnTo>
                  <a:lnTo>
                    <a:pt x="577642" y="22569"/>
                  </a:lnTo>
                  <a:lnTo>
                    <a:pt x="533069" y="10211"/>
                  </a:lnTo>
                  <a:lnTo>
                    <a:pt x="486736" y="2597"/>
                  </a:lnTo>
                  <a:lnTo>
                    <a:pt x="4389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7787640" y="5527547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0" y="442721"/>
                  </a:moveTo>
                  <a:lnTo>
                    <a:pt x="2575" y="394481"/>
                  </a:lnTo>
                  <a:lnTo>
                    <a:pt x="10123" y="347746"/>
                  </a:lnTo>
                  <a:lnTo>
                    <a:pt x="22375" y="302785"/>
                  </a:lnTo>
                  <a:lnTo>
                    <a:pt x="39065" y="259870"/>
                  </a:lnTo>
                  <a:lnTo>
                    <a:pt x="59924" y="219269"/>
                  </a:lnTo>
                  <a:lnTo>
                    <a:pt x="84684" y="181254"/>
                  </a:lnTo>
                  <a:lnTo>
                    <a:pt x="113078" y="146093"/>
                  </a:lnTo>
                  <a:lnTo>
                    <a:pt x="144838" y="114058"/>
                  </a:lnTo>
                  <a:lnTo>
                    <a:pt x="179696" y="85418"/>
                  </a:lnTo>
                  <a:lnTo>
                    <a:pt x="217384" y="60443"/>
                  </a:lnTo>
                  <a:lnTo>
                    <a:pt x="257635" y="39404"/>
                  </a:lnTo>
                  <a:lnTo>
                    <a:pt x="300181" y="22569"/>
                  </a:lnTo>
                  <a:lnTo>
                    <a:pt x="344754" y="10211"/>
                  </a:lnTo>
                  <a:lnTo>
                    <a:pt x="391087" y="2597"/>
                  </a:lnTo>
                  <a:lnTo>
                    <a:pt x="438912" y="0"/>
                  </a:lnTo>
                  <a:lnTo>
                    <a:pt x="486736" y="2597"/>
                  </a:lnTo>
                  <a:lnTo>
                    <a:pt x="533069" y="10211"/>
                  </a:lnTo>
                  <a:lnTo>
                    <a:pt x="577642" y="22569"/>
                  </a:lnTo>
                  <a:lnTo>
                    <a:pt x="620188" y="39404"/>
                  </a:lnTo>
                  <a:lnTo>
                    <a:pt x="660439" y="60443"/>
                  </a:lnTo>
                  <a:lnTo>
                    <a:pt x="698127" y="85418"/>
                  </a:lnTo>
                  <a:lnTo>
                    <a:pt x="732985" y="114058"/>
                  </a:lnTo>
                  <a:lnTo>
                    <a:pt x="764745" y="146093"/>
                  </a:lnTo>
                  <a:lnTo>
                    <a:pt x="793139" y="181254"/>
                  </a:lnTo>
                  <a:lnTo>
                    <a:pt x="817899" y="219269"/>
                  </a:lnTo>
                  <a:lnTo>
                    <a:pt x="838758" y="259870"/>
                  </a:lnTo>
                  <a:lnTo>
                    <a:pt x="855448" y="302785"/>
                  </a:lnTo>
                  <a:lnTo>
                    <a:pt x="867700" y="347746"/>
                  </a:lnTo>
                  <a:lnTo>
                    <a:pt x="875248" y="394481"/>
                  </a:lnTo>
                  <a:lnTo>
                    <a:pt x="877824" y="442721"/>
                  </a:lnTo>
                  <a:lnTo>
                    <a:pt x="875248" y="490962"/>
                  </a:lnTo>
                  <a:lnTo>
                    <a:pt x="867700" y="537697"/>
                  </a:lnTo>
                  <a:lnTo>
                    <a:pt x="855448" y="582658"/>
                  </a:lnTo>
                  <a:lnTo>
                    <a:pt x="838758" y="625573"/>
                  </a:lnTo>
                  <a:lnTo>
                    <a:pt x="817899" y="666174"/>
                  </a:lnTo>
                  <a:lnTo>
                    <a:pt x="793139" y="704189"/>
                  </a:lnTo>
                  <a:lnTo>
                    <a:pt x="764745" y="739350"/>
                  </a:lnTo>
                  <a:lnTo>
                    <a:pt x="732985" y="771385"/>
                  </a:lnTo>
                  <a:lnTo>
                    <a:pt x="698127" y="800025"/>
                  </a:lnTo>
                  <a:lnTo>
                    <a:pt x="660439" y="825000"/>
                  </a:lnTo>
                  <a:lnTo>
                    <a:pt x="620188" y="846039"/>
                  </a:lnTo>
                  <a:lnTo>
                    <a:pt x="577642" y="862874"/>
                  </a:lnTo>
                  <a:lnTo>
                    <a:pt x="533069" y="875232"/>
                  </a:lnTo>
                  <a:lnTo>
                    <a:pt x="486736" y="882846"/>
                  </a:lnTo>
                  <a:lnTo>
                    <a:pt x="438912" y="885443"/>
                  </a:lnTo>
                  <a:lnTo>
                    <a:pt x="391087" y="882846"/>
                  </a:lnTo>
                  <a:lnTo>
                    <a:pt x="344754" y="875232"/>
                  </a:lnTo>
                  <a:lnTo>
                    <a:pt x="300181" y="862874"/>
                  </a:lnTo>
                  <a:lnTo>
                    <a:pt x="257635" y="846039"/>
                  </a:lnTo>
                  <a:lnTo>
                    <a:pt x="217384" y="825000"/>
                  </a:lnTo>
                  <a:lnTo>
                    <a:pt x="179696" y="800025"/>
                  </a:lnTo>
                  <a:lnTo>
                    <a:pt x="144838" y="771385"/>
                  </a:lnTo>
                  <a:lnTo>
                    <a:pt x="113078" y="739350"/>
                  </a:lnTo>
                  <a:lnTo>
                    <a:pt x="84684" y="704189"/>
                  </a:lnTo>
                  <a:lnTo>
                    <a:pt x="59924" y="666174"/>
                  </a:lnTo>
                  <a:lnTo>
                    <a:pt x="39065" y="625573"/>
                  </a:lnTo>
                  <a:lnTo>
                    <a:pt x="22375" y="582658"/>
                  </a:lnTo>
                  <a:lnTo>
                    <a:pt x="10123" y="537697"/>
                  </a:lnTo>
                  <a:lnTo>
                    <a:pt x="2575" y="490962"/>
                  </a:lnTo>
                  <a:lnTo>
                    <a:pt x="0" y="4427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 txBox="1"/>
          <p:nvPr/>
        </p:nvSpPr>
        <p:spPr>
          <a:xfrm>
            <a:off x="7943843" y="5831324"/>
            <a:ext cx="5111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0</a:t>
            </a:r>
            <a:r>
              <a:rPr dirty="0" baseline="-14492" sz="1725" spc="11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47" name="object 47" descr=""/>
          <p:cNvGrpSpPr/>
          <p:nvPr/>
        </p:nvGrpSpPr>
        <p:grpSpPr>
          <a:xfrm>
            <a:off x="10305033" y="4039870"/>
            <a:ext cx="890905" cy="898525"/>
            <a:chOff x="10305033" y="4039870"/>
            <a:chExt cx="890905" cy="898525"/>
          </a:xfrm>
        </p:grpSpPr>
        <p:sp>
          <p:nvSpPr>
            <p:cNvPr id="48" name="object 48" descr=""/>
            <p:cNvSpPr/>
            <p:nvPr/>
          </p:nvSpPr>
          <p:spPr>
            <a:xfrm>
              <a:off x="10311383" y="4046220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438912" y="0"/>
                  </a:moveTo>
                  <a:lnTo>
                    <a:pt x="391087" y="2597"/>
                  </a:lnTo>
                  <a:lnTo>
                    <a:pt x="344754" y="10211"/>
                  </a:lnTo>
                  <a:lnTo>
                    <a:pt x="300181" y="22569"/>
                  </a:lnTo>
                  <a:lnTo>
                    <a:pt x="257635" y="39404"/>
                  </a:lnTo>
                  <a:lnTo>
                    <a:pt x="217384" y="60443"/>
                  </a:lnTo>
                  <a:lnTo>
                    <a:pt x="179696" y="85418"/>
                  </a:lnTo>
                  <a:lnTo>
                    <a:pt x="144838" y="114058"/>
                  </a:lnTo>
                  <a:lnTo>
                    <a:pt x="113078" y="146093"/>
                  </a:lnTo>
                  <a:lnTo>
                    <a:pt x="84684" y="181254"/>
                  </a:lnTo>
                  <a:lnTo>
                    <a:pt x="59924" y="219269"/>
                  </a:lnTo>
                  <a:lnTo>
                    <a:pt x="39065" y="259870"/>
                  </a:lnTo>
                  <a:lnTo>
                    <a:pt x="22375" y="302785"/>
                  </a:lnTo>
                  <a:lnTo>
                    <a:pt x="10123" y="347746"/>
                  </a:lnTo>
                  <a:lnTo>
                    <a:pt x="2575" y="394481"/>
                  </a:lnTo>
                  <a:lnTo>
                    <a:pt x="0" y="442721"/>
                  </a:lnTo>
                  <a:lnTo>
                    <a:pt x="2575" y="490962"/>
                  </a:lnTo>
                  <a:lnTo>
                    <a:pt x="10123" y="537697"/>
                  </a:lnTo>
                  <a:lnTo>
                    <a:pt x="22375" y="582658"/>
                  </a:lnTo>
                  <a:lnTo>
                    <a:pt x="39065" y="625573"/>
                  </a:lnTo>
                  <a:lnTo>
                    <a:pt x="59924" y="666174"/>
                  </a:lnTo>
                  <a:lnTo>
                    <a:pt x="84684" y="704189"/>
                  </a:lnTo>
                  <a:lnTo>
                    <a:pt x="113078" y="739350"/>
                  </a:lnTo>
                  <a:lnTo>
                    <a:pt x="144838" y="771385"/>
                  </a:lnTo>
                  <a:lnTo>
                    <a:pt x="179696" y="800025"/>
                  </a:lnTo>
                  <a:lnTo>
                    <a:pt x="217384" y="825000"/>
                  </a:lnTo>
                  <a:lnTo>
                    <a:pt x="257635" y="846039"/>
                  </a:lnTo>
                  <a:lnTo>
                    <a:pt x="300181" y="862874"/>
                  </a:lnTo>
                  <a:lnTo>
                    <a:pt x="344754" y="875232"/>
                  </a:lnTo>
                  <a:lnTo>
                    <a:pt x="391087" y="882846"/>
                  </a:lnTo>
                  <a:lnTo>
                    <a:pt x="438912" y="885443"/>
                  </a:lnTo>
                  <a:lnTo>
                    <a:pt x="486736" y="882846"/>
                  </a:lnTo>
                  <a:lnTo>
                    <a:pt x="533069" y="875232"/>
                  </a:lnTo>
                  <a:lnTo>
                    <a:pt x="577642" y="862874"/>
                  </a:lnTo>
                  <a:lnTo>
                    <a:pt x="620188" y="846039"/>
                  </a:lnTo>
                  <a:lnTo>
                    <a:pt x="660439" y="825000"/>
                  </a:lnTo>
                  <a:lnTo>
                    <a:pt x="698127" y="800025"/>
                  </a:lnTo>
                  <a:lnTo>
                    <a:pt x="732985" y="771385"/>
                  </a:lnTo>
                  <a:lnTo>
                    <a:pt x="764745" y="739350"/>
                  </a:lnTo>
                  <a:lnTo>
                    <a:pt x="793139" y="704189"/>
                  </a:lnTo>
                  <a:lnTo>
                    <a:pt x="817899" y="666174"/>
                  </a:lnTo>
                  <a:lnTo>
                    <a:pt x="838758" y="625573"/>
                  </a:lnTo>
                  <a:lnTo>
                    <a:pt x="855448" y="582658"/>
                  </a:lnTo>
                  <a:lnTo>
                    <a:pt x="867700" y="537697"/>
                  </a:lnTo>
                  <a:lnTo>
                    <a:pt x="875248" y="490962"/>
                  </a:lnTo>
                  <a:lnTo>
                    <a:pt x="877824" y="442721"/>
                  </a:lnTo>
                  <a:lnTo>
                    <a:pt x="875248" y="394481"/>
                  </a:lnTo>
                  <a:lnTo>
                    <a:pt x="867700" y="347746"/>
                  </a:lnTo>
                  <a:lnTo>
                    <a:pt x="855448" y="302785"/>
                  </a:lnTo>
                  <a:lnTo>
                    <a:pt x="838758" y="259870"/>
                  </a:lnTo>
                  <a:lnTo>
                    <a:pt x="817899" y="219269"/>
                  </a:lnTo>
                  <a:lnTo>
                    <a:pt x="793139" y="181254"/>
                  </a:lnTo>
                  <a:lnTo>
                    <a:pt x="764745" y="146093"/>
                  </a:lnTo>
                  <a:lnTo>
                    <a:pt x="732985" y="114058"/>
                  </a:lnTo>
                  <a:lnTo>
                    <a:pt x="698127" y="85418"/>
                  </a:lnTo>
                  <a:lnTo>
                    <a:pt x="660439" y="60443"/>
                  </a:lnTo>
                  <a:lnTo>
                    <a:pt x="620188" y="39404"/>
                  </a:lnTo>
                  <a:lnTo>
                    <a:pt x="577642" y="22569"/>
                  </a:lnTo>
                  <a:lnTo>
                    <a:pt x="533069" y="10211"/>
                  </a:lnTo>
                  <a:lnTo>
                    <a:pt x="486736" y="2597"/>
                  </a:lnTo>
                  <a:lnTo>
                    <a:pt x="4389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0311383" y="4046220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0" y="442721"/>
                  </a:moveTo>
                  <a:lnTo>
                    <a:pt x="2575" y="394481"/>
                  </a:lnTo>
                  <a:lnTo>
                    <a:pt x="10123" y="347746"/>
                  </a:lnTo>
                  <a:lnTo>
                    <a:pt x="22375" y="302785"/>
                  </a:lnTo>
                  <a:lnTo>
                    <a:pt x="39065" y="259870"/>
                  </a:lnTo>
                  <a:lnTo>
                    <a:pt x="59924" y="219269"/>
                  </a:lnTo>
                  <a:lnTo>
                    <a:pt x="84684" y="181254"/>
                  </a:lnTo>
                  <a:lnTo>
                    <a:pt x="113078" y="146093"/>
                  </a:lnTo>
                  <a:lnTo>
                    <a:pt x="144838" y="114058"/>
                  </a:lnTo>
                  <a:lnTo>
                    <a:pt x="179696" y="85418"/>
                  </a:lnTo>
                  <a:lnTo>
                    <a:pt x="217384" y="60443"/>
                  </a:lnTo>
                  <a:lnTo>
                    <a:pt x="257635" y="39404"/>
                  </a:lnTo>
                  <a:lnTo>
                    <a:pt x="300181" y="22569"/>
                  </a:lnTo>
                  <a:lnTo>
                    <a:pt x="344754" y="10211"/>
                  </a:lnTo>
                  <a:lnTo>
                    <a:pt x="391087" y="2597"/>
                  </a:lnTo>
                  <a:lnTo>
                    <a:pt x="438912" y="0"/>
                  </a:lnTo>
                  <a:lnTo>
                    <a:pt x="486736" y="2597"/>
                  </a:lnTo>
                  <a:lnTo>
                    <a:pt x="533069" y="10211"/>
                  </a:lnTo>
                  <a:lnTo>
                    <a:pt x="577642" y="22569"/>
                  </a:lnTo>
                  <a:lnTo>
                    <a:pt x="620188" y="39404"/>
                  </a:lnTo>
                  <a:lnTo>
                    <a:pt x="660439" y="60443"/>
                  </a:lnTo>
                  <a:lnTo>
                    <a:pt x="698127" y="85418"/>
                  </a:lnTo>
                  <a:lnTo>
                    <a:pt x="732985" y="114058"/>
                  </a:lnTo>
                  <a:lnTo>
                    <a:pt x="764745" y="146093"/>
                  </a:lnTo>
                  <a:lnTo>
                    <a:pt x="793139" y="181254"/>
                  </a:lnTo>
                  <a:lnTo>
                    <a:pt x="817899" y="219269"/>
                  </a:lnTo>
                  <a:lnTo>
                    <a:pt x="838758" y="259870"/>
                  </a:lnTo>
                  <a:lnTo>
                    <a:pt x="855448" y="302785"/>
                  </a:lnTo>
                  <a:lnTo>
                    <a:pt x="867700" y="347746"/>
                  </a:lnTo>
                  <a:lnTo>
                    <a:pt x="875248" y="394481"/>
                  </a:lnTo>
                  <a:lnTo>
                    <a:pt x="877824" y="442721"/>
                  </a:lnTo>
                  <a:lnTo>
                    <a:pt x="875248" y="490962"/>
                  </a:lnTo>
                  <a:lnTo>
                    <a:pt x="867700" y="537697"/>
                  </a:lnTo>
                  <a:lnTo>
                    <a:pt x="855448" y="582658"/>
                  </a:lnTo>
                  <a:lnTo>
                    <a:pt x="838758" y="625573"/>
                  </a:lnTo>
                  <a:lnTo>
                    <a:pt x="817899" y="666174"/>
                  </a:lnTo>
                  <a:lnTo>
                    <a:pt x="793139" y="704189"/>
                  </a:lnTo>
                  <a:lnTo>
                    <a:pt x="764745" y="739350"/>
                  </a:lnTo>
                  <a:lnTo>
                    <a:pt x="732985" y="771385"/>
                  </a:lnTo>
                  <a:lnTo>
                    <a:pt x="698127" y="800025"/>
                  </a:lnTo>
                  <a:lnTo>
                    <a:pt x="660439" y="825000"/>
                  </a:lnTo>
                  <a:lnTo>
                    <a:pt x="620188" y="846039"/>
                  </a:lnTo>
                  <a:lnTo>
                    <a:pt x="577642" y="862874"/>
                  </a:lnTo>
                  <a:lnTo>
                    <a:pt x="533069" y="875232"/>
                  </a:lnTo>
                  <a:lnTo>
                    <a:pt x="486736" y="882846"/>
                  </a:lnTo>
                  <a:lnTo>
                    <a:pt x="438912" y="885443"/>
                  </a:lnTo>
                  <a:lnTo>
                    <a:pt x="391087" y="882846"/>
                  </a:lnTo>
                  <a:lnTo>
                    <a:pt x="344754" y="875232"/>
                  </a:lnTo>
                  <a:lnTo>
                    <a:pt x="300181" y="862874"/>
                  </a:lnTo>
                  <a:lnTo>
                    <a:pt x="257635" y="846039"/>
                  </a:lnTo>
                  <a:lnTo>
                    <a:pt x="217384" y="825000"/>
                  </a:lnTo>
                  <a:lnTo>
                    <a:pt x="179696" y="800025"/>
                  </a:lnTo>
                  <a:lnTo>
                    <a:pt x="144838" y="771385"/>
                  </a:lnTo>
                  <a:lnTo>
                    <a:pt x="113078" y="739350"/>
                  </a:lnTo>
                  <a:lnTo>
                    <a:pt x="84684" y="704189"/>
                  </a:lnTo>
                  <a:lnTo>
                    <a:pt x="59924" y="666174"/>
                  </a:lnTo>
                  <a:lnTo>
                    <a:pt x="39065" y="625573"/>
                  </a:lnTo>
                  <a:lnTo>
                    <a:pt x="22375" y="582658"/>
                  </a:lnTo>
                  <a:lnTo>
                    <a:pt x="10123" y="537697"/>
                  </a:lnTo>
                  <a:lnTo>
                    <a:pt x="2575" y="490962"/>
                  </a:lnTo>
                  <a:lnTo>
                    <a:pt x="0" y="4427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 descr=""/>
          <p:cNvSpPr txBox="1"/>
          <p:nvPr/>
        </p:nvSpPr>
        <p:spPr>
          <a:xfrm>
            <a:off x="10467945" y="4349723"/>
            <a:ext cx="5111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1</a:t>
            </a:r>
            <a:r>
              <a:rPr dirty="0" baseline="-14492" sz="1725" spc="5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51" name="object 51" descr=""/>
          <p:cNvGrpSpPr/>
          <p:nvPr/>
        </p:nvGrpSpPr>
        <p:grpSpPr>
          <a:xfrm>
            <a:off x="10343133" y="5509005"/>
            <a:ext cx="889000" cy="896619"/>
            <a:chOff x="10343133" y="5509005"/>
            <a:chExt cx="889000" cy="896619"/>
          </a:xfrm>
        </p:grpSpPr>
        <p:sp>
          <p:nvSpPr>
            <p:cNvPr id="52" name="object 52" descr=""/>
            <p:cNvSpPr/>
            <p:nvPr/>
          </p:nvSpPr>
          <p:spPr>
            <a:xfrm>
              <a:off x="10349483" y="5515355"/>
              <a:ext cx="876300" cy="883919"/>
            </a:xfrm>
            <a:custGeom>
              <a:avLst/>
              <a:gdLst/>
              <a:ahLst/>
              <a:cxnLst/>
              <a:rect l="l" t="t" r="r" b="b"/>
              <a:pathLst>
                <a:path w="876300" h="883920">
                  <a:moveTo>
                    <a:pt x="438150" y="0"/>
                  </a:moveTo>
                  <a:lnTo>
                    <a:pt x="390408" y="2593"/>
                  </a:lnTo>
                  <a:lnTo>
                    <a:pt x="344155" y="10193"/>
                  </a:lnTo>
                  <a:lnTo>
                    <a:pt x="299659" y="22530"/>
                  </a:lnTo>
                  <a:lnTo>
                    <a:pt x="257187" y="39335"/>
                  </a:lnTo>
                  <a:lnTo>
                    <a:pt x="217006" y="60339"/>
                  </a:lnTo>
                  <a:lnTo>
                    <a:pt x="179383" y="85270"/>
                  </a:lnTo>
                  <a:lnTo>
                    <a:pt x="144585" y="113861"/>
                  </a:lnTo>
                  <a:lnTo>
                    <a:pt x="112881" y="145841"/>
                  </a:lnTo>
                  <a:lnTo>
                    <a:pt x="84536" y="180941"/>
                  </a:lnTo>
                  <a:lnTo>
                    <a:pt x="59819" y="218891"/>
                  </a:lnTo>
                  <a:lnTo>
                    <a:pt x="38997" y="259422"/>
                  </a:lnTo>
                  <a:lnTo>
                    <a:pt x="22336" y="302264"/>
                  </a:lnTo>
                  <a:lnTo>
                    <a:pt x="10105" y="347147"/>
                  </a:lnTo>
                  <a:lnTo>
                    <a:pt x="2570" y="393802"/>
                  </a:lnTo>
                  <a:lnTo>
                    <a:pt x="0" y="441960"/>
                  </a:lnTo>
                  <a:lnTo>
                    <a:pt x="2570" y="490115"/>
                  </a:lnTo>
                  <a:lnTo>
                    <a:pt x="10105" y="536768"/>
                  </a:lnTo>
                  <a:lnTo>
                    <a:pt x="22336" y="581651"/>
                  </a:lnTo>
                  <a:lnTo>
                    <a:pt x="38997" y="624492"/>
                  </a:lnTo>
                  <a:lnTo>
                    <a:pt x="59819" y="665022"/>
                  </a:lnTo>
                  <a:lnTo>
                    <a:pt x="84536" y="702973"/>
                  </a:lnTo>
                  <a:lnTo>
                    <a:pt x="112881" y="738073"/>
                  </a:lnTo>
                  <a:lnTo>
                    <a:pt x="144585" y="770054"/>
                  </a:lnTo>
                  <a:lnTo>
                    <a:pt x="179383" y="798645"/>
                  </a:lnTo>
                  <a:lnTo>
                    <a:pt x="217006" y="823578"/>
                  </a:lnTo>
                  <a:lnTo>
                    <a:pt x="257187" y="844582"/>
                  </a:lnTo>
                  <a:lnTo>
                    <a:pt x="299659" y="861387"/>
                  </a:lnTo>
                  <a:lnTo>
                    <a:pt x="344155" y="873725"/>
                  </a:lnTo>
                  <a:lnTo>
                    <a:pt x="390408" y="881326"/>
                  </a:lnTo>
                  <a:lnTo>
                    <a:pt x="438150" y="883920"/>
                  </a:lnTo>
                  <a:lnTo>
                    <a:pt x="485891" y="881326"/>
                  </a:lnTo>
                  <a:lnTo>
                    <a:pt x="532144" y="873725"/>
                  </a:lnTo>
                  <a:lnTo>
                    <a:pt x="576640" y="861387"/>
                  </a:lnTo>
                  <a:lnTo>
                    <a:pt x="619112" y="844582"/>
                  </a:lnTo>
                  <a:lnTo>
                    <a:pt x="659293" y="823578"/>
                  </a:lnTo>
                  <a:lnTo>
                    <a:pt x="696916" y="798645"/>
                  </a:lnTo>
                  <a:lnTo>
                    <a:pt x="731714" y="770054"/>
                  </a:lnTo>
                  <a:lnTo>
                    <a:pt x="763418" y="738073"/>
                  </a:lnTo>
                  <a:lnTo>
                    <a:pt x="791763" y="702973"/>
                  </a:lnTo>
                  <a:lnTo>
                    <a:pt x="816480" y="665022"/>
                  </a:lnTo>
                  <a:lnTo>
                    <a:pt x="837302" y="624492"/>
                  </a:lnTo>
                  <a:lnTo>
                    <a:pt x="853963" y="581651"/>
                  </a:lnTo>
                  <a:lnTo>
                    <a:pt x="866194" y="536768"/>
                  </a:lnTo>
                  <a:lnTo>
                    <a:pt x="873729" y="490115"/>
                  </a:lnTo>
                  <a:lnTo>
                    <a:pt x="876300" y="441960"/>
                  </a:lnTo>
                  <a:lnTo>
                    <a:pt x="873729" y="393802"/>
                  </a:lnTo>
                  <a:lnTo>
                    <a:pt x="866194" y="347147"/>
                  </a:lnTo>
                  <a:lnTo>
                    <a:pt x="853963" y="302264"/>
                  </a:lnTo>
                  <a:lnTo>
                    <a:pt x="837302" y="259422"/>
                  </a:lnTo>
                  <a:lnTo>
                    <a:pt x="816480" y="218891"/>
                  </a:lnTo>
                  <a:lnTo>
                    <a:pt x="791763" y="180941"/>
                  </a:lnTo>
                  <a:lnTo>
                    <a:pt x="763418" y="145841"/>
                  </a:lnTo>
                  <a:lnTo>
                    <a:pt x="731714" y="113861"/>
                  </a:lnTo>
                  <a:lnTo>
                    <a:pt x="696916" y="85270"/>
                  </a:lnTo>
                  <a:lnTo>
                    <a:pt x="659293" y="60339"/>
                  </a:lnTo>
                  <a:lnTo>
                    <a:pt x="619112" y="39335"/>
                  </a:lnTo>
                  <a:lnTo>
                    <a:pt x="576640" y="22530"/>
                  </a:lnTo>
                  <a:lnTo>
                    <a:pt x="532144" y="10193"/>
                  </a:lnTo>
                  <a:lnTo>
                    <a:pt x="485891" y="2593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0349483" y="5515355"/>
              <a:ext cx="876300" cy="883919"/>
            </a:xfrm>
            <a:custGeom>
              <a:avLst/>
              <a:gdLst/>
              <a:ahLst/>
              <a:cxnLst/>
              <a:rect l="l" t="t" r="r" b="b"/>
              <a:pathLst>
                <a:path w="876300" h="883920">
                  <a:moveTo>
                    <a:pt x="0" y="441960"/>
                  </a:moveTo>
                  <a:lnTo>
                    <a:pt x="2570" y="393802"/>
                  </a:lnTo>
                  <a:lnTo>
                    <a:pt x="10105" y="347147"/>
                  </a:lnTo>
                  <a:lnTo>
                    <a:pt x="22336" y="302264"/>
                  </a:lnTo>
                  <a:lnTo>
                    <a:pt x="38997" y="259422"/>
                  </a:lnTo>
                  <a:lnTo>
                    <a:pt x="59819" y="218891"/>
                  </a:lnTo>
                  <a:lnTo>
                    <a:pt x="84536" y="180941"/>
                  </a:lnTo>
                  <a:lnTo>
                    <a:pt x="112881" y="145841"/>
                  </a:lnTo>
                  <a:lnTo>
                    <a:pt x="144585" y="113861"/>
                  </a:lnTo>
                  <a:lnTo>
                    <a:pt x="179383" y="85270"/>
                  </a:lnTo>
                  <a:lnTo>
                    <a:pt x="217006" y="60339"/>
                  </a:lnTo>
                  <a:lnTo>
                    <a:pt x="257187" y="39335"/>
                  </a:lnTo>
                  <a:lnTo>
                    <a:pt x="299659" y="22530"/>
                  </a:lnTo>
                  <a:lnTo>
                    <a:pt x="344155" y="10193"/>
                  </a:lnTo>
                  <a:lnTo>
                    <a:pt x="390408" y="2593"/>
                  </a:lnTo>
                  <a:lnTo>
                    <a:pt x="438150" y="0"/>
                  </a:lnTo>
                  <a:lnTo>
                    <a:pt x="485891" y="2593"/>
                  </a:lnTo>
                  <a:lnTo>
                    <a:pt x="532144" y="10193"/>
                  </a:lnTo>
                  <a:lnTo>
                    <a:pt x="576640" y="22530"/>
                  </a:lnTo>
                  <a:lnTo>
                    <a:pt x="619112" y="39335"/>
                  </a:lnTo>
                  <a:lnTo>
                    <a:pt x="659293" y="60339"/>
                  </a:lnTo>
                  <a:lnTo>
                    <a:pt x="696916" y="85270"/>
                  </a:lnTo>
                  <a:lnTo>
                    <a:pt x="731714" y="113861"/>
                  </a:lnTo>
                  <a:lnTo>
                    <a:pt x="763418" y="145841"/>
                  </a:lnTo>
                  <a:lnTo>
                    <a:pt x="791763" y="180941"/>
                  </a:lnTo>
                  <a:lnTo>
                    <a:pt x="816480" y="218891"/>
                  </a:lnTo>
                  <a:lnTo>
                    <a:pt x="837302" y="259422"/>
                  </a:lnTo>
                  <a:lnTo>
                    <a:pt x="853963" y="302264"/>
                  </a:lnTo>
                  <a:lnTo>
                    <a:pt x="866194" y="347147"/>
                  </a:lnTo>
                  <a:lnTo>
                    <a:pt x="873729" y="393802"/>
                  </a:lnTo>
                  <a:lnTo>
                    <a:pt x="876300" y="441960"/>
                  </a:lnTo>
                  <a:lnTo>
                    <a:pt x="873729" y="490115"/>
                  </a:lnTo>
                  <a:lnTo>
                    <a:pt x="866194" y="536768"/>
                  </a:lnTo>
                  <a:lnTo>
                    <a:pt x="853963" y="581651"/>
                  </a:lnTo>
                  <a:lnTo>
                    <a:pt x="837302" y="624492"/>
                  </a:lnTo>
                  <a:lnTo>
                    <a:pt x="816480" y="665022"/>
                  </a:lnTo>
                  <a:lnTo>
                    <a:pt x="791763" y="702973"/>
                  </a:lnTo>
                  <a:lnTo>
                    <a:pt x="763418" y="738073"/>
                  </a:lnTo>
                  <a:lnTo>
                    <a:pt x="731714" y="770054"/>
                  </a:lnTo>
                  <a:lnTo>
                    <a:pt x="696916" y="798645"/>
                  </a:lnTo>
                  <a:lnTo>
                    <a:pt x="659293" y="823578"/>
                  </a:lnTo>
                  <a:lnTo>
                    <a:pt x="619112" y="844582"/>
                  </a:lnTo>
                  <a:lnTo>
                    <a:pt x="576640" y="861387"/>
                  </a:lnTo>
                  <a:lnTo>
                    <a:pt x="532144" y="873725"/>
                  </a:lnTo>
                  <a:lnTo>
                    <a:pt x="485891" y="881326"/>
                  </a:lnTo>
                  <a:lnTo>
                    <a:pt x="438150" y="883920"/>
                  </a:lnTo>
                  <a:lnTo>
                    <a:pt x="390408" y="881326"/>
                  </a:lnTo>
                  <a:lnTo>
                    <a:pt x="344155" y="873725"/>
                  </a:lnTo>
                  <a:lnTo>
                    <a:pt x="299659" y="861387"/>
                  </a:lnTo>
                  <a:lnTo>
                    <a:pt x="257187" y="844582"/>
                  </a:lnTo>
                  <a:lnTo>
                    <a:pt x="217006" y="823578"/>
                  </a:lnTo>
                  <a:lnTo>
                    <a:pt x="179383" y="798645"/>
                  </a:lnTo>
                  <a:lnTo>
                    <a:pt x="144585" y="770054"/>
                  </a:lnTo>
                  <a:lnTo>
                    <a:pt x="112881" y="738073"/>
                  </a:lnTo>
                  <a:lnTo>
                    <a:pt x="84536" y="702973"/>
                  </a:lnTo>
                  <a:lnTo>
                    <a:pt x="59819" y="665022"/>
                  </a:lnTo>
                  <a:lnTo>
                    <a:pt x="38997" y="624492"/>
                  </a:lnTo>
                  <a:lnTo>
                    <a:pt x="22336" y="581651"/>
                  </a:lnTo>
                  <a:lnTo>
                    <a:pt x="10105" y="536768"/>
                  </a:lnTo>
                  <a:lnTo>
                    <a:pt x="2570" y="490115"/>
                  </a:lnTo>
                  <a:lnTo>
                    <a:pt x="0" y="44196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 descr=""/>
          <p:cNvSpPr txBox="1"/>
          <p:nvPr/>
        </p:nvSpPr>
        <p:spPr>
          <a:xfrm>
            <a:off x="10507571" y="5817833"/>
            <a:ext cx="5067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1</a:t>
            </a:r>
            <a:r>
              <a:rPr dirty="0" baseline="-14492" sz="1725" spc="5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55" name="object 55" descr=""/>
          <p:cNvGrpSpPr/>
          <p:nvPr/>
        </p:nvGrpSpPr>
        <p:grpSpPr>
          <a:xfrm>
            <a:off x="7781290" y="4058158"/>
            <a:ext cx="890905" cy="898525"/>
            <a:chOff x="7781290" y="4058158"/>
            <a:chExt cx="890905" cy="898525"/>
          </a:xfrm>
        </p:grpSpPr>
        <p:sp>
          <p:nvSpPr>
            <p:cNvPr id="56" name="object 56" descr=""/>
            <p:cNvSpPr/>
            <p:nvPr/>
          </p:nvSpPr>
          <p:spPr>
            <a:xfrm>
              <a:off x="7787640" y="4064508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438912" y="0"/>
                  </a:moveTo>
                  <a:lnTo>
                    <a:pt x="391087" y="2597"/>
                  </a:lnTo>
                  <a:lnTo>
                    <a:pt x="344754" y="10211"/>
                  </a:lnTo>
                  <a:lnTo>
                    <a:pt x="300181" y="22569"/>
                  </a:lnTo>
                  <a:lnTo>
                    <a:pt x="257635" y="39404"/>
                  </a:lnTo>
                  <a:lnTo>
                    <a:pt x="217384" y="60443"/>
                  </a:lnTo>
                  <a:lnTo>
                    <a:pt x="179696" y="85418"/>
                  </a:lnTo>
                  <a:lnTo>
                    <a:pt x="144838" y="114058"/>
                  </a:lnTo>
                  <a:lnTo>
                    <a:pt x="113078" y="146093"/>
                  </a:lnTo>
                  <a:lnTo>
                    <a:pt x="84684" y="181254"/>
                  </a:lnTo>
                  <a:lnTo>
                    <a:pt x="59924" y="219269"/>
                  </a:lnTo>
                  <a:lnTo>
                    <a:pt x="39065" y="259870"/>
                  </a:lnTo>
                  <a:lnTo>
                    <a:pt x="22375" y="302785"/>
                  </a:lnTo>
                  <a:lnTo>
                    <a:pt x="10123" y="347746"/>
                  </a:lnTo>
                  <a:lnTo>
                    <a:pt x="2575" y="394481"/>
                  </a:lnTo>
                  <a:lnTo>
                    <a:pt x="0" y="442721"/>
                  </a:lnTo>
                  <a:lnTo>
                    <a:pt x="2575" y="490962"/>
                  </a:lnTo>
                  <a:lnTo>
                    <a:pt x="10123" y="537697"/>
                  </a:lnTo>
                  <a:lnTo>
                    <a:pt x="22375" y="582658"/>
                  </a:lnTo>
                  <a:lnTo>
                    <a:pt x="39065" y="625573"/>
                  </a:lnTo>
                  <a:lnTo>
                    <a:pt x="59924" y="666174"/>
                  </a:lnTo>
                  <a:lnTo>
                    <a:pt x="84684" y="704189"/>
                  </a:lnTo>
                  <a:lnTo>
                    <a:pt x="113078" y="739350"/>
                  </a:lnTo>
                  <a:lnTo>
                    <a:pt x="144838" y="771385"/>
                  </a:lnTo>
                  <a:lnTo>
                    <a:pt x="179696" y="800025"/>
                  </a:lnTo>
                  <a:lnTo>
                    <a:pt x="217384" y="825000"/>
                  </a:lnTo>
                  <a:lnTo>
                    <a:pt x="257635" y="846039"/>
                  </a:lnTo>
                  <a:lnTo>
                    <a:pt x="300181" y="862874"/>
                  </a:lnTo>
                  <a:lnTo>
                    <a:pt x="344754" y="875232"/>
                  </a:lnTo>
                  <a:lnTo>
                    <a:pt x="391087" y="882846"/>
                  </a:lnTo>
                  <a:lnTo>
                    <a:pt x="438912" y="885443"/>
                  </a:lnTo>
                  <a:lnTo>
                    <a:pt x="486736" y="882846"/>
                  </a:lnTo>
                  <a:lnTo>
                    <a:pt x="533069" y="875232"/>
                  </a:lnTo>
                  <a:lnTo>
                    <a:pt x="577642" y="862874"/>
                  </a:lnTo>
                  <a:lnTo>
                    <a:pt x="620188" y="846039"/>
                  </a:lnTo>
                  <a:lnTo>
                    <a:pt x="660439" y="825000"/>
                  </a:lnTo>
                  <a:lnTo>
                    <a:pt x="698127" y="800025"/>
                  </a:lnTo>
                  <a:lnTo>
                    <a:pt x="732985" y="771385"/>
                  </a:lnTo>
                  <a:lnTo>
                    <a:pt x="764745" y="739350"/>
                  </a:lnTo>
                  <a:lnTo>
                    <a:pt x="793139" y="704189"/>
                  </a:lnTo>
                  <a:lnTo>
                    <a:pt x="817899" y="666174"/>
                  </a:lnTo>
                  <a:lnTo>
                    <a:pt x="838758" y="625573"/>
                  </a:lnTo>
                  <a:lnTo>
                    <a:pt x="855448" y="582658"/>
                  </a:lnTo>
                  <a:lnTo>
                    <a:pt x="867700" y="537697"/>
                  </a:lnTo>
                  <a:lnTo>
                    <a:pt x="875248" y="490962"/>
                  </a:lnTo>
                  <a:lnTo>
                    <a:pt x="877824" y="442721"/>
                  </a:lnTo>
                  <a:lnTo>
                    <a:pt x="875248" y="394481"/>
                  </a:lnTo>
                  <a:lnTo>
                    <a:pt x="867700" y="347746"/>
                  </a:lnTo>
                  <a:lnTo>
                    <a:pt x="855448" y="302785"/>
                  </a:lnTo>
                  <a:lnTo>
                    <a:pt x="838758" y="259870"/>
                  </a:lnTo>
                  <a:lnTo>
                    <a:pt x="817899" y="219269"/>
                  </a:lnTo>
                  <a:lnTo>
                    <a:pt x="793139" y="181254"/>
                  </a:lnTo>
                  <a:lnTo>
                    <a:pt x="764745" y="146093"/>
                  </a:lnTo>
                  <a:lnTo>
                    <a:pt x="732985" y="114058"/>
                  </a:lnTo>
                  <a:lnTo>
                    <a:pt x="698127" y="85418"/>
                  </a:lnTo>
                  <a:lnTo>
                    <a:pt x="660439" y="60443"/>
                  </a:lnTo>
                  <a:lnTo>
                    <a:pt x="620188" y="39404"/>
                  </a:lnTo>
                  <a:lnTo>
                    <a:pt x="577642" y="22569"/>
                  </a:lnTo>
                  <a:lnTo>
                    <a:pt x="533069" y="10211"/>
                  </a:lnTo>
                  <a:lnTo>
                    <a:pt x="486736" y="2597"/>
                  </a:lnTo>
                  <a:lnTo>
                    <a:pt x="4389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7787640" y="4064508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0" y="442721"/>
                  </a:moveTo>
                  <a:lnTo>
                    <a:pt x="2575" y="394481"/>
                  </a:lnTo>
                  <a:lnTo>
                    <a:pt x="10123" y="347746"/>
                  </a:lnTo>
                  <a:lnTo>
                    <a:pt x="22375" y="302785"/>
                  </a:lnTo>
                  <a:lnTo>
                    <a:pt x="39065" y="259870"/>
                  </a:lnTo>
                  <a:lnTo>
                    <a:pt x="59924" y="219269"/>
                  </a:lnTo>
                  <a:lnTo>
                    <a:pt x="84684" y="181254"/>
                  </a:lnTo>
                  <a:lnTo>
                    <a:pt x="113078" y="146093"/>
                  </a:lnTo>
                  <a:lnTo>
                    <a:pt x="144838" y="114058"/>
                  </a:lnTo>
                  <a:lnTo>
                    <a:pt x="179696" y="85418"/>
                  </a:lnTo>
                  <a:lnTo>
                    <a:pt x="217384" y="60443"/>
                  </a:lnTo>
                  <a:lnTo>
                    <a:pt x="257635" y="39404"/>
                  </a:lnTo>
                  <a:lnTo>
                    <a:pt x="300181" y="22569"/>
                  </a:lnTo>
                  <a:lnTo>
                    <a:pt x="344754" y="10211"/>
                  </a:lnTo>
                  <a:lnTo>
                    <a:pt x="391087" y="2597"/>
                  </a:lnTo>
                  <a:lnTo>
                    <a:pt x="438912" y="0"/>
                  </a:lnTo>
                  <a:lnTo>
                    <a:pt x="486736" y="2597"/>
                  </a:lnTo>
                  <a:lnTo>
                    <a:pt x="533069" y="10211"/>
                  </a:lnTo>
                  <a:lnTo>
                    <a:pt x="577642" y="22569"/>
                  </a:lnTo>
                  <a:lnTo>
                    <a:pt x="620188" y="39404"/>
                  </a:lnTo>
                  <a:lnTo>
                    <a:pt x="660439" y="60443"/>
                  </a:lnTo>
                  <a:lnTo>
                    <a:pt x="698127" y="85418"/>
                  </a:lnTo>
                  <a:lnTo>
                    <a:pt x="732985" y="114058"/>
                  </a:lnTo>
                  <a:lnTo>
                    <a:pt x="764745" y="146093"/>
                  </a:lnTo>
                  <a:lnTo>
                    <a:pt x="793139" y="181254"/>
                  </a:lnTo>
                  <a:lnTo>
                    <a:pt x="817899" y="219269"/>
                  </a:lnTo>
                  <a:lnTo>
                    <a:pt x="838758" y="259870"/>
                  </a:lnTo>
                  <a:lnTo>
                    <a:pt x="855448" y="302785"/>
                  </a:lnTo>
                  <a:lnTo>
                    <a:pt x="867700" y="347746"/>
                  </a:lnTo>
                  <a:lnTo>
                    <a:pt x="875248" y="394481"/>
                  </a:lnTo>
                  <a:lnTo>
                    <a:pt x="877824" y="442721"/>
                  </a:lnTo>
                  <a:lnTo>
                    <a:pt x="875248" y="490962"/>
                  </a:lnTo>
                  <a:lnTo>
                    <a:pt x="867700" y="537697"/>
                  </a:lnTo>
                  <a:lnTo>
                    <a:pt x="855448" y="582658"/>
                  </a:lnTo>
                  <a:lnTo>
                    <a:pt x="838758" y="625573"/>
                  </a:lnTo>
                  <a:lnTo>
                    <a:pt x="817899" y="666174"/>
                  </a:lnTo>
                  <a:lnTo>
                    <a:pt x="793139" y="704189"/>
                  </a:lnTo>
                  <a:lnTo>
                    <a:pt x="764745" y="739350"/>
                  </a:lnTo>
                  <a:lnTo>
                    <a:pt x="732985" y="771385"/>
                  </a:lnTo>
                  <a:lnTo>
                    <a:pt x="698127" y="800025"/>
                  </a:lnTo>
                  <a:lnTo>
                    <a:pt x="660439" y="825000"/>
                  </a:lnTo>
                  <a:lnTo>
                    <a:pt x="620188" y="846039"/>
                  </a:lnTo>
                  <a:lnTo>
                    <a:pt x="577642" y="862874"/>
                  </a:lnTo>
                  <a:lnTo>
                    <a:pt x="533069" y="875232"/>
                  </a:lnTo>
                  <a:lnTo>
                    <a:pt x="486736" y="882846"/>
                  </a:lnTo>
                  <a:lnTo>
                    <a:pt x="438912" y="885443"/>
                  </a:lnTo>
                  <a:lnTo>
                    <a:pt x="391087" y="882846"/>
                  </a:lnTo>
                  <a:lnTo>
                    <a:pt x="344754" y="875232"/>
                  </a:lnTo>
                  <a:lnTo>
                    <a:pt x="300181" y="862874"/>
                  </a:lnTo>
                  <a:lnTo>
                    <a:pt x="257635" y="846039"/>
                  </a:lnTo>
                  <a:lnTo>
                    <a:pt x="217384" y="825000"/>
                  </a:lnTo>
                  <a:lnTo>
                    <a:pt x="179696" y="800025"/>
                  </a:lnTo>
                  <a:lnTo>
                    <a:pt x="144838" y="771385"/>
                  </a:lnTo>
                  <a:lnTo>
                    <a:pt x="113078" y="739350"/>
                  </a:lnTo>
                  <a:lnTo>
                    <a:pt x="84684" y="704189"/>
                  </a:lnTo>
                  <a:lnTo>
                    <a:pt x="59924" y="666174"/>
                  </a:lnTo>
                  <a:lnTo>
                    <a:pt x="39065" y="625573"/>
                  </a:lnTo>
                  <a:lnTo>
                    <a:pt x="22375" y="582658"/>
                  </a:lnTo>
                  <a:lnTo>
                    <a:pt x="10123" y="537697"/>
                  </a:lnTo>
                  <a:lnTo>
                    <a:pt x="2575" y="490962"/>
                  </a:lnTo>
                  <a:lnTo>
                    <a:pt x="0" y="4427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 descr=""/>
          <p:cNvSpPr txBox="1"/>
          <p:nvPr/>
        </p:nvSpPr>
        <p:spPr>
          <a:xfrm>
            <a:off x="7941492" y="4368079"/>
            <a:ext cx="5156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0</a:t>
            </a:r>
            <a:r>
              <a:rPr dirty="0" baseline="-14492" sz="1725" spc="11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59" name="object 59" descr=""/>
          <p:cNvGrpSpPr/>
          <p:nvPr/>
        </p:nvGrpSpPr>
        <p:grpSpPr>
          <a:xfrm>
            <a:off x="7277481" y="4470651"/>
            <a:ext cx="3072130" cy="1487805"/>
            <a:chOff x="7277481" y="4470651"/>
            <a:chExt cx="3072130" cy="1487805"/>
          </a:xfrm>
        </p:grpSpPr>
        <p:sp>
          <p:nvSpPr>
            <p:cNvPr id="60" name="object 60" descr=""/>
            <p:cNvSpPr/>
            <p:nvPr/>
          </p:nvSpPr>
          <p:spPr>
            <a:xfrm>
              <a:off x="7287006" y="4508754"/>
              <a:ext cx="437515" cy="0"/>
            </a:xfrm>
            <a:custGeom>
              <a:avLst/>
              <a:gdLst/>
              <a:ahLst/>
              <a:cxnLst/>
              <a:rect l="l" t="t" r="r" b="b"/>
              <a:pathLst>
                <a:path w="437515" h="0">
                  <a:moveTo>
                    <a:pt x="0" y="0"/>
                  </a:moveTo>
                  <a:lnTo>
                    <a:pt x="437464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7711778" y="447065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8536686" y="4821174"/>
              <a:ext cx="1758950" cy="1103630"/>
            </a:xfrm>
            <a:custGeom>
              <a:avLst/>
              <a:gdLst/>
              <a:ahLst/>
              <a:cxnLst/>
              <a:rect l="l" t="t" r="r" b="b"/>
              <a:pathLst>
                <a:path w="1758950" h="1103629">
                  <a:moveTo>
                    <a:pt x="0" y="0"/>
                  </a:moveTo>
                  <a:lnTo>
                    <a:pt x="1758848" y="110322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10264543" y="5885374"/>
              <a:ext cx="85090" cy="73025"/>
            </a:xfrm>
            <a:custGeom>
              <a:avLst/>
              <a:gdLst/>
              <a:ahLst/>
              <a:cxnLst/>
              <a:rect l="l" t="t" r="r" b="b"/>
              <a:pathLst>
                <a:path w="85090" h="73025">
                  <a:moveTo>
                    <a:pt x="40487" y="0"/>
                  </a:moveTo>
                  <a:lnTo>
                    <a:pt x="0" y="64554"/>
                  </a:lnTo>
                  <a:lnTo>
                    <a:pt x="84797" y="72771"/>
                  </a:lnTo>
                  <a:lnTo>
                    <a:pt x="404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 descr=""/>
          <p:cNvSpPr txBox="1"/>
          <p:nvPr/>
        </p:nvSpPr>
        <p:spPr>
          <a:xfrm>
            <a:off x="252078" y="1292075"/>
            <a:ext cx="2841625" cy="1842135"/>
          </a:xfrm>
          <a:prstGeom prst="rect">
            <a:avLst/>
          </a:prstGeom>
        </p:spPr>
        <p:txBody>
          <a:bodyPr wrap="square" lIns="0" tIns="2540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000"/>
              </a:spcBef>
            </a:pPr>
            <a:r>
              <a:rPr dirty="0" sz="2800" spc="-25">
                <a:latin typeface="Franklin Gothic Medium"/>
                <a:cs typeface="Franklin Gothic Medium"/>
              </a:rPr>
              <a:t>Components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800" spc="-25">
                <a:latin typeface="Franklin Gothic Medium"/>
                <a:cs typeface="Franklin Gothic Medium"/>
              </a:rPr>
              <a:t>:</a:t>
            </a:r>
            <a:endParaRPr sz="2800">
              <a:latin typeface="Franklin Gothic Medium"/>
              <a:cs typeface="Franklin Gothic Medium"/>
            </a:endParaRPr>
          </a:p>
          <a:p>
            <a:pPr marL="353695">
              <a:lnSpc>
                <a:spcPct val="100000"/>
              </a:lnSpc>
              <a:spcBef>
                <a:spcPts val="1630"/>
              </a:spcBef>
            </a:pPr>
            <a:r>
              <a:rPr dirty="0" sz="2400" spc="-830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sz="2400" spc="21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30">
                <a:latin typeface="Cambria Math"/>
                <a:cs typeface="Cambria Math"/>
              </a:rPr>
              <a:t> </a:t>
            </a:r>
            <a:r>
              <a:rPr dirty="0" sz="2400" spc="-63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952">
                <a:solidFill>
                  <a:srgbClr val="C55A11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382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 </a:t>
            </a:r>
            <a:r>
              <a:rPr dirty="0" sz="2400" spc="-59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892">
                <a:solidFill>
                  <a:srgbClr val="C55A11"/>
                </a:solidFill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  <a:p>
            <a:pPr marL="366395">
              <a:lnSpc>
                <a:spcPct val="100000"/>
              </a:lnSpc>
              <a:spcBef>
                <a:spcPts val="1650"/>
              </a:spcBef>
            </a:pPr>
            <a:r>
              <a:rPr dirty="0" sz="240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15873" sz="2625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baseline="-15873" sz="2625" spc="600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5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(</a:t>
            </a:r>
            <a:r>
              <a:rPr dirty="0" sz="2400">
                <a:solidFill>
                  <a:srgbClr val="BE9000"/>
                </a:solidFill>
                <a:latin typeface="Cambria Math"/>
                <a:cs typeface="Cambria Math"/>
              </a:rPr>
              <a:t>𝑡</a:t>
            </a:r>
            <a:r>
              <a:rPr dirty="0" baseline="-15873" sz="2625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120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BE9000"/>
                </a:solidFill>
                <a:latin typeface="Cambria Math"/>
                <a:cs typeface="Cambria Math"/>
              </a:rPr>
              <a:t>𝑟</a:t>
            </a:r>
            <a:r>
              <a:rPr dirty="0" baseline="-15873" sz="2625" spc="-37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sz="2400" spc="-25">
                <a:latin typeface="Cambria Math"/>
                <a:cs typeface="Cambria Math"/>
              </a:rPr>
              <a:t>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5" name="object 65" descr=""/>
          <p:cNvSpPr/>
          <p:nvPr/>
        </p:nvSpPr>
        <p:spPr>
          <a:xfrm>
            <a:off x="808342" y="3513620"/>
            <a:ext cx="1155065" cy="368300"/>
          </a:xfrm>
          <a:custGeom>
            <a:avLst/>
            <a:gdLst/>
            <a:ahLst/>
            <a:cxnLst/>
            <a:rect l="l" t="t" r="r" b="b"/>
            <a:pathLst>
              <a:path w="1155064" h="368300">
                <a:moveTo>
                  <a:pt x="100457" y="12204"/>
                </a:moveTo>
                <a:lnTo>
                  <a:pt x="96735" y="0"/>
                </a:lnTo>
                <a:lnTo>
                  <a:pt x="74841" y="8521"/>
                </a:lnTo>
                <a:lnTo>
                  <a:pt x="55613" y="21907"/>
                </a:lnTo>
                <a:lnTo>
                  <a:pt x="25146" y="63246"/>
                </a:lnTo>
                <a:lnTo>
                  <a:pt x="6286" y="118986"/>
                </a:lnTo>
                <a:lnTo>
                  <a:pt x="0" y="184099"/>
                </a:lnTo>
                <a:lnTo>
                  <a:pt x="1511" y="216522"/>
                </a:lnTo>
                <a:lnTo>
                  <a:pt x="1562" y="217817"/>
                </a:lnTo>
                <a:lnTo>
                  <a:pt x="14135" y="278244"/>
                </a:lnTo>
                <a:lnTo>
                  <a:pt x="39039" y="328041"/>
                </a:lnTo>
                <a:lnTo>
                  <a:pt x="74841" y="359664"/>
                </a:lnTo>
                <a:lnTo>
                  <a:pt x="96735" y="368198"/>
                </a:lnTo>
                <a:lnTo>
                  <a:pt x="100457" y="355993"/>
                </a:lnTo>
                <a:lnTo>
                  <a:pt x="83540" y="347218"/>
                </a:lnTo>
                <a:lnTo>
                  <a:pt x="68808" y="334467"/>
                </a:lnTo>
                <a:lnTo>
                  <a:pt x="45910" y="296989"/>
                </a:lnTo>
                <a:lnTo>
                  <a:pt x="32004" y="246062"/>
                </a:lnTo>
                <a:lnTo>
                  <a:pt x="27381" y="184251"/>
                </a:lnTo>
                <a:lnTo>
                  <a:pt x="28536" y="151904"/>
                </a:lnTo>
                <a:lnTo>
                  <a:pt x="37795" y="95415"/>
                </a:lnTo>
                <a:lnTo>
                  <a:pt x="56261" y="50507"/>
                </a:lnTo>
                <a:lnTo>
                  <a:pt x="83540" y="20967"/>
                </a:lnTo>
                <a:lnTo>
                  <a:pt x="100457" y="12204"/>
                </a:lnTo>
                <a:close/>
              </a:path>
              <a:path w="1155064" h="368300">
                <a:moveTo>
                  <a:pt x="231216" y="55372"/>
                </a:moveTo>
                <a:lnTo>
                  <a:pt x="227190" y="43916"/>
                </a:lnTo>
                <a:lnTo>
                  <a:pt x="206717" y="51308"/>
                </a:lnTo>
                <a:lnTo>
                  <a:pt x="188772" y="62014"/>
                </a:lnTo>
                <a:lnTo>
                  <a:pt x="160451" y="93395"/>
                </a:lnTo>
                <a:lnTo>
                  <a:pt x="142976" y="135343"/>
                </a:lnTo>
                <a:lnTo>
                  <a:pt x="137236" y="183667"/>
                </a:lnTo>
                <a:lnTo>
                  <a:pt x="137160" y="185153"/>
                </a:lnTo>
                <a:lnTo>
                  <a:pt x="138607" y="211086"/>
                </a:lnTo>
                <a:lnTo>
                  <a:pt x="150215" y="256959"/>
                </a:lnTo>
                <a:lnTo>
                  <a:pt x="173253" y="294195"/>
                </a:lnTo>
                <a:lnTo>
                  <a:pt x="206654" y="318858"/>
                </a:lnTo>
                <a:lnTo>
                  <a:pt x="227190" y="326237"/>
                </a:lnTo>
                <a:lnTo>
                  <a:pt x="230771" y="314782"/>
                </a:lnTo>
                <a:lnTo>
                  <a:pt x="214680" y="307657"/>
                </a:lnTo>
                <a:lnTo>
                  <a:pt x="200787" y="297738"/>
                </a:lnTo>
                <a:lnTo>
                  <a:pt x="172313" y="251498"/>
                </a:lnTo>
                <a:lnTo>
                  <a:pt x="163944" y="208559"/>
                </a:lnTo>
                <a:lnTo>
                  <a:pt x="162966" y="185153"/>
                </a:lnTo>
                <a:lnTo>
                  <a:pt x="162902" y="183667"/>
                </a:lnTo>
                <a:lnTo>
                  <a:pt x="167081" y="137617"/>
                </a:lnTo>
                <a:lnTo>
                  <a:pt x="179641" y="100101"/>
                </a:lnTo>
                <a:lnTo>
                  <a:pt x="214934" y="62458"/>
                </a:lnTo>
                <a:lnTo>
                  <a:pt x="231216" y="55372"/>
                </a:lnTo>
                <a:close/>
              </a:path>
              <a:path w="1155064" h="368300">
                <a:moveTo>
                  <a:pt x="728243" y="185153"/>
                </a:moveTo>
                <a:lnTo>
                  <a:pt x="726795" y="159575"/>
                </a:lnTo>
                <a:lnTo>
                  <a:pt x="726782" y="159270"/>
                </a:lnTo>
                <a:lnTo>
                  <a:pt x="722414" y="135343"/>
                </a:lnTo>
                <a:lnTo>
                  <a:pt x="704951" y="93395"/>
                </a:lnTo>
                <a:lnTo>
                  <a:pt x="676605" y="62014"/>
                </a:lnTo>
                <a:lnTo>
                  <a:pt x="638200" y="43916"/>
                </a:lnTo>
                <a:lnTo>
                  <a:pt x="634187" y="55372"/>
                </a:lnTo>
                <a:lnTo>
                  <a:pt x="650532" y="62458"/>
                </a:lnTo>
                <a:lnTo>
                  <a:pt x="664578" y="72288"/>
                </a:lnTo>
                <a:lnTo>
                  <a:pt x="693115" y="117792"/>
                </a:lnTo>
                <a:lnTo>
                  <a:pt x="701395" y="159270"/>
                </a:lnTo>
                <a:lnTo>
                  <a:pt x="701446" y="159575"/>
                </a:lnTo>
                <a:lnTo>
                  <a:pt x="701433" y="208559"/>
                </a:lnTo>
                <a:lnTo>
                  <a:pt x="693064" y="251498"/>
                </a:lnTo>
                <a:lnTo>
                  <a:pt x="664591" y="297738"/>
                </a:lnTo>
                <a:lnTo>
                  <a:pt x="634631" y="314782"/>
                </a:lnTo>
                <a:lnTo>
                  <a:pt x="638200" y="326237"/>
                </a:lnTo>
                <a:lnTo>
                  <a:pt x="676706" y="308178"/>
                </a:lnTo>
                <a:lnTo>
                  <a:pt x="705027" y="276910"/>
                </a:lnTo>
                <a:lnTo>
                  <a:pt x="722426" y="235026"/>
                </a:lnTo>
                <a:lnTo>
                  <a:pt x="726782" y="211086"/>
                </a:lnTo>
                <a:lnTo>
                  <a:pt x="728243" y="185153"/>
                </a:lnTo>
                <a:close/>
              </a:path>
              <a:path w="1155064" h="368300">
                <a:moveTo>
                  <a:pt x="1154709" y="184099"/>
                </a:moveTo>
                <a:lnTo>
                  <a:pt x="1153198" y="151904"/>
                </a:lnTo>
                <a:lnTo>
                  <a:pt x="1153134" y="150368"/>
                </a:lnTo>
                <a:lnTo>
                  <a:pt x="1148422" y="118986"/>
                </a:lnTo>
                <a:lnTo>
                  <a:pt x="1129563" y="63246"/>
                </a:lnTo>
                <a:lnTo>
                  <a:pt x="1099083" y="21907"/>
                </a:lnTo>
                <a:lnTo>
                  <a:pt x="1057973" y="0"/>
                </a:lnTo>
                <a:lnTo>
                  <a:pt x="1054252" y="12204"/>
                </a:lnTo>
                <a:lnTo>
                  <a:pt x="1071168" y="20967"/>
                </a:lnTo>
                <a:lnTo>
                  <a:pt x="1085888" y="33743"/>
                </a:lnTo>
                <a:lnTo>
                  <a:pt x="1108798" y="71285"/>
                </a:lnTo>
                <a:lnTo>
                  <a:pt x="1122692" y="122301"/>
                </a:lnTo>
                <a:lnTo>
                  <a:pt x="1127315" y="184099"/>
                </a:lnTo>
                <a:lnTo>
                  <a:pt x="1126159" y="216522"/>
                </a:lnTo>
                <a:lnTo>
                  <a:pt x="1116901" y="272884"/>
                </a:lnTo>
                <a:lnTo>
                  <a:pt x="1098435" y="317715"/>
                </a:lnTo>
                <a:lnTo>
                  <a:pt x="1071168" y="347218"/>
                </a:lnTo>
                <a:lnTo>
                  <a:pt x="1054252" y="355993"/>
                </a:lnTo>
                <a:lnTo>
                  <a:pt x="1057973" y="368198"/>
                </a:lnTo>
                <a:lnTo>
                  <a:pt x="1099083" y="346278"/>
                </a:lnTo>
                <a:lnTo>
                  <a:pt x="1129563" y="304952"/>
                </a:lnTo>
                <a:lnTo>
                  <a:pt x="1148422" y="249212"/>
                </a:lnTo>
                <a:lnTo>
                  <a:pt x="1154696" y="184251"/>
                </a:lnTo>
                <a:lnTo>
                  <a:pt x="1154709" y="184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 descr=""/>
          <p:cNvSpPr/>
          <p:nvPr/>
        </p:nvSpPr>
        <p:spPr>
          <a:xfrm>
            <a:off x="2413114" y="3513620"/>
            <a:ext cx="2282825" cy="368300"/>
          </a:xfrm>
          <a:custGeom>
            <a:avLst/>
            <a:gdLst/>
            <a:ahLst/>
            <a:cxnLst/>
            <a:rect l="l" t="t" r="r" b="b"/>
            <a:pathLst>
              <a:path w="2282825" h="368300">
                <a:moveTo>
                  <a:pt x="100457" y="12204"/>
                </a:moveTo>
                <a:lnTo>
                  <a:pt x="96735" y="0"/>
                </a:lnTo>
                <a:lnTo>
                  <a:pt x="74841" y="8521"/>
                </a:lnTo>
                <a:lnTo>
                  <a:pt x="55613" y="21907"/>
                </a:lnTo>
                <a:lnTo>
                  <a:pt x="25146" y="63246"/>
                </a:lnTo>
                <a:lnTo>
                  <a:pt x="6286" y="118986"/>
                </a:lnTo>
                <a:lnTo>
                  <a:pt x="0" y="184099"/>
                </a:lnTo>
                <a:lnTo>
                  <a:pt x="1511" y="216522"/>
                </a:lnTo>
                <a:lnTo>
                  <a:pt x="1562" y="217817"/>
                </a:lnTo>
                <a:lnTo>
                  <a:pt x="14135" y="278244"/>
                </a:lnTo>
                <a:lnTo>
                  <a:pt x="39039" y="328041"/>
                </a:lnTo>
                <a:lnTo>
                  <a:pt x="74841" y="359664"/>
                </a:lnTo>
                <a:lnTo>
                  <a:pt x="96735" y="368198"/>
                </a:lnTo>
                <a:lnTo>
                  <a:pt x="100457" y="355993"/>
                </a:lnTo>
                <a:lnTo>
                  <a:pt x="83540" y="347218"/>
                </a:lnTo>
                <a:lnTo>
                  <a:pt x="68808" y="334467"/>
                </a:lnTo>
                <a:lnTo>
                  <a:pt x="45910" y="296989"/>
                </a:lnTo>
                <a:lnTo>
                  <a:pt x="32004" y="246062"/>
                </a:lnTo>
                <a:lnTo>
                  <a:pt x="27381" y="184251"/>
                </a:lnTo>
                <a:lnTo>
                  <a:pt x="28536" y="151904"/>
                </a:lnTo>
                <a:lnTo>
                  <a:pt x="37795" y="95415"/>
                </a:lnTo>
                <a:lnTo>
                  <a:pt x="56261" y="50507"/>
                </a:lnTo>
                <a:lnTo>
                  <a:pt x="83540" y="20967"/>
                </a:lnTo>
                <a:lnTo>
                  <a:pt x="100457" y="12204"/>
                </a:lnTo>
                <a:close/>
              </a:path>
              <a:path w="2282825" h="368300">
                <a:moveTo>
                  <a:pt x="520776" y="55372"/>
                </a:moveTo>
                <a:lnTo>
                  <a:pt x="516763" y="43916"/>
                </a:lnTo>
                <a:lnTo>
                  <a:pt x="496290" y="51308"/>
                </a:lnTo>
                <a:lnTo>
                  <a:pt x="478332" y="62014"/>
                </a:lnTo>
                <a:lnTo>
                  <a:pt x="450011" y="93395"/>
                </a:lnTo>
                <a:lnTo>
                  <a:pt x="432536" y="135343"/>
                </a:lnTo>
                <a:lnTo>
                  <a:pt x="426796" y="183667"/>
                </a:lnTo>
                <a:lnTo>
                  <a:pt x="426720" y="185153"/>
                </a:lnTo>
                <a:lnTo>
                  <a:pt x="428167" y="211086"/>
                </a:lnTo>
                <a:lnTo>
                  <a:pt x="439775" y="256959"/>
                </a:lnTo>
                <a:lnTo>
                  <a:pt x="462813" y="294195"/>
                </a:lnTo>
                <a:lnTo>
                  <a:pt x="496227" y="318858"/>
                </a:lnTo>
                <a:lnTo>
                  <a:pt x="516763" y="326237"/>
                </a:lnTo>
                <a:lnTo>
                  <a:pt x="520331" y="314782"/>
                </a:lnTo>
                <a:lnTo>
                  <a:pt x="504240" y="307657"/>
                </a:lnTo>
                <a:lnTo>
                  <a:pt x="490347" y="297738"/>
                </a:lnTo>
                <a:lnTo>
                  <a:pt x="461873" y="251498"/>
                </a:lnTo>
                <a:lnTo>
                  <a:pt x="453504" y="208559"/>
                </a:lnTo>
                <a:lnTo>
                  <a:pt x="452526" y="185153"/>
                </a:lnTo>
                <a:lnTo>
                  <a:pt x="452462" y="183667"/>
                </a:lnTo>
                <a:lnTo>
                  <a:pt x="456641" y="137617"/>
                </a:lnTo>
                <a:lnTo>
                  <a:pt x="469201" y="100101"/>
                </a:lnTo>
                <a:lnTo>
                  <a:pt x="504494" y="62458"/>
                </a:lnTo>
                <a:lnTo>
                  <a:pt x="520776" y="55372"/>
                </a:lnTo>
                <a:close/>
              </a:path>
              <a:path w="2282825" h="368300">
                <a:moveTo>
                  <a:pt x="1043711" y="185153"/>
                </a:moveTo>
                <a:lnTo>
                  <a:pt x="1042263" y="159575"/>
                </a:lnTo>
                <a:lnTo>
                  <a:pt x="1042250" y="159270"/>
                </a:lnTo>
                <a:lnTo>
                  <a:pt x="1037882" y="135343"/>
                </a:lnTo>
                <a:lnTo>
                  <a:pt x="1020419" y="93395"/>
                </a:lnTo>
                <a:lnTo>
                  <a:pt x="992073" y="62014"/>
                </a:lnTo>
                <a:lnTo>
                  <a:pt x="953668" y="43916"/>
                </a:lnTo>
                <a:lnTo>
                  <a:pt x="949655" y="55372"/>
                </a:lnTo>
                <a:lnTo>
                  <a:pt x="966000" y="62458"/>
                </a:lnTo>
                <a:lnTo>
                  <a:pt x="980046" y="72288"/>
                </a:lnTo>
                <a:lnTo>
                  <a:pt x="1008583" y="117792"/>
                </a:lnTo>
                <a:lnTo>
                  <a:pt x="1016863" y="159270"/>
                </a:lnTo>
                <a:lnTo>
                  <a:pt x="1016914" y="159575"/>
                </a:lnTo>
                <a:lnTo>
                  <a:pt x="1016901" y="208559"/>
                </a:lnTo>
                <a:lnTo>
                  <a:pt x="1008532" y="251498"/>
                </a:lnTo>
                <a:lnTo>
                  <a:pt x="980059" y="297738"/>
                </a:lnTo>
                <a:lnTo>
                  <a:pt x="950099" y="314782"/>
                </a:lnTo>
                <a:lnTo>
                  <a:pt x="953668" y="326237"/>
                </a:lnTo>
                <a:lnTo>
                  <a:pt x="992174" y="308178"/>
                </a:lnTo>
                <a:lnTo>
                  <a:pt x="1020495" y="276910"/>
                </a:lnTo>
                <a:lnTo>
                  <a:pt x="1037894" y="235026"/>
                </a:lnTo>
                <a:lnTo>
                  <a:pt x="1042250" y="211086"/>
                </a:lnTo>
                <a:lnTo>
                  <a:pt x="1043711" y="185153"/>
                </a:lnTo>
                <a:close/>
              </a:path>
              <a:path w="2282825" h="368300">
                <a:moveTo>
                  <a:pt x="1599768" y="55372"/>
                </a:moveTo>
                <a:lnTo>
                  <a:pt x="1595755" y="43916"/>
                </a:lnTo>
                <a:lnTo>
                  <a:pt x="1575269" y="51308"/>
                </a:lnTo>
                <a:lnTo>
                  <a:pt x="1557324" y="62014"/>
                </a:lnTo>
                <a:lnTo>
                  <a:pt x="1529003" y="93395"/>
                </a:lnTo>
                <a:lnTo>
                  <a:pt x="1511528" y="135343"/>
                </a:lnTo>
                <a:lnTo>
                  <a:pt x="1505788" y="183667"/>
                </a:lnTo>
                <a:lnTo>
                  <a:pt x="1505712" y="185153"/>
                </a:lnTo>
                <a:lnTo>
                  <a:pt x="1507159" y="211086"/>
                </a:lnTo>
                <a:lnTo>
                  <a:pt x="1518767" y="256959"/>
                </a:lnTo>
                <a:lnTo>
                  <a:pt x="1541805" y="294195"/>
                </a:lnTo>
                <a:lnTo>
                  <a:pt x="1575219" y="318858"/>
                </a:lnTo>
                <a:lnTo>
                  <a:pt x="1595755" y="326237"/>
                </a:lnTo>
                <a:lnTo>
                  <a:pt x="1599323" y="314782"/>
                </a:lnTo>
                <a:lnTo>
                  <a:pt x="1583232" y="307657"/>
                </a:lnTo>
                <a:lnTo>
                  <a:pt x="1569339" y="297738"/>
                </a:lnTo>
                <a:lnTo>
                  <a:pt x="1540865" y="251498"/>
                </a:lnTo>
                <a:lnTo>
                  <a:pt x="1532496" y="208559"/>
                </a:lnTo>
                <a:lnTo>
                  <a:pt x="1531518" y="185153"/>
                </a:lnTo>
                <a:lnTo>
                  <a:pt x="1531454" y="183667"/>
                </a:lnTo>
                <a:lnTo>
                  <a:pt x="1535633" y="137617"/>
                </a:lnTo>
                <a:lnTo>
                  <a:pt x="1548193" y="100101"/>
                </a:lnTo>
                <a:lnTo>
                  <a:pt x="1583474" y="62458"/>
                </a:lnTo>
                <a:lnTo>
                  <a:pt x="1599768" y="55372"/>
                </a:lnTo>
                <a:close/>
              </a:path>
              <a:path w="2282825" h="368300">
                <a:moveTo>
                  <a:pt x="2145563" y="185153"/>
                </a:moveTo>
                <a:lnTo>
                  <a:pt x="2144115" y="159575"/>
                </a:lnTo>
                <a:lnTo>
                  <a:pt x="2144103" y="159270"/>
                </a:lnTo>
                <a:lnTo>
                  <a:pt x="2139734" y="135343"/>
                </a:lnTo>
                <a:lnTo>
                  <a:pt x="2122271" y="93395"/>
                </a:lnTo>
                <a:lnTo>
                  <a:pt x="2093925" y="62014"/>
                </a:lnTo>
                <a:lnTo>
                  <a:pt x="2055520" y="43916"/>
                </a:lnTo>
                <a:lnTo>
                  <a:pt x="2051507" y="55372"/>
                </a:lnTo>
                <a:lnTo>
                  <a:pt x="2067839" y="62458"/>
                </a:lnTo>
                <a:lnTo>
                  <a:pt x="2081898" y="72288"/>
                </a:lnTo>
                <a:lnTo>
                  <a:pt x="2110435" y="117792"/>
                </a:lnTo>
                <a:lnTo>
                  <a:pt x="2118715" y="159270"/>
                </a:lnTo>
                <a:lnTo>
                  <a:pt x="2118766" y="159575"/>
                </a:lnTo>
                <a:lnTo>
                  <a:pt x="2118753" y="208559"/>
                </a:lnTo>
                <a:lnTo>
                  <a:pt x="2110384" y="251498"/>
                </a:lnTo>
                <a:lnTo>
                  <a:pt x="2081911" y="297738"/>
                </a:lnTo>
                <a:lnTo>
                  <a:pt x="2051951" y="314782"/>
                </a:lnTo>
                <a:lnTo>
                  <a:pt x="2055520" y="326237"/>
                </a:lnTo>
                <a:lnTo>
                  <a:pt x="2094026" y="308178"/>
                </a:lnTo>
                <a:lnTo>
                  <a:pt x="2122347" y="276910"/>
                </a:lnTo>
                <a:lnTo>
                  <a:pt x="2139746" y="235026"/>
                </a:lnTo>
                <a:lnTo>
                  <a:pt x="2144103" y="211086"/>
                </a:lnTo>
                <a:lnTo>
                  <a:pt x="2145563" y="185153"/>
                </a:lnTo>
                <a:close/>
              </a:path>
              <a:path w="2282825" h="368300">
                <a:moveTo>
                  <a:pt x="2282469" y="184099"/>
                </a:moveTo>
                <a:lnTo>
                  <a:pt x="2280958" y="151904"/>
                </a:lnTo>
                <a:lnTo>
                  <a:pt x="2280894" y="150368"/>
                </a:lnTo>
                <a:lnTo>
                  <a:pt x="2276183" y="118986"/>
                </a:lnTo>
                <a:lnTo>
                  <a:pt x="2257323" y="63246"/>
                </a:lnTo>
                <a:lnTo>
                  <a:pt x="2226843" y="21907"/>
                </a:lnTo>
                <a:lnTo>
                  <a:pt x="2185733" y="0"/>
                </a:lnTo>
                <a:lnTo>
                  <a:pt x="2182012" y="12204"/>
                </a:lnTo>
                <a:lnTo>
                  <a:pt x="2198928" y="20967"/>
                </a:lnTo>
                <a:lnTo>
                  <a:pt x="2213648" y="33743"/>
                </a:lnTo>
                <a:lnTo>
                  <a:pt x="2236559" y="71285"/>
                </a:lnTo>
                <a:lnTo>
                  <a:pt x="2250452" y="122301"/>
                </a:lnTo>
                <a:lnTo>
                  <a:pt x="2255075" y="184099"/>
                </a:lnTo>
                <a:lnTo>
                  <a:pt x="2253919" y="216522"/>
                </a:lnTo>
                <a:lnTo>
                  <a:pt x="2244661" y="272884"/>
                </a:lnTo>
                <a:lnTo>
                  <a:pt x="2226195" y="317715"/>
                </a:lnTo>
                <a:lnTo>
                  <a:pt x="2198928" y="347218"/>
                </a:lnTo>
                <a:lnTo>
                  <a:pt x="2182012" y="355993"/>
                </a:lnTo>
                <a:lnTo>
                  <a:pt x="2185733" y="368198"/>
                </a:lnTo>
                <a:lnTo>
                  <a:pt x="2226843" y="346278"/>
                </a:lnTo>
                <a:lnTo>
                  <a:pt x="2257323" y="304952"/>
                </a:lnTo>
                <a:lnTo>
                  <a:pt x="2276183" y="249212"/>
                </a:lnTo>
                <a:lnTo>
                  <a:pt x="2282456" y="184251"/>
                </a:lnTo>
                <a:lnTo>
                  <a:pt x="2282469" y="184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 descr=""/>
          <p:cNvSpPr txBox="1"/>
          <p:nvPr/>
        </p:nvSpPr>
        <p:spPr>
          <a:xfrm>
            <a:off x="4005827" y="3467274"/>
            <a:ext cx="4591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𝑟,</a:t>
            </a:r>
            <a:r>
              <a:rPr dirty="0" sz="2400" spc="-100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8" name="object 68" descr=""/>
          <p:cNvSpPr/>
          <p:nvPr/>
        </p:nvSpPr>
        <p:spPr>
          <a:xfrm>
            <a:off x="1227446" y="4206775"/>
            <a:ext cx="1176655" cy="282575"/>
          </a:xfrm>
          <a:custGeom>
            <a:avLst/>
            <a:gdLst/>
            <a:ahLst/>
            <a:cxnLst/>
            <a:rect l="l" t="t" r="r" b="b"/>
            <a:pathLst>
              <a:path w="1176655" h="282575">
                <a:moveTo>
                  <a:pt x="1086256" y="0"/>
                </a:moveTo>
                <a:lnTo>
                  <a:pt x="1082243" y="11455"/>
                </a:lnTo>
                <a:lnTo>
                  <a:pt x="1098585" y="18551"/>
                </a:lnTo>
                <a:lnTo>
                  <a:pt x="1112639" y="28371"/>
                </a:lnTo>
                <a:lnTo>
                  <a:pt x="1141172" y="73880"/>
                </a:lnTo>
                <a:lnTo>
                  <a:pt x="1149459" y="115357"/>
                </a:lnTo>
                <a:lnTo>
                  <a:pt x="1149502" y="115661"/>
                </a:lnTo>
                <a:lnTo>
                  <a:pt x="1149498" y="164649"/>
                </a:lnTo>
                <a:lnTo>
                  <a:pt x="1141130" y="207587"/>
                </a:lnTo>
                <a:lnTo>
                  <a:pt x="1112651" y="253828"/>
                </a:lnTo>
                <a:lnTo>
                  <a:pt x="1082687" y="270865"/>
                </a:lnTo>
                <a:lnTo>
                  <a:pt x="1086256" y="282320"/>
                </a:lnTo>
                <a:lnTo>
                  <a:pt x="1124765" y="264263"/>
                </a:lnTo>
                <a:lnTo>
                  <a:pt x="1153083" y="232994"/>
                </a:lnTo>
                <a:lnTo>
                  <a:pt x="1170492" y="191111"/>
                </a:lnTo>
                <a:lnTo>
                  <a:pt x="1176299" y="141236"/>
                </a:lnTo>
                <a:lnTo>
                  <a:pt x="1174861" y="115661"/>
                </a:lnTo>
                <a:lnTo>
                  <a:pt x="1163199" y="69479"/>
                </a:lnTo>
                <a:lnTo>
                  <a:pt x="1140098" y="32129"/>
                </a:lnTo>
                <a:lnTo>
                  <a:pt x="1106723" y="7391"/>
                </a:lnTo>
                <a:lnTo>
                  <a:pt x="1086256" y="0"/>
                </a:lnTo>
                <a:close/>
              </a:path>
              <a:path w="1176655" h="282575">
                <a:moveTo>
                  <a:pt x="90043" y="0"/>
                </a:moveTo>
                <a:lnTo>
                  <a:pt x="51619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5802" y="191111"/>
                </a:lnTo>
                <a:lnTo>
                  <a:pt x="23215" y="232994"/>
                </a:lnTo>
                <a:lnTo>
                  <a:pt x="51528" y="264263"/>
                </a:lnTo>
                <a:lnTo>
                  <a:pt x="90043" y="282320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742" y="139750"/>
                </a:lnTo>
                <a:lnTo>
                  <a:pt x="26788" y="115661"/>
                </a:lnTo>
                <a:lnTo>
                  <a:pt x="35156" y="73880"/>
                </a:lnTo>
                <a:lnTo>
                  <a:pt x="63749" y="28371"/>
                </a:lnTo>
                <a:lnTo>
                  <a:pt x="94056" y="11455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 descr=""/>
          <p:cNvSpPr/>
          <p:nvPr/>
        </p:nvSpPr>
        <p:spPr>
          <a:xfrm>
            <a:off x="2801738" y="4206775"/>
            <a:ext cx="1176655" cy="282575"/>
          </a:xfrm>
          <a:custGeom>
            <a:avLst/>
            <a:gdLst/>
            <a:ahLst/>
            <a:cxnLst/>
            <a:rect l="l" t="t" r="r" b="b"/>
            <a:pathLst>
              <a:path w="1176654" h="282575">
                <a:moveTo>
                  <a:pt x="1086256" y="0"/>
                </a:moveTo>
                <a:lnTo>
                  <a:pt x="1082243" y="11455"/>
                </a:lnTo>
                <a:lnTo>
                  <a:pt x="1098585" y="18551"/>
                </a:lnTo>
                <a:lnTo>
                  <a:pt x="1112639" y="28371"/>
                </a:lnTo>
                <a:lnTo>
                  <a:pt x="1141172" y="73880"/>
                </a:lnTo>
                <a:lnTo>
                  <a:pt x="1149459" y="115357"/>
                </a:lnTo>
                <a:lnTo>
                  <a:pt x="1149502" y="115661"/>
                </a:lnTo>
                <a:lnTo>
                  <a:pt x="1149498" y="164649"/>
                </a:lnTo>
                <a:lnTo>
                  <a:pt x="1141130" y="207587"/>
                </a:lnTo>
                <a:lnTo>
                  <a:pt x="1112651" y="253828"/>
                </a:lnTo>
                <a:lnTo>
                  <a:pt x="1082687" y="270865"/>
                </a:lnTo>
                <a:lnTo>
                  <a:pt x="1086256" y="282320"/>
                </a:lnTo>
                <a:lnTo>
                  <a:pt x="1124765" y="264263"/>
                </a:lnTo>
                <a:lnTo>
                  <a:pt x="1153083" y="232994"/>
                </a:lnTo>
                <a:lnTo>
                  <a:pt x="1170492" y="191111"/>
                </a:lnTo>
                <a:lnTo>
                  <a:pt x="1176299" y="141236"/>
                </a:lnTo>
                <a:lnTo>
                  <a:pt x="1174861" y="115661"/>
                </a:lnTo>
                <a:lnTo>
                  <a:pt x="1163199" y="69479"/>
                </a:lnTo>
                <a:lnTo>
                  <a:pt x="1140098" y="32129"/>
                </a:lnTo>
                <a:lnTo>
                  <a:pt x="1106723" y="7391"/>
                </a:lnTo>
                <a:lnTo>
                  <a:pt x="1086256" y="0"/>
                </a:lnTo>
                <a:close/>
              </a:path>
              <a:path w="1176654" h="282575">
                <a:moveTo>
                  <a:pt x="90042" y="0"/>
                </a:moveTo>
                <a:lnTo>
                  <a:pt x="51619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5802" y="191111"/>
                </a:lnTo>
                <a:lnTo>
                  <a:pt x="23215" y="232994"/>
                </a:lnTo>
                <a:lnTo>
                  <a:pt x="51528" y="264263"/>
                </a:lnTo>
                <a:lnTo>
                  <a:pt x="90042" y="282320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742" y="139750"/>
                </a:lnTo>
                <a:lnTo>
                  <a:pt x="26788" y="115661"/>
                </a:lnTo>
                <a:lnTo>
                  <a:pt x="35156" y="73880"/>
                </a:lnTo>
                <a:lnTo>
                  <a:pt x="63749" y="28371"/>
                </a:lnTo>
                <a:lnTo>
                  <a:pt x="94056" y="11455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 descr=""/>
          <p:cNvSpPr txBox="1"/>
          <p:nvPr/>
        </p:nvSpPr>
        <p:spPr>
          <a:xfrm>
            <a:off x="530092" y="3467274"/>
            <a:ext cx="3401695" cy="1040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5565">
              <a:lnSpc>
                <a:spcPct val="100000"/>
              </a:lnSpc>
              <a:spcBef>
                <a:spcPts val="100"/>
              </a:spcBef>
              <a:tabLst>
                <a:tab pos="514984" algn="l"/>
                <a:tab pos="1033144" algn="l"/>
                <a:tab pos="1544955" algn="l"/>
                <a:tab pos="1993264" algn="l"/>
                <a:tab pos="2409190" algn="l"/>
                <a:tab pos="2953385" algn="l"/>
              </a:tabLst>
            </a:pPr>
            <a:r>
              <a:rPr dirty="0" sz="2400" spc="-670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sz="2400">
                <a:solidFill>
                  <a:srgbClr val="538235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𝑡,</a:t>
            </a:r>
            <a:r>
              <a:rPr dirty="0" sz="2400" spc="-8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𝑟</a:t>
            </a:r>
            <a:r>
              <a:rPr dirty="0" sz="2400">
                <a:latin typeface="Cambria Math"/>
                <a:cs typeface="Cambria Math"/>
              </a:rPr>
              <a:t>	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50">
                <a:latin typeface="Cambria Math"/>
                <a:cs typeface="Cambria Math"/>
              </a:rPr>
              <a:t>=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490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baseline="-15873" sz="2625" spc="-735">
                <a:solidFill>
                  <a:srgbClr val="538235"/>
                </a:solidFill>
                <a:latin typeface="Cambria Math"/>
                <a:cs typeface="Cambria Math"/>
              </a:rPr>
              <a:t>1</a:t>
            </a:r>
            <a:r>
              <a:rPr dirty="0" baseline="-15873" sz="2625">
                <a:solidFill>
                  <a:srgbClr val="538235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𝑡,</a:t>
            </a:r>
            <a:r>
              <a:rPr dirty="0" sz="2400" spc="-8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r>
              <a:rPr dirty="0" sz="2400">
                <a:latin typeface="Cambria Math"/>
                <a:cs typeface="Cambria Math"/>
              </a:rPr>
              <a:t>	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-470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baseline="-15873" sz="2625" spc="-705">
                <a:solidFill>
                  <a:srgbClr val="538235"/>
                </a:solidFill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  <a:p>
            <a:pPr marL="76200">
              <a:lnSpc>
                <a:spcPct val="100000"/>
              </a:lnSpc>
              <a:spcBef>
                <a:spcPts val="2230"/>
              </a:spcBef>
              <a:tabLst>
                <a:tab pos="796925" algn="l"/>
                <a:tab pos="1968500" algn="l"/>
                <a:tab pos="2371090" algn="l"/>
              </a:tabLst>
            </a:pPr>
            <a:r>
              <a:rPr dirty="0" sz="240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sz="2400" spc="225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=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5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baseline="-15873" sz="2625" spc="-75">
                <a:solidFill>
                  <a:srgbClr val="8496AF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195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</a:t>
            </a:r>
            <a:r>
              <a:rPr dirty="0" sz="2400" spc="-95">
                <a:latin typeface="Cambria Math"/>
                <a:cs typeface="Cambria Math"/>
              </a:rPr>
              <a:t> </a:t>
            </a:r>
            <a:r>
              <a:rPr dirty="0" sz="2400" spc="-59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892">
                <a:solidFill>
                  <a:srgbClr val="C55A11"/>
                </a:solidFill>
                <a:latin typeface="Cambria Math"/>
                <a:cs typeface="Cambria Math"/>
              </a:rPr>
              <a:t>2</a:t>
            </a:r>
            <a:r>
              <a:rPr dirty="0" baseline="-15873" sz="2625">
                <a:solidFill>
                  <a:srgbClr val="C55A11"/>
                </a:solidFill>
                <a:latin typeface="Cambria Math"/>
                <a:cs typeface="Cambria Math"/>
              </a:rPr>
              <a:t>	</a:t>
            </a:r>
            <a:r>
              <a:rPr dirty="0" sz="2400" spc="-50">
                <a:latin typeface="Cambria Math"/>
                <a:cs typeface="Cambria Math"/>
              </a:rPr>
              <a:t>∪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63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952">
                <a:solidFill>
                  <a:srgbClr val="C55A11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359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</a:t>
            </a:r>
            <a:r>
              <a:rPr dirty="0" sz="2400" spc="5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baseline="-15873" sz="2625" spc="-37">
                <a:solidFill>
                  <a:srgbClr val="8496AF"/>
                </a:solidFill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4993022" y="1535290"/>
            <a:ext cx="11976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0">
                <a:latin typeface="Franklin Gothic Medium"/>
                <a:cs typeface="Franklin Gothic Medium"/>
              </a:rPr>
              <a:t>Example:</a:t>
            </a:r>
            <a:endParaRPr sz="2400">
              <a:latin typeface="Franklin Gothic Medium"/>
              <a:cs typeface="Franklin Gothic Medium"/>
            </a:endParaRPr>
          </a:p>
        </p:txBody>
      </p:sp>
      <p:grpSp>
        <p:nvGrpSpPr>
          <p:cNvPr id="72" name="object 72" descr=""/>
          <p:cNvGrpSpPr/>
          <p:nvPr/>
        </p:nvGrpSpPr>
        <p:grpSpPr>
          <a:xfrm>
            <a:off x="-6350" y="3399790"/>
            <a:ext cx="452120" cy="497840"/>
            <a:chOff x="-6350" y="3399790"/>
            <a:chExt cx="452120" cy="497840"/>
          </a:xfrm>
        </p:grpSpPr>
        <p:sp>
          <p:nvSpPr>
            <p:cNvPr id="73" name="object 73" descr=""/>
            <p:cNvSpPr/>
            <p:nvPr/>
          </p:nvSpPr>
          <p:spPr>
            <a:xfrm>
              <a:off x="0" y="3406140"/>
              <a:ext cx="439420" cy="485140"/>
            </a:xfrm>
            <a:custGeom>
              <a:avLst/>
              <a:gdLst/>
              <a:ahLst/>
              <a:cxnLst/>
              <a:rect l="l" t="t" r="r" b="b"/>
              <a:pathLst>
                <a:path w="439420" h="485139">
                  <a:moveTo>
                    <a:pt x="196596" y="0"/>
                  </a:moveTo>
                  <a:lnTo>
                    <a:pt x="196596" y="121158"/>
                  </a:lnTo>
                  <a:lnTo>
                    <a:pt x="0" y="121158"/>
                  </a:lnTo>
                  <a:lnTo>
                    <a:pt x="0" y="363474"/>
                  </a:lnTo>
                  <a:lnTo>
                    <a:pt x="196596" y="363474"/>
                  </a:lnTo>
                  <a:lnTo>
                    <a:pt x="196596" y="484632"/>
                  </a:lnTo>
                  <a:lnTo>
                    <a:pt x="438912" y="242316"/>
                  </a:lnTo>
                  <a:lnTo>
                    <a:pt x="19659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0" y="3406140"/>
              <a:ext cx="439420" cy="485140"/>
            </a:xfrm>
            <a:custGeom>
              <a:avLst/>
              <a:gdLst/>
              <a:ahLst/>
              <a:cxnLst/>
              <a:rect l="l" t="t" r="r" b="b"/>
              <a:pathLst>
                <a:path w="439420" h="485139">
                  <a:moveTo>
                    <a:pt x="0" y="121158"/>
                  </a:moveTo>
                  <a:lnTo>
                    <a:pt x="196596" y="121158"/>
                  </a:lnTo>
                  <a:lnTo>
                    <a:pt x="196596" y="0"/>
                  </a:lnTo>
                  <a:lnTo>
                    <a:pt x="438912" y="242316"/>
                  </a:lnTo>
                  <a:lnTo>
                    <a:pt x="196596" y="484632"/>
                  </a:lnTo>
                  <a:lnTo>
                    <a:pt x="196596" y="363474"/>
                  </a:lnTo>
                  <a:lnTo>
                    <a:pt x="0" y="3634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5" name="object 75" descr=""/>
          <p:cNvSpPr txBox="1"/>
          <p:nvPr/>
        </p:nvSpPr>
        <p:spPr>
          <a:xfrm>
            <a:off x="9784440" y="5651253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76" name="object 76" descr=""/>
          <p:cNvGrpSpPr/>
          <p:nvPr/>
        </p:nvGrpSpPr>
        <p:grpSpPr>
          <a:xfrm>
            <a:off x="8189218" y="4941189"/>
            <a:ext cx="2289810" cy="1355090"/>
            <a:chOff x="8189218" y="4941189"/>
            <a:chExt cx="2289810" cy="1355090"/>
          </a:xfrm>
        </p:grpSpPr>
        <p:sp>
          <p:nvSpPr>
            <p:cNvPr id="77" name="object 77" descr=""/>
            <p:cNvSpPr/>
            <p:nvPr/>
          </p:nvSpPr>
          <p:spPr>
            <a:xfrm>
              <a:off x="8227313" y="4950714"/>
              <a:ext cx="0" cy="515620"/>
            </a:xfrm>
            <a:custGeom>
              <a:avLst/>
              <a:gdLst/>
              <a:ahLst/>
              <a:cxnLst/>
              <a:rect l="l" t="t" r="r" b="b"/>
              <a:pathLst>
                <a:path w="0" h="515620">
                  <a:moveTo>
                    <a:pt x="0" y="0"/>
                  </a:moveTo>
                  <a:lnTo>
                    <a:pt x="0" y="515061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8189218" y="545307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199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8666225" y="5971794"/>
              <a:ext cx="1750060" cy="289560"/>
            </a:xfrm>
            <a:custGeom>
              <a:avLst/>
              <a:gdLst/>
              <a:ahLst/>
              <a:cxnLst/>
              <a:rect l="l" t="t" r="r" b="b"/>
              <a:pathLst>
                <a:path w="1750059" h="289560">
                  <a:moveTo>
                    <a:pt x="0" y="0"/>
                  </a:moveTo>
                  <a:lnTo>
                    <a:pt x="1749996" y="28895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10397479" y="6221079"/>
              <a:ext cx="81915" cy="75565"/>
            </a:xfrm>
            <a:custGeom>
              <a:avLst/>
              <a:gdLst/>
              <a:ahLst/>
              <a:cxnLst/>
              <a:rect l="l" t="t" r="r" b="b"/>
              <a:pathLst>
                <a:path w="81915" h="75564">
                  <a:moveTo>
                    <a:pt x="12420" y="0"/>
                  </a:moveTo>
                  <a:lnTo>
                    <a:pt x="0" y="75184"/>
                  </a:lnTo>
                  <a:lnTo>
                    <a:pt x="81394" y="50012"/>
                  </a:lnTo>
                  <a:lnTo>
                    <a:pt x="124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1" name="object 81" descr=""/>
          <p:cNvSpPr txBox="1"/>
          <p:nvPr/>
        </p:nvSpPr>
        <p:spPr>
          <a:xfrm>
            <a:off x="7977523" y="5029023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82" name="object 82" descr=""/>
          <p:cNvSpPr txBox="1"/>
          <p:nvPr/>
        </p:nvSpPr>
        <p:spPr>
          <a:xfrm>
            <a:off x="9314591" y="5790819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83" name="object 83" descr=""/>
          <p:cNvSpPr txBox="1"/>
          <p:nvPr/>
        </p:nvSpPr>
        <p:spPr>
          <a:xfrm>
            <a:off x="7245801" y="2357804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84" name="object 84" descr=""/>
          <p:cNvGrpSpPr/>
          <p:nvPr/>
        </p:nvGrpSpPr>
        <p:grpSpPr>
          <a:xfrm>
            <a:off x="6183480" y="2554812"/>
            <a:ext cx="1512570" cy="380365"/>
            <a:chOff x="6183480" y="2554812"/>
            <a:chExt cx="1512570" cy="380365"/>
          </a:xfrm>
        </p:grpSpPr>
        <p:sp>
          <p:nvSpPr>
            <p:cNvPr id="85" name="object 85" descr=""/>
            <p:cNvSpPr/>
            <p:nvPr/>
          </p:nvSpPr>
          <p:spPr>
            <a:xfrm>
              <a:off x="6978904" y="2668292"/>
              <a:ext cx="684530" cy="257175"/>
            </a:xfrm>
            <a:custGeom>
              <a:avLst/>
              <a:gdLst/>
              <a:ahLst/>
              <a:cxnLst/>
              <a:rect l="l" t="t" r="r" b="b"/>
              <a:pathLst>
                <a:path w="684529" h="257175">
                  <a:moveTo>
                    <a:pt x="0" y="256832"/>
                  </a:moveTo>
                  <a:lnTo>
                    <a:pt x="8244" y="215688"/>
                  </a:lnTo>
                  <a:lnTo>
                    <a:pt x="23563" y="176922"/>
                  </a:lnTo>
                  <a:lnTo>
                    <a:pt x="45367" y="140931"/>
                  </a:lnTo>
                  <a:lnTo>
                    <a:pt x="73063" y="108112"/>
                  </a:lnTo>
                  <a:lnTo>
                    <a:pt x="106060" y="78861"/>
                  </a:lnTo>
                  <a:lnTo>
                    <a:pt x="143766" y="53573"/>
                  </a:lnTo>
                  <a:lnTo>
                    <a:pt x="185591" y="32647"/>
                  </a:lnTo>
                  <a:lnTo>
                    <a:pt x="230942" y="16479"/>
                  </a:lnTo>
                  <a:lnTo>
                    <a:pt x="279229" y="5464"/>
                  </a:lnTo>
                  <a:lnTo>
                    <a:pt x="329860" y="0"/>
                  </a:lnTo>
                  <a:lnTo>
                    <a:pt x="382244" y="482"/>
                  </a:lnTo>
                  <a:lnTo>
                    <a:pt x="433291" y="6929"/>
                  </a:lnTo>
                  <a:lnTo>
                    <a:pt x="481649" y="18929"/>
                  </a:lnTo>
                  <a:lnTo>
                    <a:pt x="526765" y="36061"/>
                  </a:lnTo>
                  <a:lnTo>
                    <a:pt x="568085" y="57904"/>
                  </a:lnTo>
                  <a:lnTo>
                    <a:pt x="605055" y="84034"/>
                  </a:lnTo>
                  <a:lnTo>
                    <a:pt x="637121" y="114030"/>
                  </a:lnTo>
                  <a:lnTo>
                    <a:pt x="663729" y="147471"/>
                  </a:lnTo>
                  <a:lnTo>
                    <a:pt x="684326" y="18393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7623139" y="2829092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5">
                  <a:moveTo>
                    <a:pt x="72859" y="0"/>
                  </a:moveTo>
                  <a:lnTo>
                    <a:pt x="0" y="22313"/>
                  </a:lnTo>
                  <a:lnTo>
                    <a:pt x="58750" y="84023"/>
                  </a:lnTo>
                  <a:lnTo>
                    <a:pt x="728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6193005" y="2564337"/>
              <a:ext cx="363855" cy="335915"/>
            </a:xfrm>
            <a:custGeom>
              <a:avLst/>
              <a:gdLst/>
              <a:ahLst/>
              <a:cxnLst/>
              <a:rect l="l" t="t" r="r" b="b"/>
              <a:pathLst>
                <a:path w="363854" h="335914">
                  <a:moveTo>
                    <a:pt x="131375" y="335315"/>
                  </a:moveTo>
                  <a:lnTo>
                    <a:pt x="84961" y="314951"/>
                  </a:lnTo>
                  <a:lnTo>
                    <a:pt x="47456" y="285434"/>
                  </a:lnTo>
                  <a:lnTo>
                    <a:pt x="20020" y="248839"/>
                  </a:lnTo>
                  <a:lnTo>
                    <a:pt x="3815" y="207243"/>
                  </a:lnTo>
                  <a:lnTo>
                    <a:pt x="0" y="162724"/>
                  </a:lnTo>
                  <a:lnTo>
                    <a:pt x="9735" y="117357"/>
                  </a:lnTo>
                  <a:lnTo>
                    <a:pt x="32527" y="75894"/>
                  </a:lnTo>
                  <a:lnTo>
                    <a:pt x="65570" y="42391"/>
                  </a:lnTo>
                  <a:lnTo>
                    <a:pt x="106537" y="17883"/>
                  </a:lnTo>
                  <a:lnTo>
                    <a:pt x="153104" y="3407"/>
                  </a:lnTo>
                  <a:lnTo>
                    <a:pt x="202942" y="0"/>
                  </a:lnTo>
                  <a:lnTo>
                    <a:pt x="253727" y="8696"/>
                  </a:lnTo>
                  <a:lnTo>
                    <a:pt x="287997" y="22372"/>
                  </a:lnTo>
                  <a:lnTo>
                    <a:pt x="318138" y="41338"/>
                  </a:lnTo>
                  <a:lnTo>
                    <a:pt x="343503" y="64882"/>
                  </a:lnTo>
                  <a:lnTo>
                    <a:pt x="363443" y="92287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6516326" y="2632330"/>
              <a:ext cx="72390" cy="84455"/>
            </a:xfrm>
            <a:custGeom>
              <a:avLst/>
              <a:gdLst/>
              <a:ahLst/>
              <a:cxnLst/>
              <a:rect l="l" t="t" r="r" b="b"/>
              <a:pathLst>
                <a:path w="72390" h="84455">
                  <a:moveTo>
                    <a:pt x="72072" y="0"/>
                  </a:moveTo>
                  <a:lnTo>
                    <a:pt x="0" y="24739"/>
                  </a:lnTo>
                  <a:lnTo>
                    <a:pt x="60769" y="84442"/>
                  </a:lnTo>
                  <a:lnTo>
                    <a:pt x="720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9" name="object 89" descr=""/>
          <p:cNvSpPr txBox="1"/>
          <p:nvPr/>
        </p:nvSpPr>
        <p:spPr>
          <a:xfrm>
            <a:off x="6078696" y="2319326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90" name="object 90" descr=""/>
          <p:cNvGrpSpPr/>
          <p:nvPr/>
        </p:nvGrpSpPr>
        <p:grpSpPr>
          <a:xfrm>
            <a:off x="7577850" y="4479416"/>
            <a:ext cx="2743835" cy="1205230"/>
            <a:chOff x="7577850" y="4479416"/>
            <a:chExt cx="2743835" cy="1205230"/>
          </a:xfrm>
        </p:grpSpPr>
        <p:sp>
          <p:nvSpPr>
            <p:cNvPr id="91" name="object 91" descr=""/>
            <p:cNvSpPr/>
            <p:nvPr/>
          </p:nvSpPr>
          <p:spPr>
            <a:xfrm>
              <a:off x="7587375" y="4823689"/>
              <a:ext cx="317500" cy="850900"/>
            </a:xfrm>
            <a:custGeom>
              <a:avLst/>
              <a:gdLst/>
              <a:ahLst/>
              <a:cxnLst/>
              <a:rect l="l" t="t" r="r" b="b"/>
              <a:pathLst>
                <a:path w="317500" h="850900">
                  <a:moveTo>
                    <a:pt x="317157" y="850874"/>
                  </a:moveTo>
                  <a:lnTo>
                    <a:pt x="277067" y="843627"/>
                  </a:lnTo>
                  <a:lnTo>
                    <a:pt x="238723" y="830891"/>
                  </a:lnTo>
                  <a:lnTo>
                    <a:pt x="202362" y="813019"/>
                  </a:lnTo>
                  <a:lnTo>
                    <a:pt x="168222" y="790366"/>
                  </a:lnTo>
                  <a:lnTo>
                    <a:pt x="136538" y="763286"/>
                  </a:lnTo>
                  <a:lnTo>
                    <a:pt x="107550" y="732133"/>
                  </a:lnTo>
                  <a:lnTo>
                    <a:pt x="81493" y="697261"/>
                  </a:lnTo>
                  <a:lnTo>
                    <a:pt x="58605" y="659025"/>
                  </a:lnTo>
                  <a:lnTo>
                    <a:pt x="39123" y="617779"/>
                  </a:lnTo>
                  <a:lnTo>
                    <a:pt x="23285" y="573877"/>
                  </a:lnTo>
                  <a:lnTo>
                    <a:pt x="11326" y="527672"/>
                  </a:lnTo>
                  <a:lnTo>
                    <a:pt x="3486" y="479520"/>
                  </a:lnTo>
                  <a:lnTo>
                    <a:pt x="0" y="429775"/>
                  </a:lnTo>
                  <a:lnTo>
                    <a:pt x="1105" y="378790"/>
                  </a:lnTo>
                  <a:lnTo>
                    <a:pt x="7196" y="326354"/>
                  </a:lnTo>
                  <a:lnTo>
                    <a:pt x="18046" y="276115"/>
                  </a:lnTo>
                  <a:lnTo>
                    <a:pt x="33362" y="228463"/>
                  </a:lnTo>
                  <a:lnTo>
                    <a:pt x="52845" y="183787"/>
                  </a:lnTo>
                  <a:lnTo>
                    <a:pt x="76202" y="142474"/>
                  </a:lnTo>
                  <a:lnTo>
                    <a:pt x="103136" y="104916"/>
                  </a:lnTo>
                  <a:lnTo>
                    <a:pt x="133351" y="71500"/>
                  </a:lnTo>
                  <a:lnTo>
                    <a:pt x="166552" y="42616"/>
                  </a:lnTo>
                  <a:lnTo>
                    <a:pt x="202443" y="18653"/>
                  </a:lnTo>
                  <a:lnTo>
                    <a:pt x="240729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7806051" y="4790290"/>
              <a:ext cx="83820" cy="73660"/>
            </a:xfrm>
            <a:custGeom>
              <a:avLst/>
              <a:gdLst/>
              <a:ahLst/>
              <a:cxnLst/>
              <a:rect l="l" t="t" r="r" b="b"/>
              <a:pathLst>
                <a:path w="83820" h="73660">
                  <a:moveTo>
                    <a:pt x="0" y="0"/>
                  </a:moveTo>
                  <a:lnTo>
                    <a:pt x="20523" y="73380"/>
                  </a:lnTo>
                  <a:lnTo>
                    <a:pt x="83642" y="161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8589721" y="4488941"/>
              <a:ext cx="1722755" cy="1134110"/>
            </a:xfrm>
            <a:custGeom>
              <a:avLst/>
              <a:gdLst/>
              <a:ahLst/>
              <a:cxnLst/>
              <a:rect l="l" t="t" r="r" b="b"/>
              <a:pathLst>
                <a:path w="1722754" h="1134110">
                  <a:moveTo>
                    <a:pt x="1722335" y="0"/>
                  </a:moveTo>
                  <a:lnTo>
                    <a:pt x="0" y="113389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8536681" y="5584032"/>
              <a:ext cx="85090" cy="74295"/>
            </a:xfrm>
            <a:custGeom>
              <a:avLst/>
              <a:gdLst/>
              <a:ahLst/>
              <a:cxnLst/>
              <a:rect l="l" t="t" r="r" b="b"/>
              <a:pathLst>
                <a:path w="85090" h="74295">
                  <a:moveTo>
                    <a:pt x="42697" y="0"/>
                  </a:moveTo>
                  <a:lnTo>
                    <a:pt x="0" y="73723"/>
                  </a:lnTo>
                  <a:lnTo>
                    <a:pt x="84594" y="63639"/>
                  </a:lnTo>
                  <a:lnTo>
                    <a:pt x="426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5" name="object 95" descr=""/>
          <p:cNvSpPr txBox="1"/>
          <p:nvPr/>
        </p:nvSpPr>
        <p:spPr>
          <a:xfrm>
            <a:off x="7365499" y="5074620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96" name="object 96" descr=""/>
          <p:cNvSpPr txBox="1"/>
          <p:nvPr/>
        </p:nvSpPr>
        <p:spPr>
          <a:xfrm>
            <a:off x="9690031" y="4450853"/>
            <a:ext cx="2527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𝑎,</a:t>
            </a:r>
            <a:r>
              <a:rPr dirty="0" sz="1200" spc="-50">
                <a:latin typeface="Cambria Math"/>
                <a:cs typeface="Cambria Math"/>
              </a:rPr>
              <a:t> 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97" name="object 97" descr=""/>
          <p:cNvGrpSpPr/>
          <p:nvPr/>
        </p:nvGrpSpPr>
        <p:grpSpPr>
          <a:xfrm>
            <a:off x="8480325" y="6332261"/>
            <a:ext cx="2091689" cy="295275"/>
            <a:chOff x="8480325" y="6332261"/>
            <a:chExt cx="2091689" cy="295275"/>
          </a:xfrm>
        </p:grpSpPr>
        <p:sp>
          <p:nvSpPr>
            <p:cNvPr id="98" name="object 98" descr=""/>
            <p:cNvSpPr/>
            <p:nvPr/>
          </p:nvSpPr>
          <p:spPr>
            <a:xfrm>
              <a:off x="8529183" y="6341786"/>
              <a:ext cx="2033270" cy="276225"/>
            </a:xfrm>
            <a:custGeom>
              <a:avLst/>
              <a:gdLst/>
              <a:ahLst/>
              <a:cxnLst/>
              <a:rect l="l" t="t" r="r" b="b"/>
              <a:pathLst>
                <a:path w="2033270" h="276225">
                  <a:moveTo>
                    <a:pt x="2032838" y="0"/>
                  </a:moveTo>
                  <a:lnTo>
                    <a:pt x="1998494" y="40589"/>
                  </a:lnTo>
                  <a:lnTo>
                    <a:pt x="1950436" y="78732"/>
                  </a:lnTo>
                  <a:lnTo>
                    <a:pt x="1889729" y="114204"/>
                  </a:lnTo>
                  <a:lnTo>
                    <a:pt x="1854967" y="130868"/>
                  </a:lnTo>
                  <a:lnTo>
                    <a:pt x="1817443" y="146780"/>
                  </a:lnTo>
                  <a:lnTo>
                    <a:pt x="1777291" y="161912"/>
                  </a:lnTo>
                  <a:lnTo>
                    <a:pt x="1734644" y="176235"/>
                  </a:lnTo>
                  <a:lnTo>
                    <a:pt x="1689635" y="189721"/>
                  </a:lnTo>
                  <a:lnTo>
                    <a:pt x="1642399" y="202343"/>
                  </a:lnTo>
                  <a:lnTo>
                    <a:pt x="1593068" y="214073"/>
                  </a:lnTo>
                  <a:lnTo>
                    <a:pt x="1541776" y="224881"/>
                  </a:lnTo>
                  <a:lnTo>
                    <a:pt x="1488657" y="234740"/>
                  </a:lnTo>
                  <a:lnTo>
                    <a:pt x="1433843" y="243622"/>
                  </a:lnTo>
                  <a:lnTo>
                    <a:pt x="1377469" y="251499"/>
                  </a:lnTo>
                  <a:lnTo>
                    <a:pt x="1319667" y="258343"/>
                  </a:lnTo>
                  <a:lnTo>
                    <a:pt x="1260571" y="264125"/>
                  </a:lnTo>
                  <a:lnTo>
                    <a:pt x="1200315" y="268818"/>
                  </a:lnTo>
                  <a:lnTo>
                    <a:pt x="1139032" y="272392"/>
                  </a:lnTo>
                  <a:lnTo>
                    <a:pt x="1076855" y="274821"/>
                  </a:lnTo>
                  <a:lnTo>
                    <a:pt x="1013918" y="276076"/>
                  </a:lnTo>
                  <a:lnTo>
                    <a:pt x="950354" y="276129"/>
                  </a:lnTo>
                  <a:lnTo>
                    <a:pt x="886297" y="274952"/>
                  </a:lnTo>
                  <a:lnTo>
                    <a:pt x="821880" y="272517"/>
                  </a:lnTo>
                  <a:lnTo>
                    <a:pt x="757237" y="268795"/>
                  </a:lnTo>
                  <a:lnTo>
                    <a:pt x="694909" y="263955"/>
                  </a:lnTo>
                  <a:lnTo>
                    <a:pt x="634026" y="257977"/>
                  </a:lnTo>
                  <a:lnTo>
                    <a:pt x="574705" y="250898"/>
                  </a:lnTo>
                  <a:lnTo>
                    <a:pt x="517068" y="242750"/>
                  </a:lnTo>
                  <a:lnTo>
                    <a:pt x="461232" y="233570"/>
                  </a:lnTo>
                  <a:lnTo>
                    <a:pt x="407316" y="223391"/>
                  </a:lnTo>
                  <a:lnTo>
                    <a:pt x="355440" y="212249"/>
                  </a:lnTo>
                  <a:lnTo>
                    <a:pt x="305723" y="200178"/>
                  </a:lnTo>
                  <a:lnTo>
                    <a:pt x="258285" y="187214"/>
                  </a:lnTo>
                  <a:lnTo>
                    <a:pt x="213243" y="173390"/>
                  </a:lnTo>
                  <a:lnTo>
                    <a:pt x="170717" y="158741"/>
                  </a:lnTo>
                  <a:lnTo>
                    <a:pt x="130827" y="143303"/>
                  </a:lnTo>
                  <a:lnTo>
                    <a:pt x="93691" y="127109"/>
                  </a:lnTo>
                  <a:lnTo>
                    <a:pt x="59428" y="110195"/>
                  </a:lnTo>
                  <a:lnTo>
                    <a:pt x="28158" y="92596"/>
                  </a:lnTo>
                  <a:lnTo>
                    <a:pt x="0" y="74345"/>
                  </a:lnTo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8480325" y="6375443"/>
              <a:ext cx="83185" cy="78105"/>
            </a:xfrm>
            <a:custGeom>
              <a:avLst/>
              <a:gdLst/>
              <a:ahLst/>
              <a:cxnLst/>
              <a:rect l="l" t="t" r="r" b="b"/>
              <a:pathLst>
                <a:path w="83184" h="78104">
                  <a:moveTo>
                    <a:pt x="0" y="0"/>
                  </a:moveTo>
                  <a:lnTo>
                    <a:pt x="34175" y="78041"/>
                  </a:lnTo>
                  <a:lnTo>
                    <a:pt x="82931" y="194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0" name="object 100" descr=""/>
          <p:cNvSpPr txBox="1"/>
          <p:nvPr/>
        </p:nvSpPr>
        <p:spPr>
          <a:xfrm>
            <a:off x="9452512" y="6343304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C00000"/>
                </a:solidFill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Closure</a:t>
            </a:r>
            <a:r>
              <a:rPr dirty="0" spc="-170"/>
              <a:t> </a:t>
            </a:r>
            <a:r>
              <a:rPr dirty="0" spc="-20"/>
              <a:t>Properties</a:t>
            </a:r>
            <a:r>
              <a:rPr dirty="0" spc="-160"/>
              <a:t> </a:t>
            </a:r>
            <a:r>
              <a:rPr dirty="0"/>
              <a:t>for</a:t>
            </a:r>
            <a:r>
              <a:rPr dirty="0" spc="-165"/>
              <a:t> </a:t>
            </a:r>
            <a:r>
              <a:rPr dirty="0" spc="-45"/>
              <a:t>RegEx</a:t>
            </a:r>
            <a:r>
              <a:rPr dirty="0" spc="-160"/>
              <a:t> </a:t>
            </a:r>
            <a:r>
              <a:rPr dirty="0"/>
              <a:t>-</a:t>
            </a:r>
            <a:r>
              <a:rPr dirty="0" spc="-140"/>
              <a:t> </a:t>
            </a:r>
            <a:r>
              <a:rPr dirty="0" spc="-10"/>
              <a:t>Union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452871" y="2095500"/>
            <a:ext cx="419100" cy="33845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dirty="0" sz="16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84919" y="2119883"/>
            <a:ext cx="424180" cy="33845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10"/>
              </a:spcBef>
            </a:pPr>
            <a:r>
              <a:rPr dirty="0" sz="16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492" sz="1725" spc="-37">
                <a:latin typeface="Cambria Math"/>
                <a:cs typeface="Cambria Math"/>
              </a:rPr>
              <a:t>2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6277355" y="2717292"/>
            <a:ext cx="722630" cy="728980"/>
          </a:xfrm>
          <a:custGeom>
            <a:avLst/>
            <a:gdLst/>
            <a:ahLst/>
            <a:cxnLst/>
            <a:rect l="l" t="t" r="r" b="b"/>
            <a:pathLst>
              <a:path w="722629" h="728979">
                <a:moveTo>
                  <a:pt x="0" y="364236"/>
                </a:moveTo>
                <a:lnTo>
                  <a:pt x="3297" y="314810"/>
                </a:lnTo>
                <a:lnTo>
                  <a:pt x="12901" y="267405"/>
                </a:lnTo>
                <a:lnTo>
                  <a:pt x="28383" y="222456"/>
                </a:lnTo>
                <a:lnTo>
                  <a:pt x="49312" y="180396"/>
                </a:lnTo>
                <a:lnTo>
                  <a:pt x="75257" y="141659"/>
                </a:lnTo>
                <a:lnTo>
                  <a:pt x="105789" y="106680"/>
                </a:lnTo>
                <a:lnTo>
                  <a:pt x="140476" y="75891"/>
                </a:lnTo>
                <a:lnTo>
                  <a:pt x="178889" y="49727"/>
                </a:lnTo>
                <a:lnTo>
                  <a:pt x="220597" y="28622"/>
                </a:lnTo>
                <a:lnTo>
                  <a:pt x="265169" y="13010"/>
                </a:lnTo>
                <a:lnTo>
                  <a:pt x="312176" y="3324"/>
                </a:lnTo>
                <a:lnTo>
                  <a:pt x="361188" y="0"/>
                </a:lnTo>
                <a:lnTo>
                  <a:pt x="410199" y="3324"/>
                </a:lnTo>
                <a:lnTo>
                  <a:pt x="457206" y="13010"/>
                </a:lnTo>
                <a:lnTo>
                  <a:pt x="501778" y="28622"/>
                </a:lnTo>
                <a:lnTo>
                  <a:pt x="543486" y="49727"/>
                </a:lnTo>
                <a:lnTo>
                  <a:pt x="581899" y="75891"/>
                </a:lnTo>
                <a:lnTo>
                  <a:pt x="616586" y="106680"/>
                </a:lnTo>
                <a:lnTo>
                  <a:pt x="647118" y="141659"/>
                </a:lnTo>
                <a:lnTo>
                  <a:pt x="673063" y="180396"/>
                </a:lnTo>
                <a:lnTo>
                  <a:pt x="693992" y="222456"/>
                </a:lnTo>
                <a:lnTo>
                  <a:pt x="709474" y="267405"/>
                </a:lnTo>
                <a:lnTo>
                  <a:pt x="719078" y="314810"/>
                </a:lnTo>
                <a:lnTo>
                  <a:pt x="722376" y="364236"/>
                </a:lnTo>
                <a:lnTo>
                  <a:pt x="719078" y="413661"/>
                </a:lnTo>
                <a:lnTo>
                  <a:pt x="709474" y="461066"/>
                </a:lnTo>
                <a:lnTo>
                  <a:pt x="693992" y="506015"/>
                </a:lnTo>
                <a:lnTo>
                  <a:pt x="673063" y="548075"/>
                </a:lnTo>
                <a:lnTo>
                  <a:pt x="647118" y="586812"/>
                </a:lnTo>
                <a:lnTo>
                  <a:pt x="616586" y="621792"/>
                </a:lnTo>
                <a:lnTo>
                  <a:pt x="581899" y="652580"/>
                </a:lnTo>
                <a:lnTo>
                  <a:pt x="543486" y="678744"/>
                </a:lnTo>
                <a:lnTo>
                  <a:pt x="501778" y="699849"/>
                </a:lnTo>
                <a:lnTo>
                  <a:pt x="457206" y="715461"/>
                </a:lnTo>
                <a:lnTo>
                  <a:pt x="410199" y="725147"/>
                </a:lnTo>
                <a:lnTo>
                  <a:pt x="361188" y="728472"/>
                </a:lnTo>
                <a:lnTo>
                  <a:pt x="312176" y="725147"/>
                </a:lnTo>
                <a:lnTo>
                  <a:pt x="265169" y="715461"/>
                </a:lnTo>
                <a:lnTo>
                  <a:pt x="220597" y="699849"/>
                </a:lnTo>
                <a:lnTo>
                  <a:pt x="178889" y="678744"/>
                </a:lnTo>
                <a:lnTo>
                  <a:pt x="140476" y="652580"/>
                </a:lnTo>
                <a:lnTo>
                  <a:pt x="105789" y="621792"/>
                </a:lnTo>
                <a:lnTo>
                  <a:pt x="75257" y="586812"/>
                </a:lnTo>
                <a:lnTo>
                  <a:pt x="49312" y="548075"/>
                </a:lnTo>
                <a:lnTo>
                  <a:pt x="28383" y="506015"/>
                </a:lnTo>
                <a:lnTo>
                  <a:pt x="12901" y="461066"/>
                </a:lnTo>
                <a:lnTo>
                  <a:pt x="3297" y="413661"/>
                </a:lnTo>
                <a:lnTo>
                  <a:pt x="0" y="364236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514596" y="2941121"/>
            <a:ext cx="105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𝑡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590796" y="3037133"/>
            <a:ext cx="11112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latin typeface="Cambria Math"/>
                <a:cs typeface="Cambria Math"/>
              </a:rPr>
              <a:t>0</a:t>
            </a:r>
            <a:endParaRPr sz="1150">
              <a:latin typeface="Cambria Math"/>
              <a:cs typeface="Cambria Math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5916548" y="2710942"/>
            <a:ext cx="2461260" cy="741680"/>
            <a:chOff x="5916548" y="2710942"/>
            <a:chExt cx="2461260" cy="741680"/>
          </a:xfrm>
        </p:grpSpPr>
        <p:sp>
          <p:nvSpPr>
            <p:cNvPr id="9" name="object 9" descr=""/>
            <p:cNvSpPr/>
            <p:nvPr/>
          </p:nvSpPr>
          <p:spPr>
            <a:xfrm>
              <a:off x="5926073" y="3082290"/>
              <a:ext cx="288925" cy="0"/>
            </a:xfrm>
            <a:custGeom>
              <a:avLst/>
              <a:gdLst/>
              <a:ahLst/>
              <a:cxnLst/>
              <a:rect l="l" t="t" r="r" b="b"/>
              <a:pathLst>
                <a:path w="288925" h="0">
                  <a:moveTo>
                    <a:pt x="0" y="0"/>
                  </a:moveTo>
                  <a:lnTo>
                    <a:pt x="288709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202080" y="304418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6489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361188" y="0"/>
                  </a:moveTo>
                  <a:lnTo>
                    <a:pt x="312176" y="3324"/>
                  </a:lnTo>
                  <a:lnTo>
                    <a:pt x="265169" y="13010"/>
                  </a:lnTo>
                  <a:lnTo>
                    <a:pt x="220597" y="28622"/>
                  </a:lnTo>
                  <a:lnTo>
                    <a:pt x="178889" y="49727"/>
                  </a:lnTo>
                  <a:lnTo>
                    <a:pt x="140476" y="75891"/>
                  </a:lnTo>
                  <a:lnTo>
                    <a:pt x="105789" y="106680"/>
                  </a:lnTo>
                  <a:lnTo>
                    <a:pt x="75257" y="141659"/>
                  </a:lnTo>
                  <a:lnTo>
                    <a:pt x="49312" y="180396"/>
                  </a:lnTo>
                  <a:lnTo>
                    <a:pt x="28383" y="222456"/>
                  </a:lnTo>
                  <a:lnTo>
                    <a:pt x="12901" y="267405"/>
                  </a:lnTo>
                  <a:lnTo>
                    <a:pt x="3297" y="314810"/>
                  </a:lnTo>
                  <a:lnTo>
                    <a:pt x="0" y="364236"/>
                  </a:lnTo>
                  <a:lnTo>
                    <a:pt x="3297" y="413661"/>
                  </a:lnTo>
                  <a:lnTo>
                    <a:pt x="12901" y="461066"/>
                  </a:lnTo>
                  <a:lnTo>
                    <a:pt x="28383" y="506015"/>
                  </a:lnTo>
                  <a:lnTo>
                    <a:pt x="49312" y="548075"/>
                  </a:lnTo>
                  <a:lnTo>
                    <a:pt x="75257" y="586812"/>
                  </a:lnTo>
                  <a:lnTo>
                    <a:pt x="105789" y="621792"/>
                  </a:lnTo>
                  <a:lnTo>
                    <a:pt x="140476" y="652580"/>
                  </a:lnTo>
                  <a:lnTo>
                    <a:pt x="178889" y="678744"/>
                  </a:lnTo>
                  <a:lnTo>
                    <a:pt x="220597" y="699849"/>
                  </a:lnTo>
                  <a:lnTo>
                    <a:pt x="265169" y="715461"/>
                  </a:lnTo>
                  <a:lnTo>
                    <a:pt x="312176" y="725147"/>
                  </a:lnTo>
                  <a:lnTo>
                    <a:pt x="361188" y="728472"/>
                  </a:lnTo>
                  <a:lnTo>
                    <a:pt x="410199" y="725147"/>
                  </a:lnTo>
                  <a:lnTo>
                    <a:pt x="457206" y="715461"/>
                  </a:lnTo>
                  <a:lnTo>
                    <a:pt x="501778" y="699849"/>
                  </a:lnTo>
                  <a:lnTo>
                    <a:pt x="543486" y="678744"/>
                  </a:lnTo>
                  <a:lnTo>
                    <a:pt x="581899" y="652580"/>
                  </a:lnTo>
                  <a:lnTo>
                    <a:pt x="616586" y="621792"/>
                  </a:lnTo>
                  <a:lnTo>
                    <a:pt x="647118" y="586812"/>
                  </a:lnTo>
                  <a:lnTo>
                    <a:pt x="673063" y="548075"/>
                  </a:lnTo>
                  <a:lnTo>
                    <a:pt x="693992" y="506015"/>
                  </a:lnTo>
                  <a:lnTo>
                    <a:pt x="709474" y="461066"/>
                  </a:lnTo>
                  <a:lnTo>
                    <a:pt x="719078" y="413661"/>
                  </a:lnTo>
                  <a:lnTo>
                    <a:pt x="722376" y="364236"/>
                  </a:lnTo>
                  <a:lnTo>
                    <a:pt x="719078" y="314810"/>
                  </a:lnTo>
                  <a:lnTo>
                    <a:pt x="709474" y="267405"/>
                  </a:lnTo>
                  <a:lnTo>
                    <a:pt x="693992" y="222456"/>
                  </a:lnTo>
                  <a:lnTo>
                    <a:pt x="673063" y="180396"/>
                  </a:lnTo>
                  <a:lnTo>
                    <a:pt x="647118" y="141659"/>
                  </a:lnTo>
                  <a:lnTo>
                    <a:pt x="616586" y="106680"/>
                  </a:lnTo>
                  <a:lnTo>
                    <a:pt x="581899" y="75891"/>
                  </a:lnTo>
                  <a:lnTo>
                    <a:pt x="543486" y="49727"/>
                  </a:lnTo>
                  <a:lnTo>
                    <a:pt x="501778" y="28622"/>
                  </a:lnTo>
                  <a:lnTo>
                    <a:pt x="457206" y="13010"/>
                  </a:lnTo>
                  <a:lnTo>
                    <a:pt x="410199" y="332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6489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0" y="364236"/>
                  </a:moveTo>
                  <a:lnTo>
                    <a:pt x="3297" y="314810"/>
                  </a:lnTo>
                  <a:lnTo>
                    <a:pt x="12901" y="267405"/>
                  </a:lnTo>
                  <a:lnTo>
                    <a:pt x="28383" y="222456"/>
                  </a:lnTo>
                  <a:lnTo>
                    <a:pt x="49312" y="180396"/>
                  </a:lnTo>
                  <a:lnTo>
                    <a:pt x="75257" y="141659"/>
                  </a:lnTo>
                  <a:lnTo>
                    <a:pt x="105789" y="106680"/>
                  </a:lnTo>
                  <a:lnTo>
                    <a:pt x="140476" y="75891"/>
                  </a:lnTo>
                  <a:lnTo>
                    <a:pt x="178889" y="49727"/>
                  </a:lnTo>
                  <a:lnTo>
                    <a:pt x="220597" y="28622"/>
                  </a:lnTo>
                  <a:lnTo>
                    <a:pt x="265169" y="13010"/>
                  </a:lnTo>
                  <a:lnTo>
                    <a:pt x="312176" y="3324"/>
                  </a:lnTo>
                  <a:lnTo>
                    <a:pt x="361188" y="0"/>
                  </a:lnTo>
                  <a:lnTo>
                    <a:pt x="410199" y="3324"/>
                  </a:lnTo>
                  <a:lnTo>
                    <a:pt x="457206" y="13010"/>
                  </a:lnTo>
                  <a:lnTo>
                    <a:pt x="501778" y="28622"/>
                  </a:lnTo>
                  <a:lnTo>
                    <a:pt x="543486" y="49727"/>
                  </a:lnTo>
                  <a:lnTo>
                    <a:pt x="581899" y="75891"/>
                  </a:lnTo>
                  <a:lnTo>
                    <a:pt x="616586" y="106680"/>
                  </a:lnTo>
                  <a:lnTo>
                    <a:pt x="647118" y="141659"/>
                  </a:lnTo>
                  <a:lnTo>
                    <a:pt x="673063" y="180396"/>
                  </a:lnTo>
                  <a:lnTo>
                    <a:pt x="693992" y="222456"/>
                  </a:lnTo>
                  <a:lnTo>
                    <a:pt x="709474" y="267405"/>
                  </a:lnTo>
                  <a:lnTo>
                    <a:pt x="719078" y="314810"/>
                  </a:lnTo>
                  <a:lnTo>
                    <a:pt x="722376" y="364236"/>
                  </a:lnTo>
                  <a:lnTo>
                    <a:pt x="719078" y="413661"/>
                  </a:lnTo>
                  <a:lnTo>
                    <a:pt x="709474" y="461066"/>
                  </a:lnTo>
                  <a:lnTo>
                    <a:pt x="693992" y="506015"/>
                  </a:lnTo>
                  <a:lnTo>
                    <a:pt x="673063" y="548075"/>
                  </a:lnTo>
                  <a:lnTo>
                    <a:pt x="647118" y="586812"/>
                  </a:lnTo>
                  <a:lnTo>
                    <a:pt x="616586" y="621792"/>
                  </a:lnTo>
                  <a:lnTo>
                    <a:pt x="581899" y="652580"/>
                  </a:lnTo>
                  <a:lnTo>
                    <a:pt x="543486" y="678744"/>
                  </a:lnTo>
                  <a:lnTo>
                    <a:pt x="501778" y="699849"/>
                  </a:lnTo>
                  <a:lnTo>
                    <a:pt x="457206" y="715461"/>
                  </a:lnTo>
                  <a:lnTo>
                    <a:pt x="410199" y="725147"/>
                  </a:lnTo>
                  <a:lnTo>
                    <a:pt x="361188" y="728472"/>
                  </a:lnTo>
                  <a:lnTo>
                    <a:pt x="312176" y="725147"/>
                  </a:lnTo>
                  <a:lnTo>
                    <a:pt x="265169" y="715461"/>
                  </a:lnTo>
                  <a:lnTo>
                    <a:pt x="220597" y="699849"/>
                  </a:lnTo>
                  <a:lnTo>
                    <a:pt x="178889" y="678744"/>
                  </a:lnTo>
                  <a:lnTo>
                    <a:pt x="140476" y="652580"/>
                  </a:lnTo>
                  <a:lnTo>
                    <a:pt x="105789" y="621792"/>
                  </a:lnTo>
                  <a:lnTo>
                    <a:pt x="75257" y="586812"/>
                  </a:lnTo>
                  <a:lnTo>
                    <a:pt x="49312" y="548075"/>
                  </a:lnTo>
                  <a:lnTo>
                    <a:pt x="28383" y="506015"/>
                  </a:lnTo>
                  <a:lnTo>
                    <a:pt x="12901" y="461066"/>
                  </a:lnTo>
                  <a:lnTo>
                    <a:pt x="3297" y="413661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7888032" y="2941121"/>
            <a:ext cx="105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𝑡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959659" y="3037133"/>
            <a:ext cx="11112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latin typeface="Cambria Math"/>
                <a:cs typeface="Cambria Math"/>
              </a:rPr>
              <a:t>1</a:t>
            </a:r>
            <a:endParaRPr sz="1150">
              <a:latin typeface="Cambria Math"/>
              <a:cs typeface="Cambria Math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6966584" y="2774950"/>
            <a:ext cx="1348740" cy="734060"/>
            <a:chOff x="6966584" y="2774950"/>
            <a:chExt cx="1348740" cy="734060"/>
          </a:xfrm>
        </p:grpSpPr>
        <p:sp>
          <p:nvSpPr>
            <p:cNvPr id="16" name="object 16" descr=""/>
            <p:cNvSpPr/>
            <p:nvPr/>
          </p:nvSpPr>
          <p:spPr>
            <a:xfrm>
              <a:off x="7711440" y="2781300"/>
              <a:ext cx="597535" cy="601980"/>
            </a:xfrm>
            <a:custGeom>
              <a:avLst/>
              <a:gdLst/>
              <a:ahLst/>
              <a:cxnLst/>
              <a:rect l="l" t="t" r="r" b="b"/>
              <a:pathLst>
                <a:path w="597534" h="601979">
                  <a:moveTo>
                    <a:pt x="0" y="300989"/>
                  </a:moveTo>
                  <a:lnTo>
                    <a:pt x="3909" y="252168"/>
                  </a:lnTo>
                  <a:lnTo>
                    <a:pt x="15227" y="205854"/>
                  </a:lnTo>
                  <a:lnTo>
                    <a:pt x="33340" y="162668"/>
                  </a:lnTo>
                  <a:lnTo>
                    <a:pt x="57631" y="123230"/>
                  </a:lnTo>
                  <a:lnTo>
                    <a:pt x="87487" y="88158"/>
                  </a:lnTo>
                  <a:lnTo>
                    <a:pt x="122291" y="58074"/>
                  </a:lnTo>
                  <a:lnTo>
                    <a:pt x="161430" y="33596"/>
                  </a:lnTo>
                  <a:lnTo>
                    <a:pt x="204289" y="15344"/>
                  </a:lnTo>
                  <a:lnTo>
                    <a:pt x="250251" y="3939"/>
                  </a:lnTo>
                  <a:lnTo>
                    <a:pt x="298704" y="0"/>
                  </a:lnTo>
                  <a:lnTo>
                    <a:pt x="347156" y="3939"/>
                  </a:lnTo>
                  <a:lnTo>
                    <a:pt x="393118" y="15344"/>
                  </a:lnTo>
                  <a:lnTo>
                    <a:pt x="435977" y="33596"/>
                  </a:lnTo>
                  <a:lnTo>
                    <a:pt x="475116" y="58074"/>
                  </a:lnTo>
                  <a:lnTo>
                    <a:pt x="509920" y="88158"/>
                  </a:lnTo>
                  <a:lnTo>
                    <a:pt x="539776" y="123230"/>
                  </a:lnTo>
                  <a:lnTo>
                    <a:pt x="564067" y="162668"/>
                  </a:lnTo>
                  <a:lnTo>
                    <a:pt x="582180" y="205854"/>
                  </a:lnTo>
                  <a:lnTo>
                    <a:pt x="593498" y="252168"/>
                  </a:lnTo>
                  <a:lnTo>
                    <a:pt x="597408" y="300989"/>
                  </a:lnTo>
                  <a:lnTo>
                    <a:pt x="593498" y="349811"/>
                  </a:lnTo>
                  <a:lnTo>
                    <a:pt x="582180" y="396125"/>
                  </a:lnTo>
                  <a:lnTo>
                    <a:pt x="564067" y="439311"/>
                  </a:lnTo>
                  <a:lnTo>
                    <a:pt x="539776" y="478749"/>
                  </a:lnTo>
                  <a:lnTo>
                    <a:pt x="509920" y="513821"/>
                  </a:lnTo>
                  <a:lnTo>
                    <a:pt x="475116" y="543905"/>
                  </a:lnTo>
                  <a:lnTo>
                    <a:pt x="435977" y="568383"/>
                  </a:lnTo>
                  <a:lnTo>
                    <a:pt x="393118" y="586635"/>
                  </a:lnTo>
                  <a:lnTo>
                    <a:pt x="347156" y="598040"/>
                  </a:lnTo>
                  <a:lnTo>
                    <a:pt x="298704" y="601979"/>
                  </a:lnTo>
                  <a:lnTo>
                    <a:pt x="250251" y="598040"/>
                  </a:lnTo>
                  <a:lnTo>
                    <a:pt x="204289" y="586635"/>
                  </a:lnTo>
                  <a:lnTo>
                    <a:pt x="161430" y="568383"/>
                  </a:lnTo>
                  <a:lnTo>
                    <a:pt x="122291" y="543905"/>
                  </a:lnTo>
                  <a:lnTo>
                    <a:pt x="87487" y="513821"/>
                  </a:lnTo>
                  <a:lnTo>
                    <a:pt x="57631" y="478749"/>
                  </a:lnTo>
                  <a:lnTo>
                    <a:pt x="33340" y="439311"/>
                  </a:lnTo>
                  <a:lnTo>
                    <a:pt x="15227" y="396125"/>
                  </a:lnTo>
                  <a:lnTo>
                    <a:pt x="3909" y="349811"/>
                  </a:lnTo>
                  <a:lnTo>
                    <a:pt x="0" y="30098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999369" y="3243265"/>
              <a:ext cx="684530" cy="256540"/>
            </a:xfrm>
            <a:custGeom>
              <a:avLst/>
              <a:gdLst/>
              <a:ahLst/>
              <a:cxnLst/>
              <a:rect l="l" t="t" r="r" b="b"/>
              <a:pathLst>
                <a:path w="684529" h="256539">
                  <a:moveTo>
                    <a:pt x="684123" y="0"/>
                  </a:moveTo>
                  <a:lnTo>
                    <a:pt x="675865" y="41028"/>
                  </a:lnTo>
                  <a:lnTo>
                    <a:pt x="660534" y="79685"/>
                  </a:lnTo>
                  <a:lnTo>
                    <a:pt x="638720" y="115574"/>
                  </a:lnTo>
                  <a:lnTo>
                    <a:pt x="611015" y="148299"/>
                  </a:lnTo>
                  <a:lnTo>
                    <a:pt x="578009" y="177466"/>
                  </a:lnTo>
                  <a:lnTo>
                    <a:pt x="540296" y="202679"/>
                  </a:lnTo>
                  <a:lnTo>
                    <a:pt x="498466" y="223542"/>
                  </a:lnTo>
                  <a:lnTo>
                    <a:pt x="453110" y="239660"/>
                  </a:lnTo>
                  <a:lnTo>
                    <a:pt x="404820" y="250637"/>
                  </a:lnTo>
                  <a:lnTo>
                    <a:pt x="354187" y="256078"/>
                  </a:lnTo>
                  <a:lnTo>
                    <a:pt x="301802" y="255587"/>
                  </a:lnTo>
                  <a:lnTo>
                    <a:pt x="250842" y="249163"/>
                  </a:lnTo>
                  <a:lnTo>
                    <a:pt x="202561" y="237219"/>
                  </a:lnTo>
                  <a:lnTo>
                    <a:pt x="157509" y="220173"/>
                  </a:lnTo>
                  <a:lnTo>
                    <a:pt x="116239" y="198443"/>
                  </a:lnTo>
                  <a:lnTo>
                    <a:pt x="79302" y="172449"/>
                  </a:lnTo>
                  <a:lnTo>
                    <a:pt x="47249" y="142609"/>
                  </a:lnTo>
                  <a:lnTo>
                    <a:pt x="20631" y="109340"/>
                  </a:lnTo>
                  <a:lnTo>
                    <a:pt x="0" y="73063"/>
                  </a:lnTo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966584" y="3255275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4">
                  <a:moveTo>
                    <a:pt x="13944" y="0"/>
                  </a:moveTo>
                  <a:lnTo>
                    <a:pt x="0" y="84048"/>
                  </a:lnTo>
                  <a:lnTo>
                    <a:pt x="72809" y="61582"/>
                  </a:lnTo>
                  <a:lnTo>
                    <a:pt x="13944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7195928" y="3502177"/>
            <a:ext cx="2527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𝑎,</a:t>
            </a:r>
            <a:r>
              <a:rPr dirty="0" sz="1200" spc="-50">
                <a:latin typeface="Cambria Math"/>
                <a:cs typeface="Cambria Math"/>
              </a:rPr>
              <a:t> </a:t>
            </a:r>
            <a:r>
              <a:rPr dirty="0" sz="1200" spc="-50">
                <a:solidFill>
                  <a:srgbClr val="C00000"/>
                </a:solidFill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9386316" y="2694432"/>
            <a:ext cx="722630" cy="728980"/>
          </a:xfrm>
          <a:custGeom>
            <a:avLst/>
            <a:gdLst/>
            <a:ahLst/>
            <a:cxnLst/>
            <a:rect l="l" t="t" r="r" b="b"/>
            <a:pathLst>
              <a:path w="722629" h="728979">
                <a:moveTo>
                  <a:pt x="0" y="364236"/>
                </a:moveTo>
                <a:lnTo>
                  <a:pt x="3297" y="314810"/>
                </a:lnTo>
                <a:lnTo>
                  <a:pt x="12901" y="267405"/>
                </a:lnTo>
                <a:lnTo>
                  <a:pt x="28383" y="222456"/>
                </a:lnTo>
                <a:lnTo>
                  <a:pt x="49312" y="180396"/>
                </a:lnTo>
                <a:lnTo>
                  <a:pt x="75257" y="141659"/>
                </a:lnTo>
                <a:lnTo>
                  <a:pt x="105789" y="106680"/>
                </a:lnTo>
                <a:lnTo>
                  <a:pt x="140476" y="75891"/>
                </a:lnTo>
                <a:lnTo>
                  <a:pt x="178889" y="49727"/>
                </a:lnTo>
                <a:lnTo>
                  <a:pt x="220597" y="28622"/>
                </a:lnTo>
                <a:lnTo>
                  <a:pt x="265169" y="13010"/>
                </a:lnTo>
                <a:lnTo>
                  <a:pt x="312176" y="3324"/>
                </a:lnTo>
                <a:lnTo>
                  <a:pt x="361188" y="0"/>
                </a:lnTo>
                <a:lnTo>
                  <a:pt x="410199" y="3324"/>
                </a:lnTo>
                <a:lnTo>
                  <a:pt x="457206" y="13010"/>
                </a:lnTo>
                <a:lnTo>
                  <a:pt x="501778" y="28622"/>
                </a:lnTo>
                <a:lnTo>
                  <a:pt x="543486" y="49727"/>
                </a:lnTo>
                <a:lnTo>
                  <a:pt x="581899" y="75891"/>
                </a:lnTo>
                <a:lnTo>
                  <a:pt x="616586" y="106680"/>
                </a:lnTo>
                <a:lnTo>
                  <a:pt x="647118" y="141659"/>
                </a:lnTo>
                <a:lnTo>
                  <a:pt x="673063" y="180396"/>
                </a:lnTo>
                <a:lnTo>
                  <a:pt x="693992" y="222456"/>
                </a:lnTo>
                <a:lnTo>
                  <a:pt x="709474" y="267405"/>
                </a:lnTo>
                <a:lnTo>
                  <a:pt x="719078" y="314810"/>
                </a:lnTo>
                <a:lnTo>
                  <a:pt x="722376" y="364236"/>
                </a:lnTo>
                <a:lnTo>
                  <a:pt x="719078" y="413661"/>
                </a:lnTo>
                <a:lnTo>
                  <a:pt x="709474" y="461066"/>
                </a:lnTo>
                <a:lnTo>
                  <a:pt x="693992" y="506015"/>
                </a:lnTo>
                <a:lnTo>
                  <a:pt x="673063" y="548075"/>
                </a:lnTo>
                <a:lnTo>
                  <a:pt x="647118" y="586812"/>
                </a:lnTo>
                <a:lnTo>
                  <a:pt x="616586" y="621792"/>
                </a:lnTo>
                <a:lnTo>
                  <a:pt x="581899" y="652580"/>
                </a:lnTo>
                <a:lnTo>
                  <a:pt x="543486" y="678744"/>
                </a:lnTo>
                <a:lnTo>
                  <a:pt x="501778" y="699849"/>
                </a:lnTo>
                <a:lnTo>
                  <a:pt x="457206" y="715461"/>
                </a:lnTo>
                <a:lnTo>
                  <a:pt x="410199" y="725147"/>
                </a:lnTo>
                <a:lnTo>
                  <a:pt x="361188" y="728472"/>
                </a:lnTo>
                <a:lnTo>
                  <a:pt x="312176" y="725147"/>
                </a:lnTo>
                <a:lnTo>
                  <a:pt x="265169" y="715461"/>
                </a:lnTo>
                <a:lnTo>
                  <a:pt x="220597" y="699849"/>
                </a:lnTo>
                <a:lnTo>
                  <a:pt x="178889" y="678744"/>
                </a:lnTo>
                <a:lnTo>
                  <a:pt x="140476" y="652580"/>
                </a:lnTo>
                <a:lnTo>
                  <a:pt x="105789" y="621792"/>
                </a:lnTo>
                <a:lnTo>
                  <a:pt x="75257" y="586812"/>
                </a:lnTo>
                <a:lnTo>
                  <a:pt x="49312" y="548075"/>
                </a:lnTo>
                <a:lnTo>
                  <a:pt x="28383" y="506015"/>
                </a:lnTo>
                <a:lnTo>
                  <a:pt x="12901" y="461066"/>
                </a:lnTo>
                <a:lnTo>
                  <a:pt x="3297" y="413661"/>
                </a:lnTo>
                <a:lnTo>
                  <a:pt x="0" y="364236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9599141" y="2918503"/>
            <a:ext cx="2349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9023984" y="2688082"/>
            <a:ext cx="2463165" cy="741680"/>
            <a:chOff x="9023984" y="2688082"/>
            <a:chExt cx="2463165" cy="741680"/>
          </a:xfrm>
        </p:grpSpPr>
        <p:sp>
          <p:nvSpPr>
            <p:cNvPr id="23" name="object 23" descr=""/>
            <p:cNvSpPr/>
            <p:nvPr/>
          </p:nvSpPr>
          <p:spPr>
            <a:xfrm>
              <a:off x="9033509" y="3059430"/>
              <a:ext cx="288925" cy="0"/>
            </a:xfrm>
            <a:custGeom>
              <a:avLst/>
              <a:gdLst/>
              <a:ahLst/>
              <a:cxnLst/>
              <a:rect l="l" t="t" r="r" b="b"/>
              <a:pathLst>
                <a:path w="288925" h="0">
                  <a:moveTo>
                    <a:pt x="0" y="0"/>
                  </a:moveTo>
                  <a:lnTo>
                    <a:pt x="288709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9309515" y="302132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0757915" y="269443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361188" y="0"/>
                  </a:moveTo>
                  <a:lnTo>
                    <a:pt x="312176" y="3324"/>
                  </a:lnTo>
                  <a:lnTo>
                    <a:pt x="265169" y="13010"/>
                  </a:lnTo>
                  <a:lnTo>
                    <a:pt x="220597" y="28622"/>
                  </a:lnTo>
                  <a:lnTo>
                    <a:pt x="178889" y="49727"/>
                  </a:lnTo>
                  <a:lnTo>
                    <a:pt x="140476" y="75891"/>
                  </a:lnTo>
                  <a:lnTo>
                    <a:pt x="105789" y="106680"/>
                  </a:lnTo>
                  <a:lnTo>
                    <a:pt x="75257" y="141659"/>
                  </a:lnTo>
                  <a:lnTo>
                    <a:pt x="49312" y="180396"/>
                  </a:lnTo>
                  <a:lnTo>
                    <a:pt x="28383" y="222456"/>
                  </a:lnTo>
                  <a:lnTo>
                    <a:pt x="12901" y="267405"/>
                  </a:lnTo>
                  <a:lnTo>
                    <a:pt x="3297" y="314810"/>
                  </a:lnTo>
                  <a:lnTo>
                    <a:pt x="0" y="364236"/>
                  </a:lnTo>
                  <a:lnTo>
                    <a:pt x="3297" y="413661"/>
                  </a:lnTo>
                  <a:lnTo>
                    <a:pt x="12901" y="461066"/>
                  </a:lnTo>
                  <a:lnTo>
                    <a:pt x="28383" y="506015"/>
                  </a:lnTo>
                  <a:lnTo>
                    <a:pt x="49312" y="548075"/>
                  </a:lnTo>
                  <a:lnTo>
                    <a:pt x="75257" y="586812"/>
                  </a:lnTo>
                  <a:lnTo>
                    <a:pt x="105789" y="621792"/>
                  </a:lnTo>
                  <a:lnTo>
                    <a:pt x="140476" y="652580"/>
                  </a:lnTo>
                  <a:lnTo>
                    <a:pt x="178889" y="678744"/>
                  </a:lnTo>
                  <a:lnTo>
                    <a:pt x="220597" y="699849"/>
                  </a:lnTo>
                  <a:lnTo>
                    <a:pt x="265169" y="715461"/>
                  </a:lnTo>
                  <a:lnTo>
                    <a:pt x="312176" y="725147"/>
                  </a:lnTo>
                  <a:lnTo>
                    <a:pt x="361188" y="728472"/>
                  </a:lnTo>
                  <a:lnTo>
                    <a:pt x="410199" y="725147"/>
                  </a:lnTo>
                  <a:lnTo>
                    <a:pt x="457206" y="715461"/>
                  </a:lnTo>
                  <a:lnTo>
                    <a:pt x="501778" y="699849"/>
                  </a:lnTo>
                  <a:lnTo>
                    <a:pt x="543486" y="678744"/>
                  </a:lnTo>
                  <a:lnTo>
                    <a:pt x="581899" y="652580"/>
                  </a:lnTo>
                  <a:lnTo>
                    <a:pt x="616586" y="621792"/>
                  </a:lnTo>
                  <a:lnTo>
                    <a:pt x="647118" y="586812"/>
                  </a:lnTo>
                  <a:lnTo>
                    <a:pt x="673063" y="548075"/>
                  </a:lnTo>
                  <a:lnTo>
                    <a:pt x="693992" y="506015"/>
                  </a:lnTo>
                  <a:lnTo>
                    <a:pt x="709474" y="461066"/>
                  </a:lnTo>
                  <a:lnTo>
                    <a:pt x="719078" y="413661"/>
                  </a:lnTo>
                  <a:lnTo>
                    <a:pt x="722376" y="364236"/>
                  </a:lnTo>
                  <a:lnTo>
                    <a:pt x="719078" y="314810"/>
                  </a:lnTo>
                  <a:lnTo>
                    <a:pt x="709474" y="267405"/>
                  </a:lnTo>
                  <a:lnTo>
                    <a:pt x="693992" y="222456"/>
                  </a:lnTo>
                  <a:lnTo>
                    <a:pt x="673063" y="180396"/>
                  </a:lnTo>
                  <a:lnTo>
                    <a:pt x="647118" y="141659"/>
                  </a:lnTo>
                  <a:lnTo>
                    <a:pt x="616586" y="106680"/>
                  </a:lnTo>
                  <a:lnTo>
                    <a:pt x="581899" y="75891"/>
                  </a:lnTo>
                  <a:lnTo>
                    <a:pt x="543486" y="49727"/>
                  </a:lnTo>
                  <a:lnTo>
                    <a:pt x="501778" y="28622"/>
                  </a:lnTo>
                  <a:lnTo>
                    <a:pt x="457206" y="13010"/>
                  </a:lnTo>
                  <a:lnTo>
                    <a:pt x="410199" y="332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0757915" y="269443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0" y="364236"/>
                  </a:moveTo>
                  <a:lnTo>
                    <a:pt x="3297" y="314810"/>
                  </a:lnTo>
                  <a:lnTo>
                    <a:pt x="12901" y="267405"/>
                  </a:lnTo>
                  <a:lnTo>
                    <a:pt x="28383" y="222456"/>
                  </a:lnTo>
                  <a:lnTo>
                    <a:pt x="49312" y="180396"/>
                  </a:lnTo>
                  <a:lnTo>
                    <a:pt x="75257" y="141659"/>
                  </a:lnTo>
                  <a:lnTo>
                    <a:pt x="105789" y="106680"/>
                  </a:lnTo>
                  <a:lnTo>
                    <a:pt x="140476" y="75891"/>
                  </a:lnTo>
                  <a:lnTo>
                    <a:pt x="178889" y="49727"/>
                  </a:lnTo>
                  <a:lnTo>
                    <a:pt x="220597" y="28622"/>
                  </a:lnTo>
                  <a:lnTo>
                    <a:pt x="265169" y="13010"/>
                  </a:lnTo>
                  <a:lnTo>
                    <a:pt x="312176" y="3324"/>
                  </a:lnTo>
                  <a:lnTo>
                    <a:pt x="361188" y="0"/>
                  </a:lnTo>
                  <a:lnTo>
                    <a:pt x="410199" y="3324"/>
                  </a:lnTo>
                  <a:lnTo>
                    <a:pt x="457206" y="13010"/>
                  </a:lnTo>
                  <a:lnTo>
                    <a:pt x="501778" y="28622"/>
                  </a:lnTo>
                  <a:lnTo>
                    <a:pt x="543486" y="49727"/>
                  </a:lnTo>
                  <a:lnTo>
                    <a:pt x="581899" y="75891"/>
                  </a:lnTo>
                  <a:lnTo>
                    <a:pt x="616586" y="106680"/>
                  </a:lnTo>
                  <a:lnTo>
                    <a:pt x="647118" y="141659"/>
                  </a:lnTo>
                  <a:lnTo>
                    <a:pt x="673063" y="180396"/>
                  </a:lnTo>
                  <a:lnTo>
                    <a:pt x="693992" y="222456"/>
                  </a:lnTo>
                  <a:lnTo>
                    <a:pt x="709474" y="267405"/>
                  </a:lnTo>
                  <a:lnTo>
                    <a:pt x="719078" y="314810"/>
                  </a:lnTo>
                  <a:lnTo>
                    <a:pt x="722376" y="364236"/>
                  </a:lnTo>
                  <a:lnTo>
                    <a:pt x="719078" y="413661"/>
                  </a:lnTo>
                  <a:lnTo>
                    <a:pt x="709474" y="461066"/>
                  </a:lnTo>
                  <a:lnTo>
                    <a:pt x="693992" y="506015"/>
                  </a:lnTo>
                  <a:lnTo>
                    <a:pt x="673063" y="548075"/>
                  </a:lnTo>
                  <a:lnTo>
                    <a:pt x="647118" y="586812"/>
                  </a:lnTo>
                  <a:lnTo>
                    <a:pt x="616586" y="621792"/>
                  </a:lnTo>
                  <a:lnTo>
                    <a:pt x="581899" y="652580"/>
                  </a:lnTo>
                  <a:lnTo>
                    <a:pt x="543486" y="678744"/>
                  </a:lnTo>
                  <a:lnTo>
                    <a:pt x="501778" y="699849"/>
                  </a:lnTo>
                  <a:lnTo>
                    <a:pt x="457206" y="715461"/>
                  </a:lnTo>
                  <a:lnTo>
                    <a:pt x="410199" y="725147"/>
                  </a:lnTo>
                  <a:lnTo>
                    <a:pt x="361188" y="728472"/>
                  </a:lnTo>
                  <a:lnTo>
                    <a:pt x="312176" y="725147"/>
                  </a:lnTo>
                  <a:lnTo>
                    <a:pt x="265169" y="715461"/>
                  </a:lnTo>
                  <a:lnTo>
                    <a:pt x="220597" y="699849"/>
                  </a:lnTo>
                  <a:lnTo>
                    <a:pt x="178889" y="678744"/>
                  </a:lnTo>
                  <a:lnTo>
                    <a:pt x="140476" y="652580"/>
                  </a:lnTo>
                  <a:lnTo>
                    <a:pt x="105789" y="621792"/>
                  </a:lnTo>
                  <a:lnTo>
                    <a:pt x="75257" y="586812"/>
                  </a:lnTo>
                  <a:lnTo>
                    <a:pt x="49312" y="548075"/>
                  </a:lnTo>
                  <a:lnTo>
                    <a:pt x="28383" y="506015"/>
                  </a:lnTo>
                  <a:lnTo>
                    <a:pt x="12901" y="461066"/>
                  </a:lnTo>
                  <a:lnTo>
                    <a:pt x="3297" y="413661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11320207" y="2215814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0974100" y="2918503"/>
            <a:ext cx="23050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10075543" y="2473729"/>
            <a:ext cx="1425575" cy="1012825"/>
            <a:chOff x="10075543" y="2473729"/>
            <a:chExt cx="1425575" cy="1012825"/>
          </a:xfrm>
        </p:grpSpPr>
        <p:sp>
          <p:nvSpPr>
            <p:cNvPr id="30" name="object 30" descr=""/>
            <p:cNvSpPr/>
            <p:nvPr/>
          </p:nvSpPr>
          <p:spPr>
            <a:xfrm>
              <a:off x="10820400" y="2758440"/>
              <a:ext cx="597535" cy="601980"/>
            </a:xfrm>
            <a:custGeom>
              <a:avLst/>
              <a:gdLst/>
              <a:ahLst/>
              <a:cxnLst/>
              <a:rect l="l" t="t" r="r" b="b"/>
              <a:pathLst>
                <a:path w="597534" h="601979">
                  <a:moveTo>
                    <a:pt x="0" y="300989"/>
                  </a:moveTo>
                  <a:lnTo>
                    <a:pt x="3909" y="252168"/>
                  </a:lnTo>
                  <a:lnTo>
                    <a:pt x="15227" y="205854"/>
                  </a:lnTo>
                  <a:lnTo>
                    <a:pt x="33340" y="162668"/>
                  </a:lnTo>
                  <a:lnTo>
                    <a:pt x="57631" y="123230"/>
                  </a:lnTo>
                  <a:lnTo>
                    <a:pt x="87487" y="88158"/>
                  </a:lnTo>
                  <a:lnTo>
                    <a:pt x="122291" y="58074"/>
                  </a:lnTo>
                  <a:lnTo>
                    <a:pt x="161430" y="33596"/>
                  </a:lnTo>
                  <a:lnTo>
                    <a:pt x="204289" y="15344"/>
                  </a:lnTo>
                  <a:lnTo>
                    <a:pt x="250251" y="3939"/>
                  </a:lnTo>
                  <a:lnTo>
                    <a:pt x="298704" y="0"/>
                  </a:lnTo>
                  <a:lnTo>
                    <a:pt x="347156" y="3939"/>
                  </a:lnTo>
                  <a:lnTo>
                    <a:pt x="393118" y="15344"/>
                  </a:lnTo>
                  <a:lnTo>
                    <a:pt x="435977" y="33596"/>
                  </a:lnTo>
                  <a:lnTo>
                    <a:pt x="475116" y="58074"/>
                  </a:lnTo>
                  <a:lnTo>
                    <a:pt x="509920" y="88158"/>
                  </a:lnTo>
                  <a:lnTo>
                    <a:pt x="539776" y="123230"/>
                  </a:lnTo>
                  <a:lnTo>
                    <a:pt x="564067" y="162668"/>
                  </a:lnTo>
                  <a:lnTo>
                    <a:pt x="582180" y="205854"/>
                  </a:lnTo>
                  <a:lnTo>
                    <a:pt x="593498" y="252168"/>
                  </a:lnTo>
                  <a:lnTo>
                    <a:pt x="597408" y="300989"/>
                  </a:lnTo>
                  <a:lnTo>
                    <a:pt x="593498" y="349811"/>
                  </a:lnTo>
                  <a:lnTo>
                    <a:pt x="582180" y="396125"/>
                  </a:lnTo>
                  <a:lnTo>
                    <a:pt x="564067" y="439311"/>
                  </a:lnTo>
                  <a:lnTo>
                    <a:pt x="539776" y="478749"/>
                  </a:lnTo>
                  <a:lnTo>
                    <a:pt x="509920" y="513821"/>
                  </a:lnTo>
                  <a:lnTo>
                    <a:pt x="475116" y="543905"/>
                  </a:lnTo>
                  <a:lnTo>
                    <a:pt x="435977" y="568383"/>
                  </a:lnTo>
                  <a:lnTo>
                    <a:pt x="393118" y="586635"/>
                  </a:lnTo>
                  <a:lnTo>
                    <a:pt x="347156" y="598040"/>
                  </a:lnTo>
                  <a:lnTo>
                    <a:pt x="298704" y="601979"/>
                  </a:lnTo>
                  <a:lnTo>
                    <a:pt x="250251" y="598040"/>
                  </a:lnTo>
                  <a:lnTo>
                    <a:pt x="204289" y="586635"/>
                  </a:lnTo>
                  <a:lnTo>
                    <a:pt x="161430" y="568383"/>
                  </a:lnTo>
                  <a:lnTo>
                    <a:pt x="122291" y="543905"/>
                  </a:lnTo>
                  <a:lnTo>
                    <a:pt x="87487" y="513821"/>
                  </a:lnTo>
                  <a:lnTo>
                    <a:pt x="57631" y="478749"/>
                  </a:lnTo>
                  <a:lnTo>
                    <a:pt x="33340" y="439311"/>
                  </a:lnTo>
                  <a:lnTo>
                    <a:pt x="15227" y="396125"/>
                  </a:lnTo>
                  <a:lnTo>
                    <a:pt x="3909" y="349811"/>
                  </a:lnTo>
                  <a:lnTo>
                    <a:pt x="0" y="30098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0108328" y="3220405"/>
              <a:ext cx="684530" cy="256540"/>
            </a:xfrm>
            <a:custGeom>
              <a:avLst/>
              <a:gdLst/>
              <a:ahLst/>
              <a:cxnLst/>
              <a:rect l="l" t="t" r="r" b="b"/>
              <a:pathLst>
                <a:path w="684529" h="256539">
                  <a:moveTo>
                    <a:pt x="684123" y="0"/>
                  </a:moveTo>
                  <a:lnTo>
                    <a:pt x="675865" y="41028"/>
                  </a:lnTo>
                  <a:lnTo>
                    <a:pt x="660534" y="79685"/>
                  </a:lnTo>
                  <a:lnTo>
                    <a:pt x="638720" y="115574"/>
                  </a:lnTo>
                  <a:lnTo>
                    <a:pt x="611015" y="148299"/>
                  </a:lnTo>
                  <a:lnTo>
                    <a:pt x="578009" y="177466"/>
                  </a:lnTo>
                  <a:lnTo>
                    <a:pt x="540296" y="202679"/>
                  </a:lnTo>
                  <a:lnTo>
                    <a:pt x="498466" y="223542"/>
                  </a:lnTo>
                  <a:lnTo>
                    <a:pt x="453110" y="239660"/>
                  </a:lnTo>
                  <a:lnTo>
                    <a:pt x="404820" y="250637"/>
                  </a:lnTo>
                  <a:lnTo>
                    <a:pt x="354187" y="256078"/>
                  </a:lnTo>
                  <a:lnTo>
                    <a:pt x="301802" y="255587"/>
                  </a:lnTo>
                  <a:lnTo>
                    <a:pt x="250842" y="249163"/>
                  </a:lnTo>
                  <a:lnTo>
                    <a:pt x="202561" y="237219"/>
                  </a:lnTo>
                  <a:lnTo>
                    <a:pt x="157509" y="220173"/>
                  </a:lnTo>
                  <a:lnTo>
                    <a:pt x="116239" y="198443"/>
                  </a:lnTo>
                  <a:lnTo>
                    <a:pt x="79302" y="172449"/>
                  </a:lnTo>
                  <a:lnTo>
                    <a:pt x="47249" y="142609"/>
                  </a:lnTo>
                  <a:lnTo>
                    <a:pt x="20631" y="109340"/>
                  </a:lnTo>
                  <a:lnTo>
                    <a:pt x="0" y="73063"/>
                  </a:lnTo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0075543" y="3232415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4">
                  <a:moveTo>
                    <a:pt x="13944" y="0"/>
                  </a:moveTo>
                  <a:lnTo>
                    <a:pt x="0" y="84048"/>
                  </a:lnTo>
                  <a:lnTo>
                    <a:pt x="72809" y="61582"/>
                  </a:lnTo>
                  <a:lnTo>
                    <a:pt x="13944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1132024" y="2483254"/>
              <a:ext cx="354965" cy="294640"/>
            </a:xfrm>
            <a:custGeom>
              <a:avLst/>
              <a:gdLst/>
              <a:ahLst/>
              <a:cxnLst/>
              <a:rect l="l" t="t" r="r" b="b"/>
              <a:pathLst>
                <a:path w="354965" h="294639">
                  <a:moveTo>
                    <a:pt x="5620" y="215131"/>
                  </a:moveTo>
                  <a:lnTo>
                    <a:pt x="0" y="164788"/>
                  </a:lnTo>
                  <a:lnTo>
                    <a:pt x="6750" y="117585"/>
                  </a:lnTo>
                  <a:lnTo>
                    <a:pt x="24654" y="75562"/>
                  </a:lnTo>
                  <a:lnTo>
                    <a:pt x="52496" y="40761"/>
                  </a:lnTo>
                  <a:lnTo>
                    <a:pt x="89059" y="15221"/>
                  </a:lnTo>
                  <a:lnTo>
                    <a:pt x="133128" y="983"/>
                  </a:lnTo>
                  <a:lnTo>
                    <a:pt x="180360" y="0"/>
                  </a:lnTo>
                  <a:lnTo>
                    <a:pt x="225840" y="11863"/>
                  </a:lnTo>
                  <a:lnTo>
                    <a:pt x="267510" y="35078"/>
                  </a:lnTo>
                  <a:lnTo>
                    <a:pt x="303310" y="68149"/>
                  </a:lnTo>
                  <a:lnTo>
                    <a:pt x="331181" y="109581"/>
                  </a:lnTo>
                  <a:lnTo>
                    <a:pt x="349066" y="157879"/>
                  </a:lnTo>
                  <a:lnTo>
                    <a:pt x="354384" y="194379"/>
                  </a:lnTo>
                  <a:lnTo>
                    <a:pt x="353066" y="229945"/>
                  </a:lnTo>
                  <a:lnTo>
                    <a:pt x="345405" y="263664"/>
                  </a:lnTo>
                  <a:lnTo>
                    <a:pt x="331692" y="29462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1422043" y="2743290"/>
              <a:ext cx="79375" cy="82550"/>
            </a:xfrm>
            <a:custGeom>
              <a:avLst/>
              <a:gdLst/>
              <a:ahLst/>
              <a:cxnLst/>
              <a:rect l="l" t="t" r="r" b="b"/>
              <a:pathLst>
                <a:path w="79375" h="82550">
                  <a:moveTo>
                    <a:pt x="21259" y="0"/>
                  </a:moveTo>
                  <a:lnTo>
                    <a:pt x="0" y="82499"/>
                  </a:lnTo>
                  <a:lnTo>
                    <a:pt x="78752" y="50012"/>
                  </a:lnTo>
                  <a:lnTo>
                    <a:pt x="212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0087864" y="2645432"/>
              <a:ext cx="684530" cy="257175"/>
            </a:xfrm>
            <a:custGeom>
              <a:avLst/>
              <a:gdLst/>
              <a:ahLst/>
              <a:cxnLst/>
              <a:rect l="l" t="t" r="r" b="b"/>
              <a:pathLst>
                <a:path w="684529" h="257175">
                  <a:moveTo>
                    <a:pt x="0" y="256832"/>
                  </a:moveTo>
                  <a:lnTo>
                    <a:pt x="8244" y="215688"/>
                  </a:lnTo>
                  <a:lnTo>
                    <a:pt x="23563" y="176922"/>
                  </a:lnTo>
                  <a:lnTo>
                    <a:pt x="45367" y="140931"/>
                  </a:lnTo>
                  <a:lnTo>
                    <a:pt x="73063" y="108112"/>
                  </a:lnTo>
                  <a:lnTo>
                    <a:pt x="106060" y="78861"/>
                  </a:lnTo>
                  <a:lnTo>
                    <a:pt x="143766" y="53573"/>
                  </a:lnTo>
                  <a:lnTo>
                    <a:pt x="185591" y="32647"/>
                  </a:lnTo>
                  <a:lnTo>
                    <a:pt x="230942" y="16479"/>
                  </a:lnTo>
                  <a:lnTo>
                    <a:pt x="279229" y="5464"/>
                  </a:lnTo>
                  <a:lnTo>
                    <a:pt x="329860" y="0"/>
                  </a:lnTo>
                  <a:lnTo>
                    <a:pt x="382244" y="482"/>
                  </a:lnTo>
                  <a:lnTo>
                    <a:pt x="433291" y="6929"/>
                  </a:lnTo>
                  <a:lnTo>
                    <a:pt x="481649" y="18929"/>
                  </a:lnTo>
                  <a:lnTo>
                    <a:pt x="526765" y="36061"/>
                  </a:lnTo>
                  <a:lnTo>
                    <a:pt x="568085" y="57904"/>
                  </a:lnTo>
                  <a:lnTo>
                    <a:pt x="605055" y="84034"/>
                  </a:lnTo>
                  <a:lnTo>
                    <a:pt x="637121" y="114030"/>
                  </a:lnTo>
                  <a:lnTo>
                    <a:pt x="663729" y="147471"/>
                  </a:lnTo>
                  <a:lnTo>
                    <a:pt x="684326" y="18393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0732099" y="2806232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5">
                  <a:moveTo>
                    <a:pt x="72859" y="0"/>
                  </a:moveTo>
                  <a:lnTo>
                    <a:pt x="0" y="22313"/>
                  </a:lnTo>
                  <a:lnTo>
                    <a:pt x="58750" y="84023"/>
                  </a:lnTo>
                  <a:lnTo>
                    <a:pt x="728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10278579" y="2359919"/>
            <a:ext cx="2527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𝑎,</a:t>
            </a:r>
            <a:r>
              <a:rPr dirty="0" sz="1200" spc="-50">
                <a:latin typeface="Cambria Math"/>
                <a:cs typeface="Cambria Math"/>
              </a:rPr>
              <a:t> 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0382792" y="3468772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C00000"/>
                </a:solidFill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6272593" y="4049077"/>
            <a:ext cx="445770" cy="427355"/>
            <a:chOff x="6272593" y="4049077"/>
            <a:chExt cx="445770" cy="427355"/>
          </a:xfrm>
        </p:grpSpPr>
        <p:sp>
          <p:nvSpPr>
            <p:cNvPr id="40" name="object 40" descr=""/>
            <p:cNvSpPr/>
            <p:nvPr/>
          </p:nvSpPr>
          <p:spPr>
            <a:xfrm>
              <a:off x="6277355" y="4053840"/>
              <a:ext cx="436245" cy="417830"/>
            </a:xfrm>
            <a:custGeom>
              <a:avLst/>
              <a:gdLst/>
              <a:ahLst/>
              <a:cxnLst/>
              <a:rect l="l" t="t" r="r" b="b"/>
              <a:pathLst>
                <a:path w="436245" h="417829">
                  <a:moveTo>
                    <a:pt x="435864" y="0"/>
                  </a:moveTo>
                  <a:lnTo>
                    <a:pt x="0" y="0"/>
                  </a:lnTo>
                  <a:lnTo>
                    <a:pt x="0" y="417575"/>
                  </a:lnTo>
                  <a:lnTo>
                    <a:pt x="435864" y="417575"/>
                  </a:lnTo>
                  <a:lnTo>
                    <a:pt x="43586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6277355" y="4053840"/>
              <a:ext cx="436245" cy="417830"/>
            </a:xfrm>
            <a:custGeom>
              <a:avLst/>
              <a:gdLst/>
              <a:ahLst/>
              <a:cxnLst/>
              <a:rect l="l" t="t" r="r" b="b"/>
              <a:pathLst>
                <a:path w="436245" h="417829">
                  <a:moveTo>
                    <a:pt x="0" y="0"/>
                  </a:moveTo>
                  <a:lnTo>
                    <a:pt x="435864" y="0"/>
                  </a:lnTo>
                  <a:lnTo>
                    <a:pt x="435864" y="417575"/>
                  </a:lnTo>
                  <a:lnTo>
                    <a:pt x="0" y="41757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6392489" y="4080133"/>
            <a:ext cx="1981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7781290" y="5521197"/>
            <a:ext cx="890905" cy="898525"/>
            <a:chOff x="7781290" y="5521197"/>
            <a:chExt cx="890905" cy="898525"/>
          </a:xfrm>
        </p:grpSpPr>
        <p:sp>
          <p:nvSpPr>
            <p:cNvPr id="44" name="object 44" descr=""/>
            <p:cNvSpPr/>
            <p:nvPr/>
          </p:nvSpPr>
          <p:spPr>
            <a:xfrm>
              <a:off x="7787640" y="5527547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438912" y="0"/>
                  </a:moveTo>
                  <a:lnTo>
                    <a:pt x="391087" y="2597"/>
                  </a:lnTo>
                  <a:lnTo>
                    <a:pt x="344754" y="10211"/>
                  </a:lnTo>
                  <a:lnTo>
                    <a:pt x="300181" y="22569"/>
                  </a:lnTo>
                  <a:lnTo>
                    <a:pt x="257635" y="39404"/>
                  </a:lnTo>
                  <a:lnTo>
                    <a:pt x="217384" y="60443"/>
                  </a:lnTo>
                  <a:lnTo>
                    <a:pt x="179696" y="85418"/>
                  </a:lnTo>
                  <a:lnTo>
                    <a:pt x="144838" y="114058"/>
                  </a:lnTo>
                  <a:lnTo>
                    <a:pt x="113078" y="146093"/>
                  </a:lnTo>
                  <a:lnTo>
                    <a:pt x="84684" y="181254"/>
                  </a:lnTo>
                  <a:lnTo>
                    <a:pt x="59924" y="219269"/>
                  </a:lnTo>
                  <a:lnTo>
                    <a:pt x="39065" y="259870"/>
                  </a:lnTo>
                  <a:lnTo>
                    <a:pt x="22375" y="302785"/>
                  </a:lnTo>
                  <a:lnTo>
                    <a:pt x="10123" y="347746"/>
                  </a:lnTo>
                  <a:lnTo>
                    <a:pt x="2575" y="394481"/>
                  </a:lnTo>
                  <a:lnTo>
                    <a:pt x="0" y="442721"/>
                  </a:lnTo>
                  <a:lnTo>
                    <a:pt x="2575" y="490962"/>
                  </a:lnTo>
                  <a:lnTo>
                    <a:pt x="10123" y="537697"/>
                  </a:lnTo>
                  <a:lnTo>
                    <a:pt x="22375" y="582658"/>
                  </a:lnTo>
                  <a:lnTo>
                    <a:pt x="39065" y="625573"/>
                  </a:lnTo>
                  <a:lnTo>
                    <a:pt x="59924" y="666174"/>
                  </a:lnTo>
                  <a:lnTo>
                    <a:pt x="84684" y="704189"/>
                  </a:lnTo>
                  <a:lnTo>
                    <a:pt x="113078" y="739350"/>
                  </a:lnTo>
                  <a:lnTo>
                    <a:pt x="144838" y="771385"/>
                  </a:lnTo>
                  <a:lnTo>
                    <a:pt x="179696" y="800025"/>
                  </a:lnTo>
                  <a:lnTo>
                    <a:pt x="217384" y="825000"/>
                  </a:lnTo>
                  <a:lnTo>
                    <a:pt x="257635" y="846039"/>
                  </a:lnTo>
                  <a:lnTo>
                    <a:pt x="300181" y="862874"/>
                  </a:lnTo>
                  <a:lnTo>
                    <a:pt x="344754" y="875232"/>
                  </a:lnTo>
                  <a:lnTo>
                    <a:pt x="391087" y="882846"/>
                  </a:lnTo>
                  <a:lnTo>
                    <a:pt x="438912" y="885443"/>
                  </a:lnTo>
                  <a:lnTo>
                    <a:pt x="486736" y="882846"/>
                  </a:lnTo>
                  <a:lnTo>
                    <a:pt x="533069" y="875232"/>
                  </a:lnTo>
                  <a:lnTo>
                    <a:pt x="577642" y="862874"/>
                  </a:lnTo>
                  <a:lnTo>
                    <a:pt x="620188" y="846039"/>
                  </a:lnTo>
                  <a:lnTo>
                    <a:pt x="660439" y="825000"/>
                  </a:lnTo>
                  <a:lnTo>
                    <a:pt x="698127" y="800025"/>
                  </a:lnTo>
                  <a:lnTo>
                    <a:pt x="732985" y="771385"/>
                  </a:lnTo>
                  <a:lnTo>
                    <a:pt x="764745" y="739350"/>
                  </a:lnTo>
                  <a:lnTo>
                    <a:pt x="793139" y="704189"/>
                  </a:lnTo>
                  <a:lnTo>
                    <a:pt x="817899" y="666174"/>
                  </a:lnTo>
                  <a:lnTo>
                    <a:pt x="838758" y="625573"/>
                  </a:lnTo>
                  <a:lnTo>
                    <a:pt x="855448" y="582658"/>
                  </a:lnTo>
                  <a:lnTo>
                    <a:pt x="867700" y="537697"/>
                  </a:lnTo>
                  <a:lnTo>
                    <a:pt x="875248" y="490962"/>
                  </a:lnTo>
                  <a:lnTo>
                    <a:pt x="877824" y="442721"/>
                  </a:lnTo>
                  <a:lnTo>
                    <a:pt x="875248" y="394481"/>
                  </a:lnTo>
                  <a:lnTo>
                    <a:pt x="867700" y="347746"/>
                  </a:lnTo>
                  <a:lnTo>
                    <a:pt x="855448" y="302785"/>
                  </a:lnTo>
                  <a:lnTo>
                    <a:pt x="838758" y="259870"/>
                  </a:lnTo>
                  <a:lnTo>
                    <a:pt x="817899" y="219269"/>
                  </a:lnTo>
                  <a:lnTo>
                    <a:pt x="793139" y="181254"/>
                  </a:lnTo>
                  <a:lnTo>
                    <a:pt x="764745" y="146093"/>
                  </a:lnTo>
                  <a:lnTo>
                    <a:pt x="732985" y="114058"/>
                  </a:lnTo>
                  <a:lnTo>
                    <a:pt x="698127" y="85418"/>
                  </a:lnTo>
                  <a:lnTo>
                    <a:pt x="660439" y="60443"/>
                  </a:lnTo>
                  <a:lnTo>
                    <a:pt x="620188" y="39404"/>
                  </a:lnTo>
                  <a:lnTo>
                    <a:pt x="577642" y="22569"/>
                  </a:lnTo>
                  <a:lnTo>
                    <a:pt x="533069" y="10211"/>
                  </a:lnTo>
                  <a:lnTo>
                    <a:pt x="486736" y="2597"/>
                  </a:lnTo>
                  <a:lnTo>
                    <a:pt x="4389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7787640" y="5527547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0" y="442721"/>
                  </a:moveTo>
                  <a:lnTo>
                    <a:pt x="2575" y="394481"/>
                  </a:lnTo>
                  <a:lnTo>
                    <a:pt x="10123" y="347746"/>
                  </a:lnTo>
                  <a:lnTo>
                    <a:pt x="22375" y="302785"/>
                  </a:lnTo>
                  <a:lnTo>
                    <a:pt x="39065" y="259870"/>
                  </a:lnTo>
                  <a:lnTo>
                    <a:pt x="59924" y="219269"/>
                  </a:lnTo>
                  <a:lnTo>
                    <a:pt x="84684" y="181254"/>
                  </a:lnTo>
                  <a:lnTo>
                    <a:pt x="113078" y="146093"/>
                  </a:lnTo>
                  <a:lnTo>
                    <a:pt x="144838" y="114058"/>
                  </a:lnTo>
                  <a:lnTo>
                    <a:pt x="179696" y="85418"/>
                  </a:lnTo>
                  <a:lnTo>
                    <a:pt x="217384" y="60443"/>
                  </a:lnTo>
                  <a:lnTo>
                    <a:pt x="257635" y="39404"/>
                  </a:lnTo>
                  <a:lnTo>
                    <a:pt x="300181" y="22569"/>
                  </a:lnTo>
                  <a:lnTo>
                    <a:pt x="344754" y="10211"/>
                  </a:lnTo>
                  <a:lnTo>
                    <a:pt x="391087" y="2597"/>
                  </a:lnTo>
                  <a:lnTo>
                    <a:pt x="438912" y="0"/>
                  </a:lnTo>
                  <a:lnTo>
                    <a:pt x="486736" y="2597"/>
                  </a:lnTo>
                  <a:lnTo>
                    <a:pt x="533069" y="10211"/>
                  </a:lnTo>
                  <a:lnTo>
                    <a:pt x="577642" y="22569"/>
                  </a:lnTo>
                  <a:lnTo>
                    <a:pt x="620188" y="39404"/>
                  </a:lnTo>
                  <a:lnTo>
                    <a:pt x="660439" y="60443"/>
                  </a:lnTo>
                  <a:lnTo>
                    <a:pt x="698127" y="85418"/>
                  </a:lnTo>
                  <a:lnTo>
                    <a:pt x="732985" y="114058"/>
                  </a:lnTo>
                  <a:lnTo>
                    <a:pt x="764745" y="146093"/>
                  </a:lnTo>
                  <a:lnTo>
                    <a:pt x="793139" y="181254"/>
                  </a:lnTo>
                  <a:lnTo>
                    <a:pt x="817899" y="219269"/>
                  </a:lnTo>
                  <a:lnTo>
                    <a:pt x="838758" y="259870"/>
                  </a:lnTo>
                  <a:lnTo>
                    <a:pt x="855448" y="302785"/>
                  </a:lnTo>
                  <a:lnTo>
                    <a:pt x="867700" y="347746"/>
                  </a:lnTo>
                  <a:lnTo>
                    <a:pt x="875248" y="394481"/>
                  </a:lnTo>
                  <a:lnTo>
                    <a:pt x="877824" y="442721"/>
                  </a:lnTo>
                  <a:lnTo>
                    <a:pt x="875248" y="490962"/>
                  </a:lnTo>
                  <a:lnTo>
                    <a:pt x="867700" y="537697"/>
                  </a:lnTo>
                  <a:lnTo>
                    <a:pt x="855448" y="582658"/>
                  </a:lnTo>
                  <a:lnTo>
                    <a:pt x="838758" y="625573"/>
                  </a:lnTo>
                  <a:lnTo>
                    <a:pt x="817899" y="666174"/>
                  </a:lnTo>
                  <a:lnTo>
                    <a:pt x="793139" y="704189"/>
                  </a:lnTo>
                  <a:lnTo>
                    <a:pt x="764745" y="739350"/>
                  </a:lnTo>
                  <a:lnTo>
                    <a:pt x="732985" y="771385"/>
                  </a:lnTo>
                  <a:lnTo>
                    <a:pt x="698127" y="800025"/>
                  </a:lnTo>
                  <a:lnTo>
                    <a:pt x="660439" y="825000"/>
                  </a:lnTo>
                  <a:lnTo>
                    <a:pt x="620188" y="846039"/>
                  </a:lnTo>
                  <a:lnTo>
                    <a:pt x="577642" y="862874"/>
                  </a:lnTo>
                  <a:lnTo>
                    <a:pt x="533069" y="875232"/>
                  </a:lnTo>
                  <a:lnTo>
                    <a:pt x="486736" y="882846"/>
                  </a:lnTo>
                  <a:lnTo>
                    <a:pt x="438912" y="885443"/>
                  </a:lnTo>
                  <a:lnTo>
                    <a:pt x="391087" y="882846"/>
                  </a:lnTo>
                  <a:lnTo>
                    <a:pt x="344754" y="875232"/>
                  </a:lnTo>
                  <a:lnTo>
                    <a:pt x="300181" y="862874"/>
                  </a:lnTo>
                  <a:lnTo>
                    <a:pt x="257635" y="846039"/>
                  </a:lnTo>
                  <a:lnTo>
                    <a:pt x="217384" y="825000"/>
                  </a:lnTo>
                  <a:lnTo>
                    <a:pt x="179696" y="800025"/>
                  </a:lnTo>
                  <a:lnTo>
                    <a:pt x="144838" y="771385"/>
                  </a:lnTo>
                  <a:lnTo>
                    <a:pt x="113078" y="739350"/>
                  </a:lnTo>
                  <a:lnTo>
                    <a:pt x="84684" y="704189"/>
                  </a:lnTo>
                  <a:lnTo>
                    <a:pt x="59924" y="666174"/>
                  </a:lnTo>
                  <a:lnTo>
                    <a:pt x="39065" y="625573"/>
                  </a:lnTo>
                  <a:lnTo>
                    <a:pt x="22375" y="582658"/>
                  </a:lnTo>
                  <a:lnTo>
                    <a:pt x="10123" y="537697"/>
                  </a:lnTo>
                  <a:lnTo>
                    <a:pt x="2575" y="490962"/>
                  </a:lnTo>
                  <a:lnTo>
                    <a:pt x="0" y="4427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 txBox="1"/>
          <p:nvPr/>
        </p:nvSpPr>
        <p:spPr>
          <a:xfrm>
            <a:off x="7943843" y="5831324"/>
            <a:ext cx="5111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0</a:t>
            </a:r>
            <a:r>
              <a:rPr dirty="0" baseline="-14492" sz="1725" spc="11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47" name="object 47" descr=""/>
          <p:cNvGrpSpPr/>
          <p:nvPr/>
        </p:nvGrpSpPr>
        <p:grpSpPr>
          <a:xfrm>
            <a:off x="10305033" y="4039870"/>
            <a:ext cx="890905" cy="898525"/>
            <a:chOff x="10305033" y="4039870"/>
            <a:chExt cx="890905" cy="898525"/>
          </a:xfrm>
        </p:grpSpPr>
        <p:sp>
          <p:nvSpPr>
            <p:cNvPr id="48" name="object 48" descr=""/>
            <p:cNvSpPr/>
            <p:nvPr/>
          </p:nvSpPr>
          <p:spPr>
            <a:xfrm>
              <a:off x="10311383" y="4046220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438912" y="0"/>
                  </a:moveTo>
                  <a:lnTo>
                    <a:pt x="391087" y="2597"/>
                  </a:lnTo>
                  <a:lnTo>
                    <a:pt x="344754" y="10211"/>
                  </a:lnTo>
                  <a:lnTo>
                    <a:pt x="300181" y="22569"/>
                  </a:lnTo>
                  <a:lnTo>
                    <a:pt x="257635" y="39404"/>
                  </a:lnTo>
                  <a:lnTo>
                    <a:pt x="217384" y="60443"/>
                  </a:lnTo>
                  <a:lnTo>
                    <a:pt x="179696" y="85418"/>
                  </a:lnTo>
                  <a:lnTo>
                    <a:pt x="144838" y="114058"/>
                  </a:lnTo>
                  <a:lnTo>
                    <a:pt x="113078" y="146093"/>
                  </a:lnTo>
                  <a:lnTo>
                    <a:pt x="84684" y="181254"/>
                  </a:lnTo>
                  <a:lnTo>
                    <a:pt x="59924" y="219269"/>
                  </a:lnTo>
                  <a:lnTo>
                    <a:pt x="39065" y="259870"/>
                  </a:lnTo>
                  <a:lnTo>
                    <a:pt x="22375" y="302785"/>
                  </a:lnTo>
                  <a:lnTo>
                    <a:pt x="10123" y="347746"/>
                  </a:lnTo>
                  <a:lnTo>
                    <a:pt x="2575" y="394481"/>
                  </a:lnTo>
                  <a:lnTo>
                    <a:pt x="0" y="442721"/>
                  </a:lnTo>
                  <a:lnTo>
                    <a:pt x="2575" y="490962"/>
                  </a:lnTo>
                  <a:lnTo>
                    <a:pt x="10123" y="537697"/>
                  </a:lnTo>
                  <a:lnTo>
                    <a:pt x="22375" y="582658"/>
                  </a:lnTo>
                  <a:lnTo>
                    <a:pt x="39065" y="625573"/>
                  </a:lnTo>
                  <a:lnTo>
                    <a:pt x="59924" y="666174"/>
                  </a:lnTo>
                  <a:lnTo>
                    <a:pt x="84684" y="704189"/>
                  </a:lnTo>
                  <a:lnTo>
                    <a:pt x="113078" y="739350"/>
                  </a:lnTo>
                  <a:lnTo>
                    <a:pt x="144838" y="771385"/>
                  </a:lnTo>
                  <a:lnTo>
                    <a:pt x="179696" y="800025"/>
                  </a:lnTo>
                  <a:lnTo>
                    <a:pt x="217384" y="825000"/>
                  </a:lnTo>
                  <a:lnTo>
                    <a:pt x="257635" y="846039"/>
                  </a:lnTo>
                  <a:lnTo>
                    <a:pt x="300181" y="862874"/>
                  </a:lnTo>
                  <a:lnTo>
                    <a:pt x="344754" y="875232"/>
                  </a:lnTo>
                  <a:lnTo>
                    <a:pt x="391087" y="882846"/>
                  </a:lnTo>
                  <a:lnTo>
                    <a:pt x="438912" y="885443"/>
                  </a:lnTo>
                  <a:lnTo>
                    <a:pt x="486736" y="882846"/>
                  </a:lnTo>
                  <a:lnTo>
                    <a:pt x="533069" y="875232"/>
                  </a:lnTo>
                  <a:lnTo>
                    <a:pt x="577642" y="862874"/>
                  </a:lnTo>
                  <a:lnTo>
                    <a:pt x="620188" y="846039"/>
                  </a:lnTo>
                  <a:lnTo>
                    <a:pt x="660439" y="825000"/>
                  </a:lnTo>
                  <a:lnTo>
                    <a:pt x="698127" y="800025"/>
                  </a:lnTo>
                  <a:lnTo>
                    <a:pt x="732985" y="771385"/>
                  </a:lnTo>
                  <a:lnTo>
                    <a:pt x="764745" y="739350"/>
                  </a:lnTo>
                  <a:lnTo>
                    <a:pt x="793139" y="704189"/>
                  </a:lnTo>
                  <a:lnTo>
                    <a:pt x="817899" y="666174"/>
                  </a:lnTo>
                  <a:lnTo>
                    <a:pt x="838758" y="625573"/>
                  </a:lnTo>
                  <a:lnTo>
                    <a:pt x="855448" y="582658"/>
                  </a:lnTo>
                  <a:lnTo>
                    <a:pt x="867700" y="537697"/>
                  </a:lnTo>
                  <a:lnTo>
                    <a:pt x="875248" y="490962"/>
                  </a:lnTo>
                  <a:lnTo>
                    <a:pt x="877824" y="442721"/>
                  </a:lnTo>
                  <a:lnTo>
                    <a:pt x="875248" y="394481"/>
                  </a:lnTo>
                  <a:lnTo>
                    <a:pt x="867700" y="347746"/>
                  </a:lnTo>
                  <a:lnTo>
                    <a:pt x="855448" y="302785"/>
                  </a:lnTo>
                  <a:lnTo>
                    <a:pt x="838758" y="259870"/>
                  </a:lnTo>
                  <a:lnTo>
                    <a:pt x="817899" y="219269"/>
                  </a:lnTo>
                  <a:lnTo>
                    <a:pt x="793139" y="181254"/>
                  </a:lnTo>
                  <a:lnTo>
                    <a:pt x="764745" y="146093"/>
                  </a:lnTo>
                  <a:lnTo>
                    <a:pt x="732985" y="114058"/>
                  </a:lnTo>
                  <a:lnTo>
                    <a:pt x="698127" y="85418"/>
                  </a:lnTo>
                  <a:lnTo>
                    <a:pt x="660439" y="60443"/>
                  </a:lnTo>
                  <a:lnTo>
                    <a:pt x="620188" y="39404"/>
                  </a:lnTo>
                  <a:lnTo>
                    <a:pt x="577642" y="22569"/>
                  </a:lnTo>
                  <a:lnTo>
                    <a:pt x="533069" y="10211"/>
                  </a:lnTo>
                  <a:lnTo>
                    <a:pt x="486736" y="2597"/>
                  </a:lnTo>
                  <a:lnTo>
                    <a:pt x="4389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0311383" y="4046220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0" y="442721"/>
                  </a:moveTo>
                  <a:lnTo>
                    <a:pt x="2575" y="394481"/>
                  </a:lnTo>
                  <a:lnTo>
                    <a:pt x="10123" y="347746"/>
                  </a:lnTo>
                  <a:lnTo>
                    <a:pt x="22375" y="302785"/>
                  </a:lnTo>
                  <a:lnTo>
                    <a:pt x="39065" y="259870"/>
                  </a:lnTo>
                  <a:lnTo>
                    <a:pt x="59924" y="219269"/>
                  </a:lnTo>
                  <a:lnTo>
                    <a:pt x="84684" y="181254"/>
                  </a:lnTo>
                  <a:lnTo>
                    <a:pt x="113078" y="146093"/>
                  </a:lnTo>
                  <a:lnTo>
                    <a:pt x="144838" y="114058"/>
                  </a:lnTo>
                  <a:lnTo>
                    <a:pt x="179696" y="85418"/>
                  </a:lnTo>
                  <a:lnTo>
                    <a:pt x="217384" y="60443"/>
                  </a:lnTo>
                  <a:lnTo>
                    <a:pt x="257635" y="39404"/>
                  </a:lnTo>
                  <a:lnTo>
                    <a:pt x="300181" y="22569"/>
                  </a:lnTo>
                  <a:lnTo>
                    <a:pt x="344754" y="10211"/>
                  </a:lnTo>
                  <a:lnTo>
                    <a:pt x="391087" y="2597"/>
                  </a:lnTo>
                  <a:lnTo>
                    <a:pt x="438912" y="0"/>
                  </a:lnTo>
                  <a:lnTo>
                    <a:pt x="486736" y="2597"/>
                  </a:lnTo>
                  <a:lnTo>
                    <a:pt x="533069" y="10211"/>
                  </a:lnTo>
                  <a:lnTo>
                    <a:pt x="577642" y="22569"/>
                  </a:lnTo>
                  <a:lnTo>
                    <a:pt x="620188" y="39404"/>
                  </a:lnTo>
                  <a:lnTo>
                    <a:pt x="660439" y="60443"/>
                  </a:lnTo>
                  <a:lnTo>
                    <a:pt x="698127" y="85418"/>
                  </a:lnTo>
                  <a:lnTo>
                    <a:pt x="732985" y="114058"/>
                  </a:lnTo>
                  <a:lnTo>
                    <a:pt x="764745" y="146093"/>
                  </a:lnTo>
                  <a:lnTo>
                    <a:pt x="793139" y="181254"/>
                  </a:lnTo>
                  <a:lnTo>
                    <a:pt x="817899" y="219269"/>
                  </a:lnTo>
                  <a:lnTo>
                    <a:pt x="838758" y="259870"/>
                  </a:lnTo>
                  <a:lnTo>
                    <a:pt x="855448" y="302785"/>
                  </a:lnTo>
                  <a:lnTo>
                    <a:pt x="867700" y="347746"/>
                  </a:lnTo>
                  <a:lnTo>
                    <a:pt x="875248" y="394481"/>
                  </a:lnTo>
                  <a:lnTo>
                    <a:pt x="877824" y="442721"/>
                  </a:lnTo>
                  <a:lnTo>
                    <a:pt x="875248" y="490962"/>
                  </a:lnTo>
                  <a:lnTo>
                    <a:pt x="867700" y="537697"/>
                  </a:lnTo>
                  <a:lnTo>
                    <a:pt x="855448" y="582658"/>
                  </a:lnTo>
                  <a:lnTo>
                    <a:pt x="838758" y="625573"/>
                  </a:lnTo>
                  <a:lnTo>
                    <a:pt x="817899" y="666174"/>
                  </a:lnTo>
                  <a:lnTo>
                    <a:pt x="793139" y="704189"/>
                  </a:lnTo>
                  <a:lnTo>
                    <a:pt x="764745" y="739350"/>
                  </a:lnTo>
                  <a:lnTo>
                    <a:pt x="732985" y="771385"/>
                  </a:lnTo>
                  <a:lnTo>
                    <a:pt x="698127" y="800025"/>
                  </a:lnTo>
                  <a:lnTo>
                    <a:pt x="660439" y="825000"/>
                  </a:lnTo>
                  <a:lnTo>
                    <a:pt x="620188" y="846039"/>
                  </a:lnTo>
                  <a:lnTo>
                    <a:pt x="577642" y="862874"/>
                  </a:lnTo>
                  <a:lnTo>
                    <a:pt x="533069" y="875232"/>
                  </a:lnTo>
                  <a:lnTo>
                    <a:pt x="486736" y="882846"/>
                  </a:lnTo>
                  <a:lnTo>
                    <a:pt x="438912" y="885443"/>
                  </a:lnTo>
                  <a:lnTo>
                    <a:pt x="391087" y="882846"/>
                  </a:lnTo>
                  <a:lnTo>
                    <a:pt x="344754" y="875232"/>
                  </a:lnTo>
                  <a:lnTo>
                    <a:pt x="300181" y="862874"/>
                  </a:lnTo>
                  <a:lnTo>
                    <a:pt x="257635" y="846039"/>
                  </a:lnTo>
                  <a:lnTo>
                    <a:pt x="217384" y="825000"/>
                  </a:lnTo>
                  <a:lnTo>
                    <a:pt x="179696" y="800025"/>
                  </a:lnTo>
                  <a:lnTo>
                    <a:pt x="144838" y="771385"/>
                  </a:lnTo>
                  <a:lnTo>
                    <a:pt x="113078" y="739350"/>
                  </a:lnTo>
                  <a:lnTo>
                    <a:pt x="84684" y="704189"/>
                  </a:lnTo>
                  <a:lnTo>
                    <a:pt x="59924" y="666174"/>
                  </a:lnTo>
                  <a:lnTo>
                    <a:pt x="39065" y="625573"/>
                  </a:lnTo>
                  <a:lnTo>
                    <a:pt x="22375" y="582658"/>
                  </a:lnTo>
                  <a:lnTo>
                    <a:pt x="10123" y="537697"/>
                  </a:lnTo>
                  <a:lnTo>
                    <a:pt x="2575" y="490962"/>
                  </a:lnTo>
                  <a:lnTo>
                    <a:pt x="0" y="4427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 descr=""/>
          <p:cNvSpPr txBox="1"/>
          <p:nvPr/>
        </p:nvSpPr>
        <p:spPr>
          <a:xfrm>
            <a:off x="10467945" y="4349723"/>
            <a:ext cx="5111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1</a:t>
            </a:r>
            <a:r>
              <a:rPr dirty="0" baseline="-14492" sz="1725" spc="5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51" name="object 51" descr=""/>
          <p:cNvGrpSpPr/>
          <p:nvPr/>
        </p:nvGrpSpPr>
        <p:grpSpPr>
          <a:xfrm>
            <a:off x="10343133" y="5509005"/>
            <a:ext cx="889000" cy="896619"/>
            <a:chOff x="10343133" y="5509005"/>
            <a:chExt cx="889000" cy="896619"/>
          </a:xfrm>
        </p:grpSpPr>
        <p:sp>
          <p:nvSpPr>
            <p:cNvPr id="52" name="object 52" descr=""/>
            <p:cNvSpPr/>
            <p:nvPr/>
          </p:nvSpPr>
          <p:spPr>
            <a:xfrm>
              <a:off x="10349483" y="5515355"/>
              <a:ext cx="876300" cy="883919"/>
            </a:xfrm>
            <a:custGeom>
              <a:avLst/>
              <a:gdLst/>
              <a:ahLst/>
              <a:cxnLst/>
              <a:rect l="l" t="t" r="r" b="b"/>
              <a:pathLst>
                <a:path w="876300" h="883920">
                  <a:moveTo>
                    <a:pt x="438150" y="0"/>
                  </a:moveTo>
                  <a:lnTo>
                    <a:pt x="390408" y="2593"/>
                  </a:lnTo>
                  <a:lnTo>
                    <a:pt x="344155" y="10193"/>
                  </a:lnTo>
                  <a:lnTo>
                    <a:pt x="299659" y="22530"/>
                  </a:lnTo>
                  <a:lnTo>
                    <a:pt x="257187" y="39335"/>
                  </a:lnTo>
                  <a:lnTo>
                    <a:pt x="217006" y="60339"/>
                  </a:lnTo>
                  <a:lnTo>
                    <a:pt x="179383" y="85270"/>
                  </a:lnTo>
                  <a:lnTo>
                    <a:pt x="144585" y="113861"/>
                  </a:lnTo>
                  <a:lnTo>
                    <a:pt x="112881" y="145841"/>
                  </a:lnTo>
                  <a:lnTo>
                    <a:pt x="84536" y="180941"/>
                  </a:lnTo>
                  <a:lnTo>
                    <a:pt x="59819" y="218891"/>
                  </a:lnTo>
                  <a:lnTo>
                    <a:pt x="38997" y="259422"/>
                  </a:lnTo>
                  <a:lnTo>
                    <a:pt x="22336" y="302264"/>
                  </a:lnTo>
                  <a:lnTo>
                    <a:pt x="10105" y="347147"/>
                  </a:lnTo>
                  <a:lnTo>
                    <a:pt x="2570" y="393802"/>
                  </a:lnTo>
                  <a:lnTo>
                    <a:pt x="0" y="441960"/>
                  </a:lnTo>
                  <a:lnTo>
                    <a:pt x="2570" y="490115"/>
                  </a:lnTo>
                  <a:lnTo>
                    <a:pt x="10105" y="536768"/>
                  </a:lnTo>
                  <a:lnTo>
                    <a:pt x="22336" y="581651"/>
                  </a:lnTo>
                  <a:lnTo>
                    <a:pt x="38997" y="624492"/>
                  </a:lnTo>
                  <a:lnTo>
                    <a:pt x="59819" y="665022"/>
                  </a:lnTo>
                  <a:lnTo>
                    <a:pt x="84536" y="702973"/>
                  </a:lnTo>
                  <a:lnTo>
                    <a:pt x="112881" y="738073"/>
                  </a:lnTo>
                  <a:lnTo>
                    <a:pt x="144585" y="770054"/>
                  </a:lnTo>
                  <a:lnTo>
                    <a:pt x="179383" y="798645"/>
                  </a:lnTo>
                  <a:lnTo>
                    <a:pt x="217006" y="823578"/>
                  </a:lnTo>
                  <a:lnTo>
                    <a:pt x="257187" y="844582"/>
                  </a:lnTo>
                  <a:lnTo>
                    <a:pt x="299659" y="861387"/>
                  </a:lnTo>
                  <a:lnTo>
                    <a:pt x="344155" y="873725"/>
                  </a:lnTo>
                  <a:lnTo>
                    <a:pt x="390408" y="881326"/>
                  </a:lnTo>
                  <a:lnTo>
                    <a:pt x="438150" y="883920"/>
                  </a:lnTo>
                  <a:lnTo>
                    <a:pt x="485891" y="881326"/>
                  </a:lnTo>
                  <a:lnTo>
                    <a:pt x="532144" y="873725"/>
                  </a:lnTo>
                  <a:lnTo>
                    <a:pt x="576640" y="861387"/>
                  </a:lnTo>
                  <a:lnTo>
                    <a:pt x="619112" y="844582"/>
                  </a:lnTo>
                  <a:lnTo>
                    <a:pt x="659293" y="823578"/>
                  </a:lnTo>
                  <a:lnTo>
                    <a:pt x="696916" y="798645"/>
                  </a:lnTo>
                  <a:lnTo>
                    <a:pt x="731714" y="770054"/>
                  </a:lnTo>
                  <a:lnTo>
                    <a:pt x="763418" y="738073"/>
                  </a:lnTo>
                  <a:lnTo>
                    <a:pt x="791763" y="702973"/>
                  </a:lnTo>
                  <a:lnTo>
                    <a:pt x="816480" y="665022"/>
                  </a:lnTo>
                  <a:lnTo>
                    <a:pt x="837302" y="624492"/>
                  </a:lnTo>
                  <a:lnTo>
                    <a:pt x="853963" y="581651"/>
                  </a:lnTo>
                  <a:lnTo>
                    <a:pt x="866194" y="536768"/>
                  </a:lnTo>
                  <a:lnTo>
                    <a:pt x="873729" y="490115"/>
                  </a:lnTo>
                  <a:lnTo>
                    <a:pt x="876300" y="441960"/>
                  </a:lnTo>
                  <a:lnTo>
                    <a:pt x="873729" y="393802"/>
                  </a:lnTo>
                  <a:lnTo>
                    <a:pt x="866194" y="347147"/>
                  </a:lnTo>
                  <a:lnTo>
                    <a:pt x="853963" y="302264"/>
                  </a:lnTo>
                  <a:lnTo>
                    <a:pt x="837302" y="259422"/>
                  </a:lnTo>
                  <a:lnTo>
                    <a:pt x="816480" y="218891"/>
                  </a:lnTo>
                  <a:lnTo>
                    <a:pt x="791763" y="180941"/>
                  </a:lnTo>
                  <a:lnTo>
                    <a:pt x="763418" y="145841"/>
                  </a:lnTo>
                  <a:lnTo>
                    <a:pt x="731714" y="113861"/>
                  </a:lnTo>
                  <a:lnTo>
                    <a:pt x="696916" y="85270"/>
                  </a:lnTo>
                  <a:lnTo>
                    <a:pt x="659293" y="60339"/>
                  </a:lnTo>
                  <a:lnTo>
                    <a:pt x="619112" y="39335"/>
                  </a:lnTo>
                  <a:lnTo>
                    <a:pt x="576640" y="22530"/>
                  </a:lnTo>
                  <a:lnTo>
                    <a:pt x="532144" y="10193"/>
                  </a:lnTo>
                  <a:lnTo>
                    <a:pt x="485891" y="2593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0349483" y="5515355"/>
              <a:ext cx="876300" cy="883919"/>
            </a:xfrm>
            <a:custGeom>
              <a:avLst/>
              <a:gdLst/>
              <a:ahLst/>
              <a:cxnLst/>
              <a:rect l="l" t="t" r="r" b="b"/>
              <a:pathLst>
                <a:path w="876300" h="883920">
                  <a:moveTo>
                    <a:pt x="0" y="441960"/>
                  </a:moveTo>
                  <a:lnTo>
                    <a:pt x="2570" y="393802"/>
                  </a:lnTo>
                  <a:lnTo>
                    <a:pt x="10105" y="347147"/>
                  </a:lnTo>
                  <a:lnTo>
                    <a:pt x="22336" y="302264"/>
                  </a:lnTo>
                  <a:lnTo>
                    <a:pt x="38997" y="259422"/>
                  </a:lnTo>
                  <a:lnTo>
                    <a:pt x="59819" y="218891"/>
                  </a:lnTo>
                  <a:lnTo>
                    <a:pt x="84536" y="180941"/>
                  </a:lnTo>
                  <a:lnTo>
                    <a:pt x="112881" y="145841"/>
                  </a:lnTo>
                  <a:lnTo>
                    <a:pt x="144585" y="113861"/>
                  </a:lnTo>
                  <a:lnTo>
                    <a:pt x="179383" y="85270"/>
                  </a:lnTo>
                  <a:lnTo>
                    <a:pt x="217006" y="60339"/>
                  </a:lnTo>
                  <a:lnTo>
                    <a:pt x="257187" y="39335"/>
                  </a:lnTo>
                  <a:lnTo>
                    <a:pt x="299659" y="22530"/>
                  </a:lnTo>
                  <a:lnTo>
                    <a:pt x="344155" y="10193"/>
                  </a:lnTo>
                  <a:lnTo>
                    <a:pt x="390408" y="2593"/>
                  </a:lnTo>
                  <a:lnTo>
                    <a:pt x="438150" y="0"/>
                  </a:lnTo>
                  <a:lnTo>
                    <a:pt x="485891" y="2593"/>
                  </a:lnTo>
                  <a:lnTo>
                    <a:pt x="532144" y="10193"/>
                  </a:lnTo>
                  <a:lnTo>
                    <a:pt x="576640" y="22530"/>
                  </a:lnTo>
                  <a:lnTo>
                    <a:pt x="619112" y="39335"/>
                  </a:lnTo>
                  <a:lnTo>
                    <a:pt x="659293" y="60339"/>
                  </a:lnTo>
                  <a:lnTo>
                    <a:pt x="696916" y="85270"/>
                  </a:lnTo>
                  <a:lnTo>
                    <a:pt x="731714" y="113861"/>
                  </a:lnTo>
                  <a:lnTo>
                    <a:pt x="763418" y="145841"/>
                  </a:lnTo>
                  <a:lnTo>
                    <a:pt x="791763" y="180941"/>
                  </a:lnTo>
                  <a:lnTo>
                    <a:pt x="816480" y="218891"/>
                  </a:lnTo>
                  <a:lnTo>
                    <a:pt x="837302" y="259422"/>
                  </a:lnTo>
                  <a:lnTo>
                    <a:pt x="853963" y="302264"/>
                  </a:lnTo>
                  <a:lnTo>
                    <a:pt x="866194" y="347147"/>
                  </a:lnTo>
                  <a:lnTo>
                    <a:pt x="873729" y="393802"/>
                  </a:lnTo>
                  <a:lnTo>
                    <a:pt x="876300" y="441960"/>
                  </a:lnTo>
                  <a:lnTo>
                    <a:pt x="873729" y="490115"/>
                  </a:lnTo>
                  <a:lnTo>
                    <a:pt x="866194" y="536768"/>
                  </a:lnTo>
                  <a:lnTo>
                    <a:pt x="853963" y="581651"/>
                  </a:lnTo>
                  <a:lnTo>
                    <a:pt x="837302" y="624492"/>
                  </a:lnTo>
                  <a:lnTo>
                    <a:pt x="816480" y="665022"/>
                  </a:lnTo>
                  <a:lnTo>
                    <a:pt x="791763" y="702973"/>
                  </a:lnTo>
                  <a:lnTo>
                    <a:pt x="763418" y="738073"/>
                  </a:lnTo>
                  <a:lnTo>
                    <a:pt x="731714" y="770054"/>
                  </a:lnTo>
                  <a:lnTo>
                    <a:pt x="696916" y="798645"/>
                  </a:lnTo>
                  <a:lnTo>
                    <a:pt x="659293" y="823578"/>
                  </a:lnTo>
                  <a:lnTo>
                    <a:pt x="619112" y="844582"/>
                  </a:lnTo>
                  <a:lnTo>
                    <a:pt x="576640" y="861387"/>
                  </a:lnTo>
                  <a:lnTo>
                    <a:pt x="532144" y="873725"/>
                  </a:lnTo>
                  <a:lnTo>
                    <a:pt x="485891" y="881326"/>
                  </a:lnTo>
                  <a:lnTo>
                    <a:pt x="438150" y="883920"/>
                  </a:lnTo>
                  <a:lnTo>
                    <a:pt x="390408" y="881326"/>
                  </a:lnTo>
                  <a:lnTo>
                    <a:pt x="344155" y="873725"/>
                  </a:lnTo>
                  <a:lnTo>
                    <a:pt x="299659" y="861387"/>
                  </a:lnTo>
                  <a:lnTo>
                    <a:pt x="257187" y="844582"/>
                  </a:lnTo>
                  <a:lnTo>
                    <a:pt x="217006" y="823578"/>
                  </a:lnTo>
                  <a:lnTo>
                    <a:pt x="179383" y="798645"/>
                  </a:lnTo>
                  <a:lnTo>
                    <a:pt x="144585" y="770054"/>
                  </a:lnTo>
                  <a:lnTo>
                    <a:pt x="112881" y="738073"/>
                  </a:lnTo>
                  <a:lnTo>
                    <a:pt x="84536" y="702973"/>
                  </a:lnTo>
                  <a:lnTo>
                    <a:pt x="59819" y="665022"/>
                  </a:lnTo>
                  <a:lnTo>
                    <a:pt x="38997" y="624492"/>
                  </a:lnTo>
                  <a:lnTo>
                    <a:pt x="22336" y="581651"/>
                  </a:lnTo>
                  <a:lnTo>
                    <a:pt x="10105" y="536768"/>
                  </a:lnTo>
                  <a:lnTo>
                    <a:pt x="2570" y="490115"/>
                  </a:lnTo>
                  <a:lnTo>
                    <a:pt x="0" y="44196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 descr=""/>
          <p:cNvSpPr txBox="1"/>
          <p:nvPr/>
        </p:nvSpPr>
        <p:spPr>
          <a:xfrm>
            <a:off x="10507571" y="5817833"/>
            <a:ext cx="5067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1</a:t>
            </a:r>
            <a:r>
              <a:rPr dirty="0" baseline="-14492" sz="1725" spc="5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55" name="object 55" descr=""/>
          <p:cNvGrpSpPr/>
          <p:nvPr/>
        </p:nvGrpSpPr>
        <p:grpSpPr>
          <a:xfrm>
            <a:off x="7781290" y="4058158"/>
            <a:ext cx="890905" cy="898525"/>
            <a:chOff x="7781290" y="4058158"/>
            <a:chExt cx="890905" cy="898525"/>
          </a:xfrm>
        </p:grpSpPr>
        <p:sp>
          <p:nvSpPr>
            <p:cNvPr id="56" name="object 56" descr=""/>
            <p:cNvSpPr/>
            <p:nvPr/>
          </p:nvSpPr>
          <p:spPr>
            <a:xfrm>
              <a:off x="7787640" y="4064508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438912" y="0"/>
                  </a:moveTo>
                  <a:lnTo>
                    <a:pt x="391087" y="2597"/>
                  </a:lnTo>
                  <a:lnTo>
                    <a:pt x="344754" y="10211"/>
                  </a:lnTo>
                  <a:lnTo>
                    <a:pt x="300181" y="22569"/>
                  </a:lnTo>
                  <a:lnTo>
                    <a:pt x="257635" y="39404"/>
                  </a:lnTo>
                  <a:lnTo>
                    <a:pt x="217384" y="60443"/>
                  </a:lnTo>
                  <a:lnTo>
                    <a:pt x="179696" y="85418"/>
                  </a:lnTo>
                  <a:lnTo>
                    <a:pt x="144838" y="114058"/>
                  </a:lnTo>
                  <a:lnTo>
                    <a:pt x="113078" y="146093"/>
                  </a:lnTo>
                  <a:lnTo>
                    <a:pt x="84684" y="181254"/>
                  </a:lnTo>
                  <a:lnTo>
                    <a:pt x="59924" y="219269"/>
                  </a:lnTo>
                  <a:lnTo>
                    <a:pt x="39065" y="259870"/>
                  </a:lnTo>
                  <a:lnTo>
                    <a:pt x="22375" y="302785"/>
                  </a:lnTo>
                  <a:lnTo>
                    <a:pt x="10123" y="347746"/>
                  </a:lnTo>
                  <a:lnTo>
                    <a:pt x="2575" y="394481"/>
                  </a:lnTo>
                  <a:lnTo>
                    <a:pt x="0" y="442721"/>
                  </a:lnTo>
                  <a:lnTo>
                    <a:pt x="2575" y="490962"/>
                  </a:lnTo>
                  <a:lnTo>
                    <a:pt x="10123" y="537697"/>
                  </a:lnTo>
                  <a:lnTo>
                    <a:pt x="22375" y="582658"/>
                  </a:lnTo>
                  <a:lnTo>
                    <a:pt x="39065" y="625573"/>
                  </a:lnTo>
                  <a:lnTo>
                    <a:pt x="59924" y="666174"/>
                  </a:lnTo>
                  <a:lnTo>
                    <a:pt x="84684" y="704189"/>
                  </a:lnTo>
                  <a:lnTo>
                    <a:pt x="113078" y="739350"/>
                  </a:lnTo>
                  <a:lnTo>
                    <a:pt x="144838" y="771385"/>
                  </a:lnTo>
                  <a:lnTo>
                    <a:pt x="179696" y="800025"/>
                  </a:lnTo>
                  <a:lnTo>
                    <a:pt x="217384" y="825000"/>
                  </a:lnTo>
                  <a:lnTo>
                    <a:pt x="257635" y="846039"/>
                  </a:lnTo>
                  <a:lnTo>
                    <a:pt x="300181" y="862874"/>
                  </a:lnTo>
                  <a:lnTo>
                    <a:pt x="344754" y="875232"/>
                  </a:lnTo>
                  <a:lnTo>
                    <a:pt x="391087" y="882846"/>
                  </a:lnTo>
                  <a:lnTo>
                    <a:pt x="438912" y="885443"/>
                  </a:lnTo>
                  <a:lnTo>
                    <a:pt x="486736" y="882846"/>
                  </a:lnTo>
                  <a:lnTo>
                    <a:pt x="533069" y="875232"/>
                  </a:lnTo>
                  <a:lnTo>
                    <a:pt x="577642" y="862874"/>
                  </a:lnTo>
                  <a:lnTo>
                    <a:pt x="620188" y="846039"/>
                  </a:lnTo>
                  <a:lnTo>
                    <a:pt x="660439" y="825000"/>
                  </a:lnTo>
                  <a:lnTo>
                    <a:pt x="698127" y="800025"/>
                  </a:lnTo>
                  <a:lnTo>
                    <a:pt x="732985" y="771385"/>
                  </a:lnTo>
                  <a:lnTo>
                    <a:pt x="764745" y="739350"/>
                  </a:lnTo>
                  <a:lnTo>
                    <a:pt x="793139" y="704189"/>
                  </a:lnTo>
                  <a:lnTo>
                    <a:pt x="817899" y="666174"/>
                  </a:lnTo>
                  <a:lnTo>
                    <a:pt x="838758" y="625573"/>
                  </a:lnTo>
                  <a:lnTo>
                    <a:pt x="855448" y="582658"/>
                  </a:lnTo>
                  <a:lnTo>
                    <a:pt x="867700" y="537697"/>
                  </a:lnTo>
                  <a:lnTo>
                    <a:pt x="875248" y="490962"/>
                  </a:lnTo>
                  <a:lnTo>
                    <a:pt x="877824" y="442721"/>
                  </a:lnTo>
                  <a:lnTo>
                    <a:pt x="875248" y="394481"/>
                  </a:lnTo>
                  <a:lnTo>
                    <a:pt x="867700" y="347746"/>
                  </a:lnTo>
                  <a:lnTo>
                    <a:pt x="855448" y="302785"/>
                  </a:lnTo>
                  <a:lnTo>
                    <a:pt x="838758" y="259870"/>
                  </a:lnTo>
                  <a:lnTo>
                    <a:pt x="817899" y="219269"/>
                  </a:lnTo>
                  <a:lnTo>
                    <a:pt x="793139" y="181254"/>
                  </a:lnTo>
                  <a:lnTo>
                    <a:pt x="764745" y="146093"/>
                  </a:lnTo>
                  <a:lnTo>
                    <a:pt x="732985" y="114058"/>
                  </a:lnTo>
                  <a:lnTo>
                    <a:pt x="698127" y="85418"/>
                  </a:lnTo>
                  <a:lnTo>
                    <a:pt x="660439" y="60443"/>
                  </a:lnTo>
                  <a:lnTo>
                    <a:pt x="620188" y="39404"/>
                  </a:lnTo>
                  <a:lnTo>
                    <a:pt x="577642" y="22569"/>
                  </a:lnTo>
                  <a:lnTo>
                    <a:pt x="533069" y="10211"/>
                  </a:lnTo>
                  <a:lnTo>
                    <a:pt x="486736" y="2597"/>
                  </a:lnTo>
                  <a:lnTo>
                    <a:pt x="4389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7787640" y="4064508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0" y="442721"/>
                  </a:moveTo>
                  <a:lnTo>
                    <a:pt x="2575" y="394481"/>
                  </a:lnTo>
                  <a:lnTo>
                    <a:pt x="10123" y="347746"/>
                  </a:lnTo>
                  <a:lnTo>
                    <a:pt x="22375" y="302785"/>
                  </a:lnTo>
                  <a:lnTo>
                    <a:pt x="39065" y="259870"/>
                  </a:lnTo>
                  <a:lnTo>
                    <a:pt x="59924" y="219269"/>
                  </a:lnTo>
                  <a:lnTo>
                    <a:pt x="84684" y="181254"/>
                  </a:lnTo>
                  <a:lnTo>
                    <a:pt x="113078" y="146093"/>
                  </a:lnTo>
                  <a:lnTo>
                    <a:pt x="144838" y="114058"/>
                  </a:lnTo>
                  <a:lnTo>
                    <a:pt x="179696" y="85418"/>
                  </a:lnTo>
                  <a:lnTo>
                    <a:pt x="217384" y="60443"/>
                  </a:lnTo>
                  <a:lnTo>
                    <a:pt x="257635" y="39404"/>
                  </a:lnTo>
                  <a:lnTo>
                    <a:pt x="300181" y="22569"/>
                  </a:lnTo>
                  <a:lnTo>
                    <a:pt x="344754" y="10211"/>
                  </a:lnTo>
                  <a:lnTo>
                    <a:pt x="391087" y="2597"/>
                  </a:lnTo>
                  <a:lnTo>
                    <a:pt x="438912" y="0"/>
                  </a:lnTo>
                  <a:lnTo>
                    <a:pt x="486736" y="2597"/>
                  </a:lnTo>
                  <a:lnTo>
                    <a:pt x="533069" y="10211"/>
                  </a:lnTo>
                  <a:lnTo>
                    <a:pt x="577642" y="22569"/>
                  </a:lnTo>
                  <a:lnTo>
                    <a:pt x="620188" y="39404"/>
                  </a:lnTo>
                  <a:lnTo>
                    <a:pt x="660439" y="60443"/>
                  </a:lnTo>
                  <a:lnTo>
                    <a:pt x="698127" y="85418"/>
                  </a:lnTo>
                  <a:lnTo>
                    <a:pt x="732985" y="114058"/>
                  </a:lnTo>
                  <a:lnTo>
                    <a:pt x="764745" y="146093"/>
                  </a:lnTo>
                  <a:lnTo>
                    <a:pt x="793139" y="181254"/>
                  </a:lnTo>
                  <a:lnTo>
                    <a:pt x="817899" y="219269"/>
                  </a:lnTo>
                  <a:lnTo>
                    <a:pt x="838758" y="259870"/>
                  </a:lnTo>
                  <a:lnTo>
                    <a:pt x="855448" y="302785"/>
                  </a:lnTo>
                  <a:lnTo>
                    <a:pt x="867700" y="347746"/>
                  </a:lnTo>
                  <a:lnTo>
                    <a:pt x="875248" y="394481"/>
                  </a:lnTo>
                  <a:lnTo>
                    <a:pt x="877824" y="442721"/>
                  </a:lnTo>
                  <a:lnTo>
                    <a:pt x="875248" y="490962"/>
                  </a:lnTo>
                  <a:lnTo>
                    <a:pt x="867700" y="537697"/>
                  </a:lnTo>
                  <a:lnTo>
                    <a:pt x="855448" y="582658"/>
                  </a:lnTo>
                  <a:lnTo>
                    <a:pt x="838758" y="625573"/>
                  </a:lnTo>
                  <a:lnTo>
                    <a:pt x="817899" y="666174"/>
                  </a:lnTo>
                  <a:lnTo>
                    <a:pt x="793139" y="704189"/>
                  </a:lnTo>
                  <a:lnTo>
                    <a:pt x="764745" y="739350"/>
                  </a:lnTo>
                  <a:lnTo>
                    <a:pt x="732985" y="771385"/>
                  </a:lnTo>
                  <a:lnTo>
                    <a:pt x="698127" y="800025"/>
                  </a:lnTo>
                  <a:lnTo>
                    <a:pt x="660439" y="825000"/>
                  </a:lnTo>
                  <a:lnTo>
                    <a:pt x="620188" y="846039"/>
                  </a:lnTo>
                  <a:lnTo>
                    <a:pt x="577642" y="862874"/>
                  </a:lnTo>
                  <a:lnTo>
                    <a:pt x="533069" y="875232"/>
                  </a:lnTo>
                  <a:lnTo>
                    <a:pt x="486736" y="882846"/>
                  </a:lnTo>
                  <a:lnTo>
                    <a:pt x="438912" y="885443"/>
                  </a:lnTo>
                  <a:lnTo>
                    <a:pt x="391087" y="882846"/>
                  </a:lnTo>
                  <a:lnTo>
                    <a:pt x="344754" y="875232"/>
                  </a:lnTo>
                  <a:lnTo>
                    <a:pt x="300181" y="862874"/>
                  </a:lnTo>
                  <a:lnTo>
                    <a:pt x="257635" y="846039"/>
                  </a:lnTo>
                  <a:lnTo>
                    <a:pt x="217384" y="825000"/>
                  </a:lnTo>
                  <a:lnTo>
                    <a:pt x="179696" y="800025"/>
                  </a:lnTo>
                  <a:lnTo>
                    <a:pt x="144838" y="771385"/>
                  </a:lnTo>
                  <a:lnTo>
                    <a:pt x="113078" y="739350"/>
                  </a:lnTo>
                  <a:lnTo>
                    <a:pt x="84684" y="704189"/>
                  </a:lnTo>
                  <a:lnTo>
                    <a:pt x="59924" y="666174"/>
                  </a:lnTo>
                  <a:lnTo>
                    <a:pt x="39065" y="625573"/>
                  </a:lnTo>
                  <a:lnTo>
                    <a:pt x="22375" y="582658"/>
                  </a:lnTo>
                  <a:lnTo>
                    <a:pt x="10123" y="537697"/>
                  </a:lnTo>
                  <a:lnTo>
                    <a:pt x="2575" y="490962"/>
                  </a:lnTo>
                  <a:lnTo>
                    <a:pt x="0" y="4427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 descr=""/>
          <p:cNvSpPr txBox="1"/>
          <p:nvPr/>
        </p:nvSpPr>
        <p:spPr>
          <a:xfrm>
            <a:off x="7941492" y="4368079"/>
            <a:ext cx="5156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0</a:t>
            </a:r>
            <a:r>
              <a:rPr dirty="0" baseline="-14492" sz="1725" spc="11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59" name="object 59" descr=""/>
          <p:cNvGrpSpPr/>
          <p:nvPr/>
        </p:nvGrpSpPr>
        <p:grpSpPr>
          <a:xfrm>
            <a:off x="7277481" y="4470651"/>
            <a:ext cx="3072130" cy="1487805"/>
            <a:chOff x="7277481" y="4470651"/>
            <a:chExt cx="3072130" cy="1487805"/>
          </a:xfrm>
        </p:grpSpPr>
        <p:sp>
          <p:nvSpPr>
            <p:cNvPr id="60" name="object 60" descr=""/>
            <p:cNvSpPr/>
            <p:nvPr/>
          </p:nvSpPr>
          <p:spPr>
            <a:xfrm>
              <a:off x="7287006" y="4508754"/>
              <a:ext cx="437515" cy="0"/>
            </a:xfrm>
            <a:custGeom>
              <a:avLst/>
              <a:gdLst/>
              <a:ahLst/>
              <a:cxnLst/>
              <a:rect l="l" t="t" r="r" b="b"/>
              <a:pathLst>
                <a:path w="437515" h="0">
                  <a:moveTo>
                    <a:pt x="0" y="0"/>
                  </a:moveTo>
                  <a:lnTo>
                    <a:pt x="437464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7711778" y="447065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8536686" y="4821174"/>
              <a:ext cx="1758950" cy="1103630"/>
            </a:xfrm>
            <a:custGeom>
              <a:avLst/>
              <a:gdLst/>
              <a:ahLst/>
              <a:cxnLst/>
              <a:rect l="l" t="t" r="r" b="b"/>
              <a:pathLst>
                <a:path w="1758950" h="1103629">
                  <a:moveTo>
                    <a:pt x="0" y="0"/>
                  </a:moveTo>
                  <a:lnTo>
                    <a:pt x="1758848" y="110322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10264543" y="5885374"/>
              <a:ext cx="85090" cy="73025"/>
            </a:xfrm>
            <a:custGeom>
              <a:avLst/>
              <a:gdLst/>
              <a:ahLst/>
              <a:cxnLst/>
              <a:rect l="l" t="t" r="r" b="b"/>
              <a:pathLst>
                <a:path w="85090" h="73025">
                  <a:moveTo>
                    <a:pt x="40487" y="0"/>
                  </a:moveTo>
                  <a:lnTo>
                    <a:pt x="0" y="64554"/>
                  </a:lnTo>
                  <a:lnTo>
                    <a:pt x="84797" y="72771"/>
                  </a:lnTo>
                  <a:lnTo>
                    <a:pt x="404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 descr=""/>
          <p:cNvSpPr txBox="1"/>
          <p:nvPr/>
        </p:nvSpPr>
        <p:spPr>
          <a:xfrm>
            <a:off x="252078" y="1292075"/>
            <a:ext cx="2841625" cy="1842135"/>
          </a:xfrm>
          <a:prstGeom prst="rect">
            <a:avLst/>
          </a:prstGeom>
        </p:spPr>
        <p:txBody>
          <a:bodyPr wrap="square" lIns="0" tIns="2540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000"/>
              </a:spcBef>
            </a:pPr>
            <a:r>
              <a:rPr dirty="0" sz="2800" spc="-25">
                <a:latin typeface="Franklin Gothic Medium"/>
                <a:cs typeface="Franklin Gothic Medium"/>
              </a:rPr>
              <a:t>Components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800" spc="-25">
                <a:latin typeface="Franklin Gothic Medium"/>
                <a:cs typeface="Franklin Gothic Medium"/>
              </a:rPr>
              <a:t>:</a:t>
            </a:r>
            <a:endParaRPr sz="2800">
              <a:latin typeface="Franklin Gothic Medium"/>
              <a:cs typeface="Franklin Gothic Medium"/>
            </a:endParaRPr>
          </a:p>
          <a:p>
            <a:pPr marL="353695">
              <a:lnSpc>
                <a:spcPct val="100000"/>
              </a:lnSpc>
              <a:spcBef>
                <a:spcPts val="1630"/>
              </a:spcBef>
            </a:pPr>
            <a:r>
              <a:rPr dirty="0" sz="2400" spc="-830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sz="2400" spc="21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30">
                <a:latin typeface="Cambria Math"/>
                <a:cs typeface="Cambria Math"/>
              </a:rPr>
              <a:t> </a:t>
            </a:r>
            <a:r>
              <a:rPr dirty="0" sz="2400" spc="-63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952">
                <a:solidFill>
                  <a:srgbClr val="C55A11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382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 </a:t>
            </a:r>
            <a:r>
              <a:rPr dirty="0" sz="2400" spc="-59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892">
                <a:solidFill>
                  <a:srgbClr val="C55A11"/>
                </a:solidFill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  <a:p>
            <a:pPr marL="366395">
              <a:lnSpc>
                <a:spcPct val="100000"/>
              </a:lnSpc>
              <a:spcBef>
                <a:spcPts val="1650"/>
              </a:spcBef>
            </a:pPr>
            <a:r>
              <a:rPr dirty="0" sz="240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15873" sz="2625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baseline="-15873" sz="2625" spc="600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5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(</a:t>
            </a:r>
            <a:r>
              <a:rPr dirty="0" sz="2400">
                <a:solidFill>
                  <a:srgbClr val="BE9000"/>
                </a:solidFill>
                <a:latin typeface="Cambria Math"/>
                <a:cs typeface="Cambria Math"/>
              </a:rPr>
              <a:t>𝑡</a:t>
            </a:r>
            <a:r>
              <a:rPr dirty="0" baseline="-15873" sz="2625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120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BE9000"/>
                </a:solidFill>
                <a:latin typeface="Cambria Math"/>
                <a:cs typeface="Cambria Math"/>
              </a:rPr>
              <a:t>𝑟</a:t>
            </a:r>
            <a:r>
              <a:rPr dirty="0" baseline="-15873" sz="2625" spc="-37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sz="2400" spc="-25">
                <a:latin typeface="Cambria Math"/>
                <a:cs typeface="Cambria Math"/>
              </a:rPr>
              <a:t>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5" name="object 65" descr=""/>
          <p:cNvSpPr/>
          <p:nvPr/>
        </p:nvSpPr>
        <p:spPr>
          <a:xfrm>
            <a:off x="808342" y="3513620"/>
            <a:ext cx="1155065" cy="368300"/>
          </a:xfrm>
          <a:custGeom>
            <a:avLst/>
            <a:gdLst/>
            <a:ahLst/>
            <a:cxnLst/>
            <a:rect l="l" t="t" r="r" b="b"/>
            <a:pathLst>
              <a:path w="1155064" h="368300">
                <a:moveTo>
                  <a:pt x="100457" y="12204"/>
                </a:moveTo>
                <a:lnTo>
                  <a:pt x="96735" y="0"/>
                </a:lnTo>
                <a:lnTo>
                  <a:pt x="74841" y="8521"/>
                </a:lnTo>
                <a:lnTo>
                  <a:pt x="55613" y="21907"/>
                </a:lnTo>
                <a:lnTo>
                  <a:pt x="25146" y="63246"/>
                </a:lnTo>
                <a:lnTo>
                  <a:pt x="6286" y="118986"/>
                </a:lnTo>
                <a:lnTo>
                  <a:pt x="0" y="184099"/>
                </a:lnTo>
                <a:lnTo>
                  <a:pt x="1511" y="216522"/>
                </a:lnTo>
                <a:lnTo>
                  <a:pt x="1562" y="217817"/>
                </a:lnTo>
                <a:lnTo>
                  <a:pt x="14135" y="278244"/>
                </a:lnTo>
                <a:lnTo>
                  <a:pt x="39039" y="328041"/>
                </a:lnTo>
                <a:lnTo>
                  <a:pt x="74841" y="359664"/>
                </a:lnTo>
                <a:lnTo>
                  <a:pt x="96735" y="368198"/>
                </a:lnTo>
                <a:lnTo>
                  <a:pt x="100457" y="355993"/>
                </a:lnTo>
                <a:lnTo>
                  <a:pt x="83540" y="347218"/>
                </a:lnTo>
                <a:lnTo>
                  <a:pt x="68808" y="334467"/>
                </a:lnTo>
                <a:lnTo>
                  <a:pt x="45910" y="296989"/>
                </a:lnTo>
                <a:lnTo>
                  <a:pt x="32004" y="246062"/>
                </a:lnTo>
                <a:lnTo>
                  <a:pt x="27381" y="184251"/>
                </a:lnTo>
                <a:lnTo>
                  <a:pt x="28536" y="151904"/>
                </a:lnTo>
                <a:lnTo>
                  <a:pt x="37795" y="95415"/>
                </a:lnTo>
                <a:lnTo>
                  <a:pt x="56261" y="50507"/>
                </a:lnTo>
                <a:lnTo>
                  <a:pt x="83540" y="20967"/>
                </a:lnTo>
                <a:lnTo>
                  <a:pt x="100457" y="12204"/>
                </a:lnTo>
                <a:close/>
              </a:path>
              <a:path w="1155064" h="368300">
                <a:moveTo>
                  <a:pt x="231216" y="55372"/>
                </a:moveTo>
                <a:lnTo>
                  <a:pt x="227190" y="43916"/>
                </a:lnTo>
                <a:lnTo>
                  <a:pt x="206717" y="51308"/>
                </a:lnTo>
                <a:lnTo>
                  <a:pt x="188772" y="62014"/>
                </a:lnTo>
                <a:lnTo>
                  <a:pt x="160451" y="93395"/>
                </a:lnTo>
                <a:lnTo>
                  <a:pt x="142976" y="135343"/>
                </a:lnTo>
                <a:lnTo>
                  <a:pt x="137236" y="183667"/>
                </a:lnTo>
                <a:lnTo>
                  <a:pt x="137160" y="185153"/>
                </a:lnTo>
                <a:lnTo>
                  <a:pt x="138607" y="211086"/>
                </a:lnTo>
                <a:lnTo>
                  <a:pt x="150215" y="256959"/>
                </a:lnTo>
                <a:lnTo>
                  <a:pt x="173253" y="294195"/>
                </a:lnTo>
                <a:lnTo>
                  <a:pt x="206654" y="318858"/>
                </a:lnTo>
                <a:lnTo>
                  <a:pt x="227190" y="326237"/>
                </a:lnTo>
                <a:lnTo>
                  <a:pt x="230771" y="314782"/>
                </a:lnTo>
                <a:lnTo>
                  <a:pt x="214680" y="307657"/>
                </a:lnTo>
                <a:lnTo>
                  <a:pt x="200787" y="297738"/>
                </a:lnTo>
                <a:lnTo>
                  <a:pt x="172313" y="251498"/>
                </a:lnTo>
                <a:lnTo>
                  <a:pt x="163944" y="208559"/>
                </a:lnTo>
                <a:lnTo>
                  <a:pt x="162966" y="185153"/>
                </a:lnTo>
                <a:lnTo>
                  <a:pt x="162902" y="183667"/>
                </a:lnTo>
                <a:lnTo>
                  <a:pt x="167081" y="137617"/>
                </a:lnTo>
                <a:lnTo>
                  <a:pt x="179641" y="100101"/>
                </a:lnTo>
                <a:lnTo>
                  <a:pt x="214934" y="62458"/>
                </a:lnTo>
                <a:lnTo>
                  <a:pt x="231216" y="55372"/>
                </a:lnTo>
                <a:close/>
              </a:path>
              <a:path w="1155064" h="368300">
                <a:moveTo>
                  <a:pt x="728243" y="185153"/>
                </a:moveTo>
                <a:lnTo>
                  <a:pt x="726795" y="159575"/>
                </a:lnTo>
                <a:lnTo>
                  <a:pt x="726782" y="159270"/>
                </a:lnTo>
                <a:lnTo>
                  <a:pt x="722414" y="135343"/>
                </a:lnTo>
                <a:lnTo>
                  <a:pt x="704951" y="93395"/>
                </a:lnTo>
                <a:lnTo>
                  <a:pt x="676605" y="62014"/>
                </a:lnTo>
                <a:lnTo>
                  <a:pt x="638200" y="43916"/>
                </a:lnTo>
                <a:lnTo>
                  <a:pt x="634187" y="55372"/>
                </a:lnTo>
                <a:lnTo>
                  <a:pt x="650532" y="62458"/>
                </a:lnTo>
                <a:lnTo>
                  <a:pt x="664578" y="72288"/>
                </a:lnTo>
                <a:lnTo>
                  <a:pt x="693115" y="117792"/>
                </a:lnTo>
                <a:lnTo>
                  <a:pt x="701395" y="159270"/>
                </a:lnTo>
                <a:lnTo>
                  <a:pt x="701446" y="159575"/>
                </a:lnTo>
                <a:lnTo>
                  <a:pt x="701433" y="208559"/>
                </a:lnTo>
                <a:lnTo>
                  <a:pt x="693064" y="251498"/>
                </a:lnTo>
                <a:lnTo>
                  <a:pt x="664591" y="297738"/>
                </a:lnTo>
                <a:lnTo>
                  <a:pt x="634631" y="314782"/>
                </a:lnTo>
                <a:lnTo>
                  <a:pt x="638200" y="326237"/>
                </a:lnTo>
                <a:lnTo>
                  <a:pt x="676706" y="308178"/>
                </a:lnTo>
                <a:lnTo>
                  <a:pt x="705027" y="276910"/>
                </a:lnTo>
                <a:lnTo>
                  <a:pt x="722426" y="235026"/>
                </a:lnTo>
                <a:lnTo>
                  <a:pt x="726782" y="211086"/>
                </a:lnTo>
                <a:lnTo>
                  <a:pt x="728243" y="185153"/>
                </a:lnTo>
                <a:close/>
              </a:path>
              <a:path w="1155064" h="368300">
                <a:moveTo>
                  <a:pt x="1154709" y="184099"/>
                </a:moveTo>
                <a:lnTo>
                  <a:pt x="1153198" y="151904"/>
                </a:lnTo>
                <a:lnTo>
                  <a:pt x="1153134" y="150368"/>
                </a:lnTo>
                <a:lnTo>
                  <a:pt x="1148422" y="118986"/>
                </a:lnTo>
                <a:lnTo>
                  <a:pt x="1129563" y="63246"/>
                </a:lnTo>
                <a:lnTo>
                  <a:pt x="1099083" y="21907"/>
                </a:lnTo>
                <a:lnTo>
                  <a:pt x="1057973" y="0"/>
                </a:lnTo>
                <a:lnTo>
                  <a:pt x="1054252" y="12204"/>
                </a:lnTo>
                <a:lnTo>
                  <a:pt x="1071168" y="20967"/>
                </a:lnTo>
                <a:lnTo>
                  <a:pt x="1085888" y="33743"/>
                </a:lnTo>
                <a:lnTo>
                  <a:pt x="1108798" y="71285"/>
                </a:lnTo>
                <a:lnTo>
                  <a:pt x="1122692" y="122301"/>
                </a:lnTo>
                <a:lnTo>
                  <a:pt x="1127315" y="184099"/>
                </a:lnTo>
                <a:lnTo>
                  <a:pt x="1126159" y="216522"/>
                </a:lnTo>
                <a:lnTo>
                  <a:pt x="1116901" y="272884"/>
                </a:lnTo>
                <a:lnTo>
                  <a:pt x="1098435" y="317715"/>
                </a:lnTo>
                <a:lnTo>
                  <a:pt x="1071168" y="347218"/>
                </a:lnTo>
                <a:lnTo>
                  <a:pt x="1054252" y="355993"/>
                </a:lnTo>
                <a:lnTo>
                  <a:pt x="1057973" y="368198"/>
                </a:lnTo>
                <a:lnTo>
                  <a:pt x="1099083" y="346278"/>
                </a:lnTo>
                <a:lnTo>
                  <a:pt x="1129563" y="304952"/>
                </a:lnTo>
                <a:lnTo>
                  <a:pt x="1148422" y="249212"/>
                </a:lnTo>
                <a:lnTo>
                  <a:pt x="1154696" y="184251"/>
                </a:lnTo>
                <a:lnTo>
                  <a:pt x="1154709" y="184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 descr=""/>
          <p:cNvSpPr/>
          <p:nvPr/>
        </p:nvSpPr>
        <p:spPr>
          <a:xfrm>
            <a:off x="2413114" y="3513620"/>
            <a:ext cx="2282825" cy="368300"/>
          </a:xfrm>
          <a:custGeom>
            <a:avLst/>
            <a:gdLst/>
            <a:ahLst/>
            <a:cxnLst/>
            <a:rect l="l" t="t" r="r" b="b"/>
            <a:pathLst>
              <a:path w="2282825" h="368300">
                <a:moveTo>
                  <a:pt x="100457" y="12204"/>
                </a:moveTo>
                <a:lnTo>
                  <a:pt x="96735" y="0"/>
                </a:lnTo>
                <a:lnTo>
                  <a:pt x="74841" y="8521"/>
                </a:lnTo>
                <a:lnTo>
                  <a:pt x="55613" y="21907"/>
                </a:lnTo>
                <a:lnTo>
                  <a:pt x="25146" y="63246"/>
                </a:lnTo>
                <a:lnTo>
                  <a:pt x="6286" y="118986"/>
                </a:lnTo>
                <a:lnTo>
                  <a:pt x="0" y="184099"/>
                </a:lnTo>
                <a:lnTo>
                  <a:pt x="1511" y="216522"/>
                </a:lnTo>
                <a:lnTo>
                  <a:pt x="1562" y="217817"/>
                </a:lnTo>
                <a:lnTo>
                  <a:pt x="14135" y="278244"/>
                </a:lnTo>
                <a:lnTo>
                  <a:pt x="39039" y="328041"/>
                </a:lnTo>
                <a:lnTo>
                  <a:pt x="74841" y="359664"/>
                </a:lnTo>
                <a:lnTo>
                  <a:pt x="96735" y="368198"/>
                </a:lnTo>
                <a:lnTo>
                  <a:pt x="100457" y="355993"/>
                </a:lnTo>
                <a:lnTo>
                  <a:pt x="83540" y="347218"/>
                </a:lnTo>
                <a:lnTo>
                  <a:pt x="68808" y="334467"/>
                </a:lnTo>
                <a:lnTo>
                  <a:pt x="45910" y="296989"/>
                </a:lnTo>
                <a:lnTo>
                  <a:pt x="32004" y="246062"/>
                </a:lnTo>
                <a:lnTo>
                  <a:pt x="27381" y="184251"/>
                </a:lnTo>
                <a:lnTo>
                  <a:pt x="28536" y="151904"/>
                </a:lnTo>
                <a:lnTo>
                  <a:pt x="37795" y="95415"/>
                </a:lnTo>
                <a:lnTo>
                  <a:pt x="56261" y="50507"/>
                </a:lnTo>
                <a:lnTo>
                  <a:pt x="83540" y="20967"/>
                </a:lnTo>
                <a:lnTo>
                  <a:pt x="100457" y="12204"/>
                </a:lnTo>
                <a:close/>
              </a:path>
              <a:path w="2282825" h="368300">
                <a:moveTo>
                  <a:pt x="520776" y="55372"/>
                </a:moveTo>
                <a:lnTo>
                  <a:pt x="516763" y="43916"/>
                </a:lnTo>
                <a:lnTo>
                  <a:pt x="496290" y="51308"/>
                </a:lnTo>
                <a:lnTo>
                  <a:pt x="478332" y="62014"/>
                </a:lnTo>
                <a:lnTo>
                  <a:pt x="450011" y="93395"/>
                </a:lnTo>
                <a:lnTo>
                  <a:pt x="432536" y="135343"/>
                </a:lnTo>
                <a:lnTo>
                  <a:pt x="426796" y="183667"/>
                </a:lnTo>
                <a:lnTo>
                  <a:pt x="426720" y="185153"/>
                </a:lnTo>
                <a:lnTo>
                  <a:pt x="428167" y="211086"/>
                </a:lnTo>
                <a:lnTo>
                  <a:pt x="439775" y="256959"/>
                </a:lnTo>
                <a:lnTo>
                  <a:pt x="462813" y="294195"/>
                </a:lnTo>
                <a:lnTo>
                  <a:pt x="496227" y="318858"/>
                </a:lnTo>
                <a:lnTo>
                  <a:pt x="516763" y="326237"/>
                </a:lnTo>
                <a:lnTo>
                  <a:pt x="520331" y="314782"/>
                </a:lnTo>
                <a:lnTo>
                  <a:pt x="504240" y="307657"/>
                </a:lnTo>
                <a:lnTo>
                  <a:pt x="490347" y="297738"/>
                </a:lnTo>
                <a:lnTo>
                  <a:pt x="461873" y="251498"/>
                </a:lnTo>
                <a:lnTo>
                  <a:pt x="453504" y="208559"/>
                </a:lnTo>
                <a:lnTo>
                  <a:pt x="452526" y="185153"/>
                </a:lnTo>
                <a:lnTo>
                  <a:pt x="452462" y="183667"/>
                </a:lnTo>
                <a:lnTo>
                  <a:pt x="456641" y="137617"/>
                </a:lnTo>
                <a:lnTo>
                  <a:pt x="469201" y="100101"/>
                </a:lnTo>
                <a:lnTo>
                  <a:pt x="504494" y="62458"/>
                </a:lnTo>
                <a:lnTo>
                  <a:pt x="520776" y="55372"/>
                </a:lnTo>
                <a:close/>
              </a:path>
              <a:path w="2282825" h="368300">
                <a:moveTo>
                  <a:pt x="1043711" y="185153"/>
                </a:moveTo>
                <a:lnTo>
                  <a:pt x="1042263" y="159575"/>
                </a:lnTo>
                <a:lnTo>
                  <a:pt x="1042250" y="159270"/>
                </a:lnTo>
                <a:lnTo>
                  <a:pt x="1037882" y="135343"/>
                </a:lnTo>
                <a:lnTo>
                  <a:pt x="1020419" y="93395"/>
                </a:lnTo>
                <a:lnTo>
                  <a:pt x="992073" y="62014"/>
                </a:lnTo>
                <a:lnTo>
                  <a:pt x="953668" y="43916"/>
                </a:lnTo>
                <a:lnTo>
                  <a:pt x="949655" y="55372"/>
                </a:lnTo>
                <a:lnTo>
                  <a:pt x="966000" y="62458"/>
                </a:lnTo>
                <a:lnTo>
                  <a:pt x="980046" y="72288"/>
                </a:lnTo>
                <a:lnTo>
                  <a:pt x="1008583" y="117792"/>
                </a:lnTo>
                <a:lnTo>
                  <a:pt x="1016863" y="159270"/>
                </a:lnTo>
                <a:lnTo>
                  <a:pt x="1016914" y="159575"/>
                </a:lnTo>
                <a:lnTo>
                  <a:pt x="1016901" y="208559"/>
                </a:lnTo>
                <a:lnTo>
                  <a:pt x="1008532" y="251498"/>
                </a:lnTo>
                <a:lnTo>
                  <a:pt x="980059" y="297738"/>
                </a:lnTo>
                <a:lnTo>
                  <a:pt x="950099" y="314782"/>
                </a:lnTo>
                <a:lnTo>
                  <a:pt x="953668" y="326237"/>
                </a:lnTo>
                <a:lnTo>
                  <a:pt x="992174" y="308178"/>
                </a:lnTo>
                <a:lnTo>
                  <a:pt x="1020495" y="276910"/>
                </a:lnTo>
                <a:lnTo>
                  <a:pt x="1037894" y="235026"/>
                </a:lnTo>
                <a:lnTo>
                  <a:pt x="1042250" y="211086"/>
                </a:lnTo>
                <a:lnTo>
                  <a:pt x="1043711" y="185153"/>
                </a:lnTo>
                <a:close/>
              </a:path>
              <a:path w="2282825" h="368300">
                <a:moveTo>
                  <a:pt x="1599768" y="55372"/>
                </a:moveTo>
                <a:lnTo>
                  <a:pt x="1595755" y="43916"/>
                </a:lnTo>
                <a:lnTo>
                  <a:pt x="1575269" y="51308"/>
                </a:lnTo>
                <a:lnTo>
                  <a:pt x="1557324" y="62014"/>
                </a:lnTo>
                <a:lnTo>
                  <a:pt x="1529003" y="93395"/>
                </a:lnTo>
                <a:lnTo>
                  <a:pt x="1511528" y="135343"/>
                </a:lnTo>
                <a:lnTo>
                  <a:pt x="1505788" y="183667"/>
                </a:lnTo>
                <a:lnTo>
                  <a:pt x="1505712" y="185153"/>
                </a:lnTo>
                <a:lnTo>
                  <a:pt x="1507159" y="211086"/>
                </a:lnTo>
                <a:lnTo>
                  <a:pt x="1518767" y="256959"/>
                </a:lnTo>
                <a:lnTo>
                  <a:pt x="1541805" y="294195"/>
                </a:lnTo>
                <a:lnTo>
                  <a:pt x="1575219" y="318858"/>
                </a:lnTo>
                <a:lnTo>
                  <a:pt x="1595755" y="326237"/>
                </a:lnTo>
                <a:lnTo>
                  <a:pt x="1599323" y="314782"/>
                </a:lnTo>
                <a:lnTo>
                  <a:pt x="1583232" y="307657"/>
                </a:lnTo>
                <a:lnTo>
                  <a:pt x="1569339" y="297738"/>
                </a:lnTo>
                <a:lnTo>
                  <a:pt x="1540865" y="251498"/>
                </a:lnTo>
                <a:lnTo>
                  <a:pt x="1532496" y="208559"/>
                </a:lnTo>
                <a:lnTo>
                  <a:pt x="1531518" y="185153"/>
                </a:lnTo>
                <a:lnTo>
                  <a:pt x="1531454" y="183667"/>
                </a:lnTo>
                <a:lnTo>
                  <a:pt x="1535633" y="137617"/>
                </a:lnTo>
                <a:lnTo>
                  <a:pt x="1548193" y="100101"/>
                </a:lnTo>
                <a:lnTo>
                  <a:pt x="1583474" y="62458"/>
                </a:lnTo>
                <a:lnTo>
                  <a:pt x="1599768" y="55372"/>
                </a:lnTo>
                <a:close/>
              </a:path>
              <a:path w="2282825" h="368300">
                <a:moveTo>
                  <a:pt x="2145563" y="185153"/>
                </a:moveTo>
                <a:lnTo>
                  <a:pt x="2144115" y="159575"/>
                </a:lnTo>
                <a:lnTo>
                  <a:pt x="2144103" y="159270"/>
                </a:lnTo>
                <a:lnTo>
                  <a:pt x="2139734" y="135343"/>
                </a:lnTo>
                <a:lnTo>
                  <a:pt x="2122271" y="93395"/>
                </a:lnTo>
                <a:lnTo>
                  <a:pt x="2093925" y="62014"/>
                </a:lnTo>
                <a:lnTo>
                  <a:pt x="2055520" y="43916"/>
                </a:lnTo>
                <a:lnTo>
                  <a:pt x="2051507" y="55372"/>
                </a:lnTo>
                <a:lnTo>
                  <a:pt x="2067839" y="62458"/>
                </a:lnTo>
                <a:lnTo>
                  <a:pt x="2081898" y="72288"/>
                </a:lnTo>
                <a:lnTo>
                  <a:pt x="2110435" y="117792"/>
                </a:lnTo>
                <a:lnTo>
                  <a:pt x="2118715" y="159270"/>
                </a:lnTo>
                <a:lnTo>
                  <a:pt x="2118766" y="159575"/>
                </a:lnTo>
                <a:lnTo>
                  <a:pt x="2118753" y="208559"/>
                </a:lnTo>
                <a:lnTo>
                  <a:pt x="2110384" y="251498"/>
                </a:lnTo>
                <a:lnTo>
                  <a:pt x="2081911" y="297738"/>
                </a:lnTo>
                <a:lnTo>
                  <a:pt x="2051951" y="314782"/>
                </a:lnTo>
                <a:lnTo>
                  <a:pt x="2055520" y="326237"/>
                </a:lnTo>
                <a:lnTo>
                  <a:pt x="2094026" y="308178"/>
                </a:lnTo>
                <a:lnTo>
                  <a:pt x="2122347" y="276910"/>
                </a:lnTo>
                <a:lnTo>
                  <a:pt x="2139746" y="235026"/>
                </a:lnTo>
                <a:lnTo>
                  <a:pt x="2144103" y="211086"/>
                </a:lnTo>
                <a:lnTo>
                  <a:pt x="2145563" y="185153"/>
                </a:lnTo>
                <a:close/>
              </a:path>
              <a:path w="2282825" h="368300">
                <a:moveTo>
                  <a:pt x="2282469" y="184099"/>
                </a:moveTo>
                <a:lnTo>
                  <a:pt x="2280958" y="151904"/>
                </a:lnTo>
                <a:lnTo>
                  <a:pt x="2280894" y="150368"/>
                </a:lnTo>
                <a:lnTo>
                  <a:pt x="2276183" y="118986"/>
                </a:lnTo>
                <a:lnTo>
                  <a:pt x="2257323" y="63246"/>
                </a:lnTo>
                <a:lnTo>
                  <a:pt x="2226843" y="21907"/>
                </a:lnTo>
                <a:lnTo>
                  <a:pt x="2185733" y="0"/>
                </a:lnTo>
                <a:lnTo>
                  <a:pt x="2182012" y="12204"/>
                </a:lnTo>
                <a:lnTo>
                  <a:pt x="2198928" y="20967"/>
                </a:lnTo>
                <a:lnTo>
                  <a:pt x="2213648" y="33743"/>
                </a:lnTo>
                <a:lnTo>
                  <a:pt x="2236559" y="71285"/>
                </a:lnTo>
                <a:lnTo>
                  <a:pt x="2250452" y="122301"/>
                </a:lnTo>
                <a:lnTo>
                  <a:pt x="2255075" y="184099"/>
                </a:lnTo>
                <a:lnTo>
                  <a:pt x="2253919" y="216522"/>
                </a:lnTo>
                <a:lnTo>
                  <a:pt x="2244661" y="272884"/>
                </a:lnTo>
                <a:lnTo>
                  <a:pt x="2226195" y="317715"/>
                </a:lnTo>
                <a:lnTo>
                  <a:pt x="2198928" y="347218"/>
                </a:lnTo>
                <a:lnTo>
                  <a:pt x="2182012" y="355993"/>
                </a:lnTo>
                <a:lnTo>
                  <a:pt x="2185733" y="368198"/>
                </a:lnTo>
                <a:lnTo>
                  <a:pt x="2226843" y="346278"/>
                </a:lnTo>
                <a:lnTo>
                  <a:pt x="2257323" y="304952"/>
                </a:lnTo>
                <a:lnTo>
                  <a:pt x="2276183" y="249212"/>
                </a:lnTo>
                <a:lnTo>
                  <a:pt x="2282456" y="184251"/>
                </a:lnTo>
                <a:lnTo>
                  <a:pt x="2282469" y="184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 descr=""/>
          <p:cNvSpPr txBox="1"/>
          <p:nvPr/>
        </p:nvSpPr>
        <p:spPr>
          <a:xfrm>
            <a:off x="4005827" y="3467274"/>
            <a:ext cx="4591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𝑟,</a:t>
            </a:r>
            <a:r>
              <a:rPr dirty="0" sz="2400" spc="-100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8" name="object 68" descr=""/>
          <p:cNvSpPr/>
          <p:nvPr/>
        </p:nvSpPr>
        <p:spPr>
          <a:xfrm>
            <a:off x="1227446" y="4206775"/>
            <a:ext cx="1176655" cy="282575"/>
          </a:xfrm>
          <a:custGeom>
            <a:avLst/>
            <a:gdLst/>
            <a:ahLst/>
            <a:cxnLst/>
            <a:rect l="l" t="t" r="r" b="b"/>
            <a:pathLst>
              <a:path w="1176655" h="282575">
                <a:moveTo>
                  <a:pt x="1086256" y="0"/>
                </a:moveTo>
                <a:lnTo>
                  <a:pt x="1082243" y="11455"/>
                </a:lnTo>
                <a:lnTo>
                  <a:pt x="1098585" y="18551"/>
                </a:lnTo>
                <a:lnTo>
                  <a:pt x="1112639" y="28371"/>
                </a:lnTo>
                <a:lnTo>
                  <a:pt x="1141172" y="73880"/>
                </a:lnTo>
                <a:lnTo>
                  <a:pt x="1149459" y="115357"/>
                </a:lnTo>
                <a:lnTo>
                  <a:pt x="1149502" y="115661"/>
                </a:lnTo>
                <a:lnTo>
                  <a:pt x="1149498" y="164649"/>
                </a:lnTo>
                <a:lnTo>
                  <a:pt x="1141130" y="207587"/>
                </a:lnTo>
                <a:lnTo>
                  <a:pt x="1112651" y="253828"/>
                </a:lnTo>
                <a:lnTo>
                  <a:pt x="1082687" y="270865"/>
                </a:lnTo>
                <a:lnTo>
                  <a:pt x="1086256" y="282320"/>
                </a:lnTo>
                <a:lnTo>
                  <a:pt x="1124765" y="264263"/>
                </a:lnTo>
                <a:lnTo>
                  <a:pt x="1153083" y="232994"/>
                </a:lnTo>
                <a:lnTo>
                  <a:pt x="1170492" y="191111"/>
                </a:lnTo>
                <a:lnTo>
                  <a:pt x="1176299" y="141236"/>
                </a:lnTo>
                <a:lnTo>
                  <a:pt x="1174861" y="115661"/>
                </a:lnTo>
                <a:lnTo>
                  <a:pt x="1163199" y="69479"/>
                </a:lnTo>
                <a:lnTo>
                  <a:pt x="1140098" y="32129"/>
                </a:lnTo>
                <a:lnTo>
                  <a:pt x="1106723" y="7391"/>
                </a:lnTo>
                <a:lnTo>
                  <a:pt x="1086256" y="0"/>
                </a:lnTo>
                <a:close/>
              </a:path>
              <a:path w="1176655" h="282575">
                <a:moveTo>
                  <a:pt x="90043" y="0"/>
                </a:moveTo>
                <a:lnTo>
                  <a:pt x="51619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5802" y="191111"/>
                </a:lnTo>
                <a:lnTo>
                  <a:pt x="23215" y="232994"/>
                </a:lnTo>
                <a:lnTo>
                  <a:pt x="51528" y="264263"/>
                </a:lnTo>
                <a:lnTo>
                  <a:pt x="90043" y="282320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742" y="139750"/>
                </a:lnTo>
                <a:lnTo>
                  <a:pt x="26788" y="115661"/>
                </a:lnTo>
                <a:lnTo>
                  <a:pt x="35156" y="73880"/>
                </a:lnTo>
                <a:lnTo>
                  <a:pt x="63749" y="28371"/>
                </a:lnTo>
                <a:lnTo>
                  <a:pt x="94056" y="11455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 descr=""/>
          <p:cNvSpPr/>
          <p:nvPr/>
        </p:nvSpPr>
        <p:spPr>
          <a:xfrm>
            <a:off x="2801738" y="4206775"/>
            <a:ext cx="1176655" cy="282575"/>
          </a:xfrm>
          <a:custGeom>
            <a:avLst/>
            <a:gdLst/>
            <a:ahLst/>
            <a:cxnLst/>
            <a:rect l="l" t="t" r="r" b="b"/>
            <a:pathLst>
              <a:path w="1176654" h="282575">
                <a:moveTo>
                  <a:pt x="1086256" y="0"/>
                </a:moveTo>
                <a:lnTo>
                  <a:pt x="1082243" y="11455"/>
                </a:lnTo>
                <a:lnTo>
                  <a:pt x="1098585" y="18551"/>
                </a:lnTo>
                <a:lnTo>
                  <a:pt x="1112639" y="28371"/>
                </a:lnTo>
                <a:lnTo>
                  <a:pt x="1141172" y="73880"/>
                </a:lnTo>
                <a:lnTo>
                  <a:pt x="1149459" y="115357"/>
                </a:lnTo>
                <a:lnTo>
                  <a:pt x="1149502" y="115661"/>
                </a:lnTo>
                <a:lnTo>
                  <a:pt x="1149498" y="164649"/>
                </a:lnTo>
                <a:lnTo>
                  <a:pt x="1141130" y="207587"/>
                </a:lnTo>
                <a:lnTo>
                  <a:pt x="1112651" y="253828"/>
                </a:lnTo>
                <a:lnTo>
                  <a:pt x="1082687" y="270865"/>
                </a:lnTo>
                <a:lnTo>
                  <a:pt x="1086256" y="282320"/>
                </a:lnTo>
                <a:lnTo>
                  <a:pt x="1124765" y="264263"/>
                </a:lnTo>
                <a:lnTo>
                  <a:pt x="1153083" y="232994"/>
                </a:lnTo>
                <a:lnTo>
                  <a:pt x="1170492" y="191111"/>
                </a:lnTo>
                <a:lnTo>
                  <a:pt x="1176299" y="141236"/>
                </a:lnTo>
                <a:lnTo>
                  <a:pt x="1174861" y="115661"/>
                </a:lnTo>
                <a:lnTo>
                  <a:pt x="1163199" y="69479"/>
                </a:lnTo>
                <a:lnTo>
                  <a:pt x="1140098" y="32129"/>
                </a:lnTo>
                <a:lnTo>
                  <a:pt x="1106723" y="7391"/>
                </a:lnTo>
                <a:lnTo>
                  <a:pt x="1086256" y="0"/>
                </a:lnTo>
                <a:close/>
              </a:path>
              <a:path w="1176654" h="282575">
                <a:moveTo>
                  <a:pt x="90042" y="0"/>
                </a:moveTo>
                <a:lnTo>
                  <a:pt x="51619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5802" y="191111"/>
                </a:lnTo>
                <a:lnTo>
                  <a:pt x="23215" y="232994"/>
                </a:lnTo>
                <a:lnTo>
                  <a:pt x="51528" y="264263"/>
                </a:lnTo>
                <a:lnTo>
                  <a:pt x="90042" y="282320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742" y="139750"/>
                </a:lnTo>
                <a:lnTo>
                  <a:pt x="26788" y="115661"/>
                </a:lnTo>
                <a:lnTo>
                  <a:pt x="35156" y="73880"/>
                </a:lnTo>
                <a:lnTo>
                  <a:pt x="63749" y="28371"/>
                </a:lnTo>
                <a:lnTo>
                  <a:pt x="94056" y="11455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 descr=""/>
          <p:cNvSpPr txBox="1"/>
          <p:nvPr/>
        </p:nvSpPr>
        <p:spPr>
          <a:xfrm>
            <a:off x="530092" y="3467274"/>
            <a:ext cx="3401695" cy="1040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5565">
              <a:lnSpc>
                <a:spcPct val="100000"/>
              </a:lnSpc>
              <a:spcBef>
                <a:spcPts val="100"/>
              </a:spcBef>
              <a:tabLst>
                <a:tab pos="514984" algn="l"/>
                <a:tab pos="1033144" algn="l"/>
                <a:tab pos="1544955" algn="l"/>
                <a:tab pos="1993264" algn="l"/>
                <a:tab pos="2409190" algn="l"/>
                <a:tab pos="2953385" algn="l"/>
              </a:tabLst>
            </a:pPr>
            <a:r>
              <a:rPr dirty="0" sz="2400" spc="-670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sz="2400">
                <a:solidFill>
                  <a:srgbClr val="538235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𝑡,</a:t>
            </a:r>
            <a:r>
              <a:rPr dirty="0" sz="2400" spc="-8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𝑟</a:t>
            </a:r>
            <a:r>
              <a:rPr dirty="0" sz="2400">
                <a:latin typeface="Cambria Math"/>
                <a:cs typeface="Cambria Math"/>
              </a:rPr>
              <a:t>	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50">
                <a:latin typeface="Cambria Math"/>
                <a:cs typeface="Cambria Math"/>
              </a:rPr>
              <a:t>=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490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baseline="-15873" sz="2625" spc="-735">
                <a:solidFill>
                  <a:srgbClr val="538235"/>
                </a:solidFill>
                <a:latin typeface="Cambria Math"/>
                <a:cs typeface="Cambria Math"/>
              </a:rPr>
              <a:t>1</a:t>
            </a:r>
            <a:r>
              <a:rPr dirty="0" baseline="-15873" sz="2625">
                <a:solidFill>
                  <a:srgbClr val="538235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𝑡,</a:t>
            </a:r>
            <a:r>
              <a:rPr dirty="0" sz="2400" spc="-8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r>
              <a:rPr dirty="0" sz="2400">
                <a:latin typeface="Cambria Math"/>
                <a:cs typeface="Cambria Math"/>
              </a:rPr>
              <a:t>	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-470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baseline="-15873" sz="2625" spc="-705">
                <a:solidFill>
                  <a:srgbClr val="538235"/>
                </a:solidFill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  <a:p>
            <a:pPr marL="76200">
              <a:lnSpc>
                <a:spcPct val="100000"/>
              </a:lnSpc>
              <a:spcBef>
                <a:spcPts val="2230"/>
              </a:spcBef>
              <a:tabLst>
                <a:tab pos="796925" algn="l"/>
                <a:tab pos="1968500" algn="l"/>
                <a:tab pos="2371090" algn="l"/>
              </a:tabLst>
            </a:pPr>
            <a:r>
              <a:rPr dirty="0" sz="240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sz="2400" spc="225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=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5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baseline="-15873" sz="2625" spc="-75">
                <a:solidFill>
                  <a:srgbClr val="8496AF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195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</a:t>
            </a:r>
            <a:r>
              <a:rPr dirty="0" sz="2400" spc="-95">
                <a:latin typeface="Cambria Math"/>
                <a:cs typeface="Cambria Math"/>
              </a:rPr>
              <a:t> </a:t>
            </a:r>
            <a:r>
              <a:rPr dirty="0" sz="2400" spc="-59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892">
                <a:solidFill>
                  <a:srgbClr val="C55A11"/>
                </a:solidFill>
                <a:latin typeface="Cambria Math"/>
                <a:cs typeface="Cambria Math"/>
              </a:rPr>
              <a:t>2</a:t>
            </a:r>
            <a:r>
              <a:rPr dirty="0" baseline="-15873" sz="2625">
                <a:solidFill>
                  <a:srgbClr val="C55A11"/>
                </a:solidFill>
                <a:latin typeface="Cambria Math"/>
                <a:cs typeface="Cambria Math"/>
              </a:rPr>
              <a:t>	</a:t>
            </a:r>
            <a:r>
              <a:rPr dirty="0" sz="2400" spc="-50">
                <a:latin typeface="Cambria Math"/>
                <a:cs typeface="Cambria Math"/>
              </a:rPr>
              <a:t>∪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63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952">
                <a:solidFill>
                  <a:srgbClr val="C55A11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359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</a:t>
            </a:r>
            <a:r>
              <a:rPr dirty="0" sz="2400" spc="5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baseline="-15873" sz="2625" spc="-37">
                <a:solidFill>
                  <a:srgbClr val="8496AF"/>
                </a:solidFill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4993022" y="1535290"/>
            <a:ext cx="11976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0">
                <a:latin typeface="Franklin Gothic Medium"/>
                <a:cs typeface="Franklin Gothic Medium"/>
              </a:rPr>
              <a:t>Example:</a:t>
            </a:r>
            <a:endParaRPr sz="2400">
              <a:latin typeface="Franklin Gothic Medium"/>
              <a:cs typeface="Franklin Gothic Medium"/>
            </a:endParaRPr>
          </a:p>
        </p:txBody>
      </p:sp>
      <p:grpSp>
        <p:nvGrpSpPr>
          <p:cNvPr id="72" name="object 72" descr=""/>
          <p:cNvGrpSpPr/>
          <p:nvPr/>
        </p:nvGrpSpPr>
        <p:grpSpPr>
          <a:xfrm>
            <a:off x="-6350" y="3399790"/>
            <a:ext cx="452120" cy="497840"/>
            <a:chOff x="-6350" y="3399790"/>
            <a:chExt cx="452120" cy="497840"/>
          </a:xfrm>
        </p:grpSpPr>
        <p:sp>
          <p:nvSpPr>
            <p:cNvPr id="73" name="object 73" descr=""/>
            <p:cNvSpPr/>
            <p:nvPr/>
          </p:nvSpPr>
          <p:spPr>
            <a:xfrm>
              <a:off x="0" y="3406140"/>
              <a:ext cx="439420" cy="485140"/>
            </a:xfrm>
            <a:custGeom>
              <a:avLst/>
              <a:gdLst/>
              <a:ahLst/>
              <a:cxnLst/>
              <a:rect l="l" t="t" r="r" b="b"/>
              <a:pathLst>
                <a:path w="439420" h="485139">
                  <a:moveTo>
                    <a:pt x="196596" y="0"/>
                  </a:moveTo>
                  <a:lnTo>
                    <a:pt x="196596" y="121158"/>
                  </a:lnTo>
                  <a:lnTo>
                    <a:pt x="0" y="121158"/>
                  </a:lnTo>
                  <a:lnTo>
                    <a:pt x="0" y="363474"/>
                  </a:lnTo>
                  <a:lnTo>
                    <a:pt x="196596" y="363474"/>
                  </a:lnTo>
                  <a:lnTo>
                    <a:pt x="196596" y="484632"/>
                  </a:lnTo>
                  <a:lnTo>
                    <a:pt x="438912" y="242316"/>
                  </a:lnTo>
                  <a:lnTo>
                    <a:pt x="19659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0" y="3406140"/>
              <a:ext cx="439420" cy="485140"/>
            </a:xfrm>
            <a:custGeom>
              <a:avLst/>
              <a:gdLst/>
              <a:ahLst/>
              <a:cxnLst/>
              <a:rect l="l" t="t" r="r" b="b"/>
              <a:pathLst>
                <a:path w="439420" h="485139">
                  <a:moveTo>
                    <a:pt x="0" y="121158"/>
                  </a:moveTo>
                  <a:lnTo>
                    <a:pt x="196596" y="121158"/>
                  </a:lnTo>
                  <a:lnTo>
                    <a:pt x="196596" y="0"/>
                  </a:lnTo>
                  <a:lnTo>
                    <a:pt x="438912" y="242316"/>
                  </a:lnTo>
                  <a:lnTo>
                    <a:pt x="196596" y="484632"/>
                  </a:lnTo>
                  <a:lnTo>
                    <a:pt x="196596" y="363474"/>
                  </a:lnTo>
                  <a:lnTo>
                    <a:pt x="0" y="3634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5" name="object 75" descr=""/>
          <p:cNvSpPr txBox="1"/>
          <p:nvPr/>
        </p:nvSpPr>
        <p:spPr>
          <a:xfrm>
            <a:off x="9784440" y="5651253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76" name="object 76" descr=""/>
          <p:cNvGrpSpPr/>
          <p:nvPr/>
        </p:nvGrpSpPr>
        <p:grpSpPr>
          <a:xfrm>
            <a:off x="8189218" y="4941189"/>
            <a:ext cx="2289810" cy="1355090"/>
            <a:chOff x="8189218" y="4941189"/>
            <a:chExt cx="2289810" cy="1355090"/>
          </a:xfrm>
        </p:grpSpPr>
        <p:sp>
          <p:nvSpPr>
            <p:cNvPr id="77" name="object 77" descr=""/>
            <p:cNvSpPr/>
            <p:nvPr/>
          </p:nvSpPr>
          <p:spPr>
            <a:xfrm>
              <a:off x="8227313" y="4950714"/>
              <a:ext cx="0" cy="515620"/>
            </a:xfrm>
            <a:custGeom>
              <a:avLst/>
              <a:gdLst/>
              <a:ahLst/>
              <a:cxnLst/>
              <a:rect l="l" t="t" r="r" b="b"/>
              <a:pathLst>
                <a:path w="0" h="515620">
                  <a:moveTo>
                    <a:pt x="0" y="0"/>
                  </a:moveTo>
                  <a:lnTo>
                    <a:pt x="0" y="515061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8189218" y="545307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199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8666225" y="5971794"/>
              <a:ext cx="1750060" cy="289560"/>
            </a:xfrm>
            <a:custGeom>
              <a:avLst/>
              <a:gdLst/>
              <a:ahLst/>
              <a:cxnLst/>
              <a:rect l="l" t="t" r="r" b="b"/>
              <a:pathLst>
                <a:path w="1750059" h="289560">
                  <a:moveTo>
                    <a:pt x="0" y="0"/>
                  </a:moveTo>
                  <a:lnTo>
                    <a:pt x="1749996" y="28895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10397479" y="6221079"/>
              <a:ext cx="81915" cy="75565"/>
            </a:xfrm>
            <a:custGeom>
              <a:avLst/>
              <a:gdLst/>
              <a:ahLst/>
              <a:cxnLst/>
              <a:rect l="l" t="t" r="r" b="b"/>
              <a:pathLst>
                <a:path w="81915" h="75564">
                  <a:moveTo>
                    <a:pt x="12420" y="0"/>
                  </a:moveTo>
                  <a:lnTo>
                    <a:pt x="0" y="75184"/>
                  </a:lnTo>
                  <a:lnTo>
                    <a:pt x="81394" y="50012"/>
                  </a:lnTo>
                  <a:lnTo>
                    <a:pt x="124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1" name="object 81" descr=""/>
          <p:cNvSpPr txBox="1"/>
          <p:nvPr/>
        </p:nvSpPr>
        <p:spPr>
          <a:xfrm>
            <a:off x="7977523" y="5029023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82" name="object 82" descr=""/>
          <p:cNvSpPr txBox="1"/>
          <p:nvPr/>
        </p:nvSpPr>
        <p:spPr>
          <a:xfrm>
            <a:off x="9314591" y="5790819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83" name="object 83" descr=""/>
          <p:cNvSpPr txBox="1"/>
          <p:nvPr/>
        </p:nvSpPr>
        <p:spPr>
          <a:xfrm>
            <a:off x="7245801" y="2357804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84" name="object 84" descr=""/>
          <p:cNvGrpSpPr/>
          <p:nvPr/>
        </p:nvGrpSpPr>
        <p:grpSpPr>
          <a:xfrm>
            <a:off x="6183480" y="2554812"/>
            <a:ext cx="1512570" cy="380365"/>
            <a:chOff x="6183480" y="2554812"/>
            <a:chExt cx="1512570" cy="380365"/>
          </a:xfrm>
        </p:grpSpPr>
        <p:sp>
          <p:nvSpPr>
            <p:cNvPr id="85" name="object 85" descr=""/>
            <p:cNvSpPr/>
            <p:nvPr/>
          </p:nvSpPr>
          <p:spPr>
            <a:xfrm>
              <a:off x="6978904" y="2668292"/>
              <a:ext cx="684530" cy="257175"/>
            </a:xfrm>
            <a:custGeom>
              <a:avLst/>
              <a:gdLst/>
              <a:ahLst/>
              <a:cxnLst/>
              <a:rect l="l" t="t" r="r" b="b"/>
              <a:pathLst>
                <a:path w="684529" h="257175">
                  <a:moveTo>
                    <a:pt x="0" y="256832"/>
                  </a:moveTo>
                  <a:lnTo>
                    <a:pt x="8244" y="215688"/>
                  </a:lnTo>
                  <a:lnTo>
                    <a:pt x="23563" y="176922"/>
                  </a:lnTo>
                  <a:lnTo>
                    <a:pt x="45367" y="140931"/>
                  </a:lnTo>
                  <a:lnTo>
                    <a:pt x="73063" y="108112"/>
                  </a:lnTo>
                  <a:lnTo>
                    <a:pt x="106060" y="78861"/>
                  </a:lnTo>
                  <a:lnTo>
                    <a:pt x="143766" y="53573"/>
                  </a:lnTo>
                  <a:lnTo>
                    <a:pt x="185591" y="32647"/>
                  </a:lnTo>
                  <a:lnTo>
                    <a:pt x="230942" y="16479"/>
                  </a:lnTo>
                  <a:lnTo>
                    <a:pt x="279229" y="5464"/>
                  </a:lnTo>
                  <a:lnTo>
                    <a:pt x="329860" y="0"/>
                  </a:lnTo>
                  <a:lnTo>
                    <a:pt x="382244" y="482"/>
                  </a:lnTo>
                  <a:lnTo>
                    <a:pt x="433291" y="6929"/>
                  </a:lnTo>
                  <a:lnTo>
                    <a:pt x="481649" y="18929"/>
                  </a:lnTo>
                  <a:lnTo>
                    <a:pt x="526765" y="36061"/>
                  </a:lnTo>
                  <a:lnTo>
                    <a:pt x="568085" y="57904"/>
                  </a:lnTo>
                  <a:lnTo>
                    <a:pt x="605055" y="84034"/>
                  </a:lnTo>
                  <a:lnTo>
                    <a:pt x="637121" y="114030"/>
                  </a:lnTo>
                  <a:lnTo>
                    <a:pt x="663729" y="147471"/>
                  </a:lnTo>
                  <a:lnTo>
                    <a:pt x="684326" y="18393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7623139" y="2829092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5">
                  <a:moveTo>
                    <a:pt x="72859" y="0"/>
                  </a:moveTo>
                  <a:lnTo>
                    <a:pt x="0" y="22313"/>
                  </a:lnTo>
                  <a:lnTo>
                    <a:pt x="58750" y="84023"/>
                  </a:lnTo>
                  <a:lnTo>
                    <a:pt x="728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6193005" y="2564337"/>
              <a:ext cx="363855" cy="335915"/>
            </a:xfrm>
            <a:custGeom>
              <a:avLst/>
              <a:gdLst/>
              <a:ahLst/>
              <a:cxnLst/>
              <a:rect l="l" t="t" r="r" b="b"/>
              <a:pathLst>
                <a:path w="363854" h="335914">
                  <a:moveTo>
                    <a:pt x="131375" y="335315"/>
                  </a:moveTo>
                  <a:lnTo>
                    <a:pt x="84961" y="314951"/>
                  </a:lnTo>
                  <a:lnTo>
                    <a:pt x="47456" y="285434"/>
                  </a:lnTo>
                  <a:lnTo>
                    <a:pt x="20020" y="248839"/>
                  </a:lnTo>
                  <a:lnTo>
                    <a:pt x="3815" y="207243"/>
                  </a:lnTo>
                  <a:lnTo>
                    <a:pt x="0" y="162724"/>
                  </a:lnTo>
                  <a:lnTo>
                    <a:pt x="9735" y="117357"/>
                  </a:lnTo>
                  <a:lnTo>
                    <a:pt x="32527" y="75894"/>
                  </a:lnTo>
                  <a:lnTo>
                    <a:pt x="65570" y="42391"/>
                  </a:lnTo>
                  <a:lnTo>
                    <a:pt x="106537" y="17883"/>
                  </a:lnTo>
                  <a:lnTo>
                    <a:pt x="153104" y="3407"/>
                  </a:lnTo>
                  <a:lnTo>
                    <a:pt x="202942" y="0"/>
                  </a:lnTo>
                  <a:lnTo>
                    <a:pt x="253727" y="8696"/>
                  </a:lnTo>
                  <a:lnTo>
                    <a:pt x="287997" y="22372"/>
                  </a:lnTo>
                  <a:lnTo>
                    <a:pt x="318138" y="41338"/>
                  </a:lnTo>
                  <a:lnTo>
                    <a:pt x="343503" y="64882"/>
                  </a:lnTo>
                  <a:lnTo>
                    <a:pt x="363443" y="92287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6516326" y="2632330"/>
              <a:ext cx="72390" cy="84455"/>
            </a:xfrm>
            <a:custGeom>
              <a:avLst/>
              <a:gdLst/>
              <a:ahLst/>
              <a:cxnLst/>
              <a:rect l="l" t="t" r="r" b="b"/>
              <a:pathLst>
                <a:path w="72390" h="84455">
                  <a:moveTo>
                    <a:pt x="72072" y="0"/>
                  </a:moveTo>
                  <a:lnTo>
                    <a:pt x="0" y="24739"/>
                  </a:lnTo>
                  <a:lnTo>
                    <a:pt x="60769" y="84442"/>
                  </a:lnTo>
                  <a:lnTo>
                    <a:pt x="720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9" name="object 89" descr=""/>
          <p:cNvSpPr txBox="1"/>
          <p:nvPr/>
        </p:nvSpPr>
        <p:spPr>
          <a:xfrm>
            <a:off x="6078696" y="2319326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90" name="object 90" descr=""/>
          <p:cNvGrpSpPr/>
          <p:nvPr/>
        </p:nvGrpSpPr>
        <p:grpSpPr>
          <a:xfrm>
            <a:off x="7577850" y="4479416"/>
            <a:ext cx="2743835" cy="1205230"/>
            <a:chOff x="7577850" y="4479416"/>
            <a:chExt cx="2743835" cy="1205230"/>
          </a:xfrm>
        </p:grpSpPr>
        <p:sp>
          <p:nvSpPr>
            <p:cNvPr id="91" name="object 91" descr=""/>
            <p:cNvSpPr/>
            <p:nvPr/>
          </p:nvSpPr>
          <p:spPr>
            <a:xfrm>
              <a:off x="7587375" y="4823689"/>
              <a:ext cx="317500" cy="850900"/>
            </a:xfrm>
            <a:custGeom>
              <a:avLst/>
              <a:gdLst/>
              <a:ahLst/>
              <a:cxnLst/>
              <a:rect l="l" t="t" r="r" b="b"/>
              <a:pathLst>
                <a:path w="317500" h="850900">
                  <a:moveTo>
                    <a:pt x="317157" y="850874"/>
                  </a:moveTo>
                  <a:lnTo>
                    <a:pt x="277067" y="843627"/>
                  </a:lnTo>
                  <a:lnTo>
                    <a:pt x="238723" y="830891"/>
                  </a:lnTo>
                  <a:lnTo>
                    <a:pt x="202362" y="813019"/>
                  </a:lnTo>
                  <a:lnTo>
                    <a:pt x="168222" y="790366"/>
                  </a:lnTo>
                  <a:lnTo>
                    <a:pt x="136538" y="763286"/>
                  </a:lnTo>
                  <a:lnTo>
                    <a:pt x="107550" y="732133"/>
                  </a:lnTo>
                  <a:lnTo>
                    <a:pt x="81493" y="697261"/>
                  </a:lnTo>
                  <a:lnTo>
                    <a:pt x="58605" y="659025"/>
                  </a:lnTo>
                  <a:lnTo>
                    <a:pt x="39123" y="617779"/>
                  </a:lnTo>
                  <a:lnTo>
                    <a:pt x="23285" y="573877"/>
                  </a:lnTo>
                  <a:lnTo>
                    <a:pt x="11326" y="527672"/>
                  </a:lnTo>
                  <a:lnTo>
                    <a:pt x="3486" y="479520"/>
                  </a:lnTo>
                  <a:lnTo>
                    <a:pt x="0" y="429775"/>
                  </a:lnTo>
                  <a:lnTo>
                    <a:pt x="1105" y="378790"/>
                  </a:lnTo>
                  <a:lnTo>
                    <a:pt x="7196" y="326354"/>
                  </a:lnTo>
                  <a:lnTo>
                    <a:pt x="18046" y="276115"/>
                  </a:lnTo>
                  <a:lnTo>
                    <a:pt x="33362" y="228463"/>
                  </a:lnTo>
                  <a:lnTo>
                    <a:pt x="52845" y="183787"/>
                  </a:lnTo>
                  <a:lnTo>
                    <a:pt x="76202" y="142474"/>
                  </a:lnTo>
                  <a:lnTo>
                    <a:pt x="103136" y="104916"/>
                  </a:lnTo>
                  <a:lnTo>
                    <a:pt x="133351" y="71500"/>
                  </a:lnTo>
                  <a:lnTo>
                    <a:pt x="166552" y="42616"/>
                  </a:lnTo>
                  <a:lnTo>
                    <a:pt x="202443" y="18653"/>
                  </a:lnTo>
                  <a:lnTo>
                    <a:pt x="240729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7806051" y="4790290"/>
              <a:ext cx="83820" cy="73660"/>
            </a:xfrm>
            <a:custGeom>
              <a:avLst/>
              <a:gdLst/>
              <a:ahLst/>
              <a:cxnLst/>
              <a:rect l="l" t="t" r="r" b="b"/>
              <a:pathLst>
                <a:path w="83820" h="73660">
                  <a:moveTo>
                    <a:pt x="0" y="0"/>
                  </a:moveTo>
                  <a:lnTo>
                    <a:pt x="20523" y="73380"/>
                  </a:lnTo>
                  <a:lnTo>
                    <a:pt x="83642" y="161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8589721" y="4488941"/>
              <a:ext cx="1722755" cy="1134110"/>
            </a:xfrm>
            <a:custGeom>
              <a:avLst/>
              <a:gdLst/>
              <a:ahLst/>
              <a:cxnLst/>
              <a:rect l="l" t="t" r="r" b="b"/>
              <a:pathLst>
                <a:path w="1722754" h="1134110">
                  <a:moveTo>
                    <a:pt x="1722335" y="0"/>
                  </a:moveTo>
                  <a:lnTo>
                    <a:pt x="0" y="113389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8536681" y="5584032"/>
              <a:ext cx="85090" cy="74295"/>
            </a:xfrm>
            <a:custGeom>
              <a:avLst/>
              <a:gdLst/>
              <a:ahLst/>
              <a:cxnLst/>
              <a:rect l="l" t="t" r="r" b="b"/>
              <a:pathLst>
                <a:path w="85090" h="74295">
                  <a:moveTo>
                    <a:pt x="42697" y="0"/>
                  </a:moveTo>
                  <a:lnTo>
                    <a:pt x="0" y="73723"/>
                  </a:lnTo>
                  <a:lnTo>
                    <a:pt x="84594" y="63639"/>
                  </a:lnTo>
                  <a:lnTo>
                    <a:pt x="426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5" name="object 95" descr=""/>
          <p:cNvSpPr txBox="1"/>
          <p:nvPr/>
        </p:nvSpPr>
        <p:spPr>
          <a:xfrm>
            <a:off x="7365499" y="5074620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96" name="object 96" descr=""/>
          <p:cNvSpPr txBox="1"/>
          <p:nvPr/>
        </p:nvSpPr>
        <p:spPr>
          <a:xfrm>
            <a:off x="9690031" y="4450853"/>
            <a:ext cx="2527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𝑎,</a:t>
            </a:r>
            <a:r>
              <a:rPr dirty="0" sz="1200" spc="-50">
                <a:latin typeface="Cambria Math"/>
                <a:cs typeface="Cambria Math"/>
              </a:rPr>
              <a:t> 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97" name="object 97" descr=""/>
          <p:cNvGrpSpPr/>
          <p:nvPr/>
        </p:nvGrpSpPr>
        <p:grpSpPr>
          <a:xfrm>
            <a:off x="8480325" y="6332261"/>
            <a:ext cx="2091689" cy="295275"/>
            <a:chOff x="8480325" y="6332261"/>
            <a:chExt cx="2091689" cy="295275"/>
          </a:xfrm>
        </p:grpSpPr>
        <p:sp>
          <p:nvSpPr>
            <p:cNvPr id="98" name="object 98" descr=""/>
            <p:cNvSpPr/>
            <p:nvPr/>
          </p:nvSpPr>
          <p:spPr>
            <a:xfrm>
              <a:off x="8529183" y="6341786"/>
              <a:ext cx="2033270" cy="276225"/>
            </a:xfrm>
            <a:custGeom>
              <a:avLst/>
              <a:gdLst/>
              <a:ahLst/>
              <a:cxnLst/>
              <a:rect l="l" t="t" r="r" b="b"/>
              <a:pathLst>
                <a:path w="2033270" h="276225">
                  <a:moveTo>
                    <a:pt x="2032838" y="0"/>
                  </a:moveTo>
                  <a:lnTo>
                    <a:pt x="1998494" y="40589"/>
                  </a:lnTo>
                  <a:lnTo>
                    <a:pt x="1950436" y="78732"/>
                  </a:lnTo>
                  <a:lnTo>
                    <a:pt x="1889729" y="114204"/>
                  </a:lnTo>
                  <a:lnTo>
                    <a:pt x="1854967" y="130868"/>
                  </a:lnTo>
                  <a:lnTo>
                    <a:pt x="1817443" y="146780"/>
                  </a:lnTo>
                  <a:lnTo>
                    <a:pt x="1777291" y="161912"/>
                  </a:lnTo>
                  <a:lnTo>
                    <a:pt x="1734644" y="176235"/>
                  </a:lnTo>
                  <a:lnTo>
                    <a:pt x="1689635" y="189721"/>
                  </a:lnTo>
                  <a:lnTo>
                    <a:pt x="1642399" y="202343"/>
                  </a:lnTo>
                  <a:lnTo>
                    <a:pt x="1593068" y="214073"/>
                  </a:lnTo>
                  <a:lnTo>
                    <a:pt x="1541776" y="224881"/>
                  </a:lnTo>
                  <a:lnTo>
                    <a:pt x="1488657" y="234740"/>
                  </a:lnTo>
                  <a:lnTo>
                    <a:pt x="1433843" y="243622"/>
                  </a:lnTo>
                  <a:lnTo>
                    <a:pt x="1377469" y="251499"/>
                  </a:lnTo>
                  <a:lnTo>
                    <a:pt x="1319667" y="258343"/>
                  </a:lnTo>
                  <a:lnTo>
                    <a:pt x="1260571" y="264125"/>
                  </a:lnTo>
                  <a:lnTo>
                    <a:pt x="1200315" y="268818"/>
                  </a:lnTo>
                  <a:lnTo>
                    <a:pt x="1139032" y="272392"/>
                  </a:lnTo>
                  <a:lnTo>
                    <a:pt x="1076855" y="274821"/>
                  </a:lnTo>
                  <a:lnTo>
                    <a:pt x="1013918" y="276076"/>
                  </a:lnTo>
                  <a:lnTo>
                    <a:pt x="950354" y="276129"/>
                  </a:lnTo>
                  <a:lnTo>
                    <a:pt x="886297" y="274952"/>
                  </a:lnTo>
                  <a:lnTo>
                    <a:pt x="821880" y="272517"/>
                  </a:lnTo>
                  <a:lnTo>
                    <a:pt x="757237" y="268795"/>
                  </a:lnTo>
                  <a:lnTo>
                    <a:pt x="694909" y="263955"/>
                  </a:lnTo>
                  <a:lnTo>
                    <a:pt x="634026" y="257977"/>
                  </a:lnTo>
                  <a:lnTo>
                    <a:pt x="574705" y="250898"/>
                  </a:lnTo>
                  <a:lnTo>
                    <a:pt x="517068" y="242750"/>
                  </a:lnTo>
                  <a:lnTo>
                    <a:pt x="461232" y="233570"/>
                  </a:lnTo>
                  <a:lnTo>
                    <a:pt x="407316" y="223391"/>
                  </a:lnTo>
                  <a:lnTo>
                    <a:pt x="355440" y="212249"/>
                  </a:lnTo>
                  <a:lnTo>
                    <a:pt x="305723" y="200178"/>
                  </a:lnTo>
                  <a:lnTo>
                    <a:pt x="258285" y="187214"/>
                  </a:lnTo>
                  <a:lnTo>
                    <a:pt x="213243" y="173390"/>
                  </a:lnTo>
                  <a:lnTo>
                    <a:pt x="170717" y="158741"/>
                  </a:lnTo>
                  <a:lnTo>
                    <a:pt x="130827" y="143303"/>
                  </a:lnTo>
                  <a:lnTo>
                    <a:pt x="93691" y="127109"/>
                  </a:lnTo>
                  <a:lnTo>
                    <a:pt x="59428" y="110195"/>
                  </a:lnTo>
                  <a:lnTo>
                    <a:pt x="28158" y="92596"/>
                  </a:lnTo>
                  <a:lnTo>
                    <a:pt x="0" y="7434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8480325" y="6375443"/>
              <a:ext cx="83185" cy="78105"/>
            </a:xfrm>
            <a:custGeom>
              <a:avLst/>
              <a:gdLst/>
              <a:ahLst/>
              <a:cxnLst/>
              <a:rect l="l" t="t" r="r" b="b"/>
              <a:pathLst>
                <a:path w="83184" h="78104">
                  <a:moveTo>
                    <a:pt x="0" y="0"/>
                  </a:moveTo>
                  <a:lnTo>
                    <a:pt x="34175" y="78041"/>
                  </a:lnTo>
                  <a:lnTo>
                    <a:pt x="82931" y="194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0" name="object 100" descr=""/>
          <p:cNvSpPr txBox="1"/>
          <p:nvPr/>
        </p:nvSpPr>
        <p:spPr>
          <a:xfrm>
            <a:off x="9452512" y="6343304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101" name="object 101" descr=""/>
          <p:cNvGrpSpPr/>
          <p:nvPr/>
        </p:nvGrpSpPr>
        <p:grpSpPr>
          <a:xfrm>
            <a:off x="8645228" y="4665031"/>
            <a:ext cx="1978025" cy="920750"/>
            <a:chOff x="8645228" y="4665031"/>
            <a:chExt cx="1978025" cy="920750"/>
          </a:xfrm>
        </p:grpSpPr>
        <p:sp>
          <p:nvSpPr>
            <p:cNvPr id="102" name="object 102" descr=""/>
            <p:cNvSpPr/>
            <p:nvPr/>
          </p:nvSpPr>
          <p:spPr>
            <a:xfrm>
              <a:off x="8707848" y="4700150"/>
              <a:ext cx="1906270" cy="876300"/>
            </a:xfrm>
            <a:custGeom>
              <a:avLst/>
              <a:gdLst/>
              <a:ahLst/>
              <a:cxnLst/>
              <a:rect l="l" t="t" r="r" b="b"/>
              <a:pathLst>
                <a:path w="1906270" h="876300">
                  <a:moveTo>
                    <a:pt x="1905647" y="876007"/>
                  </a:moveTo>
                  <a:lnTo>
                    <a:pt x="1871062" y="836171"/>
                  </a:lnTo>
                  <a:lnTo>
                    <a:pt x="1826215" y="793857"/>
                  </a:lnTo>
                  <a:lnTo>
                    <a:pt x="1771780" y="749412"/>
                  </a:lnTo>
                  <a:lnTo>
                    <a:pt x="1741176" y="726499"/>
                  </a:lnTo>
                  <a:lnTo>
                    <a:pt x="1708428" y="703184"/>
                  </a:lnTo>
                  <a:lnTo>
                    <a:pt x="1673619" y="679511"/>
                  </a:lnTo>
                  <a:lnTo>
                    <a:pt x="1636832" y="655523"/>
                  </a:lnTo>
                  <a:lnTo>
                    <a:pt x="1598153" y="631262"/>
                  </a:lnTo>
                  <a:lnTo>
                    <a:pt x="1557666" y="606774"/>
                  </a:lnTo>
                  <a:lnTo>
                    <a:pt x="1515453" y="582101"/>
                  </a:lnTo>
                  <a:lnTo>
                    <a:pt x="1471600" y="557287"/>
                  </a:lnTo>
                  <a:lnTo>
                    <a:pt x="1426190" y="532376"/>
                  </a:lnTo>
                  <a:lnTo>
                    <a:pt x="1379307" y="507410"/>
                  </a:lnTo>
                  <a:lnTo>
                    <a:pt x="1331037" y="482433"/>
                  </a:lnTo>
                  <a:lnTo>
                    <a:pt x="1281461" y="457490"/>
                  </a:lnTo>
                  <a:lnTo>
                    <a:pt x="1230665" y="432622"/>
                  </a:lnTo>
                  <a:lnTo>
                    <a:pt x="1178733" y="407875"/>
                  </a:lnTo>
                  <a:lnTo>
                    <a:pt x="1125749" y="383291"/>
                  </a:lnTo>
                  <a:lnTo>
                    <a:pt x="1071796" y="358913"/>
                  </a:lnTo>
                  <a:lnTo>
                    <a:pt x="1016959" y="334786"/>
                  </a:lnTo>
                  <a:lnTo>
                    <a:pt x="961323" y="310953"/>
                  </a:lnTo>
                  <a:lnTo>
                    <a:pt x="904970" y="287457"/>
                  </a:lnTo>
                  <a:lnTo>
                    <a:pt x="847985" y="264342"/>
                  </a:lnTo>
                  <a:lnTo>
                    <a:pt x="790452" y="241651"/>
                  </a:lnTo>
                  <a:lnTo>
                    <a:pt x="732455" y="219428"/>
                  </a:lnTo>
                  <a:lnTo>
                    <a:pt x="674078" y="197716"/>
                  </a:lnTo>
                  <a:lnTo>
                    <a:pt x="615406" y="176559"/>
                  </a:lnTo>
                  <a:lnTo>
                    <a:pt x="556522" y="156001"/>
                  </a:lnTo>
                  <a:lnTo>
                    <a:pt x="497510" y="136084"/>
                  </a:lnTo>
                  <a:lnTo>
                    <a:pt x="438454" y="116852"/>
                  </a:lnTo>
                  <a:lnTo>
                    <a:pt x="385832" y="100322"/>
                  </a:lnTo>
                  <a:lnTo>
                    <a:pt x="334015" y="84635"/>
                  </a:lnTo>
                  <a:lnTo>
                    <a:pt x="283077" y="69810"/>
                  </a:lnTo>
                  <a:lnTo>
                    <a:pt x="233091" y="55866"/>
                  </a:lnTo>
                  <a:lnTo>
                    <a:pt x="184130" y="42820"/>
                  </a:lnTo>
                  <a:lnTo>
                    <a:pt x="136268" y="30693"/>
                  </a:lnTo>
                  <a:lnTo>
                    <a:pt x="89576" y="19501"/>
                  </a:lnTo>
                  <a:lnTo>
                    <a:pt x="44129" y="9264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8645228" y="4665031"/>
              <a:ext cx="82550" cy="74930"/>
            </a:xfrm>
            <a:custGeom>
              <a:avLst/>
              <a:gdLst/>
              <a:ahLst/>
              <a:cxnLst/>
              <a:rect l="l" t="t" r="r" b="b"/>
              <a:pathLst>
                <a:path w="82550" h="74929">
                  <a:moveTo>
                    <a:pt x="81953" y="0"/>
                  </a:moveTo>
                  <a:lnTo>
                    <a:pt x="0" y="23253"/>
                  </a:lnTo>
                  <a:lnTo>
                    <a:pt x="67779" y="74866"/>
                  </a:lnTo>
                  <a:lnTo>
                    <a:pt x="8195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4" name="object 104" descr=""/>
          <p:cNvSpPr txBox="1"/>
          <p:nvPr/>
        </p:nvSpPr>
        <p:spPr>
          <a:xfrm>
            <a:off x="10158418" y="4986883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C00000"/>
                </a:solidFill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Closure</a:t>
            </a:r>
            <a:r>
              <a:rPr dirty="0" spc="-170"/>
              <a:t> </a:t>
            </a:r>
            <a:r>
              <a:rPr dirty="0" spc="-20"/>
              <a:t>Properties</a:t>
            </a:r>
            <a:r>
              <a:rPr dirty="0" spc="-160"/>
              <a:t> </a:t>
            </a:r>
            <a:r>
              <a:rPr dirty="0"/>
              <a:t>for</a:t>
            </a:r>
            <a:r>
              <a:rPr dirty="0" spc="-165"/>
              <a:t> </a:t>
            </a:r>
            <a:r>
              <a:rPr dirty="0" spc="-45"/>
              <a:t>RegEx</a:t>
            </a:r>
            <a:r>
              <a:rPr dirty="0" spc="-160"/>
              <a:t> </a:t>
            </a:r>
            <a:r>
              <a:rPr dirty="0"/>
              <a:t>-</a:t>
            </a:r>
            <a:r>
              <a:rPr dirty="0" spc="-140"/>
              <a:t> </a:t>
            </a:r>
            <a:r>
              <a:rPr dirty="0" spc="-10"/>
              <a:t>Union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452871" y="2095500"/>
            <a:ext cx="419100" cy="33845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dirty="0" sz="16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84919" y="2119883"/>
            <a:ext cx="424180" cy="33845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10"/>
              </a:spcBef>
            </a:pPr>
            <a:r>
              <a:rPr dirty="0" sz="16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492" sz="1725" spc="-37">
                <a:latin typeface="Cambria Math"/>
                <a:cs typeface="Cambria Math"/>
              </a:rPr>
              <a:t>2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6271005" y="2710942"/>
            <a:ext cx="735330" cy="741680"/>
            <a:chOff x="6271005" y="2710942"/>
            <a:chExt cx="735330" cy="741680"/>
          </a:xfrm>
        </p:grpSpPr>
        <p:sp>
          <p:nvSpPr>
            <p:cNvPr id="6" name="object 6" descr=""/>
            <p:cNvSpPr/>
            <p:nvPr/>
          </p:nvSpPr>
          <p:spPr>
            <a:xfrm>
              <a:off x="62773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361188" y="0"/>
                  </a:moveTo>
                  <a:lnTo>
                    <a:pt x="312176" y="3324"/>
                  </a:lnTo>
                  <a:lnTo>
                    <a:pt x="265169" y="13010"/>
                  </a:lnTo>
                  <a:lnTo>
                    <a:pt x="220597" y="28622"/>
                  </a:lnTo>
                  <a:lnTo>
                    <a:pt x="178889" y="49727"/>
                  </a:lnTo>
                  <a:lnTo>
                    <a:pt x="140476" y="75891"/>
                  </a:lnTo>
                  <a:lnTo>
                    <a:pt x="105789" y="106680"/>
                  </a:lnTo>
                  <a:lnTo>
                    <a:pt x="75257" y="141659"/>
                  </a:lnTo>
                  <a:lnTo>
                    <a:pt x="49312" y="180396"/>
                  </a:lnTo>
                  <a:lnTo>
                    <a:pt x="28383" y="222456"/>
                  </a:lnTo>
                  <a:lnTo>
                    <a:pt x="12901" y="267405"/>
                  </a:lnTo>
                  <a:lnTo>
                    <a:pt x="3297" y="314810"/>
                  </a:lnTo>
                  <a:lnTo>
                    <a:pt x="0" y="364236"/>
                  </a:lnTo>
                  <a:lnTo>
                    <a:pt x="3297" y="413661"/>
                  </a:lnTo>
                  <a:lnTo>
                    <a:pt x="12901" y="461066"/>
                  </a:lnTo>
                  <a:lnTo>
                    <a:pt x="28383" y="506015"/>
                  </a:lnTo>
                  <a:lnTo>
                    <a:pt x="49312" y="548075"/>
                  </a:lnTo>
                  <a:lnTo>
                    <a:pt x="75257" y="586812"/>
                  </a:lnTo>
                  <a:lnTo>
                    <a:pt x="105789" y="621792"/>
                  </a:lnTo>
                  <a:lnTo>
                    <a:pt x="140476" y="652580"/>
                  </a:lnTo>
                  <a:lnTo>
                    <a:pt x="178889" y="678744"/>
                  </a:lnTo>
                  <a:lnTo>
                    <a:pt x="220597" y="699849"/>
                  </a:lnTo>
                  <a:lnTo>
                    <a:pt x="265169" y="715461"/>
                  </a:lnTo>
                  <a:lnTo>
                    <a:pt x="312176" y="725147"/>
                  </a:lnTo>
                  <a:lnTo>
                    <a:pt x="361188" y="728472"/>
                  </a:lnTo>
                  <a:lnTo>
                    <a:pt x="410199" y="725147"/>
                  </a:lnTo>
                  <a:lnTo>
                    <a:pt x="457206" y="715461"/>
                  </a:lnTo>
                  <a:lnTo>
                    <a:pt x="501778" y="699849"/>
                  </a:lnTo>
                  <a:lnTo>
                    <a:pt x="543486" y="678744"/>
                  </a:lnTo>
                  <a:lnTo>
                    <a:pt x="581899" y="652580"/>
                  </a:lnTo>
                  <a:lnTo>
                    <a:pt x="616586" y="621792"/>
                  </a:lnTo>
                  <a:lnTo>
                    <a:pt x="647118" y="586812"/>
                  </a:lnTo>
                  <a:lnTo>
                    <a:pt x="673063" y="548075"/>
                  </a:lnTo>
                  <a:lnTo>
                    <a:pt x="693992" y="506015"/>
                  </a:lnTo>
                  <a:lnTo>
                    <a:pt x="709474" y="461066"/>
                  </a:lnTo>
                  <a:lnTo>
                    <a:pt x="719078" y="413661"/>
                  </a:lnTo>
                  <a:lnTo>
                    <a:pt x="722376" y="364236"/>
                  </a:lnTo>
                  <a:lnTo>
                    <a:pt x="719078" y="314810"/>
                  </a:lnTo>
                  <a:lnTo>
                    <a:pt x="709474" y="267405"/>
                  </a:lnTo>
                  <a:lnTo>
                    <a:pt x="693992" y="222456"/>
                  </a:lnTo>
                  <a:lnTo>
                    <a:pt x="673063" y="180396"/>
                  </a:lnTo>
                  <a:lnTo>
                    <a:pt x="647118" y="141659"/>
                  </a:lnTo>
                  <a:lnTo>
                    <a:pt x="616586" y="106680"/>
                  </a:lnTo>
                  <a:lnTo>
                    <a:pt x="581899" y="75891"/>
                  </a:lnTo>
                  <a:lnTo>
                    <a:pt x="543486" y="49727"/>
                  </a:lnTo>
                  <a:lnTo>
                    <a:pt x="501778" y="28622"/>
                  </a:lnTo>
                  <a:lnTo>
                    <a:pt x="457206" y="13010"/>
                  </a:lnTo>
                  <a:lnTo>
                    <a:pt x="410199" y="332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2773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0" y="364236"/>
                  </a:moveTo>
                  <a:lnTo>
                    <a:pt x="3297" y="314810"/>
                  </a:lnTo>
                  <a:lnTo>
                    <a:pt x="12901" y="267405"/>
                  </a:lnTo>
                  <a:lnTo>
                    <a:pt x="28383" y="222456"/>
                  </a:lnTo>
                  <a:lnTo>
                    <a:pt x="49312" y="180396"/>
                  </a:lnTo>
                  <a:lnTo>
                    <a:pt x="75257" y="141659"/>
                  </a:lnTo>
                  <a:lnTo>
                    <a:pt x="105789" y="106680"/>
                  </a:lnTo>
                  <a:lnTo>
                    <a:pt x="140476" y="75891"/>
                  </a:lnTo>
                  <a:lnTo>
                    <a:pt x="178889" y="49727"/>
                  </a:lnTo>
                  <a:lnTo>
                    <a:pt x="220597" y="28622"/>
                  </a:lnTo>
                  <a:lnTo>
                    <a:pt x="265169" y="13010"/>
                  </a:lnTo>
                  <a:lnTo>
                    <a:pt x="312176" y="3324"/>
                  </a:lnTo>
                  <a:lnTo>
                    <a:pt x="361188" y="0"/>
                  </a:lnTo>
                  <a:lnTo>
                    <a:pt x="410199" y="3324"/>
                  </a:lnTo>
                  <a:lnTo>
                    <a:pt x="457206" y="13010"/>
                  </a:lnTo>
                  <a:lnTo>
                    <a:pt x="501778" y="28622"/>
                  </a:lnTo>
                  <a:lnTo>
                    <a:pt x="543486" y="49727"/>
                  </a:lnTo>
                  <a:lnTo>
                    <a:pt x="581899" y="75891"/>
                  </a:lnTo>
                  <a:lnTo>
                    <a:pt x="616586" y="106680"/>
                  </a:lnTo>
                  <a:lnTo>
                    <a:pt x="647118" y="141659"/>
                  </a:lnTo>
                  <a:lnTo>
                    <a:pt x="673063" y="180396"/>
                  </a:lnTo>
                  <a:lnTo>
                    <a:pt x="693992" y="222456"/>
                  </a:lnTo>
                  <a:lnTo>
                    <a:pt x="709474" y="267405"/>
                  </a:lnTo>
                  <a:lnTo>
                    <a:pt x="719078" y="314810"/>
                  </a:lnTo>
                  <a:lnTo>
                    <a:pt x="722376" y="364236"/>
                  </a:lnTo>
                  <a:lnTo>
                    <a:pt x="719078" y="413661"/>
                  </a:lnTo>
                  <a:lnTo>
                    <a:pt x="709474" y="461066"/>
                  </a:lnTo>
                  <a:lnTo>
                    <a:pt x="693992" y="506015"/>
                  </a:lnTo>
                  <a:lnTo>
                    <a:pt x="673063" y="548075"/>
                  </a:lnTo>
                  <a:lnTo>
                    <a:pt x="647118" y="586812"/>
                  </a:lnTo>
                  <a:lnTo>
                    <a:pt x="616586" y="621792"/>
                  </a:lnTo>
                  <a:lnTo>
                    <a:pt x="581899" y="652580"/>
                  </a:lnTo>
                  <a:lnTo>
                    <a:pt x="543486" y="678744"/>
                  </a:lnTo>
                  <a:lnTo>
                    <a:pt x="501778" y="699849"/>
                  </a:lnTo>
                  <a:lnTo>
                    <a:pt x="457206" y="715461"/>
                  </a:lnTo>
                  <a:lnTo>
                    <a:pt x="410199" y="725147"/>
                  </a:lnTo>
                  <a:lnTo>
                    <a:pt x="361188" y="728472"/>
                  </a:lnTo>
                  <a:lnTo>
                    <a:pt x="312176" y="725147"/>
                  </a:lnTo>
                  <a:lnTo>
                    <a:pt x="265169" y="715461"/>
                  </a:lnTo>
                  <a:lnTo>
                    <a:pt x="220597" y="699849"/>
                  </a:lnTo>
                  <a:lnTo>
                    <a:pt x="178889" y="678744"/>
                  </a:lnTo>
                  <a:lnTo>
                    <a:pt x="140476" y="652580"/>
                  </a:lnTo>
                  <a:lnTo>
                    <a:pt x="105789" y="621792"/>
                  </a:lnTo>
                  <a:lnTo>
                    <a:pt x="75257" y="586812"/>
                  </a:lnTo>
                  <a:lnTo>
                    <a:pt x="49312" y="548075"/>
                  </a:lnTo>
                  <a:lnTo>
                    <a:pt x="28383" y="506015"/>
                  </a:lnTo>
                  <a:lnTo>
                    <a:pt x="12901" y="461066"/>
                  </a:lnTo>
                  <a:lnTo>
                    <a:pt x="3297" y="413661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514596" y="2941121"/>
            <a:ext cx="105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𝑡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590796" y="3037133"/>
            <a:ext cx="11112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latin typeface="Cambria Math"/>
                <a:cs typeface="Cambria Math"/>
              </a:rPr>
              <a:t>0</a:t>
            </a:r>
            <a:endParaRPr sz="1150">
              <a:latin typeface="Cambria Math"/>
              <a:cs typeface="Cambria Math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5916548" y="2710942"/>
            <a:ext cx="2461260" cy="741680"/>
            <a:chOff x="5916548" y="2710942"/>
            <a:chExt cx="2461260" cy="741680"/>
          </a:xfrm>
        </p:grpSpPr>
        <p:sp>
          <p:nvSpPr>
            <p:cNvPr id="11" name="object 11" descr=""/>
            <p:cNvSpPr/>
            <p:nvPr/>
          </p:nvSpPr>
          <p:spPr>
            <a:xfrm>
              <a:off x="5926073" y="3082290"/>
              <a:ext cx="288925" cy="0"/>
            </a:xfrm>
            <a:custGeom>
              <a:avLst/>
              <a:gdLst/>
              <a:ahLst/>
              <a:cxnLst/>
              <a:rect l="l" t="t" r="r" b="b"/>
              <a:pathLst>
                <a:path w="288925" h="0">
                  <a:moveTo>
                    <a:pt x="0" y="0"/>
                  </a:moveTo>
                  <a:lnTo>
                    <a:pt x="288709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202080" y="304418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6489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361188" y="0"/>
                  </a:moveTo>
                  <a:lnTo>
                    <a:pt x="312176" y="3324"/>
                  </a:lnTo>
                  <a:lnTo>
                    <a:pt x="265169" y="13010"/>
                  </a:lnTo>
                  <a:lnTo>
                    <a:pt x="220597" y="28622"/>
                  </a:lnTo>
                  <a:lnTo>
                    <a:pt x="178889" y="49727"/>
                  </a:lnTo>
                  <a:lnTo>
                    <a:pt x="140476" y="75891"/>
                  </a:lnTo>
                  <a:lnTo>
                    <a:pt x="105789" y="106680"/>
                  </a:lnTo>
                  <a:lnTo>
                    <a:pt x="75257" y="141659"/>
                  </a:lnTo>
                  <a:lnTo>
                    <a:pt x="49312" y="180396"/>
                  </a:lnTo>
                  <a:lnTo>
                    <a:pt x="28383" y="222456"/>
                  </a:lnTo>
                  <a:lnTo>
                    <a:pt x="12901" y="267405"/>
                  </a:lnTo>
                  <a:lnTo>
                    <a:pt x="3297" y="314810"/>
                  </a:lnTo>
                  <a:lnTo>
                    <a:pt x="0" y="364236"/>
                  </a:lnTo>
                  <a:lnTo>
                    <a:pt x="3297" y="413661"/>
                  </a:lnTo>
                  <a:lnTo>
                    <a:pt x="12901" y="461066"/>
                  </a:lnTo>
                  <a:lnTo>
                    <a:pt x="28383" y="506015"/>
                  </a:lnTo>
                  <a:lnTo>
                    <a:pt x="49312" y="548075"/>
                  </a:lnTo>
                  <a:lnTo>
                    <a:pt x="75257" y="586812"/>
                  </a:lnTo>
                  <a:lnTo>
                    <a:pt x="105789" y="621792"/>
                  </a:lnTo>
                  <a:lnTo>
                    <a:pt x="140476" y="652580"/>
                  </a:lnTo>
                  <a:lnTo>
                    <a:pt x="178889" y="678744"/>
                  </a:lnTo>
                  <a:lnTo>
                    <a:pt x="220597" y="699849"/>
                  </a:lnTo>
                  <a:lnTo>
                    <a:pt x="265169" y="715461"/>
                  </a:lnTo>
                  <a:lnTo>
                    <a:pt x="312176" y="725147"/>
                  </a:lnTo>
                  <a:lnTo>
                    <a:pt x="361188" y="728472"/>
                  </a:lnTo>
                  <a:lnTo>
                    <a:pt x="410199" y="725147"/>
                  </a:lnTo>
                  <a:lnTo>
                    <a:pt x="457206" y="715461"/>
                  </a:lnTo>
                  <a:lnTo>
                    <a:pt x="501778" y="699849"/>
                  </a:lnTo>
                  <a:lnTo>
                    <a:pt x="543486" y="678744"/>
                  </a:lnTo>
                  <a:lnTo>
                    <a:pt x="581899" y="652580"/>
                  </a:lnTo>
                  <a:lnTo>
                    <a:pt x="616586" y="621792"/>
                  </a:lnTo>
                  <a:lnTo>
                    <a:pt x="647118" y="586812"/>
                  </a:lnTo>
                  <a:lnTo>
                    <a:pt x="673063" y="548075"/>
                  </a:lnTo>
                  <a:lnTo>
                    <a:pt x="693992" y="506015"/>
                  </a:lnTo>
                  <a:lnTo>
                    <a:pt x="709474" y="461066"/>
                  </a:lnTo>
                  <a:lnTo>
                    <a:pt x="719078" y="413661"/>
                  </a:lnTo>
                  <a:lnTo>
                    <a:pt x="722376" y="364236"/>
                  </a:lnTo>
                  <a:lnTo>
                    <a:pt x="719078" y="314810"/>
                  </a:lnTo>
                  <a:lnTo>
                    <a:pt x="709474" y="267405"/>
                  </a:lnTo>
                  <a:lnTo>
                    <a:pt x="693992" y="222456"/>
                  </a:lnTo>
                  <a:lnTo>
                    <a:pt x="673063" y="180396"/>
                  </a:lnTo>
                  <a:lnTo>
                    <a:pt x="647118" y="141659"/>
                  </a:lnTo>
                  <a:lnTo>
                    <a:pt x="616586" y="106680"/>
                  </a:lnTo>
                  <a:lnTo>
                    <a:pt x="581899" y="75891"/>
                  </a:lnTo>
                  <a:lnTo>
                    <a:pt x="543486" y="49727"/>
                  </a:lnTo>
                  <a:lnTo>
                    <a:pt x="501778" y="28622"/>
                  </a:lnTo>
                  <a:lnTo>
                    <a:pt x="457206" y="13010"/>
                  </a:lnTo>
                  <a:lnTo>
                    <a:pt x="410199" y="332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6489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0" y="364236"/>
                  </a:moveTo>
                  <a:lnTo>
                    <a:pt x="3297" y="314810"/>
                  </a:lnTo>
                  <a:lnTo>
                    <a:pt x="12901" y="267405"/>
                  </a:lnTo>
                  <a:lnTo>
                    <a:pt x="28383" y="222456"/>
                  </a:lnTo>
                  <a:lnTo>
                    <a:pt x="49312" y="180396"/>
                  </a:lnTo>
                  <a:lnTo>
                    <a:pt x="75257" y="141659"/>
                  </a:lnTo>
                  <a:lnTo>
                    <a:pt x="105789" y="106680"/>
                  </a:lnTo>
                  <a:lnTo>
                    <a:pt x="140476" y="75891"/>
                  </a:lnTo>
                  <a:lnTo>
                    <a:pt x="178889" y="49727"/>
                  </a:lnTo>
                  <a:lnTo>
                    <a:pt x="220597" y="28622"/>
                  </a:lnTo>
                  <a:lnTo>
                    <a:pt x="265169" y="13010"/>
                  </a:lnTo>
                  <a:lnTo>
                    <a:pt x="312176" y="3324"/>
                  </a:lnTo>
                  <a:lnTo>
                    <a:pt x="361188" y="0"/>
                  </a:lnTo>
                  <a:lnTo>
                    <a:pt x="410199" y="3324"/>
                  </a:lnTo>
                  <a:lnTo>
                    <a:pt x="457206" y="13010"/>
                  </a:lnTo>
                  <a:lnTo>
                    <a:pt x="501778" y="28622"/>
                  </a:lnTo>
                  <a:lnTo>
                    <a:pt x="543486" y="49727"/>
                  </a:lnTo>
                  <a:lnTo>
                    <a:pt x="581899" y="75891"/>
                  </a:lnTo>
                  <a:lnTo>
                    <a:pt x="616586" y="106680"/>
                  </a:lnTo>
                  <a:lnTo>
                    <a:pt x="647118" y="141659"/>
                  </a:lnTo>
                  <a:lnTo>
                    <a:pt x="673063" y="180396"/>
                  </a:lnTo>
                  <a:lnTo>
                    <a:pt x="693992" y="222456"/>
                  </a:lnTo>
                  <a:lnTo>
                    <a:pt x="709474" y="267405"/>
                  </a:lnTo>
                  <a:lnTo>
                    <a:pt x="719078" y="314810"/>
                  </a:lnTo>
                  <a:lnTo>
                    <a:pt x="722376" y="364236"/>
                  </a:lnTo>
                  <a:lnTo>
                    <a:pt x="719078" y="413661"/>
                  </a:lnTo>
                  <a:lnTo>
                    <a:pt x="709474" y="461066"/>
                  </a:lnTo>
                  <a:lnTo>
                    <a:pt x="693992" y="506015"/>
                  </a:lnTo>
                  <a:lnTo>
                    <a:pt x="673063" y="548075"/>
                  </a:lnTo>
                  <a:lnTo>
                    <a:pt x="647118" y="586812"/>
                  </a:lnTo>
                  <a:lnTo>
                    <a:pt x="616586" y="621792"/>
                  </a:lnTo>
                  <a:lnTo>
                    <a:pt x="581899" y="652580"/>
                  </a:lnTo>
                  <a:lnTo>
                    <a:pt x="543486" y="678744"/>
                  </a:lnTo>
                  <a:lnTo>
                    <a:pt x="501778" y="699849"/>
                  </a:lnTo>
                  <a:lnTo>
                    <a:pt x="457206" y="715461"/>
                  </a:lnTo>
                  <a:lnTo>
                    <a:pt x="410199" y="725147"/>
                  </a:lnTo>
                  <a:lnTo>
                    <a:pt x="361188" y="728472"/>
                  </a:lnTo>
                  <a:lnTo>
                    <a:pt x="312176" y="725147"/>
                  </a:lnTo>
                  <a:lnTo>
                    <a:pt x="265169" y="715461"/>
                  </a:lnTo>
                  <a:lnTo>
                    <a:pt x="220597" y="699849"/>
                  </a:lnTo>
                  <a:lnTo>
                    <a:pt x="178889" y="678744"/>
                  </a:lnTo>
                  <a:lnTo>
                    <a:pt x="140476" y="652580"/>
                  </a:lnTo>
                  <a:lnTo>
                    <a:pt x="105789" y="621792"/>
                  </a:lnTo>
                  <a:lnTo>
                    <a:pt x="75257" y="586812"/>
                  </a:lnTo>
                  <a:lnTo>
                    <a:pt x="49312" y="548075"/>
                  </a:lnTo>
                  <a:lnTo>
                    <a:pt x="28383" y="506015"/>
                  </a:lnTo>
                  <a:lnTo>
                    <a:pt x="12901" y="461066"/>
                  </a:lnTo>
                  <a:lnTo>
                    <a:pt x="3297" y="413661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7245801" y="2357804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888032" y="2941121"/>
            <a:ext cx="105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𝑡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959659" y="3037133"/>
            <a:ext cx="11112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latin typeface="Cambria Math"/>
                <a:cs typeface="Cambria Math"/>
              </a:rPr>
              <a:t>1</a:t>
            </a:r>
            <a:endParaRPr sz="1150">
              <a:latin typeface="Cambria Math"/>
              <a:cs typeface="Cambria Math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6183480" y="2554812"/>
            <a:ext cx="2132330" cy="954405"/>
            <a:chOff x="6183480" y="2554812"/>
            <a:chExt cx="2132330" cy="954405"/>
          </a:xfrm>
        </p:grpSpPr>
        <p:sp>
          <p:nvSpPr>
            <p:cNvPr id="19" name="object 19" descr=""/>
            <p:cNvSpPr/>
            <p:nvPr/>
          </p:nvSpPr>
          <p:spPr>
            <a:xfrm>
              <a:off x="7711440" y="2781300"/>
              <a:ext cx="597535" cy="601980"/>
            </a:xfrm>
            <a:custGeom>
              <a:avLst/>
              <a:gdLst/>
              <a:ahLst/>
              <a:cxnLst/>
              <a:rect l="l" t="t" r="r" b="b"/>
              <a:pathLst>
                <a:path w="597534" h="601979">
                  <a:moveTo>
                    <a:pt x="0" y="300989"/>
                  </a:moveTo>
                  <a:lnTo>
                    <a:pt x="3909" y="252168"/>
                  </a:lnTo>
                  <a:lnTo>
                    <a:pt x="15227" y="205854"/>
                  </a:lnTo>
                  <a:lnTo>
                    <a:pt x="33340" y="162668"/>
                  </a:lnTo>
                  <a:lnTo>
                    <a:pt x="57631" y="123230"/>
                  </a:lnTo>
                  <a:lnTo>
                    <a:pt x="87487" y="88158"/>
                  </a:lnTo>
                  <a:lnTo>
                    <a:pt x="122291" y="58074"/>
                  </a:lnTo>
                  <a:lnTo>
                    <a:pt x="161430" y="33596"/>
                  </a:lnTo>
                  <a:lnTo>
                    <a:pt x="204289" y="15344"/>
                  </a:lnTo>
                  <a:lnTo>
                    <a:pt x="250251" y="3939"/>
                  </a:lnTo>
                  <a:lnTo>
                    <a:pt x="298704" y="0"/>
                  </a:lnTo>
                  <a:lnTo>
                    <a:pt x="347156" y="3939"/>
                  </a:lnTo>
                  <a:lnTo>
                    <a:pt x="393118" y="15344"/>
                  </a:lnTo>
                  <a:lnTo>
                    <a:pt x="435977" y="33596"/>
                  </a:lnTo>
                  <a:lnTo>
                    <a:pt x="475116" y="58074"/>
                  </a:lnTo>
                  <a:lnTo>
                    <a:pt x="509920" y="88158"/>
                  </a:lnTo>
                  <a:lnTo>
                    <a:pt x="539776" y="123230"/>
                  </a:lnTo>
                  <a:lnTo>
                    <a:pt x="564067" y="162668"/>
                  </a:lnTo>
                  <a:lnTo>
                    <a:pt x="582180" y="205854"/>
                  </a:lnTo>
                  <a:lnTo>
                    <a:pt x="593498" y="252168"/>
                  </a:lnTo>
                  <a:lnTo>
                    <a:pt x="597408" y="300989"/>
                  </a:lnTo>
                  <a:lnTo>
                    <a:pt x="593498" y="349811"/>
                  </a:lnTo>
                  <a:lnTo>
                    <a:pt x="582180" y="396125"/>
                  </a:lnTo>
                  <a:lnTo>
                    <a:pt x="564067" y="439311"/>
                  </a:lnTo>
                  <a:lnTo>
                    <a:pt x="539776" y="478749"/>
                  </a:lnTo>
                  <a:lnTo>
                    <a:pt x="509920" y="513821"/>
                  </a:lnTo>
                  <a:lnTo>
                    <a:pt x="475116" y="543905"/>
                  </a:lnTo>
                  <a:lnTo>
                    <a:pt x="435977" y="568383"/>
                  </a:lnTo>
                  <a:lnTo>
                    <a:pt x="393118" y="586635"/>
                  </a:lnTo>
                  <a:lnTo>
                    <a:pt x="347156" y="598040"/>
                  </a:lnTo>
                  <a:lnTo>
                    <a:pt x="298704" y="601979"/>
                  </a:lnTo>
                  <a:lnTo>
                    <a:pt x="250251" y="598040"/>
                  </a:lnTo>
                  <a:lnTo>
                    <a:pt x="204289" y="586635"/>
                  </a:lnTo>
                  <a:lnTo>
                    <a:pt x="161430" y="568383"/>
                  </a:lnTo>
                  <a:lnTo>
                    <a:pt x="122291" y="543905"/>
                  </a:lnTo>
                  <a:lnTo>
                    <a:pt x="87487" y="513821"/>
                  </a:lnTo>
                  <a:lnTo>
                    <a:pt x="57631" y="478749"/>
                  </a:lnTo>
                  <a:lnTo>
                    <a:pt x="33340" y="439311"/>
                  </a:lnTo>
                  <a:lnTo>
                    <a:pt x="15227" y="396125"/>
                  </a:lnTo>
                  <a:lnTo>
                    <a:pt x="3909" y="349811"/>
                  </a:lnTo>
                  <a:lnTo>
                    <a:pt x="0" y="30098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999368" y="3243265"/>
              <a:ext cx="684530" cy="256540"/>
            </a:xfrm>
            <a:custGeom>
              <a:avLst/>
              <a:gdLst/>
              <a:ahLst/>
              <a:cxnLst/>
              <a:rect l="l" t="t" r="r" b="b"/>
              <a:pathLst>
                <a:path w="684529" h="256539">
                  <a:moveTo>
                    <a:pt x="684123" y="0"/>
                  </a:moveTo>
                  <a:lnTo>
                    <a:pt x="675865" y="41028"/>
                  </a:lnTo>
                  <a:lnTo>
                    <a:pt x="660534" y="79685"/>
                  </a:lnTo>
                  <a:lnTo>
                    <a:pt x="638720" y="115574"/>
                  </a:lnTo>
                  <a:lnTo>
                    <a:pt x="611015" y="148299"/>
                  </a:lnTo>
                  <a:lnTo>
                    <a:pt x="578009" y="177466"/>
                  </a:lnTo>
                  <a:lnTo>
                    <a:pt x="540296" y="202679"/>
                  </a:lnTo>
                  <a:lnTo>
                    <a:pt x="498466" y="223542"/>
                  </a:lnTo>
                  <a:lnTo>
                    <a:pt x="453110" y="239660"/>
                  </a:lnTo>
                  <a:lnTo>
                    <a:pt x="404820" y="250637"/>
                  </a:lnTo>
                  <a:lnTo>
                    <a:pt x="354187" y="256078"/>
                  </a:lnTo>
                  <a:lnTo>
                    <a:pt x="301802" y="255587"/>
                  </a:lnTo>
                  <a:lnTo>
                    <a:pt x="250842" y="249163"/>
                  </a:lnTo>
                  <a:lnTo>
                    <a:pt x="202561" y="237219"/>
                  </a:lnTo>
                  <a:lnTo>
                    <a:pt x="157509" y="220173"/>
                  </a:lnTo>
                  <a:lnTo>
                    <a:pt x="116239" y="198443"/>
                  </a:lnTo>
                  <a:lnTo>
                    <a:pt x="79302" y="172449"/>
                  </a:lnTo>
                  <a:lnTo>
                    <a:pt x="47249" y="142609"/>
                  </a:lnTo>
                  <a:lnTo>
                    <a:pt x="20631" y="109340"/>
                  </a:lnTo>
                  <a:lnTo>
                    <a:pt x="0" y="7306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966583" y="3255275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4">
                  <a:moveTo>
                    <a:pt x="13944" y="0"/>
                  </a:moveTo>
                  <a:lnTo>
                    <a:pt x="0" y="84048"/>
                  </a:lnTo>
                  <a:lnTo>
                    <a:pt x="72809" y="61582"/>
                  </a:lnTo>
                  <a:lnTo>
                    <a:pt x="139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193005" y="2564337"/>
              <a:ext cx="363855" cy="335915"/>
            </a:xfrm>
            <a:custGeom>
              <a:avLst/>
              <a:gdLst/>
              <a:ahLst/>
              <a:cxnLst/>
              <a:rect l="l" t="t" r="r" b="b"/>
              <a:pathLst>
                <a:path w="363854" h="335914">
                  <a:moveTo>
                    <a:pt x="131375" y="335315"/>
                  </a:moveTo>
                  <a:lnTo>
                    <a:pt x="84961" y="314951"/>
                  </a:lnTo>
                  <a:lnTo>
                    <a:pt x="47456" y="285434"/>
                  </a:lnTo>
                  <a:lnTo>
                    <a:pt x="20020" y="248839"/>
                  </a:lnTo>
                  <a:lnTo>
                    <a:pt x="3815" y="207243"/>
                  </a:lnTo>
                  <a:lnTo>
                    <a:pt x="0" y="162724"/>
                  </a:lnTo>
                  <a:lnTo>
                    <a:pt x="9735" y="117357"/>
                  </a:lnTo>
                  <a:lnTo>
                    <a:pt x="32527" y="75894"/>
                  </a:lnTo>
                  <a:lnTo>
                    <a:pt x="65570" y="42391"/>
                  </a:lnTo>
                  <a:lnTo>
                    <a:pt x="106537" y="17883"/>
                  </a:lnTo>
                  <a:lnTo>
                    <a:pt x="153104" y="3407"/>
                  </a:lnTo>
                  <a:lnTo>
                    <a:pt x="202942" y="0"/>
                  </a:lnTo>
                  <a:lnTo>
                    <a:pt x="253727" y="8696"/>
                  </a:lnTo>
                  <a:lnTo>
                    <a:pt x="287997" y="22372"/>
                  </a:lnTo>
                  <a:lnTo>
                    <a:pt x="318138" y="41338"/>
                  </a:lnTo>
                  <a:lnTo>
                    <a:pt x="343503" y="64882"/>
                  </a:lnTo>
                  <a:lnTo>
                    <a:pt x="363443" y="92287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516326" y="2632330"/>
              <a:ext cx="72390" cy="84455"/>
            </a:xfrm>
            <a:custGeom>
              <a:avLst/>
              <a:gdLst/>
              <a:ahLst/>
              <a:cxnLst/>
              <a:rect l="l" t="t" r="r" b="b"/>
              <a:pathLst>
                <a:path w="72390" h="84455">
                  <a:moveTo>
                    <a:pt x="72072" y="0"/>
                  </a:moveTo>
                  <a:lnTo>
                    <a:pt x="0" y="24739"/>
                  </a:lnTo>
                  <a:lnTo>
                    <a:pt x="60769" y="84442"/>
                  </a:lnTo>
                  <a:lnTo>
                    <a:pt x="720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6978904" y="2668292"/>
              <a:ext cx="684530" cy="257175"/>
            </a:xfrm>
            <a:custGeom>
              <a:avLst/>
              <a:gdLst/>
              <a:ahLst/>
              <a:cxnLst/>
              <a:rect l="l" t="t" r="r" b="b"/>
              <a:pathLst>
                <a:path w="684529" h="257175">
                  <a:moveTo>
                    <a:pt x="0" y="256832"/>
                  </a:moveTo>
                  <a:lnTo>
                    <a:pt x="8244" y="215688"/>
                  </a:lnTo>
                  <a:lnTo>
                    <a:pt x="23563" y="176922"/>
                  </a:lnTo>
                  <a:lnTo>
                    <a:pt x="45367" y="140931"/>
                  </a:lnTo>
                  <a:lnTo>
                    <a:pt x="73063" y="108112"/>
                  </a:lnTo>
                  <a:lnTo>
                    <a:pt x="106060" y="78861"/>
                  </a:lnTo>
                  <a:lnTo>
                    <a:pt x="143766" y="53573"/>
                  </a:lnTo>
                  <a:lnTo>
                    <a:pt x="185591" y="32647"/>
                  </a:lnTo>
                  <a:lnTo>
                    <a:pt x="230942" y="16479"/>
                  </a:lnTo>
                  <a:lnTo>
                    <a:pt x="279229" y="5464"/>
                  </a:lnTo>
                  <a:lnTo>
                    <a:pt x="329860" y="0"/>
                  </a:lnTo>
                  <a:lnTo>
                    <a:pt x="382244" y="482"/>
                  </a:lnTo>
                  <a:lnTo>
                    <a:pt x="433291" y="6929"/>
                  </a:lnTo>
                  <a:lnTo>
                    <a:pt x="481649" y="18929"/>
                  </a:lnTo>
                  <a:lnTo>
                    <a:pt x="526765" y="36061"/>
                  </a:lnTo>
                  <a:lnTo>
                    <a:pt x="568085" y="57904"/>
                  </a:lnTo>
                  <a:lnTo>
                    <a:pt x="605055" y="84034"/>
                  </a:lnTo>
                  <a:lnTo>
                    <a:pt x="637121" y="114030"/>
                  </a:lnTo>
                  <a:lnTo>
                    <a:pt x="663729" y="147471"/>
                  </a:lnTo>
                  <a:lnTo>
                    <a:pt x="684326" y="18393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623139" y="2829092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5">
                  <a:moveTo>
                    <a:pt x="72859" y="0"/>
                  </a:moveTo>
                  <a:lnTo>
                    <a:pt x="0" y="22313"/>
                  </a:lnTo>
                  <a:lnTo>
                    <a:pt x="58750" y="84023"/>
                  </a:lnTo>
                  <a:lnTo>
                    <a:pt x="728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6078696" y="2319326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7195928" y="3502177"/>
            <a:ext cx="2527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𝑎,</a:t>
            </a:r>
            <a:r>
              <a:rPr dirty="0" sz="1200" spc="-50">
                <a:latin typeface="Cambria Math"/>
                <a:cs typeface="Cambria Math"/>
              </a:rPr>
              <a:t> 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9379966" y="2688082"/>
            <a:ext cx="735330" cy="741680"/>
            <a:chOff x="9379966" y="2688082"/>
            <a:chExt cx="735330" cy="741680"/>
          </a:xfrm>
        </p:grpSpPr>
        <p:sp>
          <p:nvSpPr>
            <p:cNvPr id="29" name="object 29" descr=""/>
            <p:cNvSpPr/>
            <p:nvPr/>
          </p:nvSpPr>
          <p:spPr>
            <a:xfrm>
              <a:off x="9386316" y="269443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361188" y="0"/>
                  </a:moveTo>
                  <a:lnTo>
                    <a:pt x="312176" y="3324"/>
                  </a:lnTo>
                  <a:lnTo>
                    <a:pt x="265169" y="13010"/>
                  </a:lnTo>
                  <a:lnTo>
                    <a:pt x="220597" y="28622"/>
                  </a:lnTo>
                  <a:lnTo>
                    <a:pt x="178889" y="49727"/>
                  </a:lnTo>
                  <a:lnTo>
                    <a:pt x="140476" y="75891"/>
                  </a:lnTo>
                  <a:lnTo>
                    <a:pt x="105789" y="106680"/>
                  </a:lnTo>
                  <a:lnTo>
                    <a:pt x="75257" y="141659"/>
                  </a:lnTo>
                  <a:lnTo>
                    <a:pt x="49312" y="180396"/>
                  </a:lnTo>
                  <a:lnTo>
                    <a:pt x="28383" y="222456"/>
                  </a:lnTo>
                  <a:lnTo>
                    <a:pt x="12901" y="267405"/>
                  </a:lnTo>
                  <a:lnTo>
                    <a:pt x="3297" y="314810"/>
                  </a:lnTo>
                  <a:lnTo>
                    <a:pt x="0" y="364236"/>
                  </a:lnTo>
                  <a:lnTo>
                    <a:pt x="3297" y="413661"/>
                  </a:lnTo>
                  <a:lnTo>
                    <a:pt x="12901" y="461066"/>
                  </a:lnTo>
                  <a:lnTo>
                    <a:pt x="28383" y="506015"/>
                  </a:lnTo>
                  <a:lnTo>
                    <a:pt x="49312" y="548075"/>
                  </a:lnTo>
                  <a:lnTo>
                    <a:pt x="75257" y="586812"/>
                  </a:lnTo>
                  <a:lnTo>
                    <a:pt x="105789" y="621792"/>
                  </a:lnTo>
                  <a:lnTo>
                    <a:pt x="140476" y="652580"/>
                  </a:lnTo>
                  <a:lnTo>
                    <a:pt x="178889" y="678744"/>
                  </a:lnTo>
                  <a:lnTo>
                    <a:pt x="220597" y="699849"/>
                  </a:lnTo>
                  <a:lnTo>
                    <a:pt x="265169" y="715461"/>
                  </a:lnTo>
                  <a:lnTo>
                    <a:pt x="312176" y="725147"/>
                  </a:lnTo>
                  <a:lnTo>
                    <a:pt x="361188" y="728472"/>
                  </a:lnTo>
                  <a:lnTo>
                    <a:pt x="410199" y="725147"/>
                  </a:lnTo>
                  <a:lnTo>
                    <a:pt x="457206" y="715461"/>
                  </a:lnTo>
                  <a:lnTo>
                    <a:pt x="501778" y="699849"/>
                  </a:lnTo>
                  <a:lnTo>
                    <a:pt x="543486" y="678744"/>
                  </a:lnTo>
                  <a:lnTo>
                    <a:pt x="581899" y="652580"/>
                  </a:lnTo>
                  <a:lnTo>
                    <a:pt x="616586" y="621792"/>
                  </a:lnTo>
                  <a:lnTo>
                    <a:pt x="647118" y="586812"/>
                  </a:lnTo>
                  <a:lnTo>
                    <a:pt x="673063" y="548075"/>
                  </a:lnTo>
                  <a:lnTo>
                    <a:pt x="693992" y="506015"/>
                  </a:lnTo>
                  <a:lnTo>
                    <a:pt x="709474" y="461066"/>
                  </a:lnTo>
                  <a:lnTo>
                    <a:pt x="719078" y="413661"/>
                  </a:lnTo>
                  <a:lnTo>
                    <a:pt x="722376" y="364236"/>
                  </a:lnTo>
                  <a:lnTo>
                    <a:pt x="719078" y="314810"/>
                  </a:lnTo>
                  <a:lnTo>
                    <a:pt x="709474" y="267405"/>
                  </a:lnTo>
                  <a:lnTo>
                    <a:pt x="693992" y="222456"/>
                  </a:lnTo>
                  <a:lnTo>
                    <a:pt x="673063" y="180396"/>
                  </a:lnTo>
                  <a:lnTo>
                    <a:pt x="647118" y="141659"/>
                  </a:lnTo>
                  <a:lnTo>
                    <a:pt x="616586" y="106680"/>
                  </a:lnTo>
                  <a:lnTo>
                    <a:pt x="581899" y="75891"/>
                  </a:lnTo>
                  <a:lnTo>
                    <a:pt x="543486" y="49727"/>
                  </a:lnTo>
                  <a:lnTo>
                    <a:pt x="501778" y="28622"/>
                  </a:lnTo>
                  <a:lnTo>
                    <a:pt x="457206" y="13010"/>
                  </a:lnTo>
                  <a:lnTo>
                    <a:pt x="410199" y="332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9386316" y="269443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0" y="364236"/>
                  </a:moveTo>
                  <a:lnTo>
                    <a:pt x="3297" y="314810"/>
                  </a:lnTo>
                  <a:lnTo>
                    <a:pt x="12901" y="267405"/>
                  </a:lnTo>
                  <a:lnTo>
                    <a:pt x="28383" y="222456"/>
                  </a:lnTo>
                  <a:lnTo>
                    <a:pt x="49312" y="180396"/>
                  </a:lnTo>
                  <a:lnTo>
                    <a:pt x="75257" y="141659"/>
                  </a:lnTo>
                  <a:lnTo>
                    <a:pt x="105789" y="106680"/>
                  </a:lnTo>
                  <a:lnTo>
                    <a:pt x="140476" y="75891"/>
                  </a:lnTo>
                  <a:lnTo>
                    <a:pt x="178889" y="49727"/>
                  </a:lnTo>
                  <a:lnTo>
                    <a:pt x="220597" y="28622"/>
                  </a:lnTo>
                  <a:lnTo>
                    <a:pt x="265169" y="13010"/>
                  </a:lnTo>
                  <a:lnTo>
                    <a:pt x="312176" y="3324"/>
                  </a:lnTo>
                  <a:lnTo>
                    <a:pt x="361188" y="0"/>
                  </a:lnTo>
                  <a:lnTo>
                    <a:pt x="410199" y="3324"/>
                  </a:lnTo>
                  <a:lnTo>
                    <a:pt x="457206" y="13010"/>
                  </a:lnTo>
                  <a:lnTo>
                    <a:pt x="501778" y="28622"/>
                  </a:lnTo>
                  <a:lnTo>
                    <a:pt x="543486" y="49727"/>
                  </a:lnTo>
                  <a:lnTo>
                    <a:pt x="581899" y="75891"/>
                  </a:lnTo>
                  <a:lnTo>
                    <a:pt x="616586" y="106680"/>
                  </a:lnTo>
                  <a:lnTo>
                    <a:pt x="647118" y="141659"/>
                  </a:lnTo>
                  <a:lnTo>
                    <a:pt x="673063" y="180396"/>
                  </a:lnTo>
                  <a:lnTo>
                    <a:pt x="693992" y="222456"/>
                  </a:lnTo>
                  <a:lnTo>
                    <a:pt x="709474" y="267405"/>
                  </a:lnTo>
                  <a:lnTo>
                    <a:pt x="719078" y="314810"/>
                  </a:lnTo>
                  <a:lnTo>
                    <a:pt x="722376" y="364236"/>
                  </a:lnTo>
                  <a:lnTo>
                    <a:pt x="719078" y="413661"/>
                  </a:lnTo>
                  <a:lnTo>
                    <a:pt x="709474" y="461066"/>
                  </a:lnTo>
                  <a:lnTo>
                    <a:pt x="693992" y="506015"/>
                  </a:lnTo>
                  <a:lnTo>
                    <a:pt x="673063" y="548075"/>
                  </a:lnTo>
                  <a:lnTo>
                    <a:pt x="647118" y="586812"/>
                  </a:lnTo>
                  <a:lnTo>
                    <a:pt x="616586" y="621792"/>
                  </a:lnTo>
                  <a:lnTo>
                    <a:pt x="581899" y="652580"/>
                  </a:lnTo>
                  <a:lnTo>
                    <a:pt x="543486" y="678744"/>
                  </a:lnTo>
                  <a:lnTo>
                    <a:pt x="501778" y="699849"/>
                  </a:lnTo>
                  <a:lnTo>
                    <a:pt x="457206" y="715461"/>
                  </a:lnTo>
                  <a:lnTo>
                    <a:pt x="410199" y="725147"/>
                  </a:lnTo>
                  <a:lnTo>
                    <a:pt x="361188" y="728472"/>
                  </a:lnTo>
                  <a:lnTo>
                    <a:pt x="312176" y="725147"/>
                  </a:lnTo>
                  <a:lnTo>
                    <a:pt x="265169" y="715461"/>
                  </a:lnTo>
                  <a:lnTo>
                    <a:pt x="220597" y="699849"/>
                  </a:lnTo>
                  <a:lnTo>
                    <a:pt x="178889" y="678744"/>
                  </a:lnTo>
                  <a:lnTo>
                    <a:pt x="140476" y="652580"/>
                  </a:lnTo>
                  <a:lnTo>
                    <a:pt x="105789" y="621792"/>
                  </a:lnTo>
                  <a:lnTo>
                    <a:pt x="75257" y="586812"/>
                  </a:lnTo>
                  <a:lnTo>
                    <a:pt x="49312" y="548075"/>
                  </a:lnTo>
                  <a:lnTo>
                    <a:pt x="28383" y="506015"/>
                  </a:lnTo>
                  <a:lnTo>
                    <a:pt x="12901" y="461066"/>
                  </a:lnTo>
                  <a:lnTo>
                    <a:pt x="3297" y="413661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9599141" y="2918503"/>
            <a:ext cx="2349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9023984" y="2688082"/>
            <a:ext cx="2463165" cy="741680"/>
            <a:chOff x="9023984" y="2688082"/>
            <a:chExt cx="2463165" cy="741680"/>
          </a:xfrm>
        </p:grpSpPr>
        <p:sp>
          <p:nvSpPr>
            <p:cNvPr id="33" name="object 33" descr=""/>
            <p:cNvSpPr/>
            <p:nvPr/>
          </p:nvSpPr>
          <p:spPr>
            <a:xfrm>
              <a:off x="9033509" y="3059430"/>
              <a:ext cx="288925" cy="0"/>
            </a:xfrm>
            <a:custGeom>
              <a:avLst/>
              <a:gdLst/>
              <a:ahLst/>
              <a:cxnLst/>
              <a:rect l="l" t="t" r="r" b="b"/>
              <a:pathLst>
                <a:path w="288925" h="0">
                  <a:moveTo>
                    <a:pt x="0" y="0"/>
                  </a:moveTo>
                  <a:lnTo>
                    <a:pt x="288709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9309515" y="302132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0757915" y="269443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361188" y="0"/>
                  </a:moveTo>
                  <a:lnTo>
                    <a:pt x="312176" y="3324"/>
                  </a:lnTo>
                  <a:lnTo>
                    <a:pt x="265169" y="13010"/>
                  </a:lnTo>
                  <a:lnTo>
                    <a:pt x="220597" y="28622"/>
                  </a:lnTo>
                  <a:lnTo>
                    <a:pt x="178889" y="49727"/>
                  </a:lnTo>
                  <a:lnTo>
                    <a:pt x="140476" y="75891"/>
                  </a:lnTo>
                  <a:lnTo>
                    <a:pt x="105789" y="106680"/>
                  </a:lnTo>
                  <a:lnTo>
                    <a:pt x="75257" y="141659"/>
                  </a:lnTo>
                  <a:lnTo>
                    <a:pt x="49312" y="180396"/>
                  </a:lnTo>
                  <a:lnTo>
                    <a:pt x="28383" y="222456"/>
                  </a:lnTo>
                  <a:lnTo>
                    <a:pt x="12901" y="267405"/>
                  </a:lnTo>
                  <a:lnTo>
                    <a:pt x="3297" y="314810"/>
                  </a:lnTo>
                  <a:lnTo>
                    <a:pt x="0" y="364236"/>
                  </a:lnTo>
                  <a:lnTo>
                    <a:pt x="3297" y="413661"/>
                  </a:lnTo>
                  <a:lnTo>
                    <a:pt x="12901" y="461066"/>
                  </a:lnTo>
                  <a:lnTo>
                    <a:pt x="28383" y="506015"/>
                  </a:lnTo>
                  <a:lnTo>
                    <a:pt x="49312" y="548075"/>
                  </a:lnTo>
                  <a:lnTo>
                    <a:pt x="75257" y="586812"/>
                  </a:lnTo>
                  <a:lnTo>
                    <a:pt x="105789" y="621792"/>
                  </a:lnTo>
                  <a:lnTo>
                    <a:pt x="140476" y="652580"/>
                  </a:lnTo>
                  <a:lnTo>
                    <a:pt x="178889" y="678744"/>
                  </a:lnTo>
                  <a:lnTo>
                    <a:pt x="220597" y="699849"/>
                  </a:lnTo>
                  <a:lnTo>
                    <a:pt x="265169" y="715461"/>
                  </a:lnTo>
                  <a:lnTo>
                    <a:pt x="312176" y="725147"/>
                  </a:lnTo>
                  <a:lnTo>
                    <a:pt x="361188" y="728472"/>
                  </a:lnTo>
                  <a:lnTo>
                    <a:pt x="410199" y="725147"/>
                  </a:lnTo>
                  <a:lnTo>
                    <a:pt x="457206" y="715461"/>
                  </a:lnTo>
                  <a:lnTo>
                    <a:pt x="501778" y="699849"/>
                  </a:lnTo>
                  <a:lnTo>
                    <a:pt x="543486" y="678744"/>
                  </a:lnTo>
                  <a:lnTo>
                    <a:pt x="581899" y="652580"/>
                  </a:lnTo>
                  <a:lnTo>
                    <a:pt x="616586" y="621792"/>
                  </a:lnTo>
                  <a:lnTo>
                    <a:pt x="647118" y="586812"/>
                  </a:lnTo>
                  <a:lnTo>
                    <a:pt x="673063" y="548075"/>
                  </a:lnTo>
                  <a:lnTo>
                    <a:pt x="693992" y="506015"/>
                  </a:lnTo>
                  <a:lnTo>
                    <a:pt x="709474" y="461066"/>
                  </a:lnTo>
                  <a:lnTo>
                    <a:pt x="719078" y="413661"/>
                  </a:lnTo>
                  <a:lnTo>
                    <a:pt x="722376" y="364236"/>
                  </a:lnTo>
                  <a:lnTo>
                    <a:pt x="719078" y="314810"/>
                  </a:lnTo>
                  <a:lnTo>
                    <a:pt x="709474" y="267405"/>
                  </a:lnTo>
                  <a:lnTo>
                    <a:pt x="693992" y="222456"/>
                  </a:lnTo>
                  <a:lnTo>
                    <a:pt x="673063" y="180396"/>
                  </a:lnTo>
                  <a:lnTo>
                    <a:pt x="647118" y="141659"/>
                  </a:lnTo>
                  <a:lnTo>
                    <a:pt x="616586" y="106680"/>
                  </a:lnTo>
                  <a:lnTo>
                    <a:pt x="581899" y="75891"/>
                  </a:lnTo>
                  <a:lnTo>
                    <a:pt x="543486" y="49727"/>
                  </a:lnTo>
                  <a:lnTo>
                    <a:pt x="501778" y="28622"/>
                  </a:lnTo>
                  <a:lnTo>
                    <a:pt x="457206" y="13010"/>
                  </a:lnTo>
                  <a:lnTo>
                    <a:pt x="410199" y="332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0757915" y="269443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0" y="364236"/>
                  </a:moveTo>
                  <a:lnTo>
                    <a:pt x="3297" y="314810"/>
                  </a:lnTo>
                  <a:lnTo>
                    <a:pt x="12901" y="267405"/>
                  </a:lnTo>
                  <a:lnTo>
                    <a:pt x="28383" y="222456"/>
                  </a:lnTo>
                  <a:lnTo>
                    <a:pt x="49312" y="180396"/>
                  </a:lnTo>
                  <a:lnTo>
                    <a:pt x="75257" y="141659"/>
                  </a:lnTo>
                  <a:lnTo>
                    <a:pt x="105789" y="106680"/>
                  </a:lnTo>
                  <a:lnTo>
                    <a:pt x="140476" y="75891"/>
                  </a:lnTo>
                  <a:lnTo>
                    <a:pt x="178889" y="49727"/>
                  </a:lnTo>
                  <a:lnTo>
                    <a:pt x="220597" y="28622"/>
                  </a:lnTo>
                  <a:lnTo>
                    <a:pt x="265169" y="13010"/>
                  </a:lnTo>
                  <a:lnTo>
                    <a:pt x="312176" y="3324"/>
                  </a:lnTo>
                  <a:lnTo>
                    <a:pt x="361188" y="0"/>
                  </a:lnTo>
                  <a:lnTo>
                    <a:pt x="410199" y="3324"/>
                  </a:lnTo>
                  <a:lnTo>
                    <a:pt x="457206" y="13010"/>
                  </a:lnTo>
                  <a:lnTo>
                    <a:pt x="501778" y="28622"/>
                  </a:lnTo>
                  <a:lnTo>
                    <a:pt x="543486" y="49727"/>
                  </a:lnTo>
                  <a:lnTo>
                    <a:pt x="581899" y="75891"/>
                  </a:lnTo>
                  <a:lnTo>
                    <a:pt x="616586" y="106680"/>
                  </a:lnTo>
                  <a:lnTo>
                    <a:pt x="647118" y="141659"/>
                  </a:lnTo>
                  <a:lnTo>
                    <a:pt x="673063" y="180396"/>
                  </a:lnTo>
                  <a:lnTo>
                    <a:pt x="693992" y="222456"/>
                  </a:lnTo>
                  <a:lnTo>
                    <a:pt x="709474" y="267405"/>
                  </a:lnTo>
                  <a:lnTo>
                    <a:pt x="719078" y="314810"/>
                  </a:lnTo>
                  <a:lnTo>
                    <a:pt x="722376" y="364236"/>
                  </a:lnTo>
                  <a:lnTo>
                    <a:pt x="719078" y="413661"/>
                  </a:lnTo>
                  <a:lnTo>
                    <a:pt x="709474" y="461066"/>
                  </a:lnTo>
                  <a:lnTo>
                    <a:pt x="693992" y="506015"/>
                  </a:lnTo>
                  <a:lnTo>
                    <a:pt x="673063" y="548075"/>
                  </a:lnTo>
                  <a:lnTo>
                    <a:pt x="647118" y="586812"/>
                  </a:lnTo>
                  <a:lnTo>
                    <a:pt x="616586" y="621792"/>
                  </a:lnTo>
                  <a:lnTo>
                    <a:pt x="581899" y="652580"/>
                  </a:lnTo>
                  <a:lnTo>
                    <a:pt x="543486" y="678744"/>
                  </a:lnTo>
                  <a:lnTo>
                    <a:pt x="501778" y="699849"/>
                  </a:lnTo>
                  <a:lnTo>
                    <a:pt x="457206" y="715461"/>
                  </a:lnTo>
                  <a:lnTo>
                    <a:pt x="410199" y="725147"/>
                  </a:lnTo>
                  <a:lnTo>
                    <a:pt x="361188" y="728472"/>
                  </a:lnTo>
                  <a:lnTo>
                    <a:pt x="312176" y="725147"/>
                  </a:lnTo>
                  <a:lnTo>
                    <a:pt x="265169" y="715461"/>
                  </a:lnTo>
                  <a:lnTo>
                    <a:pt x="220597" y="699849"/>
                  </a:lnTo>
                  <a:lnTo>
                    <a:pt x="178889" y="678744"/>
                  </a:lnTo>
                  <a:lnTo>
                    <a:pt x="140476" y="652580"/>
                  </a:lnTo>
                  <a:lnTo>
                    <a:pt x="105789" y="621792"/>
                  </a:lnTo>
                  <a:lnTo>
                    <a:pt x="75257" y="586812"/>
                  </a:lnTo>
                  <a:lnTo>
                    <a:pt x="49312" y="548075"/>
                  </a:lnTo>
                  <a:lnTo>
                    <a:pt x="28383" y="506015"/>
                  </a:lnTo>
                  <a:lnTo>
                    <a:pt x="12901" y="461066"/>
                  </a:lnTo>
                  <a:lnTo>
                    <a:pt x="3297" y="413661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11320207" y="2215814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0974100" y="2918503"/>
            <a:ext cx="23050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10075543" y="2473729"/>
            <a:ext cx="1425575" cy="1012825"/>
            <a:chOff x="10075543" y="2473729"/>
            <a:chExt cx="1425575" cy="1012825"/>
          </a:xfrm>
        </p:grpSpPr>
        <p:sp>
          <p:nvSpPr>
            <p:cNvPr id="40" name="object 40" descr=""/>
            <p:cNvSpPr/>
            <p:nvPr/>
          </p:nvSpPr>
          <p:spPr>
            <a:xfrm>
              <a:off x="10820400" y="2758440"/>
              <a:ext cx="597535" cy="601980"/>
            </a:xfrm>
            <a:custGeom>
              <a:avLst/>
              <a:gdLst/>
              <a:ahLst/>
              <a:cxnLst/>
              <a:rect l="l" t="t" r="r" b="b"/>
              <a:pathLst>
                <a:path w="597534" h="601979">
                  <a:moveTo>
                    <a:pt x="0" y="300989"/>
                  </a:moveTo>
                  <a:lnTo>
                    <a:pt x="3909" y="252168"/>
                  </a:lnTo>
                  <a:lnTo>
                    <a:pt x="15227" y="205854"/>
                  </a:lnTo>
                  <a:lnTo>
                    <a:pt x="33340" y="162668"/>
                  </a:lnTo>
                  <a:lnTo>
                    <a:pt x="57631" y="123230"/>
                  </a:lnTo>
                  <a:lnTo>
                    <a:pt x="87487" y="88158"/>
                  </a:lnTo>
                  <a:lnTo>
                    <a:pt x="122291" y="58074"/>
                  </a:lnTo>
                  <a:lnTo>
                    <a:pt x="161430" y="33596"/>
                  </a:lnTo>
                  <a:lnTo>
                    <a:pt x="204289" y="15344"/>
                  </a:lnTo>
                  <a:lnTo>
                    <a:pt x="250251" y="3939"/>
                  </a:lnTo>
                  <a:lnTo>
                    <a:pt x="298704" y="0"/>
                  </a:lnTo>
                  <a:lnTo>
                    <a:pt x="347156" y="3939"/>
                  </a:lnTo>
                  <a:lnTo>
                    <a:pt x="393118" y="15344"/>
                  </a:lnTo>
                  <a:lnTo>
                    <a:pt x="435977" y="33596"/>
                  </a:lnTo>
                  <a:lnTo>
                    <a:pt x="475116" y="58074"/>
                  </a:lnTo>
                  <a:lnTo>
                    <a:pt x="509920" y="88158"/>
                  </a:lnTo>
                  <a:lnTo>
                    <a:pt x="539776" y="123230"/>
                  </a:lnTo>
                  <a:lnTo>
                    <a:pt x="564067" y="162668"/>
                  </a:lnTo>
                  <a:lnTo>
                    <a:pt x="582180" y="205854"/>
                  </a:lnTo>
                  <a:lnTo>
                    <a:pt x="593498" y="252168"/>
                  </a:lnTo>
                  <a:lnTo>
                    <a:pt x="597408" y="300989"/>
                  </a:lnTo>
                  <a:lnTo>
                    <a:pt x="593498" y="349811"/>
                  </a:lnTo>
                  <a:lnTo>
                    <a:pt x="582180" y="396125"/>
                  </a:lnTo>
                  <a:lnTo>
                    <a:pt x="564067" y="439311"/>
                  </a:lnTo>
                  <a:lnTo>
                    <a:pt x="539776" y="478749"/>
                  </a:lnTo>
                  <a:lnTo>
                    <a:pt x="509920" y="513821"/>
                  </a:lnTo>
                  <a:lnTo>
                    <a:pt x="475116" y="543905"/>
                  </a:lnTo>
                  <a:lnTo>
                    <a:pt x="435977" y="568383"/>
                  </a:lnTo>
                  <a:lnTo>
                    <a:pt x="393118" y="586635"/>
                  </a:lnTo>
                  <a:lnTo>
                    <a:pt x="347156" y="598040"/>
                  </a:lnTo>
                  <a:lnTo>
                    <a:pt x="298704" y="601979"/>
                  </a:lnTo>
                  <a:lnTo>
                    <a:pt x="250251" y="598040"/>
                  </a:lnTo>
                  <a:lnTo>
                    <a:pt x="204289" y="586635"/>
                  </a:lnTo>
                  <a:lnTo>
                    <a:pt x="161430" y="568383"/>
                  </a:lnTo>
                  <a:lnTo>
                    <a:pt x="122291" y="543905"/>
                  </a:lnTo>
                  <a:lnTo>
                    <a:pt x="87487" y="513821"/>
                  </a:lnTo>
                  <a:lnTo>
                    <a:pt x="57631" y="478749"/>
                  </a:lnTo>
                  <a:lnTo>
                    <a:pt x="33340" y="439311"/>
                  </a:lnTo>
                  <a:lnTo>
                    <a:pt x="15227" y="396125"/>
                  </a:lnTo>
                  <a:lnTo>
                    <a:pt x="3909" y="349811"/>
                  </a:lnTo>
                  <a:lnTo>
                    <a:pt x="0" y="30098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0108328" y="3220405"/>
              <a:ext cx="684530" cy="256540"/>
            </a:xfrm>
            <a:custGeom>
              <a:avLst/>
              <a:gdLst/>
              <a:ahLst/>
              <a:cxnLst/>
              <a:rect l="l" t="t" r="r" b="b"/>
              <a:pathLst>
                <a:path w="684529" h="256539">
                  <a:moveTo>
                    <a:pt x="684123" y="0"/>
                  </a:moveTo>
                  <a:lnTo>
                    <a:pt x="675865" y="41028"/>
                  </a:lnTo>
                  <a:lnTo>
                    <a:pt x="660534" y="79685"/>
                  </a:lnTo>
                  <a:lnTo>
                    <a:pt x="638720" y="115574"/>
                  </a:lnTo>
                  <a:lnTo>
                    <a:pt x="611015" y="148299"/>
                  </a:lnTo>
                  <a:lnTo>
                    <a:pt x="578009" y="177466"/>
                  </a:lnTo>
                  <a:lnTo>
                    <a:pt x="540296" y="202679"/>
                  </a:lnTo>
                  <a:lnTo>
                    <a:pt x="498466" y="223542"/>
                  </a:lnTo>
                  <a:lnTo>
                    <a:pt x="453110" y="239660"/>
                  </a:lnTo>
                  <a:lnTo>
                    <a:pt x="404820" y="250637"/>
                  </a:lnTo>
                  <a:lnTo>
                    <a:pt x="354187" y="256078"/>
                  </a:lnTo>
                  <a:lnTo>
                    <a:pt x="301802" y="255587"/>
                  </a:lnTo>
                  <a:lnTo>
                    <a:pt x="250842" y="249163"/>
                  </a:lnTo>
                  <a:lnTo>
                    <a:pt x="202561" y="237219"/>
                  </a:lnTo>
                  <a:lnTo>
                    <a:pt x="157509" y="220173"/>
                  </a:lnTo>
                  <a:lnTo>
                    <a:pt x="116239" y="198443"/>
                  </a:lnTo>
                  <a:lnTo>
                    <a:pt x="79302" y="172449"/>
                  </a:lnTo>
                  <a:lnTo>
                    <a:pt x="47249" y="142609"/>
                  </a:lnTo>
                  <a:lnTo>
                    <a:pt x="20631" y="109340"/>
                  </a:lnTo>
                  <a:lnTo>
                    <a:pt x="0" y="7306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0075543" y="3232415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4">
                  <a:moveTo>
                    <a:pt x="13944" y="0"/>
                  </a:moveTo>
                  <a:lnTo>
                    <a:pt x="0" y="84048"/>
                  </a:lnTo>
                  <a:lnTo>
                    <a:pt x="72809" y="61582"/>
                  </a:lnTo>
                  <a:lnTo>
                    <a:pt x="139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1132024" y="2483254"/>
              <a:ext cx="354965" cy="294640"/>
            </a:xfrm>
            <a:custGeom>
              <a:avLst/>
              <a:gdLst/>
              <a:ahLst/>
              <a:cxnLst/>
              <a:rect l="l" t="t" r="r" b="b"/>
              <a:pathLst>
                <a:path w="354965" h="294639">
                  <a:moveTo>
                    <a:pt x="5620" y="215131"/>
                  </a:moveTo>
                  <a:lnTo>
                    <a:pt x="0" y="164788"/>
                  </a:lnTo>
                  <a:lnTo>
                    <a:pt x="6750" y="117585"/>
                  </a:lnTo>
                  <a:lnTo>
                    <a:pt x="24654" y="75562"/>
                  </a:lnTo>
                  <a:lnTo>
                    <a:pt x="52496" y="40761"/>
                  </a:lnTo>
                  <a:lnTo>
                    <a:pt x="89059" y="15221"/>
                  </a:lnTo>
                  <a:lnTo>
                    <a:pt x="133128" y="983"/>
                  </a:lnTo>
                  <a:lnTo>
                    <a:pt x="180360" y="0"/>
                  </a:lnTo>
                  <a:lnTo>
                    <a:pt x="225840" y="11863"/>
                  </a:lnTo>
                  <a:lnTo>
                    <a:pt x="267510" y="35078"/>
                  </a:lnTo>
                  <a:lnTo>
                    <a:pt x="303310" y="68149"/>
                  </a:lnTo>
                  <a:lnTo>
                    <a:pt x="331181" y="109581"/>
                  </a:lnTo>
                  <a:lnTo>
                    <a:pt x="349066" y="157879"/>
                  </a:lnTo>
                  <a:lnTo>
                    <a:pt x="354384" y="194379"/>
                  </a:lnTo>
                  <a:lnTo>
                    <a:pt x="353066" y="229945"/>
                  </a:lnTo>
                  <a:lnTo>
                    <a:pt x="345405" y="263664"/>
                  </a:lnTo>
                  <a:lnTo>
                    <a:pt x="331692" y="29462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1422043" y="2743290"/>
              <a:ext cx="79375" cy="82550"/>
            </a:xfrm>
            <a:custGeom>
              <a:avLst/>
              <a:gdLst/>
              <a:ahLst/>
              <a:cxnLst/>
              <a:rect l="l" t="t" r="r" b="b"/>
              <a:pathLst>
                <a:path w="79375" h="82550">
                  <a:moveTo>
                    <a:pt x="21259" y="0"/>
                  </a:moveTo>
                  <a:lnTo>
                    <a:pt x="0" y="82499"/>
                  </a:lnTo>
                  <a:lnTo>
                    <a:pt x="78752" y="50012"/>
                  </a:lnTo>
                  <a:lnTo>
                    <a:pt x="212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0087864" y="2645432"/>
              <a:ext cx="684530" cy="257175"/>
            </a:xfrm>
            <a:custGeom>
              <a:avLst/>
              <a:gdLst/>
              <a:ahLst/>
              <a:cxnLst/>
              <a:rect l="l" t="t" r="r" b="b"/>
              <a:pathLst>
                <a:path w="684529" h="257175">
                  <a:moveTo>
                    <a:pt x="0" y="256832"/>
                  </a:moveTo>
                  <a:lnTo>
                    <a:pt x="8244" y="215688"/>
                  </a:lnTo>
                  <a:lnTo>
                    <a:pt x="23563" y="176922"/>
                  </a:lnTo>
                  <a:lnTo>
                    <a:pt x="45367" y="140931"/>
                  </a:lnTo>
                  <a:lnTo>
                    <a:pt x="73063" y="108112"/>
                  </a:lnTo>
                  <a:lnTo>
                    <a:pt x="106060" y="78861"/>
                  </a:lnTo>
                  <a:lnTo>
                    <a:pt x="143766" y="53573"/>
                  </a:lnTo>
                  <a:lnTo>
                    <a:pt x="185591" y="32647"/>
                  </a:lnTo>
                  <a:lnTo>
                    <a:pt x="230942" y="16479"/>
                  </a:lnTo>
                  <a:lnTo>
                    <a:pt x="279229" y="5464"/>
                  </a:lnTo>
                  <a:lnTo>
                    <a:pt x="329860" y="0"/>
                  </a:lnTo>
                  <a:lnTo>
                    <a:pt x="382244" y="482"/>
                  </a:lnTo>
                  <a:lnTo>
                    <a:pt x="433291" y="6929"/>
                  </a:lnTo>
                  <a:lnTo>
                    <a:pt x="481649" y="18929"/>
                  </a:lnTo>
                  <a:lnTo>
                    <a:pt x="526765" y="36061"/>
                  </a:lnTo>
                  <a:lnTo>
                    <a:pt x="568085" y="57904"/>
                  </a:lnTo>
                  <a:lnTo>
                    <a:pt x="605055" y="84034"/>
                  </a:lnTo>
                  <a:lnTo>
                    <a:pt x="637121" y="114030"/>
                  </a:lnTo>
                  <a:lnTo>
                    <a:pt x="663729" y="147471"/>
                  </a:lnTo>
                  <a:lnTo>
                    <a:pt x="684326" y="18393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0732099" y="2806232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5">
                  <a:moveTo>
                    <a:pt x="72859" y="0"/>
                  </a:moveTo>
                  <a:lnTo>
                    <a:pt x="0" y="22313"/>
                  </a:lnTo>
                  <a:lnTo>
                    <a:pt x="58750" y="84023"/>
                  </a:lnTo>
                  <a:lnTo>
                    <a:pt x="728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 txBox="1"/>
          <p:nvPr/>
        </p:nvSpPr>
        <p:spPr>
          <a:xfrm>
            <a:off x="10278579" y="2359919"/>
            <a:ext cx="2527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𝑎,</a:t>
            </a:r>
            <a:r>
              <a:rPr dirty="0" sz="1200" spc="-50">
                <a:latin typeface="Cambria Math"/>
                <a:cs typeface="Cambria Math"/>
              </a:rPr>
              <a:t> 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10382792" y="3468772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49" name="object 49" descr=""/>
          <p:cNvGrpSpPr/>
          <p:nvPr/>
        </p:nvGrpSpPr>
        <p:grpSpPr>
          <a:xfrm>
            <a:off x="6272593" y="4049077"/>
            <a:ext cx="445770" cy="427355"/>
            <a:chOff x="6272593" y="4049077"/>
            <a:chExt cx="445770" cy="427355"/>
          </a:xfrm>
        </p:grpSpPr>
        <p:sp>
          <p:nvSpPr>
            <p:cNvPr id="50" name="object 50" descr=""/>
            <p:cNvSpPr/>
            <p:nvPr/>
          </p:nvSpPr>
          <p:spPr>
            <a:xfrm>
              <a:off x="6277355" y="4053840"/>
              <a:ext cx="436245" cy="417830"/>
            </a:xfrm>
            <a:custGeom>
              <a:avLst/>
              <a:gdLst/>
              <a:ahLst/>
              <a:cxnLst/>
              <a:rect l="l" t="t" r="r" b="b"/>
              <a:pathLst>
                <a:path w="436245" h="417829">
                  <a:moveTo>
                    <a:pt x="435864" y="0"/>
                  </a:moveTo>
                  <a:lnTo>
                    <a:pt x="0" y="0"/>
                  </a:lnTo>
                  <a:lnTo>
                    <a:pt x="0" y="417575"/>
                  </a:lnTo>
                  <a:lnTo>
                    <a:pt x="435864" y="417575"/>
                  </a:lnTo>
                  <a:lnTo>
                    <a:pt x="43586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6277355" y="4053840"/>
              <a:ext cx="436245" cy="417830"/>
            </a:xfrm>
            <a:custGeom>
              <a:avLst/>
              <a:gdLst/>
              <a:ahLst/>
              <a:cxnLst/>
              <a:rect l="l" t="t" r="r" b="b"/>
              <a:pathLst>
                <a:path w="436245" h="417829">
                  <a:moveTo>
                    <a:pt x="0" y="0"/>
                  </a:moveTo>
                  <a:lnTo>
                    <a:pt x="435864" y="0"/>
                  </a:lnTo>
                  <a:lnTo>
                    <a:pt x="435864" y="417575"/>
                  </a:lnTo>
                  <a:lnTo>
                    <a:pt x="0" y="41757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 descr=""/>
          <p:cNvSpPr txBox="1"/>
          <p:nvPr/>
        </p:nvSpPr>
        <p:spPr>
          <a:xfrm>
            <a:off x="6392489" y="4080133"/>
            <a:ext cx="1981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endParaRPr sz="1600">
              <a:latin typeface="Cambria Math"/>
              <a:cs typeface="Cambria Math"/>
            </a:endParaRPr>
          </a:p>
        </p:txBody>
      </p:sp>
      <p:pic>
        <p:nvPicPr>
          <p:cNvPr id="53" name="object 5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87006" y="4039870"/>
            <a:ext cx="3945128" cy="2587571"/>
          </a:xfrm>
          <a:prstGeom prst="rect">
            <a:avLst/>
          </a:prstGeom>
        </p:spPr>
      </p:pic>
      <p:sp>
        <p:nvSpPr>
          <p:cNvPr id="54" name="object 54" descr=""/>
          <p:cNvSpPr txBox="1"/>
          <p:nvPr/>
        </p:nvSpPr>
        <p:spPr>
          <a:xfrm>
            <a:off x="7943843" y="5831324"/>
            <a:ext cx="5111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0</a:t>
            </a:r>
            <a:r>
              <a:rPr dirty="0" baseline="-14492" sz="1725" spc="11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10467945" y="4349723"/>
            <a:ext cx="5111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1</a:t>
            </a:r>
            <a:r>
              <a:rPr dirty="0" baseline="-14492" sz="1725" spc="5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10507571" y="5817833"/>
            <a:ext cx="5067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1</a:t>
            </a:r>
            <a:r>
              <a:rPr dirty="0" baseline="-14492" sz="1725" spc="5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7941492" y="4368079"/>
            <a:ext cx="5156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0</a:t>
            </a:r>
            <a:r>
              <a:rPr dirty="0" baseline="-14492" sz="1725" spc="11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7977523" y="5029023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9784440" y="5651253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9690031" y="4450853"/>
            <a:ext cx="2527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𝑎,</a:t>
            </a:r>
            <a:r>
              <a:rPr dirty="0" sz="1200" spc="-50">
                <a:latin typeface="Cambria Math"/>
                <a:cs typeface="Cambria Math"/>
              </a:rPr>
              <a:t> 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7365499" y="5074620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9452512" y="6343304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10158418" y="4986883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9314591" y="5790819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65" name="object 65" descr=""/>
          <p:cNvSpPr txBox="1"/>
          <p:nvPr/>
        </p:nvSpPr>
        <p:spPr>
          <a:xfrm>
            <a:off x="252078" y="1292075"/>
            <a:ext cx="2841625" cy="1842135"/>
          </a:xfrm>
          <a:prstGeom prst="rect">
            <a:avLst/>
          </a:prstGeom>
        </p:spPr>
        <p:txBody>
          <a:bodyPr wrap="square" lIns="0" tIns="2540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000"/>
              </a:spcBef>
            </a:pPr>
            <a:r>
              <a:rPr dirty="0" sz="2800" spc="-25">
                <a:latin typeface="Franklin Gothic Medium"/>
                <a:cs typeface="Franklin Gothic Medium"/>
              </a:rPr>
              <a:t>Components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800" spc="-25">
                <a:latin typeface="Franklin Gothic Medium"/>
                <a:cs typeface="Franklin Gothic Medium"/>
              </a:rPr>
              <a:t>:</a:t>
            </a:r>
            <a:endParaRPr sz="2800">
              <a:latin typeface="Franklin Gothic Medium"/>
              <a:cs typeface="Franklin Gothic Medium"/>
            </a:endParaRPr>
          </a:p>
          <a:p>
            <a:pPr marL="353695">
              <a:lnSpc>
                <a:spcPct val="100000"/>
              </a:lnSpc>
              <a:spcBef>
                <a:spcPts val="1630"/>
              </a:spcBef>
            </a:pPr>
            <a:r>
              <a:rPr dirty="0" sz="2400" spc="-830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sz="2400" spc="21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30">
                <a:latin typeface="Cambria Math"/>
                <a:cs typeface="Cambria Math"/>
              </a:rPr>
              <a:t> </a:t>
            </a:r>
            <a:r>
              <a:rPr dirty="0" sz="2400" spc="-63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952">
                <a:solidFill>
                  <a:srgbClr val="C55A11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382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 </a:t>
            </a:r>
            <a:r>
              <a:rPr dirty="0" sz="2400" spc="-59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892">
                <a:solidFill>
                  <a:srgbClr val="C55A11"/>
                </a:solidFill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  <a:p>
            <a:pPr marL="366395">
              <a:lnSpc>
                <a:spcPct val="100000"/>
              </a:lnSpc>
              <a:spcBef>
                <a:spcPts val="1650"/>
              </a:spcBef>
            </a:pPr>
            <a:r>
              <a:rPr dirty="0" sz="240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15873" sz="2625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baseline="-15873" sz="2625" spc="600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5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(</a:t>
            </a:r>
            <a:r>
              <a:rPr dirty="0" sz="2400">
                <a:solidFill>
                  <a:srgbClr val="BE9000"/>
                </a:solidFill>
                <a:latin typeface="Cambria Math"/>
                <a:cs typeface="Cambria Math"/>
              </a:rPr>
              <a:t>𝑡</a:t>
            </a:r>
            <a:r>
              <a:rPr dirty="0" baseline="-15873" sz="2625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120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BE9000"/>
                </a:solidFill>
                <a:latin typeface="Cambria Math"/>
                <a:cs typeface="Cambria Math"/>
              </a:rPr>
              <a:t>𝑟</a:t>
            </a:r>
            <a:r>
              <a:rPr dirty="0" baseline="-15873" sz="2625" spc="-37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sz="2400" spc="-25">
                <a:latin typeface="Cambria Math"/>
                <a:cs typeface="Cambria Math"/>
              </a:rPr>
              <a:t>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6" name="object 66" descr=""/>
          <p:cNvSpPr/>
          <p:nvPr/>
        </p:nvSpPr>
        <p:spPr>
          <a:xfrm>
            <a:off x="808342" y="3513620"/>
            <a:ext cx="1155065" cy="368300"/>
          </a:xfrm>
          <a:custGeom>
            <a:avLst/>
            <a:gdLst/>
            <a:ahLst/>
            <a:cxnLst/>
            <a:rect l="l" t="t" r="r" b="b"/>
            <a:pathLst>
              <a:path w="1155064" h="368300">
                <a:moveTo>
                  <a:pt x="100457" y="12204"/>
                </a:moveTo>
                <a:lnTo>
                  <a:pt x="96735" y="0"/>
                </a:lnTo>
                <a:lnTo>
                  <a:pt x="74841" y="8521"/>
                </a:lnTo>
                <a:lnTo>
                  <a:pt x="55613" y="21907"/>
                </a:lnTo>
                <a:lnTo>
                  <a:pt x="25146" y="63246"/>
                </a:lnTo>
                <a:lnTo>
                  <a:pt x="6286" y="118986"/>
                </a:lnTo>
                <a:lnTo>
                  <a:pt x="0" y="184099"/>
                </a:lnTo>
                <a:lnTo>
                  <a:pt x="1511" y="216522"/>
                </a:lnTo>
                <a:lnTo>
                  <a:pt x="1562" y="217817"/>
                </a:lnTo>
                <a:lnTo>
                  <a:pt x="14135" y="278244"/>
                </a:lnTo>
                <a:lnTo>
                  <a:pt x="39039" y="328041"/>
                </a:lnTo>
                <a:lnTo>
                  <a:pt x="74841" y="359664"/>
                </a:lnTo>
                <a:lnTo>
                  <a:pt x="96735" y="368198"/>
                </a:lnTo>
                <a:lnTo>
                  <a:pt x="100457" y="355993"/>
                </a:lnTo>
                <a:lnTo>
                  <a:pt x="83540" y="347218"/>
                </a:lnTo>
                <a:lnTo>
                  <a:pt x="68808" y="334467"/>
                </a:lnTo>
                <a:lnTo>
                  <a:pt x="45910" y="296989"/>
                </a:lnTo>
                <a:lnTo>
                  <a:pt x="32004" y="246062"/>
                </a:lnTo>
                <a:lnTo>
                  <a:pt x="27381" y="184251"/>
                </a:lnTo>
                <a:lnTo>
                  <a:pt x="28536" y="151904"/>
                </a:lnTo>
                <a:lnTo>
                  <a:pt x="37795" y="95415"/>
                </a:lnTo>
                <a:lnTo>
                  <a:pt x="56261" y="50507"/>
                </a:lnTo>
                <a:lnTo>
                  <a:pt x="83540" y="20967"/>
                </a:lnTo>
                <a:lnTo>
                  <a:pt x="100457" y="12204"/>
                </a:lnTo>
                <a:close/>
              </a:path>
              <a:path w="1155064" h="368300">
                <a:moveTo>
                  <a:pt x="231216" y="55372"/>
                </a:moveTo>
                <a:lnTo>
                  <a:pt x="227190" y="43916"/>
                </a:lnTo>
                <a:lnTo>
                  <a:pt x="206717" y="51308"/>
                </a:lnTo>
                <a:lnTo>
                  <a:pt x="188772" y="62014"/>
                </a:lnTo>
                <a:lnTo>
                  <a:pt x="160451" y="93395"/>
                </a:lnTo>
                <a:lnTo>
                  <a:pt x="142976" y="135343"/>
                </a:lnTo>
                <a:lnTo>
                  <a:pt x="137236" y="183667"/>
                </a:lnTo>
                <a:lnTo>
                  <a:pt x="137160" y="185153"/>
                </a:lnTo>
                <a:lnTo>
                  <a:pt x="138607" y="211086"/>
                </a:lnTo>
                <a:lnTo>
                  <a:pt x="150215" y="256959"/>
                </a:lnTo>
                <a:lnTo>
                  <a:pt x="173253" y="294195"/>
                </a:lnTo>
                <a:lnTo>
                  <a:pt x="206654" y="318858"/>
                </a:lnTo>
                <a:lnTo>
                  <a:pt x="227190" y="326237"/>
                </a:lnTo>
                <a:lnTo>
                  <a:pt x="230771" y="314782"/>
                </a:lnTo>
                <a:lnTo>
                  <a:pt x="214680" y="307657"/>
                </a:lnTo>
                <a:lnTo>
                  <a:pt x="200787" y="297738"/>
                </a:lnTo>
                <a:lnTo>
                  <a:pt x="172313" y="251498"/>
                </a:lnTo>
                <a:lnTo>
                  <a:pt x="163944" y="208559"/>
                </a:lnTo>
                <a:lnTo>
                  <a:pt x="162966" y="185153"/>
                </a:lnTo>
                <a:lnTo>
                  <a:pt x="162902" y="183667"/>
                </a:lnTo>
                <a:lnTo>
                  <a:pt x="167081" y="137617"/>
                </a:lnTo>
                <a:lnTo>
                  <a:pt x="179641" y="100101"/>
                </a:lnTo>
                <a:lnTo>
                  <a:pt x="214934" y="62458"/>
                </a:lnTo>
                <a:lnTo>
                  <a:pt x="231216" y="55372"/>
                </a:lnTo>
                <a:close/>
              </a:path>
              <a:path w="1155064" h="368300">
                <a:moveTo>
                  <a:pt x="728243" y="185153"/>
                </a:moveTo>
                <a:lnTo>
                  <a:pt x="726795" y="159575"/>
                </a:lnTo>
                <a:lnTo>
                  <a:pt x="726782" y="159270"/>
                </a:lnTo>
                <a:lnTo>
                  <a:pt x="722414" y="135343"/>
                </a:lnTo>
                <a:lnTo>
                  <a:pt x="704951" y="93395"/>
                </a:lnTo>
                <a:lnTo>
                  <a:pt x="676605" y="62014"/>
                </a:lnTo>
                <a:lnTo>
                  <a:pt x="638200" y="43916"/>
                </a:lnTo>
                <a:lnTo>
                  <a:pt x="634187" y="55372"/>
                </a:lnTo>
                <a:lnTo>
                  <a:pt x="650532" y="62458"/>
                </a:lnTo>
                <a:lnTo>
                  <a:pt x="664578" y="72288"/>
                </a:lnTo>
                <a:lnTo>
                  <a:pt x="693115" y="117792"/>
                </a:lnTo>
                <a:lnTo>
                  <a:pt x="701395" y="159270"/>
                </a:lnTo>
                <a:lnTo>
                  <a:pt x="701446" y="159575"/>
                </a:lnTo>
                <a:lnTo>
                  <a:pt x="701433" y="208559"/>
                </a:lnTo>
                <a:lnTo>
                  <a:pt x="693064" y="251498"/>
                </a:lnTo>
                <a:lnTo>
                  <a:pt x="664591" y="297738"/>
                </a:lnTo>
                <a:lnTo>
                  <a:pt x="634631" y="314782"/>
                </a:lnTo>
                <a:lnTo>
                  <a:pt x="638200" y="326237"/>
                </a:lnTo>
                <a:lnTo>
                  <a:pt x="676706" y="308178"/>
                </a:lnTo>
                <a:lnTo>
                  <a:pt x="705027" y="276910"/>
                </a:lnTo>
                <a:lnTo>
                  <a:pt x="722426" y="235026"/>
                </a:lnTo>
                <a:lnTo>
                  <a:pt x="726782" y="211086"/>
                </a:lnTo>
                <a:lnTo>
                  <a:pt x="728243" y="185153"/>
                </a:lnTo>
                <a:close/>
              </a:path>
              <a:path w="1155064" h="368300">
                <a:moveTo>
                  <a:pt x="1154709" y="184099"/>
                </a:moveTo>
                <a:lnTo>
                  <a:pt x="1153198" y="151904"/>
                </a:lnTo>
                <a:lnTo>
                  <a:pt x="1153134" y="150368"/>
                </a:lnTo>
                <a:lnTo>
                  <a:pt x="1148422" y="118986"/>
                </a:lnTo>
                <a:lnTo>
                  <a:pt x="1129563" y="63246"/>
                </a:lnTo>
                <a:lnTo>
                  <a:pt x="1099083" y="21907"/>
                </a:lnTo>
                <a:lnTo>
                  <a:pt x="1057973" y="0"/>
                </a:lnTo>
                <a:lnTo>
                  <a:pt x="1054252" y="12204"/>
                </a:lnTo>
                <a:lnTo>
                  <a:pt x="1071168" y="20967"/>
                </a:lnTo>
                <a:lnTo>
                  <a:pt x="1085888" y="33743"/>
                </a:lnTo>
                <a:lnTo>
                  <a:pt x="1108798" y="71285"/>
                </a:lnTo>
                <a:lnTo>
                  <a:pt x="1122692" y="122301"/>
                </a:lnTo>
                <a:lnTo>
                  <a:pt x="1127315" y="184099"/>
                </a:lnTo>
                <a:lnTo>
                  <a:pt x="1126159" y="216522"/>
                </a:lnTo>
                <a:lnTo>
                  <a:pt x="1116901" y="272884"/>
                </a:lnTo>
                <a:lnTo>
                  <a:pt x="1098435" y="317715"/>
                </a:lnTo>
                <a:lnTo>
                  <a:pt x="1071168" y="347218"/>
                </a:lnTo>
                <a:lnTo>
                  <a:pt x="1054252" y="355993"/>
                </a:lnTo>
                <a:lnTo>
                  <a:pt x="1057973" y="368198"/>
                </a:lnTo>
                <a:lnTo>
                  <a:pt x="1099083" y="346278"/>
                </a:lnTo>
                <a:lnTo>
                  <a:pt x="1129563" y="304952"/>
                </a:lnTo>
                <a:lnTo>
                  <a:pt x="1148422" y="249212"/>
                </a:lnTo>
                <a:lnTo>
                  <a:pt x="1154696" y="184251"/>
                </a:lnTo>
                <a:lnTo>
                  <a:pt x="1154709" y="184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 descr=""/>
          <p:cNvSpPr/>
          <p:nvPr/>
        </p:nvSpPr>
        <p:spPr>
          <a:xfrm>
            <a:off x="2413114" y="3513620"/>
            <a:ext cx="2282825" cy="368300"/>
          </a:xfrm>
          <a:custGeom>
            <a:avLst/>
            <a:gdLst/>
            <a:ahLst/>
            <a:cxnLst/>
            <a:rect l="l" t="t" r="r" b="b"/>
            <a:pathLst>
              <a:path w="2282825" h="368300">
                <a:moveTo>
                  <a:pt x="100457" y="12204"/>
                </a:moveTo>
                <a:lnTo>
                  <a:pt x="96735" y="0"/>
                </a:lnTo>
                <a:lnTo>
                  <a:pt x="74841" y="8521"/>
                </a:lnTo>
                <a:lnTo>
                  <a:pt x="55613" y="21907"/>
                </a:lnTo>
                <a:lnTo>
                  <a:pt x="25146" y="63246"/>
                </a:lnTo>
                <a:lnTo>
                  <a:pt x="6286" y="118986"/>
                </a:lnTo>
                <a:lnTo>
                  <a:pt x="0" y="184099"/>
                </a:lnTo>
                <a:lnTo>
                  <a:pt x="1511" y="216522"/>
                </a:lnTo>
                <a:lnTo>
                  <a:pt x="1562" y="217817"/>
                </a:lnTo>
                <a:lnTo>
                  <a:pt x="14135" y="278244"/>
                </a:lnTo>
                <a:lnTo>
                  <a:pt x="39039" y="328041"/>
                </a:lnTo>
                <a:lnTo>
                  <a:pt x="74841" y="359664"/>
                </a:lnTo>
                <a:lnTo>
                  <a:pt x="96735" y="368198"/>
                </a:lnTo>
                <a:lnTo>
                  <a:pt x="100457" y="355993"/>
                </a:lnTo>
                <a:lnTo>
                  <a:pt x="83540" y="347218"/>
                </a:lnTo>
                <a:lnTo>
                  <a:pt x="68808" y="334467"/>
                </a:lnTo>
                <a:lnTo>
                  <a:pt x="45910" y="296989"/>
                </a:lnTo>
                <a:lnTo>
                  <a:pt x="32004" y="246062"/>
                </a:lnTo>
                <a:lnTo>
                  <a:pt x="27381" y="184251"/>
                </a:lnTo>
                <a:lnTo>
                  <a:pt x="28536" y="151904"/>
                </a:lnTo>
                <a:lnTo>
                  <a:pt x="37795" y="95415"/>
                </a:lnTo>
                <a:lnTo>
                  <a:pt x="56261" y="50507"/>
                </a:lnTo>
                <a:lnTo>
                  <a:pt x="83540" y="20967"/>
                </a:lnTo>
                <a:lnTo>
                  <a:pt x="100457" y="12204"/>
                </a:lnTo>
                <a:close/>
              </a:path>
              <a:path w="2282825" h="368300">
                <a:moveTo>
                  <a:pt x="520776" y="55372"/>
                </a:moveTo>
                <a:lnTo>
                  <a:pt x="516763" y="43916"/>
                </a:lnTo>
                <a:lnTo>
                  <a:pt x="496290" y="51308"/>
                </a:lnTo>
                <a:lnTo>
                  <a:pt x="478332" y="62014"/>
                </a:lnTo>
                <a:lnTo>
                  <a:pt x="450011" y="93395"/>
                </a:lnTo>
                <a:lnTo>
                  <a:pt x="432536" y="135343"/>
                </a:lnTo>
                <a:lnTo>
                  <a:pt x="426796" y="183667"/>
                </a:lnTo>
                <a:lnTo>
                  <a:pt x="426720" y="185153"/>
                </a:lnTo>
                <a:lnTo>
                  <a:pt x="428167" y="211086"/>
                </a:lnTo>
                <a:lnTo>
                  <a:pt x="439775" y="256959"/>
                </a:lnTo>
                <a:lnTo>
                  <a:pt x="462813" y="294195"/>
                </a:lnTo>
                <a:lnTo>
                  <a:pt x="496227" y="318858"/>
                </a:lnTo>
                <a:lnTo>
                  <a:pt x="516763" y="326237"/>
                </a:lnTo>
                <a:lnTo>
                  <a:pt x="520331" y="314782"/>
                </a:lnTo>
                <a:lnTo>
                  <a:pt x="504240" y="307657"/>
                </a:lnTo>
                <a:lnTo>
                  <a:pt x="490347" y="297738"/>
                </a:lnTo>
                <a:lnTo>
                  <a:pt x="461873" y="251498"/>
                </a:lnTo>
                <a:lnTo>
                  <a:pt x="453504" y="208559"/>
                </a:lnTo>
                <a:lnTo>
                  <a:pt x="452526" y="185153"/>
                </a:lnTo>
                <a:lnTo>
                  <a:pt x="452462" y="183667"/>
                </a:lnTo>
                <a:lnTo>
                  <a:pt x="456641" y="137617"/>
                </a:lnTo>
                <a:lnTo>
                  <a:pt x="469201" y="100101"/>
                </a:lnTo>
                <a:lnTo>
                  <a:pt x="504494" y="62458"/>
                </a:lnTo>
                <a:lnTo>
                  <a:pt x="520776" y="55372"/>
                </a:lnTo>
                <a:close/>
              </a:path>
              <a:path w="2282825" h="368300">
                <a:moveTo>
                  <a:pt x="1043711" y="185153"/>
                </a:moveTo>
                <a:lnTo>
                  <a:pt x="1042263" y="159575"/>
                </a:lnTo>
                <a:lnTo>
                  <a:pt x="1042250" y="159270"/>
                </a:lnTo>
                <a:lnTo>
                  <a:pt x="1037882" y="135343"/>
                </a:lnTo>
                <a:lnTo>
                  <a:pt x="1020419" y="93395"/>
                </a:lnTo>
                <a:lnTo>
                  <a:pt x="992073" y="62014"/>
                </a:lnTo>
                <a:lnTo>
                  <a:pt x="953668" y="43916"/>
                </a:lnTo>
                <a:lnTo>
                  <a:pt x="949655" y="55372"/>
                </a:lnTo>
                <a:lnTo>
                  <a:pt x="966000" y="62458"/>
                </a:lnTo>
                <a:lnTo>
                  <a:pt x="980046" y="72288"/>
                </a:lnTo>
                <a:lnTo>
                  <a:pt x="1008583" y="117792"/>
                </a:lnTo>
                <a:lnTo>
                  <a:pt x="1016863" y="159270"/>
                </a:lnTo>
                <a:lnTo>
                  <a:pt x="1016914" y="159575"/>
                </a:lnTo>
                <a:lnTo>
                  <a:pt x="1016901" y="208559"/>
                </a:lnTo>
                <a:lnTo>
                  <a:pt x="1008532" y="251498"/>
                </a:lnTo>
                <a:lnTo>
                  <a:pt x="980059" y="297738"/>
                </a:lnTo>
                <a:lnTo>
                  <a:pt x="950099" y="314782"/>
                </a:lnTo>
                <a:lnTo>
                  <a:pt x="953668" y="326237"/>
                </a:lnTo>
                <a:lnTo>
                  <a:pt x="992174" y="308178"/>
                </a:lnTo>
                <a:lnTo>
                  <a:pt x="1020495" y="276910"/>
                </a:lnTo>
                <a:lnTo>
                  <a:pt x="1037894" y="235026"/>
                </a:lnTo>
                <a:lnTo>
                  <a:pt x="1042250" y="211086"/>
                </a:lnTo>
                <a:lnTo>
                  <a:pt x="1043711" y="185153"/>
                </a:lnTo>
                <a:close/>
              </a:path>
              <a:path w="2282825" h="368300">
                <a:moveTo>
                  <a:pt x="1599768" y="55372"/>
                </a:moveTo>
                <a:lnTo>
                  <a:pt x="1595755" y="43916"/>
                </a:lnTo>
                <a:lnTo>
                  <a:pt x="1575269" y="51308"/>
                </a:lnTo>
                <a:lnTo>
                  <a:pt x="1557324" y="62014"/>
                </a:lnTo>
                <a:lnTo>
                  <a:pt x="1529003" y="93395"/>
                </a:lnTo>
                <a:lnTo>
                  <a:pt x="1511528" y="135343"/>
                </a:lnTo>
                <a:lnTo>
                  <a:pt x="1505788" y="183667"/>
                </a:lnTo>
                <a:lnTo>
                  <a:pt x="1505712" y="185153"/>
                </a:lnTo>
                <a:lnTo>
                  <a:pt x="1507159" y="211086"/>
                </a:lnTo>
                <a:lnTo>
                  <a:pt x="1518767" y="256959"/>
                </a:lnTo>
                <a:lnTo>
                  <a:pt x="1541805" y="294195"/>
                </a:lnTo>
                <a:lnTo>
                  <a:pt x="1575219" y="318858"/>
                </a:lnTo>
                <a:lnTo>
                  <a:pt x="1595755" y="326237"/>
                </a:lnTo>
                <a:lnTo>
                  <a:pt x="1599323" y="314782"/>
                </a:lnTo>
                <a:lnTo>
                  <a:pt x="1583232" y="307657"/>
                </a:lnTo>
                <a:lnTo>
                  <a:pt x="1569339" y="297738"/>
                </a:lnTo>
                <a:lnTo>
                  <a:pt x="1540865" y="251498"/>
                </a:lnTo>
                <a:lnTo>
                  <a:pt x="1532496" y="208559"/>
                </a:lnTo>
                <a:lnTo>
                  <a:pt x="1531518" y="185153"/>
                </a:lnTo>
                <a:lnTo>
                  <a:pt x="1531454" y="183667"/>
                </a:lnTo>
                <a:lnTo>
                  <a:pt x="1535633" y="137617"/>
                </a:lnTo>
                <a:lnTo>
                  <a:pt x="1548193" y="100101"/>
                </a:lnTo>
                <a:lnTo>
                  <a:pt x="1583474" y="62458"/>
                </a:lnTo>
                <a:lnTo>
                  <a:pt x="1599768" y="55372"/>
                </a:lnTo>
                <a:close/>
              </a:path>
              <a:path w="2282825" h="368300">
                <a:moveTo>
                  <a:pt x="2145563" y="185153"/>
                </a:moveTo>
                <a:lnTo>
                  <a:pt x="2144115" y="159575"/>
                </a:lnTo>
                <a:lnTo>
                  <a:pt x="2144103" y="159270"/>
                </a:lnTo>
                <a:lnTo>
                  <a:pt x="2139734" y="135343"/>
                </a:lnTo>
                <a:lnTo>
                  <a:pt x="2122271" y="93395"/>
                </a:lnTo>
                <a:lnTo>
                  <a:pt x="2093925" y="62014"/>
                </a:lnTo>
                <a:lnTo>
                  <a:pt x="2055520" y="43916"/>
                </a:lnTo>
                <a:lnTo>
                  <a:pt x="2051507" y="55372"/>
                </a:lnTo>
                <a:lnTo>
                  <a:pt x="2067839" y="62458"/>
                </a:lnTo>
                <a:lnTo>
                  <a:pt x="2081898" y="72288"/>
                </a:lnTo>
                <a:lnTo>
                  <a:pt x="2110435" y="117792"/>
                </a:lnTo>
                <a:lnTo>
                  <a:pt x="2118715" y="159270"/>
                </a:lnTo>
                <a:lnTo>
                  <a:pt x="2118766" y="159575"/>
                </a:lnTo>
                <a:lnTo>
                  <a:pt x="2118753" y="208559"/>
                </a:lnTo>
                <a:lnTo>
                  <a:pt x="2110384" y="251498"/>
                </a:lnTo>
                <a:lnTo>
                  <a:pt x="2081911" y="297738"/>
                </a:lnTo>
                <a:lnTo>
                  <a:pt x="2051951" y="314782"/>
                </a:lnTo>
                <a:lnTo>
                  <a:pt x="2055520" y="326237"/>
                </a:lnTo>
                <a:lnTo>
                  <a:pt x="2094026" y="308178"/>
                </a:lnTo>
                <a:lnTo>
                  <a:pt x="2122347" y="276910"/>
                </a:lnTo>
                <a:lnTo>
                  <a:pt x="2139746" y="235026"/>
                </a:lnTo>
                <a:lnTo>
                  <a:pt x="2144103" y="211086"/>
                </a:lnTo>
                <a:lnTo>
                  <a:pt x="2145563" y="185153"/>
                </a:lnTo>
                <a:close/>
              </a:path>
              <a:path w="2282825" h="368300">
                <a:moveTo>
                  <a:pt x="2282469" y="184099"/>
                </a:moveTo>
                <a:lnTo>
                  <a:pt x="2280958" y="151904"/>
                </a:lnTo>
                <a:lnTo>
                  <a:pt x="2280894" y="150368"/>
                </a:lnTo>
                <a:lnTo>
                  <a:pt x="2276183" y="118986"/>
                </a:lnTo>
                <a:lnTo>
                  <a:pt x="2257323" y="63246"/>
                </a:lnTo>
                <a:lnTo>
                  <a:pt x="2226843" y="21907"/>
                </a:lnTo>
                <a:lnTo>
                  <a:pt x="2185733" y="0"/>
                </a:lnTo>
                <a:lnTo>
                  <a:pt x="2182012" y="12204"/>
                </a:lnTo>
                <a:lnTo>
                  <a:pt x="2198928" y="20967"/>
                </a:lnTo>
                <a:lnTo>
                  <a:pt x="2213648" y="33743"/>
                </a:lnTo>
                <a:lnTo>
                  <a:pt x="2236559" y="71285"/>
                </a:lnTo>
                <a:lnTo>
                  <a:pt x="2250452" y="122301"/>
                </a:lnTo>
                <a:lnTo>
                  <a:pt x="2255075" y="184099"/>
                </a:lnTo>
                <a:lnTo>
                  <a:pt x="2253919" y="216522"/>
                </a:lnTo>
                <a:lnTo>
                  <a:pt x="2244661" y="272884"/>
                </a:lnTo>
                <a:lnTo>
                  <a:pt x="2226195" y="317715"/>
                </a:lnTo>
                <a:lnTo>
                  <a:pt x="2198928" y="347218"/>
                </a:lnTo>
                <a:lnTo>
                  <a:pt x="2182012" y="355993"/>
                </a:lnTo>
                <a:lnTo>
                  <a:pt x="2185733" y="368198"/>
                </a:lnTo>
                <a:lnTo>
                  <a:pt x="2226843" y="346278"/>
                </a:lnTo>
                <a:lnTo>
                  <a:pt x="2257323" y="304952"/>
                </a:lnTo>
                <a:lnTo>
                  <a:pt x="2276183" y="249212"/>
                </a:lnTo>
                <a:lnTo>
                  <a:pt x="2282456" y="184251"/>
                </a:lnTo>
                <a:lnTo>
                  <a:pt x="2282469" y="184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 descr=""/>
          <p:cNvSpPr txBox="1"/>
          <p:nvPr/>
        </p:nvSpPr>
        <p:spPr>
          <a:xfrm>
            <a:off x="4005827" y="3467274"/>
            <a:ext cx="4591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𝑟,</a:t>
            </a:r>
            <a:r>
              <a:rPr dirty="0" sz="2400" spc="-100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9" name="object 69" descr=""/>
          <p:cNvSpPr/>
          <p:nvPr/>
        </p:nvSpPr>
        <p:spPr>
          <a:xfrm>
            <a:off x="1227446" y="4206775"/>
            <a:ext cx="1176655" cy="282575"/>
          </a:xfrm>
          <a:custGeom>
            <a:avLst/>
            <a:gdLst/>
            <a:ahLst/>
            <a:cxnLst/>
            <a:rect l="l" t="t" r="r" b="b"/>
            <a:pathLst>
              <a:path w="1176655" h="282575">
                <a:moveTo>
                  <a:pt x="1086256" y="0"/>
                </a:moveTo>
                <a:lnTo>
                  <a:pt x="1082243" y="11455"/>
                </a:lnTo>
                <a:lnTo>
                  <a:pt x="1098585" y="18551"/>
                </a:lnTo>
                <a:lnTo>
                  <a:pt x="1112639" y="28371"/>
                </a:lnTo>
                <a:lnTo>
                  <a:pt x="1141172" y="73880"/>
                </a:lnTo>
                <a:lnTo>
                  <a:pt x="1149459" y="115357"/>
                </a:lnTo>
                <a:lnTo>
                  <a:pt x="1149502" y="115661"/>
                </a:lnTo>
                <a:lnTo>
                  <a:pt x="1149498" y="164649"/>
                </a:lnTo>
                <a:lnTo>
                  <a:pt x="1141130" y="207587"/>
                </a:lnTo>
                <a:lnTo>
                  <a:pt x="1112651" y="253828"/>
                </a:lnTo>
                <a:lnTo>
                  <a:pt x="1082687" y="270865"/>
                </a:lnTo>
                <a:lnTo>
                  <a:pt x="1086256" y="282320"/>
                </a:lnTo>
                <a:lnTo>
                  <a:pt x="1124765" y="264263"/>
                </a:lnTo>
                <a:lnTo>
                  <a:pt x="1153083" y="232994"/>
                </a:lnTo>
                <a:lnTo>
                  <a:pt x="1170492" y="191111"/>
                </a:lnTo>
                <a:lnTo>
                  <a:pt x="1176299" y="141236"/>
                </a:lnTo>
                <a:lnTo>
                  <a:pt x="1174861" y="115661"/>
                </a:lnTo>
                <a:lnTo>
                  <a:pt x="1163199" y="69479"/>
                </a:lnTo>
                <a:lnTo>
                  <a:pt x="1140098" y="32129"/>
                </a:lnTo>
                <a:lnTo>
                  <a:pt x="1106723" y="7391"/>
                </a:lnTo>
                <a:lnTo>
                  <a:pt x="1086256" y="0"/>
                </a:lnTo>
                <a:close/>
              </a:path>
              <a:path w="1176655" h="282575">
                <a:moveTo>
                  <a:pt x="90043" y="0"/>
                </a:moveTo>
                <a:lnTo>
                  <a:pt x="51619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5802" y="191111"/>
                </a:lnTo>
                <a:lnTo>
                  <a:pt x="23215" y="232994"/>
                </a:lnTo>
                <a:lnTo>
                  <a:pt x="51528" y="264263"/>
                </a:lnTo>
                <a:lnTo>
                  <a:pt x="90043" y="282320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742" y="139750"/>
                </a:lnTo>
                <a:lnTo>
                  <a:pt x="26788" y="115661"/>
                </a:lnTo>
                <a:lnTo>
                  <a:pt x="35156" y="73880"/>
                </a:lnTo>
                <a:lnTo>
                  <a:pt x="63749" y="28371"/>
                </a:lnTo>
                <a:lnTo>
                  <a:pt x="94056" y="11455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 descr=""/>
          <p:cNvSpPr/>
          <p:nvPr/>
        </p:nvSpPr>
        <p:spPr>
          <a:xfrm>
            <a:off x="2801738" y="4206775"/>
            <a:ext cx="1176655" cy="282575"/>
          </a:xfrm>
          <a:custGeom>
            <a:avLst/>
            <a:gdLst/>
            <a:ahLst/>
            <a:cxnLst/>
            <a:rect l="l" t="t" r="r" b="b"/>
            <a:pathLst>
              <a:path w="1176654" h="282575">
                <a:moveTo>
                  <a:pt x="1086256" y="0"/>
                </a:moveTo>
                <a:lnTo>
                  <a:pt x="1082243" y="11455"/>
                </a:lnTo>
                <a:lnTo>
                  <a:pt x="1098585" y="18551"/>
                </a:lnTo>
                <a:lnTo>
                  <a:pt x="1112639" y="28371"/>
                </a:lnTo>
                <a:lnTo>
                  <a:pt x="1141172" y="73880"/>
                </a:lnTo>
                <a:lnTo>
                  <a:pt x="1149459" y="115357"/>
                </a:lnTo>
                <a:lnTo>
                  <a:pt x="1149502" y="115661"/>
                </a:lnTo>
                <a:lnTo>
                  <a:pt x="1149498" y="164649"/>
                </a:lnTo>
                <a:lnTo>
                  <a:pt x="1141130" y="207587"/>
                </a:lnTo>
                <a:lnTo>
                  <a:pt x="1112651" y="253828"/>
                </a:lnTo>
                <a:lnTo>
                  <a:pt x="1082687" y="270865"/>
                </a:lnTo>
                <a:lnTo>
                  <a:pt x="1086256" y="282320"/>
                </a:lnTo>
                <a:lnTo>
                  <a:pt x="1124765" y="264263"/>
                </a:lnTo>
                <a:lnTo>
                  <a:pt x="1153083" y="232994"/>
                </a:lnTo>
                <a:lnTo>
                  <a:pt x="1170492" y="191111"/>
                </a:lnTo>
                <a:lnTo>
                  <a:pt x="1176299" y="141236"/>
                </a:lnTo>
                <a:lnTo>
                  <a:pt x="1174861" y="115661"/>
                </a:lnTo>
                <a:lnTo>
                  <a:pt x="1163199" y="69479"/>
                </a:lnTo>
                <a:lnTo>
                  <a:pt x="1140098" y="32129"/>
                </a:lnTo>
                <a:lnTo>
                  <a:pt x="1106723" y="7391"/>
                </a:lnTo>
                <a:lnTo>
                  <a:pt x="1086256" y="0"/>
                </a:lnTo>
                <a:close/>
              </a:path>
              <a:path w="1176654" h="282575">
                <a:moveTo>
                  <a:pt x="90042" y="0"/>
                </a:moveTo>
                <a:lnTo>
                  <a:pt x="51619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5802" y="191111"/>
                </a:lnTo>
                <a:lnTo>
                  <a:pt x="23215" y="232994"/>
                </a:lnTo>
                <a:lnTo>
                  <a:pt x="51528" y="264263"/>
                </a:lnTo>
                <a:lnTo>
                  <a:pt x="90042" y="282320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742" y="139750"/>
                </a:lnTo>
                <a:lnTo>
                  <a:pt x="26788" y="115661"/>
                </a:lnTo>
                <a:lnTo>
                  <a:pt x="35156" y="73880"/>
                </a:lnTo>
                <a:lnTo>
                  <a:pt x="63749" y="28371"/>
                </a:lnTo>
                <a:lnTo>
                  <a:pt x="94056" y="11455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 descr=""/>
          <p:cNvSpPr txBox="1"/>
          <p:nvPr/>
        </p:nvSpPr>
        <p:spPr>
          <a:xfrm>
            <a:off x="530092" y="3467274"/>
            <a:ext cx="3401695" cy="1040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5565">
              <a:lnSpc>
                <a:spcPct val="100000"/>
              </a:lnSpc>
              <a:spcBef>
                <a:spcPts val="100"/>
              </a:spcBef>
              <a:tabLst>
                <a:tab pos="514984" algn="l"/>
                <a:tab pos="1033144" algn="l"/>
                <a:tab pos="1544955" algn="l"/>
                <a:tab pos="1993264" algn="l"/>
                <a:tab pos="2409190" algn="l"/>
                <a:tab pos="2953385" algn="l"/>
              </a:tabLst>
            </a:pPr>
            <a:r>
              <a:rPr dirty="0" sz="2400" spc="-670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sz="2400">
                <a:solidFill>
                  <a:srgbClr val="538235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𝑡,</a:t>
            </a:r>
            <a:r>
              <a:rPr dirty="0" sz="2400" spc="-8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𝑟</a:t>
            </a:r>
            <a:r>
              <a:rPr dirty="0" sz="2400">
                <a:latin typeface="Cambria Math"/>
                <a:cs typeface="Cambria Math"/>
              </a:rPr>
              <a:t>	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50">
                <a:latin typeface="Cambria Math"/>
                <a:cs typeface="Cambria Math"/>
              </a:rPr>
              <a:t>=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490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baseline="-15873" sz="2625" spc="-735">
                <a:solidFill>
                  <a:srgbClr val="538235"/>
                </a:solidFill>
                <a:latin typeface="Cambria Math"/>
                <a:cs typeface="Cambria Math"/>
              </a:rPr>
              <a:t>1</a:t>
            </a:r>
            <a:r>
              <a:rPr dirty="0" baseline="-15873" sz="2625">
                <a:solidFill>
                  <a:srgbClr val="538235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𝑡,</a:t>
            </a:r>
            <a:r>
              <a:rPr dirty="0" sz="2400" spc="-8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r>
              <a:rPr dirty="0" sz="2400">
                <a:latin typeface="Cambria Math"/>
                <a:cs typeface="Cambria Math"/>
              </a:rPr>
              <a:t>	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-470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baseline="-15873" sz="2625" spc="-705">
                <a:solidFill>
                  <a:srgbClr val="538235"/>
                </a:solidFill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  <a:p>
            <a:pPr marL="76200">
              <a:lnSpc>
                <a:spcPct val="100000"/>
              </a:lnSpc>
              <a:spcBef>
                <a:spcPts val="2230"/>
              </a:spcBef>
              <a:tabLst>
                <a:tab pos="796925" algn="l"/>
                <a:tab pos="1968500" algn="l"/>
                <a:tab pos="2371090" algn="l"/>
              </a:tabLst>
            </a:pPr>
            <a:r>
              <a:rPr dirty="0" sz="240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sz="2400" spc="225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=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5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baseline="-15873" sz="2625" spc="-75">
                <a:solidFill>
                  <a:srgbClr val="8496AF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195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</a:t>
            </a:r>
            <a:r>
              <a:rPr dirty="0" sz="2400" spc="-95">
                <a:latin typeface="Cambria Math"/>
                <a:cs typeface="Cambria Math"/>
              </a:rPr>
              <a:t> </a:t>
            </a:r>
            <a:r>
              <a:rPr dirty="0" sz="2400" spc="-59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892">
                <a:solidFill>
                  <a:srgbClr val="C55A11"/>
                </a:solidFill>
                <a:latin typeface="Cambria Math"/>
                <a:cs typeface="Cambria Math"/>
              </a:rPr>
              <a:t>2</a:t>
            </a:r>
            <a:r>
              <a:rPr dirty="0" baseline="-15873" sz="2625">
                <a:solidFill>
                  <a:srgbClr val="C55A11"/>
                </a:solidFill>
                <a:latin typeface="Cambria Math"/>
                <a:cs typeface="Cambria Math"/>
              </a:rPr>
              <a:t>	</a:t>
            </a:r>
            <a:r>
              <a:rPr dirty="0" sz="2400" spc="-50">
                <a:latin typeface="Cambria Math"/>
                <a:cs typeface="Cambria Math"/>
              </a:rPr>
              <a:t>∪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63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952">
                <a:solidFill>
                  <a:srgbClr val="C55A11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359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</a:t>
            </a:r>
            <a:r>
              <a:rPr dirty="0" sz="2400" spc="5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baseline="-15873" sz="2625" spc="-37">
                <a:solidFill>
                  <a:srgbClr val="8496AF"/>
                </a:solidFill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4993022" y="1535290"/>
            <a:ext cx="11976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0">
                <a:latin typeface="Franklin Gothic Medium"/>
                <a:cs typeface="Franklin Gothic Medium"/>
              </a:rPr>
              <a:t>Example:</a:t>
            </a:r>
            <a:endParaRPr sz="2400">
              <a:latin typeface="Franklin Gothic Medium"/>
              <a:cs typeface="Franklin Gothic Medium"/>
            </a:endParaRPr>
          </a:p>
        </p:txBody>
      </p:sp>
      <p:grpSp>
        <p:nvGrpSpPr>
          <p:cNvPr id="73" name="object 73" descr=""/>
          <p:cNvGrpSpPr/>
          <p:nvPr/>
        </p:nvGrpSpPr>
        <p:grpSpPr>
          <a:xfrm>
            <a:off x="-6350" y="4039870"/>
            <a:ext cx="452120" cy="497840"/>
            <a:chOff x="-6350" y="4039870"/>
            <a:chExt cx="452120" cy="497840"/>
          </a:xfrm>
        </p:grpSpPr>
        <p:sp>
          <p:nvSpPr>
            <p:cNvPr id="74" name="object 74" descr=""/>
            <p:cNvSpPr/>
            <p:nvPr/>
          </p:nvSpPr>
          <p:spPr>
            <a:xfrm>
              <a:off x="0" y="4046220"/>
              <a:ext cx="439420" cy="485140"/>
            </a:xfrm>
            <a:custGeom>
              <a:avLst/>
              <a:gdLst/>
              <a:ahLst/>
              <a:cxnLst/>
              <a:rect l="l" t="t" r="r" b="b"/>
              <a:pathLst>
                <a:path w="439420" h="485139">
                  <a:moveTo>
                    <a:pt x="196596" y="0"/>
                  </a:moveTo>
                  <a:lnTo>
                    <a:pt x="196596" y="121157"/>
                  </a:lnTo>
                  <a:lnTo>
                    <a:pt x="0" y="121157"/>
                  </a:lnTo>
                  <a:lnTo>
                    <a:pt x="0" y="363473"/>
                  </a:lnTo>
                  <a:lnTo>
                    <a:pt x="196596" y="363473"/>
                  </a:lnTo>
                  <a:lnTo>
                    <a:pt x="196596" y="484631"/>
                  </a:lnTo>
                  <a:lnTo>
                    <a:pt x="438912" y="242315"/>
                  </a:lnTo>
                  <a:lnTo>
                    <a:pt x="19659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0" y="4046220"/>
              <a:ext cx="439420" cy="485140"/>
            </a:xfrm>
            <a:custGeom>
              <a:avLst/>
              <a:gdLst/>
              <a:ahLst/>
              <a:cxnLst/>
              <a:rect l="l" t="t" r="r" b="b"/>
              <a:pathLst>
                <a:path w="439420" h="485139">
                  <a:moveTo>
                    <a:pt x="0" y="121157"/>
                  </a:moveTo>
                  <a:lnTo>
                    <a:pt x="196596" y="121157"/>
                  </a:lnTo>
                  <a:lnTo>
                    <a:pt x="196596" y="0"/>
                  </a:lnTo>
                  <a:lnTo>
                    <a:pt x="438912" y="242315"/>
                  </a:lnTo>
                  <a:lnTo>
                    <a:pt x="196596" y="484631"/>
                  </a:lnTo>
                  <a:lnTo>
                    <a:pt x="196596" y="363473"/>
                  </a:lnTo>
                  <a:lnTo>
                    <a:pt x="0" y="36347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9372600" y="3907535"/>
            <a:ext cx="1115695" cy="1106805"/>
          </a:xfrm>
          <a:custGeom>
            <a:avLst/>
            <a:gdLst/>
            <a:ahLst/>
            <a:cxnLst/>
            <a:rect l="l" t="t" r="r" b="b"/>
            <a:pathLst>
              <a:path w="1115695" h="1106804">
                <a:moveTo>
                  <a:pt x="1115568" y="0"/>
                </a:moveTo>
                <a:lnTo>
                  <a:pt x="0" y="0"/>
                </a:lnTo>
                <a:lnTo>
                  <a:pt x="0" y="1106424"/>
                </a:lnTo>
                <a:lnTo>
                  <a:pt x="1115568" y="1106424"/>
                </a:lnTo>
                <a:lnTo>
                  <a:pt x="111556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0" y="0"/>
            <a:ext cx="12192000" cy="998219"/>
            <a:chOff x="0" y="0"/>
            <a:chExt cx="12192000" cy="998219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998220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Closure</a:t>
            </a:r>
            <a:r>
              <a:rPr dirty="0" spc="-170"/>
              <a:t> </a:t>
            </a:r>
            <a:r>
              <a:rPr dirty="0" spc="-20"/>
              <a:t>Properties</a:t>
            </a:r>
            <a:r>
              <a:rPr dirty="0" spc="-160"/>
              <a:t> </a:t>
            </a:r>
            <a:r>
              <a:rPr dirty="0"/>
              <a:t>for</a:t>
            </a:r>
            <a:r>
              <a:rPr dirty="0" spc="-165"/>
              <a:t> </a:t>
            </a:r>
            <a:r>
              <a:rPr dirty="0" spc="-45"/>
              <a:t>RegEx</a:t>
            </a:r>
            <a:r>
              <a:rPr dirty="0" spc="-160"/>
              <a:t> </a:t>
            </a:r>
            <a:r>
              <a:rPr dirty="0"/>
              <a:t>-</a:t>
            </a:r>
            <a:r>
              <a:rPr dirty="0" spc="-140"/>
              <a:t> </a:t>
            </a:r>
            <a:r>
              <a:rPr dirty="0" spc="-10"/>
              <a:t>Union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5452871" y="2095500"/>
            <a:ext cx="419100" cy="33845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dirty="0" sz="16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884919" y="2119883"/>
            <a:ext cx="424180" cy="33845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10"/>
              </a:spcBef>
            </a:pPr>
            <a:r>
              <a:rPr dirty="0" sz="16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492" sz="1725" spc="-37">
                <a:latin typeface="Cambria Math"/>
                <a:cs typeface="Cambria Math"/>
              </a:rPr>
              <a:t>2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6271005" y="2710942"/>
            <a:ext cx="735330" cy="741680"/>
            <a:chOff x="6271005" y="2710942"/>
            <a:chExt cx="735330" cy="741680"/>
          </a:xfrm>
        </p:grpSpPr>
        <p:sp>
          <p:nvSpPr>
            <p:cNvPr id="11" name="object 11" descr=""/>
            <p:cNvSpPr/>
            <p:nvPr/>
          </p:nvSpPr>
          <p:spPr>
            <a:xfrm>
              <a:off x="62773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361188" y="0"/>
                  </a:moveTo>
                  <a:lnTo>
                    <a:pt x="312176" y="3324"/>
                  </a:lnTo>
                  <a:lnTo>
                    <a:pt x="265169" y="13010"/>
                  </a:lnTo>
                  <a:lnTo>
                    <a:pt x="220597" y="28622"/>
                  </a:lnTo>
                  <a:lnTo>
                    <a:pt x="178889" y="49727"/>
                  </a:lnTo>
                  <a:lnTo>
                    <a:pt x="140476" y="75891"/>
                  </a:lnTo>
                  <a:lnTo>
                    <a:pt x="105789" y="106680"/>
                  </a:lnTo>
                  <a:lnTo>
                    <a:pt x="75257" y="141659"/>
                  </a:lnTo>
                  <a:lnTo>
                    <a:pt x="49312" y="180396"/>
                  </a:lnTo>
                  <a:lnTo>
                    <a:pt x="28383" y="222456"/>
                  </a:lnTo>
                  <a:lnTo>
                    <a:pt x="12901" y="267405"/>
                  </a:lnTo>
                  <a:lnTo>
                    <a:pt x="3297" y="314810"/>
                  </a:lnTo>
                  <a:lnTo>
                    <a:pt x="0" y="364236"/>
                  </a:lnTo>
                  <a:lnTo>
                    <a:pt x="3297" y="413661"/>
                  </a:lnTo>
                  <a:lnTo>
                    <a:pt x="12901" y="461066"/>
                  </a:lnTo>
                  <a:lnTo>
                    <a:pt x="28383" y="506015"/>
                  </a:lnTo>
                  <a:lnTo>
                    <a:pt x="49312" y="548075"/>
                  </a:lnTo>
                  <a:lnTo>
                    <a:pt x="75257" y="586812"/>
                  </a:lnTo>
                  <a:lnTo>
                    <a:pt x="105789" y="621792"/>
                  </a:lnTo>
                  <a:lnTo>
                    <a:pt x="140476" y="652580"/>
                  </a:lnTo>
                  <a:lnTo>
                    <a:pt x="178889" y="678744"/>
                  </a:lnTo>
                  <a:lnTo>
                    <a:pt x="220597" y="699849"/>
                  </a:lnTo>
                  <a:lnTo>
                    <a:pt x="265169" y="715461"/>
                  </a:lnTo>
                  <a:lnTo>
                    <a:pt x="312176" y="725147"/>
                  </a:lnTo>
                  <a:lnTo>
                    <a:pt x="361188" y="728472"/>
                  </a:lnTo>
                  <a:lnTo>
                    <a:pt x="410199" y="725147"/>
                  </a:lnTo>
                  <a:lnTo>
                    <a:pt x="457206" y="715461"/>
                  </a:lnTo>
                  <a:lnTo>
                    <a:pt x="501778" y="699849"/>
                  </a:lnTo>
                  <a:lnTo>
                    <a:pt x="543486" y="678744"/>
                  </a:lnTo>
                  <a:lnTo>
                    <a:pt x="581899" y="652580"/>
                  </a:lnTo>
                  <a:lnTo>
                    <a:pt x="616586" y="621792"/>
                  </a:lnTo>
                  <a:lnTo>
                    <a:pt x="647118" y="586812"/>
                  </a:lnTo>
                  <a:lnTo>
                    <a:pt x="673063" y="548075"/>
                  </a:lnTo>
                  <a:lnTo>
                    <a:pt x="693992" y="506015"/>
                  </a:lnTo>
                  <a:lnTo>
                    <a:pt x="709474" y="461066"/>
                  </a:lnTo>
                  <a:lnTo>
                    <a:pt x="719078" y="413661"/>
                  </a:lnTo>
                  <a:lnTo>
                    <a:pt x="722376" y="364236"/>
                  </a:lnTo>
                  <a:lnTo>
                    <a:pt x="719078" y="314810"/>
                  </a:lnTo>
                  <a:lnTo>
                    <a:pt x="709474" y="267405"/>
                  </a:lnTo>
                  <a:lnTo>
                    <a:pt x="693992" y="222456"/>
                  </a:lnTo>
                  <a:lnTo>
                    <a:pt x="673063" y="180396"/>
                  </a:lnTo>
                  <a:lnTo>
                    <a:pt x="647118" y="141659"/>
                  </a:lnTo>
                  <a:lnTo>
                    <a:pt x="616586" y="106680"/>
                  </a:lnTo>
                  <a:lnTo>
                    <a:pt x="581899" y="75891"/>
                  </a:lnTo>
                  <a:lnTo>
                    <a:pt x="543486" y="49727"/>
                  </a:lnTo>
                  <a:lnTo>
                    <a:pt x="501778" y="28622"/>
                  </a:lnTo>
                  <a:lnTo>
                    <a:pt x="457206" y="13010"/>
                  </a:lnTo>
                  <a:lnTo>
                    <a:pt x="410199" y="332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2773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0" y="364236"/>
                  </a:moveTo>
                  <a:lnTo>
                    <a:pt x="3297" y="314810"/>
                  </a:lnTo>
                  <a:lnTo>
                    <a:pt x="12901" y="267405"/>
                  </a:lnTo>
                  <a:lnTo>
                    <a:pt x="28383" y="222456"/>
                  </a:lnTo>
                  <a:lnTo>
                    <a:pt x="49312" y="180396"/>
                  </a:lnTo>
                  <a:lnTo>
                    <a:pt x="75257" y="141659"/>
                  </a:lnTo>
                  <a:lnTo>
                    <a:pt x="105789" y="106680"/>
                  </a:lnTo>
                  <a:lnTo>
                    <a:pt x="140476" y="75891"/>
                  </a:lnTo>
                  <a:lnTo>
                    <a:pt x="178889" y="49727"/>
                  </a:lnTo>
                  <a:lnTo>
                    <a:pt x="220597" y="28622"/>
                  </a:lnTo>
                  <a:lnTo>
                    <a:pt x="265169" y="13010"/>
                  </a:lnTo>
                  <a:lnTo>
                    <a:pt x="312176" y="3324"/>
                  </a:lnTo>
                  <a:lnTo>
                    <a:pt x="361188" y="0"/>
                  </a:lnTo>
                  <a:lnTo>
                    <a:pt x="410199" y="3324"/>
                  </a:lnTo>
                  <a:lnTo>
                    <a:pt x="457206" y="13010"/>
                  </a:lnTo>
                  <a:lnTo>
                    <a:pt x="501778" y="28622"/>
                  </a:lnTo>
                  <a:lnTo>
                    <a:pt x="543486" y="49727"/>
                  </a:lnTo>
                  <a:lnTo>
                    <a:pt x="581899" y="75891"/>
                  </a:lnTo>
                  <a:lnTo>
                    <a:pt x="616586" y="106680"/>
                  </a:lnTo>
                  <a:lnTo>
                    <a:pt x="647118" y="141659"/>
                  </a:lnTo>
                  <a:lnTo>
                    <a:pt x="673063" y="180396"/>
                  </a:lnTo>
                  <a:lnTo>
                    <a:pt x="693992" y="222456"/>
                  </a:lnTo>
                  <a:lnTo>
                    <a:pt x="709474" y="267405"/>
                  </a:lnTo>
                  <a:lnTo>
                    <a:pt x="719078" y="314810"/>
                  </a:lnTo>
                  <a:lnTo>
                    <a:pt x="722376" y="364236"/>
                  </a:lnTo>
                  <a:lnTo>
                    <a:pt x="719078" y="413661"/>
                  </a:lnTo>
                  <a:lnTo>
                    <a:pt x="709474" y="461066"/>
                  </a:lnTo>
                  <a:lnTo>
                    <a:pt x="693992" y="506015"/>
                  </a:lnTo>
                  <a:lnTo>
                    <a:pt x="673063" y="548075"/>
                  </a:lnTo>
                  <a:lnTo>
                    <a:pt x="647118" y="586812"/>
                  </a:lnTo>
                  <a:lnTo>
                    <a:pt x="616586" y="621792"/>
                  </a:lnTo>
                  <a:lnTo>
                    <a:pt x="581899" y="652580"/>
                  </a:lnTo>
                  <a:lnTo>
                    <a:pt x="543486" y="678744"/>
                  </a:lnTo>
                  <a:lnTo>
                    <a:pt x="501778" y="699849"/>
                  </a:lnTo>
                  <a:lnTo>
                    <a:pt x="457206" y="715461"/>
                  </a:lnTo>
                  <a:lnTo>
                    <a:pt x="410199" y="725147"/>
                  </a:lnTo>
                  <a:lnTo>
                    <a:pt x="361188" y="728472"/>
                  </a:lnTo>
                  <a:lnTo>
                    <a:pt x="312176" y="725147"/>
                  </a:lnTo>
                  <a:lnTo>
                    <a:pt x="265169" y="715461"/>
                  </a:lnTo>
                  <a:lnTo>
                    <a:pt x="220597" y="699849"/>
                  </a:lnTo>
                  <a:lnTo>
                    <a:pt x="178889" y="678744"/>
                  </a:lnTo>
                  <a:lnTo>
                    <a:pt x="140476" y="652580"/>
                  </a:lnTo>
                  <a:lnTo>
                    <a:pt x="105789" y="621792"/>
                  </a:lnTo>
                  <a:lnTo>
                    <a:pt x="75257" y="586812"/>
                  </a:lnTo>
                  <a:lnTo>
                    <a:pt x="49312" y="548075"/>
                  </a:lnTo>
                  <a:lnTo>
                    <a:pt x="28383" y="506015"/>
                  </a:lnTo>
                  <a:lnTo>
                    <a:pt x="12901" y="461066"/>
                  </a:lnTo>
                  <a:lnTo>
                    <a:pt x="3297" y="413661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6514596" y="2941121"/>
            <a:ext cx="105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𝑡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590796" y="3037133"/>
            <a:ext cx="11112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latin typeface="Cambria Math"/>
                <a:cs typeface="Cambria Math"/>
              </a:rPr>
              <a:t>0</a:t>
            </a:r>
            <a:endParaRPr sz="1150">
              <a:latin typeface="Cambria Math"/>
              <a:cs typeface="Cambria Math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5916548" y="2710942"/>
            <a:ext cx="2461260" cy="741680"/>
            <a:chOff x="5916548" y="2710942"/>
            <a:chExt cx="2461260" cy="741680"/>
          </a:xfrm>
        </p:grpSpPr>
        <p:sp>
          <p:nvSpPr>
            <p:cNvPr id="16" name="object 16" descr=""/>
            <p:cNvSpPr/>
            <p:nvPr/>
          </p:nvSpPr>
          <p:spPr>
            <a:xfrm>
              <a:off x="5926073" y="3082290"/>
              <a:ext cx="288925" cy="0"/>
            </a:xfrm>
            <a:custGeom>
              <a:avLst/>
              <a:gdLst/>
              <a:ahLst/>
              <a:cxnLst/>
              <a:rect l="l" t="t" r="r" b="b"/>
              <a:pathLst>
                <a:path w="288925" h="0">
                  <a:moveTo>
                    <a:pt x="0" y="0"/>
                  </a:moveTo>
                  <a:lnTo>
                    <a:pt x="288709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202080" y="304418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6489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361188" y="0"/>
                  </a:moveTo>
                  <a:lnTo>
                    <a:pt x="312176" y="3324"/>
                  </a:lnTo>
                  <a:lnTo>
                    <a:pt x="265169" y="13010"/>
                  </a:lnTo>
                  <a:lnTo>
                    <a:pt x="220597" y="28622"/>
                  </a:lnTo>
                  <a:lnTo>
                    <a:pt x="178889" y="49727"/>
                  </a:lnTo>
                  <a:lnTo>
                    <a:pt x="140476" y="75891"/>
                  </a:lnTo>
                  <a:lnTo>
                    <a:pt x="105789" y="106680"/>
                  </a:lnTo>
                  <a:lnTo>
                    <a:pt x="75257" y="141659"/>
                  </a:lnTo>
                  <a:lnTo>
                    <a:pt x="49312" y="180396"/>
                  </a:lnTo>
                  <a:lnTo>
                    <a:pt x="28383" y="222456"/>
                  </a:lnTo>
                  <a:lnTo>
                    <a:pt x="12901" y="267405"/>
                  </a:lnTo>
                  <a:lnTo>
                    <a:pt x="3297" y="314810"/>
                  </a:lnTo>
                  <a:lnTo>
                    <a:pt x="0" y="364236"/>
                  </a:lnTo>
                  <a:lnTo>
                    <a:pt x="3297" y="413661"/>
                  </a:lnTo>
                  <a:lnTo>
                    <a:pt x="12901" y="461066"/>
                  </a:lnTo>
                  <a:lnTo>
                    <a:pt x="28383" y="506015"/>
                  </a:lnTo>
                  <a:lnTo>
                    <a:pt x="49312" y="548075"/>
                  </a:lnTo>
                  <a:lnTo>
                    <a:pt x="75257" y="586812"/>
                  </a:lnTo>
                  <a:lnTo>
                    <a:pt x="105789" y="621792"/>
                  </a:lnTo>
                  <a:lnTo>
                    <a:pt x="140476" y="652580"/>
                  </a:lnTo>
                  <a:lnTo>
                    <a:pt x="178889" y="678744"/>
                  </a:lnTo>
                  <a:lnTo>
                    <a:pt x="220597" y="699849"/>
                  </a:lnTo>
                  <a:lnTo>
                    <a:pt x="265169" y="715461"/>
                  </a:lnTo>
                  <a:lnTo>
                    <a:pt x="312176" y="725147"/>
                  </a:lnTo>
                  <a:lnTo>
                    <a:pt x="361188" y="728472"/>
                  </a:lnTo>
                  <a:lnTo>
                    <a:pt x="410199" y="725147"/>
                  </a:lnTo>
                  <a:lnTo>
                    <a:pt x="457206" y="715461"/>
                  </a:lnTo>
                  <a:lnTo>
                    <a:pt x="501778" y="699849"/>
                  </a:lnTo>
                  <a:lnTo>
                    <a:pt x="543486" y="678744"/>
                  </a:lnTo>
                  <a:lnTo>
                    <a:pt x="581899" y="652580"/>
                  </a:lnTo>
                  <a:lnTo>
                    <a:pt x="616586" y="621792"/>
                  </a:lnTo>
                  <a:lnTo>
                    <a:pt x="647118" y="586812"/>
                  </a:lnTo>
                  <a:lnTo>
                    <a:pt x="673063" y="548075"/>
                  </a:lnTo>
                  <a:lnTo>
                    <a:pt x="693992" y="506015"/>
                  </a:lnTo>
                  <a:lnTo>
                    <a:pt x="709474" y="461066"/>
                  </a:lnTo>
                  <a:lnTo>
                    <a:pt x="719078" y="413661"/>
                  </a:lnTo>
                  <a:lnTo>
                    <a:pt x="722376" y="364236"/>
                  </a:lnTo>
                  <a:lnTo>
                    <a:pt x="719078" y="314810"/>
                  </a:lnTo>
                  <a:lnTo>
                    <a:pt x="709474" y="267405"/>
                  </a:lnTo>
                  <a:lnTo>
                    <a:pt x="693992" y="222456"/>
                  </a:lnTo>
                  <a:lnTo>
                    <a:pt x="673063" y="180396"/>
                  </a:lnTo>
                  <a:lnTo>
                    <a:pt x="647118" y="141659"/>
                  </a:lnTo>
                  <a:lnTo>
                    <a:pt x="616586" y="106680"/>
                  </a:lnTo>
                  <a:lnTo>
                    <a:pt x="581899" y="75891"/>
                  </a:lnTo>
                  <a:lnTo>
                    <a:pt x="543486" y="49727"/>
                  </a:lnTo>
                  <a:lnTo>
                    <a:pt x="501778" y="28622"/>
                  </a:lnTo>
                  <a:lnTo>
                    <a:pt x="457206" y="13010"/>
                  </a:lnTo>
                  <a:lnTo>
                    <a:pt x="410199" y="332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6489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0" y="364236"/>
                  </a:moveTo>
                  <a:lnTo>
                    <a:pt x="3297" y="314810"/>
                  </a:lnTo>
                  <a:lnTo>
                    <a:pt x="12901" y="267405"/>
                  </a:lnTo>
                  <a:lnTo>
                    <a:pt x="28383" y="222456"/>
                  </a:lnTo>
                  <a:lnTo>
                    <a:pt x="49312" y="180396"/>
                  </a:lnTo>
                  <a:lnTo>
                    <a:pt x="75257" y="141659"/>
                  </a:lnTo>
                  <a:lnTo>
                    <a:pt x="105789" y="106680"/>
                  </a:lnTo>
                  <a:lnTo>
                    <a:pt x="140476" y="75891"/>
                  </a:lnTo>
                  <a:lnTo>
                    <a:pt x="178889" y="49727"/>
                  </a:lnTo>
                  <a:lnTo>
                    <a:pt x="220597" y="28622"/>
                  </a:lnTo>
                  <a:lnTo>
                    <a:pt x="265169" y="13010"/>
                  </a:lnTo>
                  <a:lnTo>
                    <a:pt x="312176" y="3324"/>
                  </a:lnTo>
                  <a:lnTo>
                    <a:pt x="361188" y="0"/>
                  </a:lnTo>
                  <a:lnTo>
                    <a:pt x="410199" y="3324"/>
                  </a:lnTo>
                  <a:lnTo>
                    <a:pt x="457206" y="13010"/>
                  </a:lnTo>
                  <a:lnTo>
                    <a:pt x="501778" y="28622"/>
                  </a:lnTo>
                  <a:lnTo>
                    <a:pt x="543486" y="49727"/>
                  </a:lnTo>
                  <a:lnTo>
                    <a:pt x="581899" y="75891"/>
                  </a:lnTo>
                  <a:lnTo>
                    <a:pt x="616586" y="106680"/>
                  </a:lnTo>
                  <a:lnTo>
                    <a:pt x="647118" y="141659"/>
                  </a:lnTo>
                  <a:lnTo>
                    <a:pt x="673063" y="180396"/>
                  </a:lnTo>
                  <a:lnTo>
                    <a:pt x="693992" y="222456"/>
                  </a:lnTo>
                  <a:lnTo>
                    <a:pt x="709474" y="267405"/>
                  </a:lnTo>
                  <a:lnTo>
                    <a:pt x="719078" y="314810"/>
                  </a:lnTo>
                  <a:lnTo>
                    <a:pt x="722376" y="364236"/>
                  </a:lnTo>
                  <a:lnTo>
                    <a:pt x="719078" y="413661"/>
                  </a:lnTo>
                  <a:lnTo>
                    <a:pt x="709474" y="461066"/>
                  </a:lnTo>
                  <a:lnTo>
                    <a:pt x="693992" y="506015"/>
                  </a:lnTo>
                  <a:lnTo>
                    <a:pt x="673063" y="548075"/>
                  </a:lnTo>
                  <a:lnTo>
                    <a:pt x="647118" y="586812"/>
                  </a:lnTo>
                  <a:lnTo>
                    <a:pt x="616586" y="621792"/>
                  </a:lnTo>
                  <a:lnTo>
                    <a:pt x="581899" y="652580"/>
                  </a:lnTo>
                  <a:lnTo>
                    <a:pt x="543486" y="678744"/>
                  </a:lnTo>
                  <a:lnTo>
                    <a:pt x="501778" y="699849"/>
                  </a:lnTo>
                  <a:lnTo>
                    <a:pt x="457206" y="715461"/>
                  </a:lnTo>
                  <a:lnTo>
                    <a:pt x="410199" y="725147"/>
                  </a:lnTo>
                  <a:lnTo>
                    <a:pt x="361188" y="728472"/>
                  </a:lnTo>
                  <a:lnTo>
                    <a:pt x="312176" y="725147"/>
                  </a:lnTo>
                  <a:lnTo>
                    <a:pt x="265169" y="715461"/>
                  </a:lnTo>
                  <a:lnTo>
                    <a:pt x="220597" y="699849"/>
                  </a:lnTo>
                  <a:lnTo>
                    <a:pt x="178889" y="678744"/>
                  </a:lnTo>
                  <a:lnTo>
                    <a:pt x="140476" y="652580"/>
                  </a:lnTo>
                  <a:lnTo>
                    <a:pt x="105789" y="621792"/>
                  </a:lnTo>
                  <a:lnTo>
                    <a:pt x="75257" y="586812"/>
                  </a:lnTo>
                  <a:lnTo>
                    <a:pt x="49312" y="548075"/>
                  </a:lnTo>
                  <a:lnTo>
                    <a:pt x="28383" y="506015"/>
                  </a:lnTo>
                  <a:lnTo>
                    <a:pt x="12901" y="461066"/>
                  </a:lnTo>
                  <a:lnTo>
                    <a:pt x="3297" y="413661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7245801" y="2357804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7888032" y="2941121"/>
            <a:ext cx="105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𝑡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7959659" y="3037133"/>
            <a:ext cx="11112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latin typeface="Cambria Math"/>
                <a:cs typeface="Cambria Math"/>
              </a:rPr>
              <a:t>1</a:t>
            </a:r>
            <a:endParaRPr sz="1150">
              <a:latin typeface="Cambria Math"/>
              <a:cs typeface="Cambria Math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6183480" y="2554812"/>
            <a:ext cx="2132330" cy="954405"/>
            <a:chOff x="6183480" y="2554812"/>
            <a:chExt cx="2132330" cy="954405"/>
          </a:xfrm>
        </p:grpSpPr>
        <p:sp>
          <p:nvSpPr>
            <p:cNvPr id="24" name="object 24" descr=""/>
            <p:cNvSpPr/>
            <p:nvPr/>
          </p:nvSpPr>
          <p:spPr>
            <a:xfrm>
              <a:off x="7711440" y="2781300"/>
              <a:ext cx="597535" cy="601980"/>
            </a:xfrm>
            <a:custGeom>
              <a:avLst/>
              <a:gdLst/>
              <a:ahLst/>
              <a:cxnLst/>
              <a:rect l="l" t="t" r="r" b="b"/>
              <a:pathLst>
                <a:path w="597534" h="601979">
                  <a:moveTo>
                    <a:pt x="0" y="300989"/>
                  </a:moveTo>
                  <a:lnTo>
                    <a:pt x="3909" y="252168"/>
                  </a:lnTo>
                  <a:lnTo>
                    <a:pt x="15227" y="205854"/>
                  </a:lnTo>
                  <a:lnTo>
                    <a:pt x="33340" y="162668"/>
                  </a:lnTo>
                  <a:lnTo>
                    <a:pt x="57631" y="123230"/>
                  </a:lnTo>
                  <a:lnTo>
                    <a:pt x="87487" y="88158"/>
                  </a:lnTo>
                  <a:lnTo>
                    <a:pt x="122291" y="58074"/>
                  </a:lnTo>
                  <a:lnTo>
                    <a:pt x="161430" y="33596"/>
                  </a:lnTo>
                  <a:lnTo>
                    <a:pt x="204289" y="15344"/>
                  </a:lnTo>
                  <a:lnTo>
                    <a:pt x="250251" y="3939"/>
                  </a:lnTo>
                  <a:lnTo>
                    <a:pt x="298704" y="0"/>
                  </a:lnTo>
                  <a:lnTo>
                    <a:pt x="347156" y="3939"/>
                  </a:lnTo>
                  <a:lnTo>
                    <a:pt x="393118" y="15344"/>
                  </a:lnTo>
                  <a:lnTo>
                    <a:pt x="435977" y="33596"/>
                  </a:lnTo>
                  <a:lnTo>
                    <a:pt x="475116" y="58074"/>
                  </a:lnTo>
                  <a:lnTo>
                    <a:pt x="509920" y="88158"/>
                  </a:lnTo>
                  <a:lnTo>
                    <a:pt x="539776" y="123230"/>
                  </a:lnTo>
                  <a:lnTo>
                    <a:pt x="564067" y="162668"/>
                  </a:lnTo>
                  <a:lnTo>
                    <a:pt x="582180" y="205854"/>
                  </a:lnTo>
                  <a:lnTo>
                    <a:pt x="593498" y="252168"/>
                  </a:lnTo>
                  <a:lnTo>
                    <a:pt x="597408" y="300989"/>
                  </a:lnTo>
                  <a:lnTo>
                    <a:pt x="593498" y="349811"/>
                  </a:lnTo>
                  <a:lnTo>
                    <a:pt x="582180" y="396125"/>
                  </a:lnTo>
                  <a:lnTo>
                    <a:pt x="564067" y="439311"/>
                  </a:lnTo>
                  <a:lnTo>
                    <a:pt x="539776" y="478749"/>
                  </a:lnTo>
                  <a:lnTo>
                    <a:pt x="509920" y="513821"/>
                  </a:lnTo>
                  <a:lnTo>
                    <a:pt x="475116" y="543905"/>
                  </a:lnTo>
                  <a:lnTo>
                    <a:pt x="435977" y="568383"/>
                  </a:lnTo>
                  <a:lnTo>
                    <a:pt x="393118" y="586635"/>
                  </a:lnTo>
                  <a:lnTo>
                    <a:pt x="347156" y="598040"/>
                  </a:lnTo>
                  <a:lnTo>
                    <a:pt x="298704" y="601979"/>
                  </a:lnTo>
                  <a:lnTo>
                    <a:pt x="250251" y="598040"/>
                  </a:lnTo>
                  <a:lnTo>
                    <a:pt x="204289" y="586635"/>
                  </a:lnTo>
                  <a:lnTo>
                    <a:pt x="161430" y="568383"/>
                  </a:lnTo>
                  <a:lnTo>
                    <a:pt x="122291" y="543905"/>
                  </a:lnTo>
                  <a:lnTo>
                    <a:pt x="87487" y="513821"/>
                  </a:lnTo>
                  <a:lnTo>
                    <a:pt x="57631" y="478749"/>
                  </a:lnTo>
                  <a:lnTo>
                    <a:pt x="33340" y="439311"/>
                  </a:lnTo>
                  <a:lnTo>
                    <a:pt x="15227" y="396125"/>
                  </a:lnTo>
                  <a:lnTo>
                    <a:pt x="3909" y="349811"/>
                  </a:lnTo>
                  <a:lnTo>
                    <a:pt x="0" y="30098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999368" y="3243265"/>
              <a:ext cx="684530" cy="256540"/>
            </a:xfrm>
            <a:custGeom>
              <a:avLst/>
              <a:gdLst/>
              <a:ahLst/>
              <a:cxnLst/>
              <a:rect l="l" t="t" r="r" b="b"/>
              <a:pathLst>
                <a:path w="684529" h="256539">
                  <a:moveTo>
                    <a:pt x="684123" y="0"/>
                  </a:moveTo>
                  <a:lnTo>
                    <a:pt x="675865" y="41028"/>
                  </a:lnTo>
                  <a:lnTo>
                    <a:pt x="660534" y="79685"/>
                  </a:lnTo>
                  <a:lnTo>
                    <a:pt x="638720" y="115574"/>
                  </a:lnTo>
                  <a:lnTo>
                    <a:pt x="611015" y="148299"/>
                  </a:lnTo>
                  <a:lnTo>
                    <a:pt x="578009" y="177466"/>
                  </a:lnTo>
                  <a:lnTo>
                    <a:pt x="540296" y="202679"/>
                  </a:lnTo>
                  <a:lnTo>
                    <a:pt x="498466" y="223542"/>
                  </a:lnTo>
                  <a:lnTo>
                    <a:pt x="453110" y="239660"/>
                  </a:lnTo>
                  <a:lnTo>
                    <a:pt x="404820" y="250637"/>
                  </a:lnTo>
                  <a:lnTo>
                    <a:pt x="354187" y="256078"/>
                  </a:lnTo>
                  <a:lnTo>
                    <a:pt x="301802" y="255587"/>
                  </a:lnTo>
                  <a:lnTo>
                    <a:pt x="250842" y="249163"/>
                  </a:lnTo>
                  <a:lnTo>
                    <a:pt x="202561" y="237219"/>
                  </a:lnTo>
                  <a:lnTo>
                    <a:pt x="157509" y="220173"/>
                  </a:lnTo>
                  <a:lnTo>
                    <a:pt x="116239" y="198443"/>
                  </a:lnTo>
                  <a:lnTo>
                    <a:pt x="79302" y="172449"/>
                  </a:lnTo>
                  <a:lnTo>
                    <a:pt x="47249" y="142609"/>
                  </a:lnTo>
                  <a:lnTo>
                    <a:pt x="20631" y="109340"/>
                  </a:lnTo>
                  <a:lnTo>
                    <a:pt x="0" y="7306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6966583" y="3255275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4">
                  <a:moveTo>
                    <a:pt x="13944" y="0"/>
                  </a:moveTo>
                  <a:lnTo>
                    <a:pt x="0" y="84048"/>
                  </a:lnTo>
                  <a:lnTo>
                    <a:pt x="72809" y="61582"/>
                  </a:lnTo>
                  <a:lnTo>
                    <a:pt x="139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6193005" y="2564337"/>
              <a:ext cx="363855" cy="335915"/>
            </a:xfrm>
            <a:custGeom>
              <a:avLst/>
              <a:gdLst/>
              <a:ahLst/>
              <a:cxnLst/>
              <a:rect l="l" t="t" r="r" b="b"/>
              <a:pathLst>
                <a:path w="363854" h="335914">
                  <a:moveTo>
                    <a:pt x="131375" y="335315"/>
                  </a:moveTo>
                  <a:lnTo>
                    <a:pt x="84961" y="314951"/>
                  </a:lnTo>
                  <a:lnTo>
                    <a:pt x="47456" y="285434"/>
                  </a:lnTo>
                  <a:lnTo>
                    <a:pt x="20020" y="248839"/>
                  </a:lnTo>
                  <a:lnTo>
                    <a:pt x="3815" y="207243"/>
                  </a:lnTo>
                  <a:lnTo>
                    <a:pt x="0" y="162724"/>
                  </a:lnTo>
                  <a:lnTo>
                    <a:pt x="9735" y="117357"/>
                  </a:lnTo>
                  <a:lnTo>
                    <a:pt x="32527" y="75894"/>
                  </a:lnTo>
                  <a:lnTo>
                    <a:pt x="65570" y="42391"/>
                  </a:lnTo>
                  <a:lnTo>
                    <a:pt x="106537" y="17883"/>
                  </a:lnTo>
                  <a:lnTo>
                    <a:pt x="153104" y="3407"/>
                  </a:lnTo>
                  <a:lnTo>
                    <a:pt x="202942" y="0"/>
                  </a:lnTo>
                  <a:lnTo>
                    <a:pt x="253727" y="8696"/>
                  </a:lnTo>
                  <a:lnTo>
                    <a:pt x="287997" y="22372"/>
                  </a:lnTo>
                  <a:lnTo>
                    <a:pt x="318138" y="41338"/>
                  </a:lnTo>
                  <a:lnTo>
                    <a:pt x="343503" y="64882"/>
                  </a:lnTo>
                  <a:lnTo>
                    <a:pt x="363443" y="92287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6516326" y="2632330"/>
              <a:ext cx="72390" cy="84455"/>
            </a:xfrm>
            <a:custGeom>
              <a:avLst/>
              <a:gdLst/>
              <a:ahLst/>
              <a:cxnLst/>
              <a:rect l="l" t="t" r="r" b="b"/>
              <a:pathLst>
                <a:path w="72390" h="84455">
                  <a:moveTo>
                    <a:pt x="72072" y="0"/>
                  </a:moveTo>
                  <a:lnTo>
                    <a:pt x="0" y="24739"/>
                  </a:lnTo>
                  <a:lnTo>
                    <a:pt x="60769" y="84442"/>
                  </a:lnTo>
                  <a:lnTo>
                    <a:pt x="720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6978904" y="2668292"/>
              <a:ext cx="684530" cy="257175"/>
            </a:xfrm>
            <a:custGeom>
              <a:avLst/>
              <a:gdLst/>
              <a:ahLst/>
              <a:cxnLst/>
              <a:rect l="l" t="t" r="r" b="b"/>
              <a:pathLst>
                <a:path w="684529" h="257175">
                  <a:moveTo>
                    <a:pt x="0" y="256832"/>
                  </a:moveTo>
                  <a:lnTo>
                    <a:pt x="8244" y="215688"/>
                  </a:lnTo>
                  <a:lnTo>
                    <a:pt x="23563" y="176922"/>
                  </a:lnTo>
                  <a:lnTo>
                    <a:pt x="45367" y="140931"/>
                  </a:lnTo>
                  <a:lnTo>
                    <a:pt x="73063" y="108112"/>
                  </a:lnTo>
                  <a:lnTo>
                    <a:pt x="106060" y="78861"/>
                  </a:lnTo>
                  <a:lnTo>
                    <a:pt x="143766" y="53573"/>
                  </a:lnTo>
                  <a:lnTo>
                    <a:pt x="185591" y="32647"/>
                  </a:lnTo>
                  <a:lnTo>
                    <a:pt x="230942" y="16479"/>
                  </a:lnTo>
                  <a:lnTo>
                    <a:pt x="279229" y="5464"/>
                  </a:lnTo>
                  <a:lnTo>
                    <a:pt x="329860" y="0"/>
                  </a:lnTo>
                  <a:lnTo>
                    <a:pt x="382244" y="482"/>
                  </a:lnTo>
                  <a:lnTo>
                    <a:pt x="433291" y="6929"/>
                  </a:lnTo>
                  <a:lnTo>
                    <a:pt x="481649" y="18929"/>
                  </a:lnTo>
                  <a:lnTo>
                    <a:pt x="526765" y="36061"/>
                  </a:lnTo>
                  <a:lnTo>
                    <a:pt x="568085" y="57904"/>
                  </a:lnTo>
                  <a:lnTo>
                    <a:pt x="605055" y="84034"/>
                  </a:lnTo>
                  <a:lnTo>
                    <a:pt x="637121" y="114030"/>
                  </a:lnTo>
                  <a:lnTo>
                    <a:pt x="663729" y="147471"/>
                  </a:lnTo>
                  <a:lnTo>
                    <a:pt x="684326" y="18393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7623139" y="2829092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5">
                  <a:moveTo>
                    <a:pt x="72859" y="0"/>
                  </a:moveTo>
                  <a:lnTo>
                    <a:pt x="0" y="22313"/>
                  </a:lnTo>
                  <a:lnTo>
                    <a:pt x="58750" y="84023"/>
                  </a:lnTo>
                  <a:lnTo>
                    <a:pt x="728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6078696" y="2319326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7195928" y="3502177"/>
            <a:ext cx="2527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𝑎,</a:t>
            </a:r>
            <a:r>
              <a:rPr dirty="0" sz="1200" spc="-50">
                <a:latin typeface="Cambria Math"/>
                <a:cs typeface="Cambria Math"/>
              </a:rPr>
              <a:t> 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9379966" y="2688082"/>
            <a:ext cx="735330" cy="741680"/>
            <a:chOff x="9379966" y="2688082"/>
            <a:chExt cx="735330" cy="741680"/>
          </a:xfrm>
        </p:grpSpPr>
        <p:sp>
          <p:nvSpPr>
            <p:cNvPr id="34" name="object 34" descr=""/>
            <p:cNvSpPr/>
            <p:nvPr/>
          </p:nvSpPr>
          <p:spPr>
            <a:xfrm>
              <a:off x="9386316" y="269443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361188" y="0"/>
                  </a:moveTo>
                  <a:lnTo>
                    <a:pt x="312176" y="3324"/>
                  </a:lnTo>
                  <a:lnTo>
                    <a:pt x="265169" y="13010"/>
                  </a:lnTo>
                  <a:lnTo>
                    <a:pt x="220597" y="28622"/>
                  </a:lnTo>
                  <a:lnTo>
                    <a:pt x="178889" y="49727"/>
                  </a:lnTo>
                  <a:lnTo>
                    <a:pt x="140476" y="75891"/>
                  </a:lnTo>
                  <a:lnTo>
                    <a:pt x="105789" y="106680"/>
                  </a:lnTo>
                  <a:lnTo>
                    <a:pt x="75257" y="141659"/>
                  </a:lnTo>
                  <a:lnTo>
                    <a:pt x="49312" y="180396"/>
                  </a:lnTo>
                  <a:lnTo>
                    <a:pt x="28383" y="222456"/>
                  </a:lnTo>
                  <a:lnTo>
                    <a:pt x="12901" y="267405"/>
                  </a:lnTo>
                  <a:lnTo>
                    <a:pt x="3297" y="314810"/>
                  </a:lnTo>
                  <a:lnTo>
                    <a:pt x="0" y="364236"/>
                  </a:lnTo>
                  <a:lnTo>
                    <a:pt x="3297" y="413661"/>
                  </a:lnTo>
                  <a:lnTo>
                    <a:pt x="12901" y="461066"/>
                  </a:lnTo>
                  <a:lnTo>
                    <a:pt x="28383" y="506015"/>
                  </a:lnTo>
                  <a:lnTo>
                    <a:pt x="49312" y="548075"/>
                  </a:lnTo>
                  <a:lnTo>
                    <a:pt x="75257" y="586812"/>
                  </a:lnTo>
                  <a:lnTo>
                    <a:pt x="105789" y="621792"/>
                  </a:lnTo>
                  <a:lnTo>
                    <a:pt x="140476" y="652580"/>
                  </a:lnTo>
                  <a:lnTo>
                    <a:pt x="178889" y="678744"/>
                  </a:lnTo>
                  <a:lnTo>
                    <a:pt x="220597" y="699849"/>
                  </a:lnTo>
                  <a:lnTo>
                    <a:pt x="265169" y="715461"/>
                  </a:lnTo>
                  <a:lnTo>
                    <a:pt x="312176" y="725147"/>
                  </a:lnTo>
                  <a:lnTo>
                    <a:pt x="361188" y="728472"/>
                  </a:lnTo>
                  <a:lnTo>
                    <a:pt x="410199" y="725147"/>
                  </a:lnTo>
                  <a:lnTo>
                    <a:pt x="457206" y="715461"/>
                  </a:lnTo>
                  <a:lnTo>
                    <a:pt x="501778" y="699849"/>
                  </a:lnTo>
                  <a:lnTo>
                    <a:pt x="543486" y="678744"/>
                  </a:lnTo>
                  <a:lnTo>
                    <a:pt x="581899" y="652580"/>
                  </a:lnTo>
                  <a:lnTo>
                    <a:pt x="616586" y="621792"/>
                  </a:lnTo>
                  <a:lnTo>
                    <a:pt x="647118" y="586812"/>
                  </a:lnTo>
                  <a:lnTo>
                    <a:pt x="673063" y="548075"/>
                  </a:lnTo>
                  <a:lnTo>
                    <a:pt x="693992" y="506015"/>
                  </a:lnTo>
                  <a:lnTo>
                    <a:pt x="709474" y="461066"/>
                  </a:lnTo>
                  <a:lnTo>
                    <a:pt x="719078" y="413661"/>
                  </a:lnTo>
                  <a:lnTo>
                    <a:pt x="722376" y="364236"/>
                  </a:lnTo>
                  <a:lnTo>
                    <a:pt x="719078" y="314810"/>
                  </a:lnTo>
                  <a:lnTo>
                    <a:pt x="709474" y="267405"/>
                  </a:lnTo>
                  <a:lnTo>
                    <a:pt x="693992" y="222456"/>
                  </a:lnTo>
                  <a:lnTo>
                    <a:pt x="673063" y="180396"/>
                  </a:lnTo>
                  <a:lnTo>
                    <a:pt x="647118" y="141659"/>
                  </a:lnTo>
                  <a:lnTo>
                    <a:pt x="616586" y="106680"/>
                  </a:lnTo>
                  <a:lnTo>
                    <a:pt x="581899" y="75891"/>
                  </a:lnTo>
                  <a:lnTo>
                    <a:pt x="543486" y="49727"/>
                  </a:lnTo>
                  <a:lnTo>
                    <a:pt x="501778" y="28622"/>
                  </a:lnTo>
                  <a:lnTo>
                    <a:pt x="457206" y="13010"/>
                  </a:lnTo>
                  <a:lnTo>
                    <a:pt x="410199" y="332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9386316" y="269443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0" y="364236"/>
                  </a:moveTo>
                  <a:lnTo>
                    <a:pt x="3297" y="314810"/>
                  </a:lnTo>
                  <a:lnTo>
                    <a:pt x="12901" y="267405"/>
                  </a:lnTo>
                  <a:lnTo>
                    <a:pt x="28383" y="222456"/>
                  </a:lnTo>
                  <a:lnTo>
                    <a:pt x="49312" y="180396"/>
                  </a:lnTo>
                  <a:lnTo>
                    <a:pt x="75257" y="141659"/>
                  </a:lnTo>
                  <a:lnTo>
                    <a:pt x="105789" y="106680"/>
                  </a:lnTo>
                  <a:lnTo>
                    <a:pt x="140476" y="75891"/>
                  </a:lnTo>
                  <a:lnTo>
                    <a:pt x="178889" y="49727"/>
                  </a:lnTo>
                  <a:lnTo>
                    <a:pt x="220597" y="28622"/>
                  </a:lnTo>
                  <a:lnTo>
                    <a:pt x="265169" y="13010"/>
                  </a:lnTo>
                  <a:lnTo>
                    <a:pt x="312176" y="3324"/>
                  </a:lnTo>
                  <a:lnTo>
                    <a:pt x="361188" y="0"/>
                  </a:lnTo>
                  <a:lnTo>
                    <a:pt x="410199" y="3324"/>
                  </a:lnTo>
                  <a:lnTo>
                    <a:pt x="457206" y="13010"/>
                  </a:lnTo>
                  <a:lnTo>
                    <a:pt x="501778" y="28622"/>
                  </a:lnTo>
                  <a:lnTo>
                    <a:pt x="543486" y="49727"/>
                  </a:lnTo>
                  <a:lnTo>
                    <a:pt x="581899" y="75891"/>
                  </a:lnTo>
                  <a:lnTo>
                    <a:pt x="616586" y="106680"/>
                  </a:lnTo>
                  <a:lnTo>
                    <a:pt x="647118" y="141659"/>
                  </a:lnTo>
                  <a:lnTo>
                    <a:pt x="673063" y="180396"/>
                  </a:lnTo>
                  <a:lnTo>
                    <a:pt x="693992" y="222456"/>
                  </a:lnTo>
                  <a:lnTo>
                    <a:pt x="709474" y="267405"/>
                  </a:lnTo>
                  <a:lnTo>
                    <a:pt x="719078" y="314810"/>
                  </a:lnTo>
                  <a:lnTo>
                    <a:pt x="722376" y="364236"/>
                  </a:lnTo>
                  <a:lnTo>
                    <a:pt x="719078" y="413661"/>
                  </a:lnTo>
                  <a:lnTo>
                    <a:pt x="709474" y="461066"/>
                  </a:lnTo>
                  <a:lnTo>
                    <a:pt x="693992" y="506015"/>
                  </a:lnTo>
                  <a:lnTo>
                    <a:pt x="673063" y="548075"/>
                  </a:lnTo>
                  <a:lnTo>
                    <a:pt x="647118" y="586812"/>
                  </a:lnTo>
                  <a:lnTo>
                    <a:pt x="616586" y="621792"/>
                  </a:lnTo>
                  <a:lnTo>
                    <a:pt x="581899" y="652580"/>
                  </a:lnTo>
                  <a:lnTo>
                    <a:pt x="543486" y="678744"/>
                  </a:lnTo>
                  <a:lnTo>
                    <a:pt x="501778" y="699849"/>
                  </a:lnTo>
                  <a:lnTo>
                    <a:pt x="457206" y="715461"/>
                  </a:lnTo>
                  <a:lnTo>
                    <a:pt x="410199" y="725147"/>
                  </a:lnTo>
                  <a:lnTo>
                    <a:pt x="361188" y="728472"/>
                  </a:lnTo>
                  <a:lnTo>
                    <a:pt x="312176" y="725147"/>
                  </a:lnTo>
                  <a:lnTo>
                    <a:pt x="265169" y="715461"/>
                  </a:lnTo>
                  <a:lnTo>
                    <a:pt x="220597" y="699849"/>
                  </a:lnTo>
                  <a:lnTo>
                    <a:pt x="178889" y="678744"/>
                  </a:lnTo>
                  <a:lnTo>
                    <a:pt x="140476" y="652580"/>
                  </a:lnTo>
                  <a:lnTo>
                    <a:pt x="105789" y="621792"/>
                  </a:lnTo>
                  <a:lnTo>
                    <a:pt x="75257" y="586812"/>
                  </a:lnTo>
                  <a:lnTo>
                    <a:pt x="49312" y="548075"/>
                  </a:lnTo>
                  <a:lnTo>
                    <a:pt x="28383" y="506015"/>
                  </a:lnTo>
                  <a:lnTo>
                    <a:pt x="12901" y="461066"/>
                  </a:lnTo>
                  <a:lnTo>
                    <a:pt x="3297" y="413661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9599141" y="2918503"/>
            <a:ext cx="2349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9023984" y="2688082"/>
            <a:ext cx="2463165" cy="741680"/>
            <a:chOff x="9023984" y="2688082"/>
            <a:chExt cx="2463165" cy="741680"/>
          </a:xfrm>
        </p:grpSpPr>
        <p:sp>
          <p:nvSpPr>
            <p:cNvPr id="38" name="object 38" descr=""/>
            <p:cNvSpPr/>
            <p:nvPr/>
          </p:nvSpPr>
          <p:spPr>
            <a:xfrm>
              <a:off x="9033509" y="3059430"/>
              <a:ext cx="288925" cy="0"/>
            </a:xfrm>
            <a:custGeom>
              <a:avLst/>
              <a:gdLst/>
              <a:ahLst/>
              <a:cxnLst/>
              <a:rect l="l" t="t" r="r" b="b"/>
              <a:pathLst>
                <a:path w="288925" h="0">
                  <a:moveTo>
                    <a:pt x="0" y="0"/>
                  </a:moveTo>
                  <a:lnTo>
                    <a:pt x="288709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9309515" y="302132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0757915" y="269443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361188" y="0"/>
                  </a:moveTo>
                  <a:lnTo>
                    <a:pt x="312176" y="3324"/>
                  </a:lnTo>
                  <a:lnTo>
                    <a:pt x="265169" y="13010"/>
                  </a:lnTo>
                  <a:lnTo>
                    <a:pt x="220597" y="28622"/>
                  </a:lnTo>
                  <a:lnTo>
                    <a:pt x="178889" y="49727"/>
                  </a:lnTo>
                  <a:lnTo>
                    <a:pt x="140476" y="75891"/>
                  </a:lnTo>
                  <a:lnTo>
                    <a:pt x="105789" y="106680"/>
                  </a:lnTo>
                  <a:lnTo>
                    <a:pt x="75257" y="141659"/>
                  </a:lnTo>
                  <a:lnTo>
                    <a:pt x="49312" y="180396"/>
                  </a:lnTo>
                  <a:lnTo>
                    <a:pt x="28383" y="222456"/>
                  </a:lnTo>
                  <a:lnTo>
                    <a:pt x="12901" y="267405"/>
                  </a:lnTo>
                  <a:lnTo>
                    <a:pt x="3297" y="314810"/>
                  </a:lnTo>
                  <a:lnTo>
                    <a:pt x="0" y="364236"/>
                  </a:lnTo>
                  <a:lnTo>
                    <a:pt x="3297" y="413661"/>
                  </a:lnTo>
                  <a:lnTo>
                    <a:pt x="12901" y="461066"/>
                  </a:lnTo>
                  <a:lnTo>
                    <a:pt x="28383" y="506015"/>
                  </a:lnTo>
                  <a:lnTo>
                    <a:pt x="49312" y="548075"/>
                  </a:lnTo>
                  <a:lnTo>
                    <a:pt x="75257" y="586812"/>
                  </a:lnTo>
                  <a:lnTo>
                    <a:pt x="105789" y="621792"/>
                  </a:lnTo>
                  <a:lnTo>
                    <a:pt x="140476" y="652580"/>
                  </a:lnTo>
                  <a:lnTo>
                    <a:pt x="178889" y="678744"/>
                  </a:lnTo>
                  <a:lnTo>
                    <a:pt x="220597" y="699849"/>
                  </a:lnTo>
                  <a:lnTo>
                    <a:pt x="265169" y="715461"/>
                  </a:lnTo>
                  <a:lnTo>
                    <a:pt x="312176" y="725147"/>
                  </a:lnTo>
                  <a:lnTo>
                    <a:pt x="361188" y="728472"/>
                  </a:lnTo>
                  <a:lnTo>
                    <a:pt x="410199" y="725147"/>
                  </a:lnTo>
                  <a:lnTo>
                    <a:pt x="457206" y="715461"/>
                  </a:lnTo>
                  <a:lnTo>
                    <a:pt x="501778" y="699849"/>
                  </a:lnTo>
                  <a:lnTo>
                    <a:pt x="543486" y="678744"/>
                  </a:lnTo>
                  <a:lnTo>
                    <a:pt x="581899" y="652580"/>
                  </a:lnTo>
                  <a:lnTo>
                    <a:pt x="616586" y="621792"/>
                  </a:lnTo>
                  <a:lnTo>
                    <a:pt x="647118" y="586812"/>
                  </a:lnTo>
                  <a:lnTo>
                    <a:pt x="673063" y="548075"/>
                  </a:lnTo>
                  <a:lnTo>
                    <a:pt x="693992" y="506015"/>
                  </a:lnTo>
                  <a:lnTo>
                    <a:pt x="709474" y="461066"/>
                  </a:lnTo>
                  <a:lnTo>
                    <a:pt x="719078" y="413661"/>
                  </a:lnTo>
                  <a:lnTo>
                    <a:pt x="722376" y="364236"/>
                  </a:lnTo>
                  <a:lnTo>
                    <a:pt x="719078" y="314810"/>
                  </a:lnTo>
                  <a:lnTo>
                    <a:pt x="709474" y="267405"/>
                  </a:lnTo>
                  <a:lnTo>
                    <a:pt x="693992" y="222456"/>
                  </a:lnTo>
                  <a:lnTo>
                    <a:pt x="673063" y="180396"/>
                  </a:lnTo>
                  <a:lnTo>
                    <a:pt x="647118" y="141659"/>
                  </a:lnTo>
                  <a:lnTo>
                    <a:pt x="616586" y="106680"/>
                  </a:lnTo>
                  <a:lnTo>
                    <a:pt x="581899" y="75891"/>
                  </a:lnTo>
                  <a:lnTo>
                    <a:pt x="543486" y="49727"/>
                  </a:lnTo>
                  <a:lnTo>
                    <a:pt x="501778" y="28622"/>
                  </a:lnTo>
                  <a:lnTo>
                    <a:pt x="457206" y="13010"/>
                  </a:lnTo>
                  <a:lnTo>
                    <a:pt x="410199" y="332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0757915" y="269443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0" y="364236"/>
                  </a:moveTo>
                  <a:lnTo>
                    <a:pt x="3297" y="314810"/>
                  </a:lnTo>
                  <a:lnTo>
                    <a:pt x="12901" y="267405"/>
                  </a:lnTo>
                  <a:lnTo>
                    <a:pt x="28383" y="222456"/>
                  </a:lnTo>
                  <a:lnTo>
                    <a:pt x="49312" y="180396"/>
                  </a:lnTo>
                  <a:lnTo>
                    <a:pt x="75257" y="141659"/>
                  </a:lnTo>
                  <a:lnTo>
                    <a:pt x="105789" y="106680"/>
                  </a:lnTo>
                  <a:lnTo>
                    <a:pt x="140476" y="75891"/>
                  </a:lnTo>
                  <a:lnTo>
                    <a:pt x="178889" y="49727"/>
                  </a:lnTo>
                  <a:lnTo>
                    <a:pt x="220597" y="28622"/>
                  </a:lnTo>
                  <a:lnTo>
                    <a:pt x="265169" y="13010"/>
                  </a:lnTo>
                  <a:lnTo>
                    <a:pt x="312176" y="3324"/>
                  </a:lnTo>
                  <a:lnTo>
                    <a:pt x="361188" y="0"/>
                  </a:lnTo>
                  <a:lnTo>
                    <a:pt x="410199" y="3324"/>
                  </a:lnTo>
                  <a:lnTo>
                    <a:pt x="457206" y="13010"/>
                  </a:lnTo>
                  <a:lnTo>
                    <a:pt x="501778" y="28622"/>
                  </a:lnTo>
                  <a:lnTo>
                    <a:pt x="543486" y="49727"/>
                  </a:lnTo>
                  <a:lnTo>
                    <a:pt x="581899" y="75891"/>
                  </a:lnTo>
                  <a:lnTo>
                    <a:pt x="616586" y="106680"/>
                  </a:lnTo>
                  <a:lnTo>
                    <a:pt x="647118" y="141659"/>
                  </a:lnTo>
                  <a:lnTo>
                    <a:pt x="673063" y="180396"/>
                  </a:lnTo>
                  <a:lnTo>
                    <a:pt x="693992" y="222456"/>
                  </a:lnTo>
                  <a:lnTo>
                    <a:pt x="709474" y="267405"/>
                  </a:lnTo>
                  <a:lnTo>
                    <a:pt x="719078" y="314810"/>
                  </a:lnTo>
                  <a:lnTo>
                    <a:pt x="722376" y="364236"/>
                  </a:lnTo>
                  <a:lnTo>
                    <a:pt x="719078" y="413661"/>
                  </a:lnTo>
                  <a:lnTo>
                    <a:pt x="709474" y="461066"/>
                  </a:lnTo>
                  <a:lnTo>
                    <a:pt x="693992" y="506015"/>
                  </a:lnTo>
                  <a:lnTo>
                    <a:pt x="673063" y="548075"/>
                  </a:lnTo>
                  <a:lnTo>
                    <a:pt x="647118" y="586812"/>
                  </a:lnTo>
                  <a:lnTo>
                    <a:pt x="616586" y="621792"/>
                  </a:lnTo>
                  <a:lnTo>
                    <a:pt x="581899" y="652580"/>
                  </a:lnTo>
                  <a:lnTo>
                    <a:pt x="543486" y="678744"/>
                  </a:lnTo>
                  <a:lnTo>
                    <a:pt x="501778" y="699849"/>
                  </a:lnTo>
                  <a:lnTo>
                    <a:pt x="457206" y="715461"/>
                  </a:lnTo>
                  <a:lnTo>
                    <a:pt x="410199" y="725147"/>
                  </a:lnTo>
                  <a:lnTo>
                    <a:pt x="361188" y="728472"/>
                  </a:lnTo>
                  <a:lnTo>
                    <a:pt x="312176" y="725147"/>
                  </a:lnTo>
                  <a:lnTo>
                    <a:pt x="265169" y="715461"/>
                  </a:lnTo>
                  <a:lnTo>
                    <a:pt x="220597" y="699849"/>
                  </a:lnTo>
                  <a:lnTo>
                    <a:pt x="178889" y="678744"/>
                  </a:lnTo>
                  <a:lnTo>
                    <a:pt x="140476" y="652580"/>
                  </a:lnTo>
                  <a:lnTo>
                    <a:pt x="105789" y="621792"/>
                  </a:lnTo>
                  <a:lnTo>
                    <a:pt x="75257" y="586812"/>
                  </a:lnTo>
                  <a:lnTo>
                    <a:pt x="49312" y="548075"/>
                  </a:lnTo>
                  <a:lnTo>
                    <a:pt x="28383" y="506015"/>
                  </a:lnTo>
                  <a:lnTo>
                    <a:pt x="12901" y="461066"/>
                  </a:lnTo>
                  <a:lnTo>
                    <a:pt x="3297" y="413661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11320207" y="2215814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10974100" y="2918503"/>
            <a:ext cx="23050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10075543" y="2473729"/>
            <a:ext cx="1425575" cy="1012825"/>
            <a:chOff x="10075543" y="2473729"/>
            <a:chExt cx="1425575" cy="1012825"/>
          </a:xfrm>
        </p:grpSpPr>
        <p:sp>
          <p:nvSpPr>
            <p:cNvPr id="45" name="object 45" descr=""/>
            <p:cNvSpPr/>
            <p:nvPr/>
          </p:nvSpPr>
          <p:spPr>
            <a:xfrm>
              <a:off x="10820400" y="2758440"/>
              <a:ext cx="597535" cy="601980"/>
            </a:xfrm>
            <a:custGeom>
              <a:avLst/>
              <a:gdLst/>
              <a:ahLst/>
              <a:cxnLst/>
              <a:rect l="l" t="t" r="r" b="b"/>
              <a:pathLst>
                <a:path w="597534" h="601979">
                  <a:moveTo>
                    <a:pt x="0" y="300989"/>
                  </a:moveTo>
                  <a:lnTo>
                    <a:pt x="3909" y="252168"/>
                  </a:lnTo>
                  <a:lnTo>
                    <a:pt x="15227" y="205854"/>
                  </a:lnTo>
                  <a:lnTo>
                    <a:pt x="33340" y="162668"/>
                  </a:lnTo>
                  <a:lnTo>
                    <a:pt x="57631" y="123230"/>
                  </a:lnTo>
                  <a:lnTo>
                    <a:pt x="87487" y="88158"/>
                  </a:lnTo>
                  <a:lnTo>
                    <a:pt x="122291" y="58074"/>
                  </a:lnTo>
                  <a:lnTo>
                    <a:pt x="161430" y="33596"/>
                  </a:lnTo>
                  <a:lnTo>
                    <a:pt x="204289" y="15344"/>
                  </a:lnTo>
                  <a:lnTo>
                    <a:pt x="250251" y="3939"/>
                  </a:lnTo>
                  <a:lnTo>
                    <a:pt x="298704" y="0"/>
                  </a:lnTo>
                  <a:lnTo>
                    <a:pt x="347156" y="3939"/>
                  </a:lnTo>
                  <a:lnTo>
                    <a:pt x="393118" y="15344"/>
                  </a:lnTo>
                  <a:lnTo>
                    <a:pt x="435977" y="33596"/>
                  </a:lnTo>
                  <a:lnTo>
                    <a:pt x="475116" y="58074"/>
                  </a:lnTo>
                  <a:lnTo>
                    <a:pt x="509920" y="88158"/>
                  </a:lnTo>
                  <a:lnTo>
                    <a:pt x="539776" y="123230"/>
                  </a:lnTo>
                  <a:lnTo>
                    <a:pt x="564067" y="162668"/>
                  </a:lnTo>
                  <a:lnTo>
                    <a:pt x="582180" y="205854"/>
                  </a:lnTo>
                  <a:lnTo>
                    <a:pt x="593498" y="252168"/>
                  </a:lnTo>
                  <a:lnTo>
                    <a:pt x="597408" y="300989"/>
                  </a:lnTo>
                  <a:lnTo>
                    <a:pt x="593498" y="349811"/>
                  </a:lnTo>
                  <a:lnTo>
                    <a:pt x="582180" y="396125"/>
                  </a:lnTo>
                  <a:lnTo>
                    <a:pt x="564067" y="439311"/>
                  </a:lnTo>
                  <a:lnTo>
                    <a:pt x="539776" y="478749"/>
                  </a:lnTo>
                  <a:lnTo>
                    <a:pt x="509920" y="513821"/>
                  </a:lnTo>
                  <a:lnTo>
                    <a:pt x="475116" y="543905"/>
                  </a:lnTo>
                  <a:lnTo>
                    <a:pt x="435977" y="568383"/>
                  </a:lnTo>
                  <a:lnTo>
                    <a:pt x="393118" y="586635"/>
                  </a:lnTo>
                  <a:lnTo>
                    <a:pt x="347156" y="598040"/>
                  </a:lnTo>
                  <a:lnTo>
                    <a:pt x="298704" y="601979"/>
                  </a:lnTo>
                  <a:lnTo>
                    <a:pt x="250251" y="598040"/>
                  </a:lnTo>
                  <a:lnTo>
                    <a:pt x="204289" y="586635"/>
                  </a:lnTo>
                  <a:lnTo>
                    <a:pt x="161430" y="568383"/>
                  </a:lnTo>
                  <a:lnTo>
                    <a:pt x="122291" y="543905"/>
                  </a:lnTo>
                  <a:lnTo>
                    <a:pt x="87487" y="513821"/>
                  </a:lnTo>
                  <a:lnTo>
                    <a:pt x="57631" y="478749"/>
                  </a:lnTo>
                  <a:lnTo>
                    <a:pt x="33340" y="439311"/>
                  </a:lnTo>
                  <a:lnTo>
                    <a:pt x="15227" y="396125"/>
                  </a:lnTo>
                  <a:lnTo>
                    <a:pt x="3909" y="349811"/>
                  </a:lnTo>
                  <a:lnTo>
                    <a:pt x="0" y="30098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0108328" y="3220405"/>
              <a:ext cx="684530" cy="256540"/>
            </a:xfrm>
            <a:custGeom>
              <a:avLst/>
              <a:gdLst/>
              <a:ahLst/>
              <a:cxnLst/>
              <a:rect l="l" t="t" r="r" b="b"/>
              <a:pathLst>
                <a:path w="684529" h="256539">
                  <a:moveTo>
                    <a:pt x="684123" y="0"/>
                  </a:moveTo>
                  <a:lnTo>
                    <a:pt x="675865" y="41028"/>
                  </a:lnTo>
                  <a:lnTo>
                    <a:pt x="660534" y="79685"/>
                  </a:lnTo>
                  <a:lnTo>
                    <a:pt x="638720" y="115574"/>
                  </a:lnTo>
                  <a:lnTo>
                    <a:pt x="611015" y="148299"/>
                  </a:lnTo>
                  <a:lnTo>
                    <a:pt x="578009" y="177466"/>
                  </a:lnTo>
                  <a:lnTo>
                    <a:pt x="540296" y="202679"/>
                  </a:lnTo>
                  <a:lnTo>
                    <a:pt x="498466" y="223542"/>
                  </a:lnTo>
                  <a:lnTo>
                    <a:pt x="453110" y="239660"/>
                  </a:lnTo>
                  <a:lnTo>
                    <a:pt x="404820" y="250637"/>
                  </a:lnTo>
                  <a:lnTo>
                    <a:pt x="354187" y="256078"/>
                  </a:lnTo>
                  <a:lnTo>
                    <a:pt x="301802" y="255587"/>
                  </a:lnTo>
                  <a:lnTo>
                    <a:pt x="250842" y="249163"/>
                  </a:lnTo>
                  <a:lnTo>
                    <a:pt x="202561" y="237219"/>
                  </a:lnTo>
                  <a:lnTo>
                    <a:pt x="157509" y="220173"/>
                  </a:lnTo>
                  <a:lnTo>
                    <a:pt x="116239" y="198443"/>
                  </a:lnTo>
                  <a:lnTo>
                    <a:pt x="79302" y="172449"/>
                  </a:lnTo>
                  <a:lnTo>
                    <a:pt x="47249" y="142609"/>
                  </a:lnTo>
                  <a:lnTo>
                    <a:pt x="20631" y="109340"/>
                  </a:lnTo>
                  <a:lnTo>
                    <a:pt x="0" y="7306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0075543" y="3232415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4">
                  <a:moveTo>
                    <a:pt x="13944" y="0"/>
                  </a:moveTo>
                  <a:lnTo>
                    <a:pt x="0" y="84048"/>
                  </a:lnTo>
                  <a:lnTo>
                    <a:pt x="72809" y="61582"/>
                  </a:lnTo>
                  <a:lnTo>
                    <a:pt x="139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1132024" y="2483254"/>
              <a:ext cx="354965" cy="294640"/>
            </a:xfrm>
            <a:custGeom>
              <a:avLst/>
              <a:gdLst/>
              <a:ahLst/>
              <a:cxnLst/>
              <a:rect l="l" t="t" r="r" b="b"/>
              <a:pathLst>
                <a:path w="354965" h="294639">
                  <a:moveTo>
                    <a:pt x="5620" y="215131"/>
                  </a:moveTo>
                  <a:lnTo>
                    <a:pt x="0" y="164788"/>
                  </a:lnTo>
                  <a:lnTo>
                    <a:pt x="6750" y="117585"/>
                  </a:lnTo>
                  <a:lnTo>
                    <a:pt x="24654" y="75562"/>
                  </a:lnTo>
                  <a:lnTo>
                    <a:pt x="52496" y="40761"/>
                  </a:lnTo>
                  <a:lnTo>
                    <a:pt x="89059" y="15221"/>
                  </a:lnTo>
                  <a:lnTo>
                    <a:pt x="133128" y="983"/>
                  </a:lnTo>
                  <a:lnTo>
                    <a:pt x="180360" y="0"/>
                  </a:lnTo>
                  <a:lnTo>
                    <a:pt x="225840" y="11863"/>
                  </a:lnTo>
                  <a:lnTo>
                    <a:pt x="267510" y="35078"/>
                  </a:lnTo>
                  <a:lnTo>
                    <a:pt x="303310" y="68149"/>
                  </a:lnTo>
                  <a:lnTo>
                    <a:pt x="331181" y="109581"/>
                  </a:lnTo>
                  <a:lnTo>
                    <a:pt x="349066" y="157879"/>
                  </a:lnTo>
                  <a:lnTo>
                    <a:pt x="354384" y="194379"/>
                  </a:lnTo>
                  <a:lnTo>
                    <a:pt x="353066" y="229945"/>
                  </a:lnTo>
                  <a:lnTo>
                    <a:pt x="345405" y="263664"/>
                  </a:lnTo>
                  <a:lnTo>
                    <a:pt x="331692" y="29462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1422043" y="2743290"/>
              <a:ext cx="79375" cy="82550"/>
            </a:xfrm>
            <a:custGeom>
              <a:avLst/>
              <a:gdLst/>
              <a:ahLst/>
              <a:cxnLst/>
              <a:rect l="l" t="t" r="r" b="b"/>
              <a:pathLst>
                <a:path w="79375" h="82550">
                  <a:moveTo>
                    <a:pt x="21259" y="0"/>
                  </a:moveTo>
                  <a:lnTo>
                    <a:pt x="0" y="82499"/>
                  </a:lnTo>
                  <a:lnTo>
                    <a:pt x="78752" y="50012"/>
                  </a:lnTo>
                  <a:lnTo>
                    <a:pt x="212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0087864" y="2645432"/>
              <a:ext cx="684530" cy="257175"/>
            </a:xfrm>
            <a:custGeom>
              <a:avLst/>
              <a:gdLst/>
              <a:ahLst/>
              <a:cxnLst/>
              <a:rect l="l" t="t" r="r" b="b"/>
              <a:pathLst>
                <a:path w="684529" h="257175">
                  <a:moveTo>
                    <a:pt x="0" y="256832"/>
                  </a:moveTo>
                  <a:lnTo>
                    <a:pt x="8244" y="215688"/>
                  </a:lnTo>
                  <a:lnTo>
                    <a:pt x="23563" y="176922"/>
                  </a:lnTo>
                  <a:lnTo>
                    <a:pt x="45367" y="140931"/>
                  </a:lnTo>
                  <a:lnTo>
                    <a:pt x="73063" y="108112"/>
                  </a:lnTo>
                  <a:lnTo>
                    <a:pt x="106060" y="78861"/>
                  </a:lnTo>
                  <a:lnTo>
                    <a:pt x="143766" y="53573"/>
                  </a:lnTo>
                  <a:lnTo>
                    <a:pt x="185591" y="32647"/>
                  </a:lnTo>
                  <a:lnTo>
                    <a:pt x="230942" y="16479"/>
                  </a:lnTo>
                  <a:lnTo>
                    <a:pt x="279229" y="5464"/>
                  </a:lnTo>
                  <a:lnTo>
                    <a:pt x="329860" y="0"/>
                  </a:lnTo>
                  <a:lnTo>
                    <a:pt x="382244" y="482"/>
                  </a:lnTo>
                  <a:lnTo>
                    <a:pt x="433291" y="6929"/>
                  </a:lnTo>
                  <a:lnTo>
                    <a:pt x="481649" y="18929"/>
                  </a:lnTo>
                  <a:lnTo>
                    <a:pt x="526765" y="36061"/>
                  </a:lnTo>
                  <a:lnTo>
                    <a:pt x="568085" y="57904"/>
                  </a:lnTo>
                  <a:lnTo>
                    <a:pt x="605055" y="84034"/>
                  </a:lnTo>
                  <a:lnTo>
                    <a:pt x="637121" y="114030"/>
                  </a:lnTo>
                  <a:lnTo>
                    <a:pt x="663729" y="147471"/>
                  </a:lnTo>
                  <a:lnTo>
                    <a:pt x="684326" y="18393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0732099" y="2806232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5">
                  <a:moveTo>
                    <a:pt x="72859" y="0"/>
                  </a:moveTo>
                  <a:lnTo>
                    <a:pt x="0" y="22313"/>
                  </a:lnTo>
                  <a:lnTo>
                    <a:pt x="58750" y="84023"/>
                  </a:lnTo>
                  <a:lnTo>
                    <a:pt x="728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 descr=""/>
          <p:cNvSpPr txBox="1"/>
          <p:nvPr/>
        </p:nvSpPr>
        <p:spPr>
          <a:xfrm>
            <a:off x="10278579" y="2359919"/>
            <a:ext cx="2527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𝑎,</a:t>
            </a:r>
            <a:r>
              <a:rPr dirty="0" sz="1200" spc="-50">
                <a:latin typeface="Cambria Math"/>
                <a:cs typeface="Cambria Math"/>
              </a:rPr>
              <a:t> 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10382792" y="3468772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54" name="object 54" descr=""/>
          <p:cNvGrpSpPr/>
          <p:nvPr/>
        </p:nvGrpSpPr>
        <p:grpSpPr>
          <a:xfrm>
            <a:off x="5464873" y="4049077"/>
            <a:ext cx="445770" cy="427355"/>
            <a:chOff x="5464873" y="4049077"/>
            <a:chExt cx="445770" cy="427355"/>
          </a:xfrm>
        </p:grpSpPr>
        <p:sp>
          <p:nvSpPr>
            <p:cNvPr id="55" name="object 55" descr=""/>
            <p:cNvSpPr/>
            <p:nvPr/>
          </p:nvSpPr>
          <p:spPr>
            <a:xfrm>
              <a:off x="5469635" y="4053840"/>
              <a:ext cx="436245" cy="417830"/>
            </a:xfrm>
            <a:custGeom>
              <a:avLst/>
              <a:gdLst/>
              <a:ahLst/>
              <a:cxnLst/>
              <a:rect l="l" t="t" r="r" b="b"/>
              <a:pathLst>
                <a:path w="436245" h="417829">
                  <a:moveTo>
                    <a:pt x="435863" y="0"/>
                  </a:moveTo>
                  <a:lnTo>
                    <a:pt x="0" y="0"/>
                  </a:lnTo>
                  <a:lnTo>
                    <a:pt x="0" y="417575"/>
                  </a:lnTo>
                  <a:lnTo>
                    <a:pt x="435863" y="417575"/>
                  </a:lnTo>
                  <a:lnTo>
                    <a:pt x="43586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5469635" y="4053840"/>
              <a:ext cx="436245" cy="417830"/>
            </a:xfrm>
            <a:custGeom>
              <a:avLst/>
              <a:gdLst/>
              <a:ahLst/>
              <a:cxnLst/>
              <a:rect l="l" t="t" r="r" b="b"/>
              <a:pathLst>
                <a:path w="436245" h="417829">
                  <a:moveTo>
                    <a:pt x="0" y="0"/>
                  </a:moveTo>
                  <a:lnTo>
                    <a:pt x="435863" y="0"/>
                  </a:lnTo>
                  <a:lnTo>
                    <a:pt x="435863" y="417575"/>
                  </a:lnTo>
                  <a:lnTo>
                    <a:pt x="0" y="41757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 descr=""/>
          <p:cNvSpPr txBox="1"/>
          <p:nvPr/>
        </p:nvSpPr>
        <p:spPr>
          <a:xfrm>
            <a:off x="5584817" y="4080133"/>
            <a:ext cx="1981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endParaRPr sz="1600">
              <a:latin typeface="Cambria Math"/>
              <a:cs typeface="Cambria Math"/>
            </a:endParaRPr>
          </a:p>
        </p:txBody>
      </p:sp>
      <p:pic>
        <p:nvPicPr>
          <p:cNvPr id="58" name="object 5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79285" y="4039870"/>
            <a:ext cx="3945128" cy="2587571"/>
          </a:xfrm>
          <a:prstGeom prst="rect">
            <a:avLst/>
          </a:prstGeom>
        </p:spPr>
      </p:pic>
      <p:sp>
        <p:nvSpPr>
          <p:cNvPr id="59" name="object 59" descr=""/>
          <p:cNvSpPr txBox="1"/>
          <p:nvPr/>
        </p:nvSpPr>
        <p:spPr>
          <a:xfrm>
            <a:off x="7136169" y="5831324"/>
            <a:ext cx="5111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0</a:t>
            </a:r>
            <a:r>
              <a:rPr dirty="0" baseline="-14492" sz="1725" spc="11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9660273" y="4349723"/>
            <a:ext cx="5111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1</a:t>
            </a:r>
            <a:r>
              <a:rPr dirty="0" baseline="-14492" sz="1725" spc="5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9699897" y="5817833"/>
            <a:ext cx="5067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1</a:t>
            </a:r>
            <a:r>
              <a:rPr dirty="0" baseline="-14492" sz="1725" spc="5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7133819" y="4368079"/>
            <a:ext cx="5156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0</a:t>
            </a:r>
            <a:r>
              <a:rPr dirty="0" baseline="-14492" sz="1725" spc="11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7169849" y="5029023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8976767" y="5651253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65" name="object 65" descr=""/>
          <p:cNvSpPr txBox="1"/>
          <p:nvPr/>
        </p:nvSpPr>
        <p:spPr>
          <a:xfrm>
            <a:off x="8882358" y="4450853"/>
            <a:ext cx="2527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𝑎,</a:t>
            </a:r>
            <a:r>
              <a:rPr dirty="0" sz="1200" spc="-50">
                <a:latin typeface="Cambria Math"/>
                <a:cs typeface="Cambria Math"/>
              </a:rPr>
              <a:t> 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66" name="object 66" descr=""/>
          <p:cNvSpPr txBox="1"/>
          <p:nvPr/>
        </p:nvSpPr>
        <p:spPr>
          <a:xfrm>
            <a:off x="6557826" y="5074620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8644838" y="6343304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9350745" y="4986883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8506918" y="5790819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252078" y="1292075"/>
            <a:ext cx="2841625" cy="1842135"/>
          </a:xfrm>
          <a:prstGeom prst="rect">
            <a:avLst/>
          </a:prstGeom>
        </p:spPr>
        <p:txBody>
          <a:bodyPr wrap="square" lIns="0" tIns="2540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000"/>
              </a:spcBef>
            </a:pPr>
            <a:r>
              <a:rPr dirty="0" sz="2800" spc="-25">
                <a:latin typeface="Franklin Gothic Medium"/>
                <a:cs typeface="Franklin Gothic Medium"/>
              </a:rPr>
              <a:t>Components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800" spc="-25">
                <a:latin typeface="Franklin Gothic Medium"/>
                <a:cs typeface="Franklin Gothic Medium"/>
              </a:rPr>
              <a:t>:</a:t>
            </a:r>
            <a:endParaRPr sz="2800">
              <a:latin typeface="Franklin Gothic Medium"/>
              <a:cs typeface="Franklin Gothic Medium"/>
            </a:endParaRPr>
          </a:p>
          <a:p>
            <a:pPr marL="353695">
              <a:lnSpc>
                <a:spcPct val="100000"/>
              </a:lnSpc>
              <a:spcBef>
                <a:spcPts val="1630"/>
              </a:spcBef>
            </a:pPr>
            <a:r>
              <a:rPr dirty="0" sz="2400" spc="-830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sz="2400" spc="21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30">
                <a:latin typeface="Cambria Math"/>
                <a:cs typeface="Cambria Math"/>
              </a:rPr>
              <a:t> </a:t>
            </a:r>
            <a:r>
              <a:rPr dirty="0" sz="2400" spc="-63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952">
                <a:solidFill>
                  <a:srgbClr val="C55A11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382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 </a:t>
            </a:r>
            <a:r>
              <a:rPr dirty="0" sz="2400" spc="-59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892">
                <a:solidFill>
                  <a:srgbClr val="C55A11"/>
                </a:solidFill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  <a:p>
            <a:pPr marL="366395">
              <a:lnSpc>
                <a:spcPct val="100000"/>
              </a:lnSpc>
              <a:spcBef>
                <a:spcPts val="1650"/>
              </a:spcBef>
            </a:pPr>
            <a:r>
              <a:rPr dirty="0" sz="240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15873" sz="2625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baseline="-15873" sz="2625" spc="600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5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(</a:t>
            </a:r>
            <a:r>
              <a:rPr dirty="0" sz="2400">
                <a:solidFill>
                  <a:srgbClr val="BE9000"/>
                </a:solidFill>
                <a:latin typeface="Cambria Math"/>
                <a:cs typeface="Cambria Math"/>
              </a:rPr>
              <a:t>𝑡</a:t>
            </a:r>
            <a:r>
              <a:rPr dirty="0" baseline="-15873" sz="2625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120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BE9000"/>
                </a:solidFill>
                <a:latin typeface="Cambria Math"/>
                <a:cs typeface="Cambria Math"/>
              </a:rPr>
              <a:t>𝑟</a:t>
            </a:r>
            <a:r>
              <a:rPr dirty="0" baseline="-15873" sz="2625" spc="-37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sz="2400" spc="-25">
                <a:latin typeface="Cambria Math"/>
                <a:cs typeface="Cambria Math"/>
              </a:rPr>
              <a:t>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1" name="object 71" descr=""/>
          <p:cNvSpPr/>
          <p:nvPr/>
        </p:nvSpPr>
        <p:spPr>
          <a:xfrm>
            <a:off x="808342" y="3513620"/>
            <a:ext cx="1155065" cy="368300"/>
          </a:xfrm>
          <a:custGeom>
            <a:avLst/>
            <a:gdLst/>
            <a:ahLst/>
            <a:cxnLst/>
            <a:rect l="l" t="t" r="r" b="b"/>
            <a:pathLst>
              <a:path w="1155064" h="368300">
                <a:moveTo>
                  <a:pt x="100457" y="12204"/>
                </a:moveTo>
                <a:lnTo>
                  <a:pt x="96735" y="0"/>
                </a:lnTo>
                <a:lnTo>
                  <a:pt x="74841" y="8521"/>
                </a:lnTo>
                <a:lnTo>
                  <a:pt x="55613" y="21907"/>
                </a:lnTo>
                <a:lnTo>
                  <a:pt x="25146" y="63246"/>
                </a:lnTo>
                <a:lnTo>
                  <a:pt x="6286" y="118986"/>
                </a:lnTo>
                <a:lnTo>
                  <a:pt x="0" y="184099"/>
                </a:lnTo>
                <a:lnTo>
                  <a:pt x="1511" y="216522"/>
                </a:lnTo>
                <a:lnTo>
                  <a:pt x="1562" y="217817"/>
                </a:lnTo>
                <a:lnTo>
                  <a:pt x="14135" y="278244"/>
                </a:lnTo>
                <a:lnTo>
                  <a:pt x="39039" y="328041"/>
                </a:lnTo>
                <a:lnTo>
                  <a:pt x="74841" y="359664"/>
                </a:lnTo>
                <a:lnTo>
                  <a:pt x="96735" y="368198"/>
                </a:lnTo>
                <a:lnTo>
                  <a:pt x="100457" y="355993"/>
                </a:lnTo>
                <a:lnTo>
                  <a:pt x="83540" y="347218"/>
                </a:lnTo>
                <a:lnTo>
                  <a:pt x="68808" y="334467"/>
                </a:lnTo>
                <a:lnTo>
                  <a:pt x="45910" y="296989"/>
                </a:lnTo>
                <a:lnTo>
                  <a:pt x="32004" y="246062"/>
                </a:lnTo>
                <a:lnTo>
                  <a:pt x="27381" y="184251"/>
                </a:lnTo>
                <a:lnTo>
                  <a:pt x="28536" y="151904"/>
                </a:lnTo>
                <a:lnTo>
                  <a:pt x="37795" y="95415"/>
                </a:lnTo>
                <a:lnTo>
                  <a:pt x="56261" y="50507"/>
                </a:lnTo>
                <a:lnTo>
                  <a:pt x="83540" y="20967"/>
                </a:lnTo>
                <a:lnTo>
                  <a:pt x="100457" y="12204"/>
                </a:lnTo>
                <a:close/>
              </a:path>
              <a:path w="1155064" h="368300">
                <a:moveTo>
                  <a:pt x="231216" y="55372"/>
                </a:moveTo>
                <a:lnTo>
                  <a:pt x="227190" y="43916"/>
                </a:lnTo>
                <a:lnTo>
                  <a:pt x="206717" y="51308"/>
                </a:lnTo>
                <a:lnTo>
                  <a:pt x="188772" y="62014"/>
                </a:lnTo>
                <a:lnTo>
                  <a:pt x="160451" y="93395"/>
                </a:lnTo>
                <a:lnTo>
                  <a:pt x="142976" y="135343"/>
                </a:lnTo>
                <a:lnTo>
                  <a:pt x="137236" y="183667"/>
                </a:lnTo>
                <a:lnTo>
                  <a:pt x="137160" y="185153"/>
                </a:lnTo>
                <a:lnTo>
                  <a:pt x="138607" y="211086"/>
                </a:lnTo>
                <a:lnTo>
                  <a:pt x="150215" y="256959"/>
                </a:lnTo>
                <a:lnTo>
                  <a:pt x="173253" y="294195"/>
                </a:lnTo>
                <a:lnTo>
                  <a:pt x="206654" y="318858"/>
                </a:lnTo>
                <a:lnTo>
                  <a:pt x="227190" y="326237"/>
                </a:lnTo>
                <a:lnTo>
                  <a:pt x="230771" y="314782"/>
                </a:lnTo>
                <a:lnTo>
                  <a:pt x="214680" y="307657"/>
                </a:lnTo>
                <a:lnTo>
                  <a:pt x="200787" y="297738"/>
                </a:lnTo>
                <a:lnTo>
                  <a:pt x="172313" y="251498"/>
                </a:lnTo>
                <a:lnTo>
                  <a:pt x="163944" y="208559"/>
                </a:lnTo>
                <a:lnTo>
                  <a:pt x="162966" y="185153"/>
                </a:lnTo>
                <a:lnTo>
                  <a:pt x="162902" y="183667"/>
                </a:lnTo>
                <a:lnTo>
                  <a:pt x="167081" y="137617"/>
                </a:lnTo>
                <a:lnTo>
                  <a:pt x="179641" y="100101"/>
                </a:lnTo>
                <a:lnTo>
                  <a:pt x="214934" y="62458"/>
                </a:lnTo>
                <a:lnTo>
                  <a:pt x="231216" y="55372"/>
                </a:lnTo>
                <a:close/>
              </a:path>
              <a:path w="1155064" h="368300">
                <a:moveTo>
                  <a:pt x="728243" y="185153"/>
                </a:moveTo>
                <a:lnTo>
                  <a:pt x="726795" y="159575"/>
                </a:lnTo>
                <a:lnTo>
                  <a:pt x="726782" y="159270"/>
                </a:lnTo>
                <a:lnTo>
                  <a:pt x="722414" y="135343"/>
                </a:lnTo>
                <a:lnTo>
                  <a:pt x="704951" y="93395"/>
                </a:lnTo>
                <a:lnTo>
                  <a:pt x="676605" y="62014"/>
                </a:lnTo>
                <a:lnTo>
                  <a:pt x="638200" y="43916"/>
                </a:lnTo>
                <a:lnTo>
                  <a:pt x="634187" y="55372"/>
                </a:lnTo>
                <a:lnTo>
                  <a:pt x="650532" y="62458"/>
                </a:lnTo>
                <a:lnTo>
                  <a:pt x="664578" y="72288"/>
                </a:lnTo>
                <a:lnTo>
                  <a:pt x="693115" y="117792"/>
                </a:lnTo>
                <a:lnTo>
                  <a:pt x="701395" y="159270"/>
                </a:lnTo>
                <a:lnTo>
                  <a:pt x="701446" y="159575"/>
                </a:lnTo>
                <a:lnTo>
                  <a:pt x="701433" y="208559"/>
                </a:lnTo>
                <a:lnTo>
                  <a:pt x="693064" y="251498"/>
                </a:lnTo>
                <a:lnTo>
                  <a:pt x="664591" y="297738"/>
                </a:lnTo>
                <a:lnTo>
                  <a:pt x="634631" y="314782"/>
                </a:lnTo>
                <a:lnTo>
                  <a:pt x="638200" y="326237"/>
                </a:lnTo>
                <a:lnTo>
                  <a:pt x="676706" y="308178"/>
                </a:lnTo>
                <a:lnTo>
                  <a:pt x="705027" y="276910"/>
                </a:lnTo>
                <a:lnTo>
                  <a:pt x="722426" y="235026"/>
                </a:lnTo>
                <a:lnTo>
                  <a:pt x="726782" y="211086"/>
                </a:lnTo>
                <a:lnTo>
                  <a:pt x="728243" y="185153"/>
                </a:lnTo>
                <a:close/>
              </a:path>
              <a:path w="1155064" h="368300">
                <a:moveTo>
                  <a:pt x="1154709" y="184099"/>
                </a:moveTo>
                <a:lnTo>
                  <a:pt x="1153198" y="151904"/>
                </a:lnTo>
                <a:lnTo>
                  <a:pt x="1153134" y="150368"/>
                </a:lnTo>
                <a:lnTo>
                  <a:pt x="1148422" y="118986"/>
                </a:lnTo>
                <a:lnTo>
                  <a:pt x="1129563" y="63246"/>
                </a:lnTo>
                <a:lnTo>
                  <a:pt x="1099083" y="21907"/>
                </a:lnTo>
                <a:lnTo>
                  <a:pt x="1057973" y="0"/>
                </a:lnTo>
                <a:lnTo>
                  <a:pt x="1054252" y="12204"/>
                </a:lnTo>
                <a:lnTo>
                  <a:pt x="1071168" y="20967"/>
                </a:lnTo>
                <a:lnTo>
                  <a:pt x="1085888" y="33743"/>
                </a:lnTo>
                <a:lnTo>
                  <a:pt x="1108798" y="71285"/>
                </a:lnTo>
                <a:lnTo>
                  <a:pt x="1122692" y="122301"/>
                </a:lnTo>
                <a:lnTo>
                  <a:pt x="1127315" y="184099"/>
                </a:lnTo>
                <a:lnTo>
                  <a:pt x="1126159" y="216522"/>
                </a:lnTo>
                <a:lnTo>
                  <a:pt x="1116901" y="272884"/>
                </a:lnTo>
                <a:lnTo>
                  <a:pt x="1098435" y="317715"/>
                </a:lnTo>
                <a:lnTo>
                  <a:pt x="1071168" y="347218"/>
                </a:lnTo>
                <a:lnTo>
                  <a:pt x="1054252" y="355993"/>
                </a:lnTo>
                <a:lnTo>
                  <a:pt x="1057973" y="368198"/>
                </a:lnTo>
                <a:lnTo>
                  <a:pt x="1099083" y="346278"/>
                </a:lnTo>
                <a:lnTo>
                  <a:pt x="1129563" y="304952"/>
                </a:lnTo>
                <a:lnTo>
                  <a:pt x="1148422" y="249212"/>
                </a:lnTo>
                <a:lnTo>
                  <a:pt x="1154696" y="184251"/>
                </a:lnTo>
                <a:lnTo>
                  <a:pt x="1154709" y="184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/>
          <p:nvPr/>
        </p:nvSpPr>
        <p:spPr>
          <a:xfrm>
            <a:off x="2413114" y="3513620"/>
            <a:ext cx="2282825" cy="368300"/>
          </a:xfrm>
          <a:custGeom>
            <a:avLst/>
            <a:gdLst/>
            <a:ahLst/>
            <a:cxnLst/>
            <a:rect l="l" t="t" r="r" b="b"/>
            <a:pathLst>
              <a:path w="2282825" h="368300">
                <a:moveTo>
                  <a:pt x="100457" y="12204"/>
                </a:moveTo>
                <a:lnTo>
                  <a:pt x="96735" y="0"/>
                </a:lnTo>
                <a:lnTo>
                  <a:pt x="74841" y="8521"/>
                </a:lnTo>
                <a:lnTo>
                  <a:pt x="55613" y="21907"/>
                </a:lnTo>
                <a:lnTo>
                  <a:pt x="25146" y="63246"/>
                </a:lnTo>
                <a:lnTo>
                  <a:pt x="6286" y="118986"/>
                </a:lnTo>
                <a:lnTo>
                  <a:pt x="0" y="184099"/>
                </a:lnTo>
                <a:lnTo>
                  <a:pt x="1511" y="216522"/>
                </a:lnTo>
                <a:lnTo>
                  <a:pt x="1562" y="217817"/>
                </a:lnTo>
                <a:lnTo>
                  <a:pt x="14135" y="278244"/>
                </a:lnTo>
                <a:lnTo>
                  <a:pt x="39039" y="328041"/>
                </a:lnTo>
                <a:lnTo>
                  <a:pt x="74841" y="359664"/>
                </a:lnTo>
                <a:lnTo>
                  <a:pt x="96735" y="368198"/>
                </a:lnTo>
                <a:lnTo>
                  <a:pt x="100457" y="355993"/>
                </a:lnTo>
                <a:lnTo>
                  <a:pt x="83540" y="347218"/>
                </a:lnTo>
                <a:lnTo>
                  <a:pt x="68808" y="334467"/>
                </a:lnTo>
                <a:lnTo>
                  <a:pt x="45910" y="296989"/>
                </a:lnTo>
                <a:lnTo>
                  <a:pt x="32004" y="246062"/>
                </a:lnTo>
                <a:lnTo>
                  <a:pt x="27381" y="184251"/>
                </a:lnTo>
                <a:lnTo>
                  <a:pt x="28536" y="151904"/>
                </a:lnTo>
                <a:lnTo>
                  <a:pt x="37795" y="95415"/>
                </a:lnTo>
                <a:lnTo>
                  <a:pt x="56261" y="50507"/>
                </a:lnTo>
                <a:lnTo>
                  <a:pt x="83540" y="20967"/>
                </a:lnTo>
                <a:lnTo>
                  <a:pt x="100457" y="12204"/>
                </a:lnTo>
                <a:close/>
              </a:path>
              <a:path w="2282825" h="368300">
                <a:moveTo>
                  <a:pt x="520776" y="55372"/>
                </a:moveTo>
                <a:lnTo>
                  <a:pt x="516763" y="43916"/>
                </a:lnTo>
                <a:lnTo>
                  <a:pt x="496290" y="51308"/>
                </a:lnTo>
                <a:lnTo>
                  <a:pt x="478332" y="62014"/>
                </a:lnTo>
                <a:lnTo>
                  <a:pt x="450011" y="93395"/>
                </a:lnTo>
                <a:lnTo>
                  <a:pt x="432536" y="135343"/>
                </a:lnTo>
                <a:lnTo>
                  <a:pt x="426796" y="183667"/>
                </a:lnTo>
                <a:lnTo>
                  <a:pt x="426720" y="185153"/>
                </a:lnTo>
                <a:lnTo>
                  <a:pt x="428167" y="211086"/>
                </a:lnTo>
                <a:lnTo>
                  <a:pt x="439775" y="256959"/>
                </a:lnTo>
                <a:lnTo>
                  <a:pt x="462813" y="294195"/>
                </a:lnTo>
                <a:lnTo>
                  <a:pt x="496227" y="318858"/>
                </a:lnTo>
                <a:lnTo>
                  <a:pt x="516763" y="326237"/>
                </a:lnTo>
                <a:lnTo>
                  <a:pt x="520331" y="314782"/>
                </a:lnTo>
                <a:lnTo>
                  <a:pt x="504240" y="307657"/>
                </a:lnTo>
                <a:lnTo>
                  <a:pt x="490347" y="297738"/>
                </a:lnTo>
                <a:lnTo>
                  <a:pt x="461873" y="251498"/>
                </a:lnTo>
                <a:lnTo>
                  <a:pt x="453504" y="208559"/>
                </a:lnTo>
                <a:lnTo>
                  <a:pt x="452526" y="185153"/>
                </a:lnTo>
                <a:lnTo>
                  <a:pt x="452462" y="183667"/>
                </a:lnTo>
                <a:lnTo>
                  <a:pt x="456641" y="137617"/>
                </a:lnTo>
                <a:lnTo>
                  <a:pt x="469201" y="100101"/>
                </a:lnTo>
                <a:lnTo>
                  <a:pt x="504494" y="62458"/>
                </a:lnTo>
                <a:lnTo>
                  <a:pt x="520776" y="55372"/>
                </a:lnTo>
                <a:close/>
              </a:path>
              <a:path w="2282825" h="368300">
                <a:moveTo>
                  <a:pt x="1043711" y="185153"/>
                </a:moveTo>
                <a:lnTo>
                  <a:pt x="1042263" y="159575"/>
                </a:lnTo>
                <a:lnTo>
                  <a:pt x="1042250" y="159270"/>
                </a:lnTo>
                <a:lnTo>
                  <a:pt x="1037882" y="135343"/>
                </a:lnTo>
                <a:lnTo>
                  <a:pt x="1020419" y="93395"/>
                </a:lnTo>
                <a:lnTo>
                  <a:pt x="992073" y="62014"/>
                </a:lnTo>
                <a:lnTo>
                  <a:pt x="953668" y="43916"/>
                </a:lnTo>
                <a:lnTo>
                  <a:pt x="949655" y="55372"/>
                </a:lnTo>
                <a:lnTo>
                  <a:pt x="966000" y="62458"/>
                </a:lnTo>
                <a:lnTo>
                  <a:pt x="980046" y="72288"/>
                </a:lnTo>
                <a:lnTo>
                  <a:pt x="1008583" y="117792"/>
                </a:lnTo>
                <a:lnTo>
                  <a:pt x="1016863" y="159270"/>
                </a:lnTo>
                <a:lnTo>
                  <a:pt x="1016914" y="159575"/>
                </a:lnTo>
                <a:lnTo>
                  <a:pt x="1016901" y="208559"/>
                </a:lnTo>
                <a:lnTo>
                  <a:pt x="1008532" y="251498"/>
                </a:lnTo>
                <a:lnTo>
                  <a:pt x="980059" y="297738"/>
                </a:lnTo>
                <a:lnTo>
                  <a:pt x="950099" y="314782"/>
                </a:lnTo>
                <a:lnTo>
                  <a:pt x="953668" y="326237"/>
                </a:lnTo>
                <a:lnTo>
                  <a:pt x="992174" y="308178"/>
                </a:lnTo>
                <a:lnTo>
                  <a:pt x="1020495" y="276910"/>
                </a:lnTo>
                <a:lnTo>
                  <a:pt x="1037894" y="235026"/>
                </a:lnTo>
                <a:lnTo>
                  <a:pt x="1042250" y="211086"/>
                </a:lnTo>
                <a:lnTo>
                  <a:pt x="1043711" y="185153"/>
                </a:lnTo>
                <a:close/>
              </a:path>
              <a:path w="2282825" h="368300">
                <a:moveTo>
                  <a:pt x="1599768" y="55372"/>
                </a:moveTo>
                <a:lnTo>
                  <a:pt x="1595755" y="43916"/>
                </a:lnTo>
                <a:lnTo>
                  <a:pt x="1575269" y="51308"/>
                </a:lnTo>
                <a:lnTo>
                  <a:pt x="1557324" y="62014"/>
                </a:lnTo>
                <a:lnTo>
                  <a:pt x="1529003" y="93395"/>
                </a:lnTo>
                <a:lnTo>
                  <a:pt x="1511528" y="135343"/>
                </a:lnTo>
                <a:lnTo>
                  <a:pt x="1505788" y="183667"/>
                </a:lnTo>
                <a:lnTo>
                  <a:pt x="1505712" y="185153"/>
                </a:lnTo>
                <a:lnTo>
                  <a:pt x="1507159" y="211086"/>
                </a:lnTo>
                <a:lnTo>
                  <a:pt x="1518767" y="256959"/>
                </a:lnTo>
                <a:lnTo>
                  <a:pt x="1541805" y="294195"/>
                </a:lnTo>
                <a:lnTo>
                  <a:pt x="1575219" y="318858"/>
                </a:lnTo>
                <a:lnTo>
                  <a:pt x="1595755" y="326237"/>
                </a:lnTo>
                <a:lnTo>
                  <a:pt x="1599323" y="314782"/>
                </a:lnTo>
                <a:lnTo>
                  <a:pt x="1583232" y="307657"/>
                </a:lnTo>
                <a:lnTo>
                  <a:pt x="1569339" y="297738"/>
                </a:lnTo>
                <a:lnTo>
                  <a:pt x="1540865" y="251498"/>
                </a:lnTo>
                <a:lnTo>
                  <a:pt x="1532496" y="208559"/>
                </a:lnTo>
                <a:lnTo>
                  <a:pt x="1531518" y="185153"/>
                </a:lnTo>
                <a:lnTo>
                  <a:pt x="1531454" y="183667"/>
                </a:lnTo>
                <a:lnTo>
                  <a:pt x="1535633" y="137617"/>
                </a:lnTo>
                <a:lnTo>
                  <a:pt x="1548193" y="100101"/>
                </a:lnTo>
                <a:lnTo>
                  <a:pt x="1583474" y="62458"/>
                </a:lnTo>
                <a:lnTo>
                  <a:pt x="1599768" y="55372"/>
                </a:lnTo>
                <a:close/>
              </a:path>
              <a:path w="2282825" h="368300">
                <a:moveTo>
                  <a:pt x="2145563" y="185153"/>
                </a:moveTo>
                <a:lnTo>
                  <a:pt x="2144115" y="159575"/>
                </a:lnTo>
                <a:lnTo>
                  <a:pt x="2144103" y="159270"/>
                </a:lnTo>
                <a:lnTo>
                  <a:pt x="2139734" y="135343"/>
                </a:lnTo>
                <a:lnTo>
                  <a:pt x="2122271" y="93395"/>
                </a:lnTo>
                <a:lnTo>
                  <a:pt x="2093925" y="62014"/>
                </a:lnTo>
                <a:lnTo>
                  <a:pt x="2055520" y="43916"/>
                </a:lnTo>
                <a:lnTo>
                  <a:pt x="2051507" y="55372"/>
                </a:lnTo>
                <a:lnTo>
                  <a:pt x="2067839" y="62458"/>
                </a:lnTo>
                <a:lnTo>
                  <a:pt x="2081898" y="72288"/>
                </a:lnTo>
                <a:lnTo>
                  <a:pt x="2110435" y="117792"/>
                </a:lnTo>
                <a:lnTo>
                  <a:pt x="2118715" y="159270"/>
                </a:lnTo>
                <a:lnTo>
                  <a:pt x="2118766" y="159575"/>
                </a:lnTo>
                <a:lnTo>
                  <a:pt x="2118753" y="208559"/>
                </a:lnTo>
                <a:lnTo>
                  <a:pt x="2110384" y="251498"/>
                </a:lnTo>
                <a:lnTo>
                  <a:pt x="2081911" y="297738"/>
                </a:lnTo>
                <a:lnTo>
                  <a:pt x="2051951" y="314782"/>
                </a:lnTo>
                <a:lnTo>
                  <a:pt x="2055520" y="326237"/>
                </a:lnTo>
                <a:lnTo>
                  <a:pt x="2094026" y="308178"/>
                </a:lnTo>
                <a:lnTo>
                  <a:pt x="2122347" y="276910"/>
                </a:lnTo>
                <a:lnTo>
                  <a:pt x="2139746" y="235026"/>
                </a:lnTo>
                <a:lnTo>
                  <a:pt x="2144103" y="211086"/>
                </a:lnTo>
                <a:lnTo>
                  <a:pt x="2145563" y="185153"/>
                </a:lnTo>
                <a:close/>
              </a:path>
              <a:path w="2282825" h="368300">
                <a:moveTo>
                  <a:pt x="2282469" y="184099"/>
                </a:moveTo>
                <a:lnTo>
                  <a:pt x="2280958" y="151904"/>
                </a:lnTo>
                <a:lnTo>
                  <a:pt x="2280894" y="150368"/>
                </a:lnTo>
                <a:lnTo>
                  <a:pt x="2276183" y="118986"/>
                </a:lnTo>
                <a:lnTo>
                  <a:pt x="2257323" y="63246"/>
                </a:lnTo>
                <a:lnTo>
                  <a:pt x="2226843" y="21907"/>
                </a:lnTo>
                <a:lnTo>
                  <a:pt x="2185733" y="0"/>
                </a:lnTo>
                <a:lnTo>
                  <a:pt x="2182012" y="12204"/>
                </a:lnTo>
                <a:lnTo>
                  <a:pt x="2198928" y="20967"/>
                </a:lnTo>
                <a:lnTo>
                  <a:pt x="2213648" y="33743"/>
                </a:lnTo>
                <a:lnTo>
                  <a:pt x="2236559" y="71285"/>
                </a:lnTo>
                <a:lnTo>
                  <a:pt x="2250452" y="122301"/>
                </a:lnTo>
                <a:lnTo>
                  <a:pt x="2255075" y="184099"/>
                </a:lnTo>
                <a:lnTo>
                  <a:pt x="2253919" y="216522"/>
                </a:lnTo>
                <a:lnTo>
                  <a:pt x="2244661" y="272884"/>
                </a:lnTo>
                <a:lnTo>
                  <a:pt x="2226195" y="317715"/>
                </a:lnTo>
                <a:lnTo>
                  <a:pt x="2198928" y="347218"/>
                </a:lnTo>
                <a:lnTo>
                  <a:pt x="2182012" y="355993"/>
                </a:lnTo>
                <a:lnTo>
                  <a:pt x="2185733" y="368198"/>
                </a:lnTo>
                <a:lnTo>
                  <a:pt x="2226843" y="346278"/>
                </a:lnTo>
                <a:lnTo>
                  <a:pt x="2257323" y="304952"/>
                </a:lnTo>
                <a:lnTo>
                  <a:pt x="2276183" y="249212"/>
                </a:lnTo>
                <a:lnTo>
                  <a:pt x="2282456" y="184251"/>
                </a:lnTo>
                <a:lnTo>
                  <a:pt x="2282469" y="184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 descr=""/>
          <p:cNvSpPr txBox="1"/>
          <p:nvPr/>
        </p:nvSpPr>
        <p:spPr>
          <a:xfrm>
            <a:off x="4005827" y="3467274"/>
            <a:ext cx="4591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𝑟,</a:t>
            </a:r>
            <a:r>
              <a:rPr dirty="0" sz="2400" spc="-100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4" name="object 74" descr=""/>
          <p:cNvSpPr/>
          <p:nvPr/>
        </p:nvSpPr>
        <p:spPr>
          <a:xfrm>
            <a:off x="1227446" y="4206775"/>
            <a:ext cx="1176655" cy="282575"/>
          </a:xfrm>
          <a:custGeom>
            <a:avLst/>
            <a:gdLst/>
            <a:ahLst/>
            <a:cxnLst/>
            <a:rect l="l" t="t" r="r" b="b"/>
            <a:pathLst>
              <a:path w="1176655" h="282575">
                <a:moveTo>
                  <a:pt x="1086256" y="0"/>
                </a:moveTo>
                <a:lnTo>
                  <a:pt x="1082243" y="11455"/>
                </a:lnTo>
                <a:lnTo>
                  <a:pt x="1098585" y="18551"/>
                </a:lnTo>
                <a:lnTo>
                  <a:pt x="1112639" y="28371"/>
                </a:lnTo>
                <a:lnTo>
                  <a:pt x="1141172" y="73880"/>
                </a:lnTo>
                <a:lnTo>
                  <a:pt x="1149459" y="115357"/>
                </a:lnTo>
                <a:lnTo>
                  <a:pt x="1149502" y="115661"/>
                </a:lnTo>
                <a:lnTo>
                  <a:pt x="1149498" y="164649"/>
                </a:lnTo>
                <a:lnTo>
                  <a:pt x="1141130" y="207587"/>
                </a:lnTo>
                <a:lnTo>
                  <a:pt x="1112651" y="253828"/>
                </a:lnTo>
                <a:lnTo>
                  <a:pt x="1082687" y="270865"/>
                </a:lnTo>
                <a:lnTo>
                  <a:pt x="1086256" y="282320"/>
                </a:lnTo>
                <a:lnTo>
                  <a:pt x="1124765" y="264263"/>
                </a:lnTo>
                <a:lnTo>
                  <a:pt x="1153083" y="232994"/>
                </a:lnTo>
                <a:lnTo>
                  <a:pt x="1170492" y="191111"/>
                </a:lnTo>
                <a:lnTo>
                  <a:pt x="1176299" y="141236"/>
                </a:lnTo>
                <a:lnTo>
                  <a:pt x="1174861" y="115661"/>
                </a:lnTo>
                <a:lnTo>
                  <a:pt x="1163199" y="69479"/>
                </a:lnTo>
                <a:lnTo>
                  <a:pt x="1140098" y="32129"/>
                </a:lnTo>
                <a:lnTo>
                  <a:pt x="1106723" y="7391"/>
                </a:lnTo>
                <a:lnTo>
                  <a:pt x="1086256" y="0"/>
                </a:lnTo>
                <a:close/>
              </a:path>
              <a:path w="1176655" h="282575">
                <a:moveTo>
                  <a:pt x="90043" y="0"/>
                </a:moveTo>
                <a:lnTo>
                  <a:pt x="51619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5802" y="191111"/>
                </a:lnTo>
                <a:lnTo>
                  <a:pt x="23215" y="232994"/>
                </a:lnTo>
                <a:lnTo>
                  <a:pt x="51528" y="264263"/>
                </a:lnTo>
                <a:lnTo>
                  <a:pt x="90043" y="282320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742" y="139750"/>
                </a:lnTo>
                <a:lnTo>
                  <a:pt x="26788" y="115661"/>
                </a:lnTo>
                <a:lnTo>
                  <a:pt x="35156" y="73880"/>
                </a:lnTo>
                <a:lnTo>
                  <a:pt x="63749" y="28371"/>
                </a:lnTo>
                <a:lnTo>
                  <a:pt x="94056" y="11455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/>
          <p:nvPr/>
        </p:nvSpPr>
        <p:spPr>
          <a:xfrm>
            <a:off x="2801738" y="4206775"/>
            <a:ext cx="1176655" cy="282575"/>
          </a:xfrm>
          <a:custGeom>
            <a:avLst/>
            <a:gdLst/>
            <a:ahLst/>
            <a:cxnLst/>
            <a:rect l="l" t="t" r="r" b="b"/>
            <a:pathLst>
              <a:path w="1176654" h="282575">
                <a:moveTo>
                  <a:pt x="1086256" y="0"/>
                </a:moveTo>
                <a:lnTo>
                  <a:pt x="1082243" y="11455"/>
                </a:lnTo>
                <a:lnTo>
                  <a:pt x="1098585" y="18551"/>
                </a:lnTo>
                <a:lnTo>
                  <a:pt x="1112639" y="28371"/>
                </a:lnTo>
                <a:lnTo>
                  <a:pt x="1141172" y="73880"/>
                </a:lnTo>
                <a:lnTo>
                  <a:pt x="1149459" y="115357"/>
                </a:lnTo>
                <a:lnTo>
                  <a:pt x="1149502" y="115661"/>
                </a:lnTo>
                <a:lnTo>
                  <a:pt x="1149498" y="164649"/>
                </a:lnTo>
                <a:lnTo>
                  <a:pt x="1141130" y="207587"/>
                </a:lnTo>
                <a:lnTo>
                  <a:pt x="1112651" y="253828"/>
                </a:lnTo>
                <a:lnTo>
                  <a:pt x="1082687" y="270865"/>
                </a:lnTo>
                <a:lnTo>
                  <a:pt x="1086256" y="282320"/>
                </a:lnTo>
                <a:lnTo>
                  <a:pt x="1124765" y="264263"/>
                </a:lnTo>
                <a:lnTo>
                  <a:pt x="1153083" y="232994"/>
                </a:lnTo>
                <a:lnTo>
                  <a:pt x="1170492" y="191111"/>
                </a:lnTo>
                <a:lnTo>
                  <a:pt x="1176299" y="141236"/>
                </a:lnTo>
                <a:lnTo>
                  <a:pt x="1174861" y="115661"/>
                </a:lnTo>
                <a:lnTo>
                  <a:pt x="1163199" y="69479"/>
                </a:lnTo>
                <a:lnTo>
                  <a:pt x="1140098" y="32129"/>
                </a:lnTo>
                <a:lnTo>
                  <a:pt x="1106723" y="7391"/>
                </a:lnTo>
                <a:lnTo>
                  <a:pt x="1086256" y="0"/>
                </a:lnTo>
                <a:close/>
              </a:path>
              <a:path w="1176654" h="282575">
                <a:moveTo>
                  <a:pt x="90042" y="0"/>
                </a:moveTo>
                <a:lnTo>
                  <a:pt x="51619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5802" y="191111"/>
                </a:lnTo>
                <a:lnTo>
                  <a:pt x="23215" y="232994"/>
                </a:lnTo>
                <a:lnTo>
                  <a:pt x="51528" y="264263"/>
                </a:lnTo>
                <a:lnTo>
                  <a:pt x="90042" y="282320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742" y="139750"/>
                </a:lnTo>
                <a:lnTo>
                  <a:pt x="26788" y="115661"/>
                </a:lnTo>
                <a:lnTo>
                  <a:pt x="35156" y="73880"/>
                </a:lnTo>
                <a:lnTo>
                  <a:pt x="63749" y="28371"/>
                </a:lnTo>
                <a:lnTo>
                  <a:pt x="94056" y="11455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 descr=""/>
          <p:cNvSpPr txBox="1"/>
          <p:nvPr/>
        </p:nvSpPr>
        <p:spPr>
          <a:xfrm>
            <a:off x="530092" y="3467274"/>
            <a:ext cx="3401695" cy="1040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5565">
              <a:lnSpc>
                <a:spcPct val="100000"/>
              </a:lnSpc>
              <a:spcBef>
                <a:spcPts val="100"/>
              </a:spcBef>
              <a:tabLst>
                <a:tab pos="514984" algn="l"/>
                <a:tab pos="1033144" algn="l"/>
                <a:tab pos="1544955" algn="l"/>
                <a:tab pos="1993264" algn="l"/>
                <a:tab pos="2409190" algn="l"/>
                <a:tab pos="2953385" algn="l"/>
              </a:tabLst>
            </a:pPr>
            <a:r>
              <a:rPr dirty="0" sz="2400" spc="-670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sz="2400">
                <a:solidFill>
                  <a:srgbClr val="538235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𝑡,</a:t>
            </a:r>
            <a:r>
              <a:rPr dirty="0" sz="2400" spc="-8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𝑟</a:t>
            </a:r>
            <a:r>
              <a:rPr dirty="0" sz="2400">
                <a:latin typeface="Cambria Math"/>
                <a:cs typeface="Cambria Math"/>
              </a:rPr>
              <a:t>	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50">
                <a:latin typeface="Cambria Math"/>
                <a:cs typeface="Cambria Math"/>
              </a:rPr>
              <a:t>=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490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baseline="-15873" sz="2625" spc="-735">
                <a:solidFill>
                  <a:srgbClr val="538235"/>
                </a:solidFill>
                <a:latin typeface="Cambria Math"/>
                <a:cs typeface="Cambria Math"/>
              </a:rPr>
              <a:t>1</a:t>
            </a:r>
            <a:r>
              <a:rPr dirty="0" baseline="-15873" sz="2625">
                <a:solidFill>
                  <a:srgbClr val="538235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𝑡,</a:t>
            </a:r>
            <a:r>
              <a:rPr dirty="0" sz="2400" spc="-8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r>
              <a:rPr dirty="0" sz="2400">
                <a:latin typeface="Cambria Math"/>
                <a:cs typeface="Cambria Math"/>
              </a:rPr>
              <a:t>	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-470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baseline="-15873" sz="2625" spc="-705">
                <a:solidFill>
                  <a:srgbClr val="538235"/>
                </a:solidFill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  <a:p>
            <a:pPr marL="76200">
              <a:lnSpc>
                <a:spcPct val="100000"/>
              </a:lnSpc>
              <a:spcBef>
                <a:spcPts val="2230"/>
              </a:spcBef>
              <a:tabLst>
                <a:tab pos="796925" algn="l"/>
                <a:tab pos="1968500" algn="l"/>
                <a:tab pos="2371090" algn="l"/>
              </a:tabLst>
            </a:pPr>
            <a:r>
              <a:rPr dirty="0" sz="240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sz="2400" spc="225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=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5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baseline="-15873" sz="2625" spc="-75">
                <a:solidFill>
                  <a:srgbClr val="8496AF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195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</a:t>
            </a:r>
            <a:r>
              <a:rPr dirty="0" sz="2400" spc="-95">
                <a:latin typeface="Cambria Math"/>
                <a:cs typeface="Cambria Math"/>
              </a:rPr>
              <a:t> </a:t>
            </a:r>
            <a:r>
              <a:rPr dirty="0" sz="2400" spc="-59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892">
                <a:solidFill>
                  <a:srgbClr val="C55A11"/>
                </a:solidFill>
                <a:latin typeface="Cambria Math"/>
                <a:cs typeface="Cambria Math"/>
              </a:rPr>
              <a:t>2</a:t>
            </a:r>
            <a:r>
              <a:rPr dirty="0" baseline="-15873" sz="2625">
                <a:solidFill>
                  <a:srgbClr val="C55A11"/>
                </a:solidFill>
                <a:latin typeface="Cambria Math"/>
                <a:cs typeface="Cambria Math"/>
              </a:rPr>
              <a:t>	</a:t>
            </a:r>
            <a:r>
              <a:rPr dirty="0" sz="2400" spc="-50">
                <a:latin typeface="Cambria Math"/>
                <a:cs typeface="Cambria Math"/>
              </a:rPr>
              <a:t>∪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63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952">
                <a:solidFill>
                  <a:srgbClr val="C55A11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359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</a:t>
            </a:r>
            <a:r>
              <a:rPr dirty="0" sz="2400" spc="5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baseline="-15873" sz="2625" spc="-37">
                <a:solidFill>
                  <a:srgbClr val="8496AF"/>
                </a:solidFill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77" name="object 77" descr=""/>
          <p:cNvSpPr txBox="1"/>
          <p:nvPr/>
        </p:nvSpPr>
        <p:spPr>
          <a:xfrm>
            <a:off x="4993022" y="1535290"/>
            <a:ext cx="11976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0">
                <a:latin typeface="Franklin Gothic Medium"/>
                <a:cs typeface="Franklin Gothic Medium"/>
              </a:rPr>
              <a:t>Example: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10581131" y="4030979"/>
            <a:ext cx="1515110" cy="92392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9370" rIns="0" bIns="0" rtlCol="0" vert="horz">
            <a:spAutoFit/>
          </a:bodyPr>
          <a:lstStyle/>
          <a:p>
            <a:pPr marL="91440" marR="153670">
              <a:lnSpc>
                <a:spcPct val="100000"/>
              </a:lnSpc>
              <a:spcBef>
                <a:spcPts val="310"/>
              </a:spcBef>
            </a:pPr>
            <a:r>
              <a:rPr dirty="0" sz="1800">
                <a:latin typeface="Franklin Gothic Medium"/>
                <a:cs typeface="Franklin Gothic Medium"/>
              </a:rPr>
              <a:t>There</a:t>
            </a:r>
            <a:r>
              <a:rPr dirty="0" sz="1800" spc="-7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are</a:t>
            </a:r>
            <a:r>
              <a:rPr dirty="0" sz="1800" spc="-75">
                <a:latin typeface="Franklin Gothic Medium"/>
                <a:cs typeface="Franklin Gothic Medium"/>
              </a:rPr>
              <a:t> </a:t>
            </a:r>
            <a:r>
              <a:rPr dirty="0" sz="1800" spc="-25">
                <a:latin typeface="Franklin Gothic Medium"/>
                <a:cs typeface="Franklin Gothic Medium"/>
              </a:rPr>
              <a:t>no </a:t>
            </a:r>
            <a:r>
              <a:rPr dirty="0" sz="1800" spc="-10">
                <a:latin typeface="Franklin Gothic Medium"/>
                <a:cs typeface="Franklin Gothic Medium"/>
              </a:rPr>
              <a:t>transitions</a:t>
            </a:r>
            <a:r>
              <a:rPr dirty="0" sz="1800" spc="-40">
                <a:latin typeface="Franklin Gothic Medium"/>
                <a:cs typeface="Franklin Gothic Medium"/>
              </a:rPr>
              <a:t> </a:t>
            </a:r>
            <a:r>
              <a:rPr dirty="0" sz="1800" spc="-35">
                <a:latin typeface="Franklin Gothic Medium"/>
                <a:cs typeface="Franklin Gothic Medium"/>
              </a:rPr>
              <a:t>to</a:t>
            </a:r>
            <a:endParaRPr sz="1800">
              <a:latin typeface="Franklin Gothic Medium"/>
              <a:cs typeface="Franklin Gothic Medium"/>
            </a:endParaRPr>
          </a:p>
          <a:p>
            <a:pPr marL="91440">
              <a:lnSpc>
                <a:spcPct val="100000"/>
              </a:lnSpc>
            </a:pPr>
            <a:r>
              <a:rPr dirty="0" sz="1800">
                <a:latin typeface="Cambria Math"/>
                <a:cs typeface="Cambria Math"/>
              </a:rPr>
              <a:t>𝑡</a:t>
            </a:r>
            <a:r>
              <a:rPr dirty="0" baseline="-14957" sz="1950">
                <a:latin typeface="Cambria Math"/>
                <a:cs typeface="Cambria Math"/>
              </a:rPr>
              <a:t>1</a:t>
            </a:r>
            <a:r>
              <a:rPr dirty="0" sz="1800">
                <a:latin typeface="Cambria Math"/>
                <a:cs typeface="Cambria Math"/>
              </a:rPr>
              <a:t>,</a:t>
            </a:r>
            <a:r>
              <a:rPr dirty="0" sz="1800" spc="-65">
                <a:latin typeface="Cambria Math"/>
                <a:cs typeface="Cambria Math"/>
              </a:rPr>
              <a:t> </a:t>
            </a:r>
            <a:r>
              <a:rPr dirty="0" sz="1800" spc="-25">
                <a:latin typeface="Cambria Math"/>
                <a:cs typeface="Cambria Math"/>
              </a:rPr>
              <a:t>𝑟</a:t>
            </a:r>
            <a:r>
              <a:rPr dirty="0" baseline="-14957" sz="1950" spc="-37">
                <a:latin typeface="Cambria Math"/>
                <a:cs typeface="Cambria Math"/>
              </a:rPr>
              <a:t>0</a:t>
            </a:r>
            <a:endParaRPr baseline="-14957" sz="195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Closure</a:t>
            </a:r>
            <a:r>
              <a:rPr dirty="0" spc="-170"/>
              <a:t> </a:t>
            </a:r>
            <a:r>
              <a:rPr dirty="0" spc="-20"/>
              <a:t>Properties</a:t>
            </a:r>
            <a:r>
              <a:rPr dirty="0" spc="-160"/>
              <a:t> </a:t>
            </a:r>
            <a:r>
              <a:rPr dirty="0"/>
              <a:t>for</a:t>
            </a:r>
            <a:r>
              <a:rPr dirty="0" spc="-165"/>
              <a:t> </a:t>
            </a:r>
            <a:r>
              <a:rPr dirty="0" spc="-45"/>
              <a:t>RegEx</a:t>
            </a:r>
            <a:r>
              <a:rPr dirty="0" spc="-160"/>
              <a:t> </a:t>
            </a:r>
            <a:r>
              <a:rPr dirty="0"/>
              <a:t>-</a:t>
            </a:r>
            <a:r>
              <a:rPr dirty="0" spc="-140"/>
              <a:t> </a:t>
            </a:r>
            <a:r>
              <a:rPr dirty="0" spc="-10"/>
              <a:t>Union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452871" y="2095500"/>
            <a:ext cx="419100" cy="33845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dirty="0" sz="16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84919" y="2119883"/>
            <a:ext cx="424180" cy="33845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10"/>
              </a:spcBef>
            </a:pPr>
            <a:r>
              <a:rPr dirty="0" sz="16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4492" sz="1725" spc="-37">
                <a:latin typeface="Cambria Math"/>
                <a:cs typeface="Cambria Math"/>
              </a:rPr>
              <a:t>2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6271005" y="2710942"/>
            <a:ext cx="735330" cy="741680"/>
            <a:chOff x="6271005" y="2710942"/>
            <a:chExt cx="735330" cy="741680"/>
          </a:xfrm>
        </p:grpSpPr>
        <p:sp>
          <p:nvSpPr>
            <p:cNvPr id="6" name="object 6" descr=""/>
            <p:cNvSpPr/>
            <p:nvPr/>
          </p:nvSpPr>
          <p:spPr>
            <a:xfrm>
              <a:off x="62773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361188" y="0"/>
                  </a:moveTo>
                  <a:lnTo>
                    <a:pt x="312176" y="3324"/>
                  </a:lnTo>
                  <a:lnTo>
                    <a:pt x="265169" y="13010"/>
                  </a:lnTo>
                  <a:lnTo>
                    <a:pt x="220597" y="28622"/>
                  </a:lnTo>
                  <a:lnTo>
                    <a:pt x="178889" y="49727"/>
                  </a:lnTo>
                  <a:lnTo>
                    <a:pt x="140476" y="75891"/>
                  </a:lnTo>
                  <a:lnTo>
                    <a:pt x="105789" y="106680"/>
                  </a:lnTo>
                  <a:lnTo>
                    <a:pt x="75257" y="141659"/>
                  </a:lnTo>
                  <a:lnTo>
                    <a:pt x="49312" y="180396"/>
                  </a:lnTo>
                  <a:lnTo>
                    <a:pt x="28383" y="222456"/>
                  </a:lnTo>
                  <a:lnTo>
                    <a:pt x="12901" y="267405"/>
                  </a:lnTo>
                  <a:lnTo>
                    <a:pt x="3297" y="314810"/>
                  </a:lnTo>
                  <a:lnTo>
                    <a:pt x="0" y="364236"/>
                  </a:lnTo>
                  <a:lnTo>
                    <a:pt x="3297" y="413661"/>
                  </a:lnTo>
                  <a:lnTo>
                    <a:pt x="12901" y="461066"/>
                  </a:lnTo>
                  <a:lnTo>
                    <a:pt x="28383" y="506015"/>
                  </a:lnTo>
                  <a:lnTo>
                    <a:pt x="49312" y="548075"/>
                  </a:lnTo>
                  <a:lnTo>
                    <a:pt x="75257" y="586812"/>
                  </a:lnTo>
                  <a:lnTo>
                    <a:pt x="105789" y="621792"/>
                  </a:lnTo>
                  <a:lnTo>
                    <a:pt x="140476" y="652580"/>
                  </a:lnTo>
                  <a:lnTo>
                    <a:pt x="178889" y="678744"/>
                  </a:lnTo>
                  <a:lnTo>
                    <a:pt x="220597" y="699849"/>
                  </a:lnTo>
                  <a:lnTo>
                    <a:pt x="265169" y="715461"/>
                  </a:lnTo>
                  <a:lnTo>
                    <a:pt x="312176" y="725147"/>
                  </a:lnTo>
                  <a:lnTo>
                    <a:pt x="361188" y="728472"/>
                  </a:lnTo>
                  <a:lnTo>
                    <a:pt x="410199" y="725147"/>
                  </a:lnTo>
                  <a:lnTo>
                    <a:pt x="457206" y="715461"/>
                  </a:lnTo>
                  <a:lnTo>
                    <a:pt x="501778" y="699849"/>
                  </a:lnTo>
                  <a:lnTo>
                    <a:pt x="543486" y="678744"/>
                  </a:lnTo>
                  <a:lnTo>
                    <a:pt x="581899" y="652580"/>
                  </a:lnTo>
                  <a:lnTo>
                    <a:pt x="616586" y="621792"/>
                  </a:lnTo>
                  <a:lnTo>
                    <a:pt x="647118" y="586812"/>
                  </a:lnTo>
                  <a:lnTo>
                    <a:pt x="673063" y="548075"/>
                  </a:lnTo>
                  <a:lnTo>
                    <a:pt x="693992" y="506015"/>
                  </a:lnTo>
                  <a:lnTo>
                    <a:pt x="709474" y="461066"/>
                  </a:lnTo>
                  <a:lnTo>
                    <a:pt x="719078" y="413661"/>
                  </a:lnTo>
                  <a:lnTo>
                    <a:pt x="722376" y="364236"/>
                  </a:lnTo>
                  <a:lnTo>
                    <a:pt x="719078" y="314810"/>
                  </a:lnTo>
                  <a:lnTo>
                    <a:pt x="709474" y="267405"/>
                  </a:lnTo>
                  <a:lnTo>
                    <a:pt x="693992" y="222456"/>
                  </a:lnTo>
                  <a:lnTo>
                    <a:pt x="673063" y="180396"/>
                  </a:lnTo>
                  <a:lnTo>
                    <a:pt x="647118" y="141659"/>
                  </a:lnTo>
                  <a:lnTo>
                    <a:pt x="616586" y="106680"/>
                  </a:lnTo>
                  <a:lnTo>
                    <a:pt x="581899" y="75891"/>
                  </a:lnTo>
                  <a:lnTo>
                    <a:pt x="543486" y="49727"/>
                  </a:lnTo>
                  <a:lnTo>
                    <a:pt x="501778" y="28622"/>
                  </a:lnTo>
                  <a:lnTo>
                    <a:pt x="457206" y="13010"/>
                  </a:lnTo>
                  <a:lnTo>
                    <a:pt x="410199" y="332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2773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0" y="364236"/>
                  </a:moveTo>
                  <a:lnTo>
                    <a:pt x="3297" y="314810"/>
                  </a:lnTo>
                  <a:lnTo>
                    <a:pt x="12901" y="267405"/>
                  </a:lnTo>
                  <a:lnTo>
                    <a:pt x="28383" y="222456"/>
                  </a:lnTo>
                  <a:lnTo>
                    <a:pt x="49312" y="180396"/>
                  </a:lnTo>
                  <a:lnTo>
                    <a:pt x="75257" y="141659"/>
                  </a:lnTo>
                  <a:lnTo>
                    <a:pt x="105789" y="106680"/>
                  </a:lnTo>
                  <a:lnTo>
                    <a:pt x="140476" y="75891"/>
                  </a:lnTo>
                  <a:lnTo>
                    <a:pt x="178889" y="49727"/>
                  </a:lnTo>
                  <a:lnTo>
                    <a:pt x="220597" y="28622"/>
                  </a:lnTo>
                  <a:lnTo>
                    <a:pt x="265169" y="13010"/>
                  </a:lnTo>
                  <a:lnTo>
                    <a:pt x="312176" y="3324"/>
                  </a:lnTo>
                  <a:lnTo>
                    <a:pt x="361188" y="0"/>
                  </a:lnTo>
                  <a:lnTo>
                    <a:pt x="410199" y="3324"/>
                  </a:lnTo>
                  <a:lnTo>
                    <a:pt x="457206" y="13010"/>
                  </a:lnTo>
                  <a:lnTo>
                    <a:pt x="501778" y="28622"/>
                  </a:lnTo>
                  <a:lnTo>
                    <a:pt x="543486" y="49727"/>
                  </a:lnTo>
                  <a:lnTo>
                    <a:pt x="581899" y="75891"/>
                  </a:lnTo>
                  <a:lnTo>
                    <a:pt x="616586" y="106680"/>
                  </a:lnTo>
                  <a:lnTo>
                    <a:pt x="647118" y="141659"/>
                  </a:lnTo>
                  <a:lnTo>
                    <a:pt x="673063" y="180396"/>
                  </a:lnTo>
                  <a:lnTo>
                    <a:pt x="693992" y="222456"/>
                  </a:lnTo>
                  <a:lnTo>
                    <a:pt x="709474" y="267405"/>
                  </a:lnTo>
                  <a:lnTo>
                    <a:pt x="719078" y="314810"/>
                  </a:lnTo>
                  <a:lnTo>
                    <a:pt x="722376" y="364236"/>
                  </a:lnTo>
                  <a:lnTo>
                    <a:pt x="719078" y="413661"/>
                  </a:lnTo>
                  <a:lnTo>
                    <a:pt x="709474" y="461066"/>
                  </a:lnTo>
                  <a:lnTo>
                    <a:pt x="693992" y="506015"/>
                  </a:lnTo>
                  <a:lnTo>
                    <a:pt x="673063" y="548075"/>
                  </a:lnTo>
                  <a:lnTo>
                    <a:pt x="647118" y="586812"/>
                  </a:lnTo>
                  <a:lnTo>
                    <a:pt x="616586" y="621792"/>
                  </a:lnTo>
                  <a:lnTo>
                    <a:pt x="581899" y="652580"/>
                  </a:lnTo>
                  <a:lnTo>
                    <a:pt x="543486" y="678744"/>
                  </a:lnTo>
                  <a:lnTo>
                    <a:pt x="501778" y="699849"/>
                  </a:lnTo>
                  <a:lnTo>
                    <a:pt x="457206" y="715461"/>
                  </a:lnTo>
                  <a:lnTo>
                    <a:pt x="410199" y="725147"/>
                  </a:lnTo>
                  <a:lnTo>
                    <a:pt x="361188" y="728472"/>
                  </a:lnTo>
                  <a:lnTo>
                    <a:pt x="312176" y="725147"/>
                  </a:lnTo>
                  <a:lnTo>
                    <a:pt x="265169" y="715461"/>
                  </a:lnTo>
                  <a:lnTo>
                    <a:pt x="220597" y="699849"/>
                  </a:lnTo>
                  <a:lnTo>
                    <a:pt x="178889" y="678744"/>
                  </a:lnTo>
                  <a:lnTo>
                    <a:pt x="140476" y="652580"/>
                  </a:lnTo>
                  <a:lnTo>
                    <a:pt x="105789" y="621792"/>
                  </a:lnTo>
                  <a:lnTo>
                    <a:pt x="75257" y="586812"/>
                  </a:lnTo>
                  <a:lnTo>
                    <a:pt x="49312" y="548075"/>
                  </a:lnTo>
                  <a:lnTo>
                    <a:pt x="28383" y="506015"/>
                  </a:lnTo>
                  <a:lnTo>
                    <a:pt x="12901" y="461066"/>
                  </a:lnTo>
                  <a:lnTo>
                    <a:pt x="3297" y="413661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514596" y="2941121"/>
            <a:ext cx="105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𝑡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590796" y="3037133"/>
            <a:ext cx="11112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latin typeface="Cambria Math"/>
                <a:cs typeface="Cambria Math"/>
              </a:rPr>
              <a:t>0</a:t>
            </a:r>
            <a:endParaRPr sz="1150">
              <a:latin typeface="Cambria Math"/>
              <a:cs typeface="Cambria Math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5916548" y="2710942"/>
            <a:ext cx="2461260" cy="741680"/>
            <a:chOff x="5916548" y="2710942"/>
            <a:chExt cx="2461260" cy="741680"/>
          </a:xfrm>
        </p:grpSpPr>
        <p:sp>
          <p:nvSpPr>
            <p:cNvPr id="11" name="object 11" descr=""/>
            <p:cNvSpPr/>
            <p:nvPr/>
          </p:nvSpPr>
          <p:spPr>
            <a:xfrm>
              <a:off x="5926073" y="3082290"/>
              <a:ext cx="288925" cy="0"/>
            </a:xfrm>
            <a:custGeom>
              <a:avLst/>
              <a:gdLst/>
              <a:ahLst/>
              <a:cxnLst/>
              <a:rect l="l" t="t" r="r" b="b"/>
              <a:pathLst>
                <a:path w="288925" h="0">
                  <a:moveTo>
                    <a:pt x="0" y="0"/>
                  </a:moveTo>
                  <a:lnTo>
                    <a:pt x="288709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202080" y="304418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6489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361188" y="0"/>
                  </a:moveTo>
                  <a:lnTo>
                    <a:pt x="312176" y="3324"/>
                  </a:lnTo>
                  <a:lnTo>
                    <a:pt x="265169" y="13010"/>
                  </a:lnTo>
                  <a:lnTo>
                    <a:pt x="220597" y="28622"/>
                  </a:lnTo>
                  <a:lnTo>
                    <a:pt x="178889" y="49727"/>
                  </a:lnTo>
                  <a:lnTo>
                    <a:pt x="140476" y="75891"/>
                  </a:lnTo>
                  <a:lnTo>
                    <a:pt x="105789" y="106680"/>
                  </a:lnTo>
                  <a:lnTo>
                    <a:pt x="75257" y="141659"/>
                  </a:lnTo>
                  <a:lnTo>
                    <a:pt x="49312" y="180396"/>
                  </a:lnTo>
                  <a:lnTo>
                    <a:pt x="28383" y="222456"/>
                  </a:lnTo>
                  <a:lnTo>
                    <a:pt x="12901" y="267405"/>
                  </a:lnTo>
                  <a:lnTo>
                    <a:pt x="3297" y="314810"/>
                  </a:lnTo>
                  <a:lnTo>
                    <a:pt x="0" y="364236"/>
                  </a:lnTo>
                  <a:lnTo>
                    <a:pt x="3297" y="413661"/>
                  </a:lnTo>
                  <a:lnTo>
                    <a:pt x="12901" y="461066"/>
                  </a:lnTo>
                  <a:lnTo>
                    <a:pt x="28383" y="506015"/>
                  </a:lnTo>
                  <a:lnTo>
                    <a:pt x="49312" y="548075"/>
                  </a:lnTo>
                  <a:lnTo>
                    <a:pt x="75257" y="586812"/>
                  </a:lnTo>
                  <a:lnTo>
                    <a:pt x="105789" y="621792"/>
                  </a:lnTo>
                  <a:lnTo>
                    <a:pt x="140476" y="652580"/>
                  </a:lnTo>
                  <a:lnTo>
                    <a:pt x="178889" y="678744"/>
                  </a:lnTo>
                  <a:lnTo>
                    <a:pt x="220597" y="699849"/>
                  </a:lnTo>
                  <a:lnTo>
                    <a:pt x="265169" y="715461"/>
                  </a:lnTo>
                  <a:lnTo>
                    <a:pt x="312176" y="725147"/>
                  </a:lnTo>
                  <a:lnTo>
                    <a:pt x="361188" y="728472"/>
                  </a:lnTo>
                  <a:lnTo>
                    <a:pt x="410199" y="725147"/>
                  </a:lnTo>
                  <a:lnTo>
                    <a:pt x="457206" y="715461"/>
                  </a:lnTo>
                  <a:lnTo>
                    <a:pt x="501778" y="699849"/>
                  </a:lnTo>
                  <a:lnTo>
                    <a:pt x="543486" y="678744"/>
                  </a:lnTo>
                  <a:lnTo>
                    <a:pt x="581899" y="652580"/>
                  </a:lnTo>
                  <a:lnTo>
                    <a:pt x="616586" y="621792"/>
                  </a:lnTo>
                  <a:lnTo>
                    <a:pt x="647118" y="586812"/>
                  </a:lnTo>
                  <a:lnTo>
                    <a:pt x="673063" y="548075"/>
                  </a:lnTo>
                  <a:lnTo>
                    <a:pt x="693992" y="506015"/>
                  </a:lnTo>
                  <a:lnTo>
                    <a:pt x="709474" y="461066"/>
                  </a:lnTo>
                  <a:lnTo>
                    <a:pt x="719078" y="413661"/>
                  </a:lnTo>
                  <a:lnTo>
                    <a:pt x="722376" y="364236"/>
                  </a:lnTo>
                  <a:lnTo>
                    <a:pt x="719078" y="314810"/>
                  </a:lnTo>
                  <a:lnTo>
                    <a:pt x="709474" y="267405"/>
                  </a:lnTo>
                  <a:lnTo>
                    <a:pt x="693992" y="222456"/>
                  </a:lnTo>
                  <a:lnTo>
                    <a:pt x="673063" y="180396"/>
                  </a:lnTo>
                  <a:lnTo>
                    <a:pt x="647118" y="141659"/>
                  </a:lnTo>
                  <a:lnTo>
                    <a:pt x="616586" y="106680"/>
                  </a:lnTo>
                  <a:lnTo>
                    <a:pt x="581899" y="75891"/>
                  </a:lnTo>
                  <a:lnTo>
                    <a:pt x="543486" y="49727"/>
                  </a:lnTo>
                  <a:lnTo>
                    <a:pt x="501778" y="28622"/>
                  </a:lnTo>
                  <a:lnTo>
                    <a:pt x="457206" y="13010"/>
                  </a:lnTo>
                  <a:lnTo>
                    <a:pt x="410199" y="332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648955" y="271729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0" y="364236"/>
                  </a:moveTo>
                  <a:lnTo>
                    <a:pt x="3297" y="314810"/>
                  </a:lnTo>
                  <a:lnTo>
                    <a:pt x="12901" y="267405"/>
                  </a:lnTo>
                  <a:lnTo>
                    <a:pt x="28383" y="222456"/>
                  </a:lnTo>
                  <a:lnTo>
                    <a:pt x="49312" y="180396"/>
                  </a:lnTo>
                  <a:lnTo>
                    <a:pt x="75257" y="141659"/>
                  </a:lnTo>
                  <a:lnTo>
                    <a:pt x="105789" y="106680"/>
                  </a:lnTo>
                  <a:lnTo>
                    <a:pt x="140476" y="75891"/>
                  </a:lnTo>
                  <a:lnTo>
                    <a:pt x="178889" y="49727"/>
                  </a:lnTo>
                  <a:lnTo>
                    <a:pt x="220597" y="28622"/>
                  </a:lnTo>
                  <a:lnTo>
                    <a:pt x="265169" y="13010"/>
                  </a:lnTo>
                  <a:lnTo>
                    <a:pt x="312176" y="3324"/>
                  </a:lnTo>
                  <a:lnTo>
                    <a:pt x="361188" y="0"/>
                  </a:lnTo>
                  <a:lnTo>
                    <a:pt x="410199" y="3324"/>
                  </a:lnTo>
                  <a:lnTo>
                    <a:pt x="457206" y="13010"/>
                  </a:lnTo>
                  <a:lnTo>
                    <a:pt x="501778" y="28622"/>
                  </a:lnTo>
                  <a:lnTo>
                    <a:pt x="543486" y="49727"/>
                  </a:lnTo>
                  <a:lnTo>
                    <a:pt x="581899" y="75891"/>
                  </a:lnTo>
                  <a:lnTo>
                    <a:pt x="616586" y="106680"/>
                  </a:lnTo>
                  <a:lnTo>
                    <a:pt x="647118" y="141659"/>
                  </a:lnTo>
                  <a:lnTo>
                    <a:pt x="673063" y="180396"/>
                  </a:lnTo>
                  <a:lnTo>
                    <a:pt x="693992" y="222456"/>
                  </a:lnTo>
                  <a:lnTo>
                    <a:pt x="709474" y="267405"/>
                  </a:lnTo>
                  <a:lnTo>
                    <a:pt x="719078" y="314810"/>
                  </a:lnTo>
                  <a:lnTo>
                    <a:pt x="722376" y="364236"/>
                  </a:lnTo>
                  <a:lnTo>
                    <a:pt x="719078" y="413661"/>
                  </a:lnTo>
                  <a:lnTo>
                    <a:pt x="709474" y="461066"/>
                  </a:lnTo>
                  <a:lnTo>
                    <a:pt x="693992" y="506015"/>
                  </a:lnTo>
                  <a:lnTo>
                    <a:pt x="673063" y="548075"/>
                  </a:lnTo>
                  <a:lnTo>
                    <a:pt x="647118" y="586812"/>
                  </a:lnTo>
                  <a:lnTo>
                    <a:pt x="616586" y="621792"/>
                  </a:lnTo>
                  <a:lnTo>
                    <a:pt x="581899" y="652580"/>
                  </a:lnTo>
                  <a:lnTo>
                    <a:pt x="543486" y="678744"/>
                  </a:lnTo>
                  <a:lnTo>
                    <a:pt x="501778" y="699849"/>
                  </a:lnTo>
                  <a:lnTo>
                    <a:pt x="457206" y="715461"/>
                  </a:lnTo>
                  <a:lnTo>
                    <a:pt x="410199" y="725147"/>
                  </a:lnTo>
                  <a:lnTo>
                    <a:pt x="361188" y="728472"/>
                  </a:lnTo>
                  <a:lnTo>
                    <a:pt x="312176" y="725147"/>
                  </a:lnTo>
                  <a:lnTo>
                    <a:pt x="265169" y="715461"/>
                  </a:lnTo>
                  <a:lnTo>
                    <a:pt x="220597" y="699849"/>
                  </a:lnTo>
                  <a:lnTo>
                    <a:pt x="178889" y="678744"/>
                  </a:lnTo>
                  <a:lnTo>
                    <a:pt x="140476" y="652580"/>
                  </a:lnTo>
                  <a:lnTo>
                    <a:pt x="105789" y="621792"/>
                  </a:lnTo>
                  <a:lnTo>
                    <a:pt x="75257" y="586812"/>
                  </a:lnTo>
                  <a:lnTo>
                    <a:pt x="49312" y="548075"/>
                  </a:lnTo>
                  <a:lnTo>
                    <a:pt x="28383" y="506015"/>
                  </a:lnTo>
                  <a:lnTo>
                    <a:pt x="12901" y="461066"/>
                  </a:lnTo>
                  <a:lnTo>
                    <a:pt x="3297" y="413661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7245801" y="2357804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888032" y="2941121"/>
            <a:ext cx="105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𝑡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959659" y="3037133"/>
            <a:ext cx="11112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latin typeface="Cambria Math"/>
                <a:cs typeface="Cambria Math"/>
              </a:rPr>
              <a:t>1</a:t>
            </a:r>
            <a:endParaRPr sz="1150">
              <a:latin typeface="Cambria Math"/>
              <a:cs typeface="Cambria Math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6183480" y="2554812"/>
            <a:ext cx="2132330" cy="954405"/>
            <a:chOff x="6183480" y="2554812"/>
            <a:chExt cx="2132330" cy="954405"/>
          </a:xfrm>
        </p:grpSpPr>
        <p:sp>
          <p:nvSpPr>
            <p:cNvPr id="19" name="object 19" descr=""/>
            <p:cNvSpPr/>
            <p:nvPr/>
          </p:nvSpPr>
          <p:spPr>
            <a:xfrm>
              <a:off x="7711440" y="2781300"/>
              <a:ext cx="597535" cy="601980"/>
            </a:xfrm>
            <a:custGeom>
              <a:avLst/>
              <a:gdLst/>
              <a:ahLst/>
              <a:cxnLst/>
              <a:rect l="l" t="t" r="r" b="b"/>
              <a:pathLst>
                <a:path w="597534" h="601979">
                  <a:moveTo>
                    <a:pt x="0" y="300989"/>
                  </a:moveTo>
                  <a:lnTo>
                    <a:pt x="3909" y="252168"/>
                  </a:lnTo>
                  <a:lnTo>
                    <a:pt x="15227" y="205854"/>
                  </a:lnTo>
                  <a:lnTo>
                    <a:pt x="33340" y="162668"/>
                  </a:lnTo>
                  <a:lnTo>
                    <a:pt x="57631" y="123230"/>
                  </a:lnTo>
                  <a:lnTo>
                    <a:pt x="87487" y="88158"/>
                  </a:lnTo>
                  <a:lnTo>
                    <a:pt x="122291" y="58074"/>
                  </a:lnTo>
                  <a:lnTo>
                    <a:pt x="161430" y="33596"/>
                  </a:lnTo>
                  <a:lnTo>
                    <a:pt x="204289" y="15344"/>
                  </a:lnTo>
                  <a:lnTo>
                    <a:pt x="250251" y="3939"/>
                  </a:lnTo>
                  <a:lnTo>
                    <a:pt x="298704" y="0"/>
                  </a:lnTo>
                  <a:lnTo>
                    <a:pt x="347156" y="3939"/>
                  </a:lnTo>
                  <a:lnTo>
                    <a:pt x="393118" y="15344"/>
                  </a:lnTo>
                  <a:lnTo>
                    <a:pt x="435977" y="33596"/>
                  </a:lnTo>
                  <a:lnTo>
                    <a:pt x="475116" y="58074"/>
                  </a:lnTo>
                  <a:lnTo>
                    <a:pt x="509920" y="88158"/>
                  </a:lnTo>
                  <a:lnTo>
                    <a:pt x="539776" y="123230"/>
                  </a:lnTo>
                  <a:lnTo>
                    <a:pt x="564067" y="162668"/>
                  </a:lnTo>
                  <a:lnTo>
                    <a:pt x="582180" y="205854"/>
                  </a:lnTo>
                  <a:lnTo>
                    <a:pt x="593498" y="252168"/>
                  </a:lnTo>
                  <a:lnTo>
                    <a:pt x="597408" y="300989"/>
                  </a:lnTo>
                  <a:lnTo>
                    <a:pt x="593498" y="349811"/>
                  </a:lnTo>
                  <a:lnTo>
                    <a:pt x="582180" y="396125"/>
                  </a:lnTo>
                  <a:lnTo>
                    <a:pt x="564067" y="439311"/>
                  </a:lnTo>
                  <a:lnTo>
                    <a:pt x="539776" y="478749"/>
                  </a:lnTo>
                  <a:lnTo>
                    <a:pt x="509920" y="513821"/>
                  </a:lnTo>
                  <a:lnTo>
                    <a:pt x="475116" y="543905"/>
                  </a:lnTo>
                  <a:lnTo>
                    <a:pt x="435977" y="568383"/>
                  </a:lnTo>
                  <a:lnTo>
                    <a:pt x="393118" y="586635"/>
                  </a:lnTo>
                  <a:lnTo>
                    <a:pt x="347156" y="598040"/>
                  </a:lnTo>
                  <a:lnTo>
                    <a:pt x="298704" y="601979"/>
                  </a:lnTo>
                  <a:lnTo>
                    <a:pt x="250251" y="598040"/>
                  </a:lnTo>
                  <a:lnTo>
                    <a:pt x="204289" y="586635"/>
                  </a:lnTo>
                  <a:lnTo>
                    <a:pt x="161430" y="568383"/>
                  </a:lnTo>
                  <a:lnTo>
                    <a:pt x="122291" y="543905"/>
                  </a:lnTo>
                  <a:lnTo>
                    <a:pt x="87487" y="513821"/>
                  </a:lnTo>
                  <a:lnTo>
                    <a:pt x="57631" y="478749"/>
                  </a:lnTo>
                  <a:lnTo>
                    <a:pt x="33340" y="439311"/>
                  </a:lnTo>
                  <a:lnTo>
                    <a:pt x="15227" y="396125"/>
                  </a:lnTo>
                  <a:lnTo>
                    <a:pt x="3909" y="349811"/>
                  </a:lnTo>
                  <a:lnTo>
                    <a:pt x="0" y="30098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999368" y="3243265"/>
              <a:ext cx="684530" cy="256540"/>
            </a:xfrm>
            <a:custGeom>
              <a:avLst/>
              <a:gdLst/>
              <a:ahLst/>
              <a:cxnLst/>
              <a:rect l="l" t="t" r="r" b="b"/>
              <a:pathLst>
                <a:path w="684529" h="256539">
                  <a:moveTo>
                    <a:pt x="684123" y="0"/>
                  </a:moveTo>
                  <a:lnTo>
                    <a:pt x="675865" y="41028"/>
                  </a:lnTo>
                  <a:lnTo>
                    <a:pt x="660534" y="79685"/>
                  </a:lnTo>
                  <a:lnTo>
                    <a:pt x="638720" y="115574"/>
                  </a:lnTo>
                  <a:lnTo>
                    <a:pt x="611015" y="148299"/>
                  </a:lnTo>
                  <a:lnTo>
                    <a:pt x="578009" y="177466"/>
                  </a:lnTo>
                  <a:lnTo>
                    <a:pt x="540296" y="202679"/>
                  </a:lnTo>
                  <a:lnTo>
                    <a:pt x="498466" y="223542"/>
                  </a:lnTo>
                  <a:lnTo>
                    <a:pt x="453110" y="239660"/>
                  </a:lnTo>
                  <a:lnTo>
                    <a:pt x="404820" y="250637"/>
                  </a:lnTo>
                  <a:lnTo>
                    <a:pt x="354187" y="256078"/>
                  </a:lnTo>
                  <a:lnTo>
                    <a:pt x="301802" y="255587"/>
                  </a:lnTo>
                  <a:lnTo>
                    <a:pt x="250842" y="249163"/>
                  </a:lnTo>
                  <a:lnTo>
                    <a:pt x="202561" y="237219"/>
                  </a:lnTo>
                  <a:lnTo>
                    <a:pt x="157509" y="220173"/>
                  </a:lnTo>
                  <a:lnTo>
                    <a:pt x="116239" y="198443"/>
                  </a:lnTo>
                  <a:lnTo>
                    <a:pt x="79302" y="172449"/>
                  </a:lnTo>
                  <a:lnTo>
                    <a:pt x="47249" y="142609"/>
                  </a:lnTo>
                  <a:lnTo>
                    <a:pt x="20631" y="109340"/>
                  </a:lnTo>
                  <a:lnTo>
                    <a:pt x="0" y="7306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966583" y="3255275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4">
                  <a:moveTo>
                    <a:pt x="13944" y="0"/>
                  </a:moveTo>
                  <a:lnTo>
                    <a:pt x="0" y="84048"/>
                  </a:lnTo>
                  <a:lnTo>
                    <a:pt x="72809" y="61582"/>
                  </a:lnTo>
                  <a:lnTo>
                    <a:pt x="139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193005" y="2564337"/>
              <a:ext cx="363855" cy="335915"/>
            </a:xfrm>
            <a:custGeom>
              <a:avLst/>
              <a:gdLst/>
              <a:ahLst/>
              <a:cxnLst/>
              <a:rect l="l" t="t" r="r" b="b"/>
              <a:pathLst>
                <a:path w="363854" h="335914">
                  <a:moveTo>
                    <a:pt x="131375" y="335315"/>
                  </a:moveTo>
                  <a:lnTo>
                    <a:pt x="84961" y="314951"/>
                  </a:lnTo>
                  <a:lnTo>
                    <a:pt x="47456" y="285434"/>
                  </a:lnTo>
                  <a:lnTo>
                    <a:pt x="20020" y="248839"/>
                  </a:lnTo>
                  <a:lnTo>
                    <a:pt x="3815" y="207243"/>
                  </a:lnTo>
                  <a:lnTo>
                    <a:pt x="0" y="162724"/>
                  </a:lnTo>
                  <a:lnTo>
                    <a:pt x="9735" y="117357"/>
                  </a:lnTo>
                  <a:lnTo>
                    <a:pt x="32527" y="75894"/>
                  </a:lnTo>
                  <a:lnTo>
                    <a:pt x="65570" y="42391"/>
                  </a:lnTo>
                  <a:lnTo>
                    <a:pt x="106537" y="17883"/>
                  </a:lnTo>
                  <a:lnTo>
                    <a:pt x="153104" y="3407"/>
                  </a:lnTo>
                  <a:lnTo>
                    <a:pt x="202942" y="0"/>
                  </a:lnTo>
                  <a:lnTo>
                    <a:pt x="253727" y="8696"/>
                  </a:lnTo>
                  <a:lnTo>
                    <a:pt x="287997" y="22372"/>
                  </a:lnTo>
                  <a:lnTo>
                    <a:pt x="318138" y="41338"/>
                  </a:lnTo>
                  <a:lnTo>
                    <a:pt x="343503" y="64882"/>
                  </a:lnTo>
                  <a:lnTo>
                    <a:pt x="363443" y="92287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516326" y="2632330"/>
              <a:ext cx="72390" cy="84455"/>
            </a:xfrm>
            <a:custGeom>
              <a:avLst/>
              <a:gdLst/>
              <a:ahLst/>
              <a:cxnLst/>
              <a:rect l="l" t="t" r="r" b="b"/>
              <a:pathLst>
                <a:path w="72390" h="84455">
                  <a:moveTo>
                    <a:pt x="72072" y="0"/>
                  </a:moveTo>
                  <a:lnTo>
                    <a:pt x="0" y="24739"/>
                  </a:lnTo>
                  <a:lnTo>
                    <a:pt x="60769" y="84442"/>
                  </a:lnTo>
                  <a:lnTo>
                    <a:pt x="720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6978904" y="2668292"/>
              <a:ext cx="684530" cy="257175"/>
            </a:xfrm>
            <a:custGeom>
              <a:avLst/>
              <a:gdLst/>
              <a:ahLst/>
              <a:cxnLst/>
              <a:rect l="l" t="t" r="r" b="b"/>
              <a:pathLst>
                <a:path w="684529" h="257175">
                  <a:moveTo>
                    <a:pt x="0" y="256832"/>
                  </a:moveTo>
                  <a:lnTo>
                    <a:pt x="8244" y="215688"/>
                  </a:lnTo>
                  <a:lnTo>
                    <a:pt x="23563" y="176922"/>
                  </a:lnTo>
                  <a:lnTo>
                    <a:pt x="45367" y="140931"/>
                  </a:lnTo>
                  <a:lnTo>
                    <a:pt x="73063" y="108112"/>
                  </a:lnTo>
                  <a:lnTo>
                    <a:pt x="106060" y="78861"/>
                  </a:lnTo>
                  <a:lnTo>
                    <a:pt x="143766" y="53573"/>
                  </a:lnTo>
                  <a:lnTo>
                    <a:pt x="185591" y="32647"/>
                  </a:lnTo>
                  <a:lnTo>
                    <a:pt x="230942" y="16479"/>
                  </a:lnTo>
                  <a:lnTo>
                    <a:pt x="279229" y="5464"/>
                  </a:lnTo>
                  <a:lnTo>
                    <a:pt x="329860" y="0"/>
                  </a:lnTo>
                  <a:lnTo>
                    <a:pt x="382244" y="482"/>
                  </a:lnTo>
                  <a:lnTo>
                    <a:pt x="433291" y="6929"/>
                  </a:lnTo>
                  <a:lnTo>
                    <a:pt x="481649" y="18929"/>
                  </a:lnTo>
                  <a:lnTo>
                    <a:pt x="526765" y="36061"/>
                  </a:lnTo>
                  <a:lnTo>
                    <a:pt x="568085" y="57904"/>
                  </a:lnTo>
                  <a:lnTo>
                    <a:pt x="605055" y="84034"/>
                  </a:lnTo>
                  <a:lnTo>
                    <a:pt x="637121" y="114030"/>
                  </a:lnTo>
                  <a:lnTo>
                    <a:pt x="663729" y="147471"/>
                  </a:lnTo>
                  <a:lnTo>
                    <a:pt x="684326" y="18393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623139" y="2829092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5">
                  <a:moveTo>
                    <a:pt x="72859" y="0"/>
                  </a:moveTo>
                  <a:lnTo>
                    <a:pt x="0" y="22313"/>
                  </a:lnTo>
                  <a:lnTo>
                    <a:pt x="58750" y="84023"/>
                  </a:lnTo>
                  <a:lnTo>
                    <a:pt x="728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6078696" y="2319326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7195928" y="3502177"/>
            <a:ext cx="2527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𝑎,</a:t>
            </a:r>
            <a:r>
              <a:rPr dirty="0" sz="1200" spc="-50">
                <a:latin typeface="Cambria Math"/>
                <a:cs typeface="Cambria Math"/>
              </a:rPr>
              <a:t> 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9379966" y="2688082"/>
            <a:ext cx="735330" cy="741680"/>
            <a:chOff x="9379966" y="2688082"/>
            <a:chExt cx="735330" cy="741680"/>
          </a:xfrm>
        </p:grpSpPr>
        <p:sp>
          <p:nvSpPr>
            <p:cNvPr id="29" name="object 29" descr=""/>
            <p:cNvSpPr/>
            <p:nvPr/>
          </p:nvSpPr>
          <p:spPr>
            <a:xfrm>
              <a:off x="9386316" y="269443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361188" y="0"/>
                  </a:moveTo>
                  <a:lnTo>
                    <a:pt x="312176" y="3324"/>
                  </a:lnTo>
                  <a:lnTo>
                    <a:pt x="265169" y="13010"/>
                  </a:lnTo>
                  <a:lnTo>
                    <a:pt x="220597" y="28622"/>
                  </a:lnTo>
                  <a:lnTo>
                    <a:pt x="178889" y="49727"/>
                  </a:lnTo>
                  <a:lnTo>
                    <a:pt x="140476" y="75891"/>
                  </a:lnTo>
                  <a:lnTo>
                    <a:pt x="105789" y="106680"/>
                  </a:lnTo>
                  <a:lnTo>
                    <a:pt x="75257" y="141659"/>
                  </a:lnTo>
                  <a:lnTo>
                    <a:pt x="49312" y="180396"/>
                  </a:lnTo>
                  <a:lnTo>
                    <a:pt x="28383" y="222456"/>
                  </a:lnTo>
                  <a:lnTo>
                    <a:pt x="12901" y="267405"/>
                  </a:lnTo>
                  <a:lnTo>
                    <a:pt x="3297" y="314810"/>
                  </a:lnTo>
                  <a:lnTo>
                    <a:pt x="0" y="364236"/>
                  </a:lnTo>
                  <a:lnTo>
                    <a:pt x="3297" y="413661"/>
                  </a:lnTo>
                  <a:lnTo>
                    <a:pt x="12901" y="461066"/>
                  </a:lnTo>
                  <a:lnTo>
                    <a:pt x="28383" y="506015"/>
                  </a:lnTo>
                  <a:lnTo>
                    <a:pt x="49312" y="548075"/>
                  </a:lnTo>
                  <a:lnTo>
                    <a:pt x="75257" y="586812"/>
                  </a:lnTo>
                  <a:lnTo>
                    <a:pt x="105789" y="621792"/>
                  </a:lnTo>
                  <a:lnTo>
                    <a:pt x="140476" y="652580"/>
                  </a:lnTo>
                  <a:lnTo>
                    <a:pt x="178889" y="678744"/>
                  </a:lnTo>
                  <a:lnTo>
                    <a:pt x="220597" y="699849"/>
                  </a:lnTo>
                  <a:lnTo>
                    <a:pt x="265169" y="715461"/>
                  </a:lnTo>
                  <a:lnTo>
                    <a:pt x="312176" y="725147"/>
                  </a:lnTo>
                  <a:lnTo>
                    <a:pt x="361188" y="728472"/>
                  </a:lnTo>
                  <a:lnTo>
                    <a:pt x="410199" y="725147"/>
                  </a:lnTo>
                  <a:lnTo>
                    <a:pt x="457206" y="715461"/>
                  </a:lnTo>
                  <a:lnTo>
                    <a:pt x="501778" y="699849"/>
                  </a:lnTo>
                  <a:lnTo>
                    <a:pt x="543486" y="678744"/>
                  </a:lnTo>
                  <a:lnTo>
                    <a:pt x="581899" y="652580"/>
                  </a:lnTo>
                  <a:lnTo>
                    <a:pt x="616586" y="621792"/>
                  </a:lnTo>
                  <a:lnTo>
                    <a:pt x="647118" y="586812"/>
                  </a:lnTo>
                  <a:lnTo>
                    <a:pt x="673063" y="548075"/>
                  </a:lnTo>
                  <a:lnTo>
                    <a:pt x="693992" y="506015"/>
                  </a:lnTo>
                  <a:lnTo>
                    <a:pt x="709474" y="461066"/>
                  </a:lnTo>
                  <a:lnTo>
                    <a:pt x="719078" y="413661"/>
                  </a:lnTo>
                  <a:lnTo>
                    <a:pt x="722376" y="364236"/>
                  </a:lnTo>
                  <a:lnTo>
                    <a:pt x="719078" y="314810"/>
                  </a:lnTo>
                  <a:lnTo>
                    <a:pt x="709474" y="267405"/>
                  </a:lnTo>
                  <a:lnTo>
                    <a:pt x="693992" y="222456"/>
                  </a:lnTo>
                  <a:lnTo>
                    <a:pt x="673063" y="180396"/>
                  </a:lnTo>
                  <a:lnTo>
                    <a:pt x="647118" y="141659"/>
                  </a:lnTo>
                  <a:lnTo>
                    <a:pt x="616586" y="106680"/>
                  </a:lnTo>
                  <a:lnTo>
                    <a:pt x="581899" y="75891"/>
                  </a:lnTo>
                  <a:lnTo>
                    <a:pt x="543486" y="49727"/>
                  </a:lnTo>
                  <a:lnTo>
                    <a:pt x="501778" y="28622"/>
                  </a:lnTo>
                  <a:lnTo>
                    <a:pt x="457206" y="13010"/>
                  </a:lnTo>
                  <a:lnTo>
                    <a:pt x="410199" y="332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9386316" y="269443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0" y="364236"/>
                  </a:moveTo>
                  <a:lnTo>
                    <a:pt x="3297" y="314810"/>
                  </a:lnTo>
                  <a:lnTo>
                    <a:pt x="12901" y="267405"/>
                  </a:lnTo>
                  <a:lnTo>
                    <a:pt x="28383" y="222456"/>
                  </a:lnTo>
                  <a:lnTo>
                    <a:pt x="49312" y="180396"/>
                  </a:lnTo>
                  <a:lnTo>
                    <a:pt x="75257" y="141659"/>
                  </a:lnTo>
                  <a:lnTo>
                    <a:pt x="105789" y="106680"/>
                  </a:lnTo>
                  <a:lnTo>
                    <a:pt x="140476" y="75891"/>
                  </a:lnTo>
                  <a:lnTo>
                    <a:pt x="178889" y="49727"/>
                  </a:lnTo>
                  <a:lnTo>
                    <a:pt x="220597" y="28622"/>
                  </a:lnTo>
                  <a:lnTo>
                    <a:pt x="265169" y="13010"/>
                  </a:lnTo>
                  <a:lnTo>
                    <a:pt x="312176" y="3324"/>
                  </a:lnTo>
                  <a:lnTo>
                    <a:pt x="361188" y="0"/>
                  </a:lnTo>
                  <a:lnTo>
                    <a:pt x="410199" y="3324"/>
                  </a:lnTo>
                  <a:lnTo>
                    <a:pt x="457206" y="13010"/>
                  </a:lnTo>
                  <a:lnTo>
                    <a:pt x="501778" y="28622"/>
                  </a:lnTo>
                  <a:lnTo>
                    <a:pt x="543486" y="49727"/>
                  </a:lnTo>
                  <a:lnTo>
                    <a:pt x="581899" y="75891"/>
                  </a:lnTo>
                  <a:lnTo>
                    <a:pt x="616586" y="106680"/>
                  </a:lnTo>
                  <a:lnTo>
                    <a:pt x="647118" y="141659"/>
                  </a:lnTo>
                  <a:lnTo>
                    <a:pt x="673063" y="180396"/>
                  </a:lnTo>
                  <a:lnTo>
                    <a:pt x="693992" y="222456"/>
                  </a:lnTo>
                  <a:lnTo>
                    <a:pt x="709474" y="267405"/>
                  </a:lnTo>
                  <a:lnTo>
                    <a:pt x="719078" y="314810"/>
                  </a:lnTo>
                  <a:lnTo>
                    <a:pt x="722376" y="364236"/>
                  </a:lnTo>
                  <a:lnTo>
                    <a:pt x="719078" y="413661"/>
                  </a:lnTo>
                  <a:lnTo>
                    <a:pt x="709474" y="461066"/>
                  </a:lnTo>
                  <a:lnTo>
                    <a:pt x="693992" y="506015"/>
                  </a:lnTo>
                  <a:lnTo>
                    <a:pt x="673063" y="548075"/>
                  </a:lnTo>
                  <a:lnTo>
                    <a:pt x="647118" y="586812"/>
                  </a:lnTo>
                  <a:lnTo>
                    <a:pt x="616586" y="621792"/>
                  </a:lnTo>
                  <a:lnTo>
                    <a:pt x="581899" y="652580"/>
                  </a:lnTo>
                  <a:lnTo>
                    <a:pt x="543486" y="678744"/>
                  </a:lnTo>
                  <a:lnTo>
                    <a:pt x="501778" y="699849"/>
                  </a:lnTo>
                  <a:lnTo>
                    <a:pt x="457206" y="715461"/>
                  </a:lnTo>
                  <a:lnTo>
                    <a:pt x="410199" y="725147"/>
                  </a:lnTo>
                  <a:lnTo>
                    <a:pt x="361188" y="728472"/>
                  </a:lnTo>
                  <a:lnTo>
                    <a:pt x="312176" y="725147"/>
                  </a:lnTo>
                  <a:lnTo>
                    <a:pt x="265169" y="715461"/>
                  </a:lnTo>
                  <a:lnTo>
                    <a:pt x="220597" y="699849"/>
                  </a:lnTo>
                  <a:lnTo>
                    <a:pt x="178889" y="678744"/>
                  </a:lnTo>
                  <a:lnTo>
                    <a:pt x="140476" y="652580"/>
                  </a:lnTo>
                  <a:lnTo>
                    <a:pt x="105789" y="621792"/>
                  </a:lnTo>
                  <a:lnTo>
                    <a:pt x="75257" y="586812"/>
                  </a:lnTo>
                  <a:lnTo>
                    <a:pt x="49312" y="548075"/>
                  </a:lnTo>
                  <a:lnTo>
                    <a:pt x="28383" y="506015"/>
                  </a:lnTo>
                  <a:lnTo>
                    <a:pt x="12901" y="461066"/>
                  </a:lnTo>
                  <a:lnTo>
                    <a:pt x="3297" y="413661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9599141" y="2918503"/>
            <a:ext cx="2349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9023984" y="2688082"/>
            <a:ext cx="2463165" cy="741680"/>
            <a:chOff x="9023984" y="2688082"/>
            <a:chExt cx="2463165" cy="741680"/>
          </a:xfrm>
        </p:grpSpPr>
        <p:sp>
          <p:nvSpPr>
            <p:cNvPr id="33" name="object 33" descr=""/>
            <p:cNvSpPr/>
            <p:nvPr/>
          </p:nvSpPr>
          <p:spPr>
            <a:xfrm>
              <a:off x="9033509" y="3059430"/>
              <a:ext cx="288925" cy="0"/>
            </a:xfrm>
            <a:custGeom>
              <a:avLst/>
              <a:gdLst/>
              <a:ahLst/>
              <a:cxnLst/>
              <a:rect l="l" t="t" r="r" b="b"/>
              <a:pathLst>
                <a:path w="288925" h="0">
                  <a:moveTo>
                    <a:pt x="0" y="0"/>
                  </a:moveTo>
                  <a:lnTo>
                    <a:pt x="288709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9309515" y="302132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0757915" y="269443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361188" y="0"/>
                  </a:moveTo>
                  <a:lnTo>
                    <a:pt x="312176" y="3324"/>
                  </a:lnTo>
                  <a:lnTo>
                    <a:pt x="265169" y="13010"/>
                  </a:lnTo>
                  <a:lnTo>
                    <a:pt x="220597" y="28622"/>
                  </a:lnTo>
                  <a:lnTo>
                    <a:pt x="178889" y="49727"/>
                  </a:lnTo>
                  <a:lnTo>
                    <a:pt x="140476" y="75891"/>
                  </a:lnTo>
                  <a:lnTo>
                    <a:pt x="105789" y="106680"/>
                  </a:lnTo>
                  <a:lnTo>
                    <a:pt x="75257" y="141659"/>
                  </a:lnTo>
                  <a:lnTo>
                    <a:pt x="49312" y="180396"/>
                  </a:lnTo>
                  <a:lnTo>
                    <a:pt x="28383" y="222456"/>
                  </a:lnTo>
                  <a:lnTo>
                    <a:pt x="12901" y="267405"/>
                  </a:lnTo>
                  <a:lnTo>
                    <a:pt x="3297" y="314810"/>
                  </a:lnTo>
                  <a:lnTo>
                    <a:pt x="0" y="364236"/>
                  </a:lnTo>
                  <a:lnTo>
                    <a:pt x="3297" y="413661"/>
                  </a:lnTo>
                  <a:lnTo>
                    <a:pt x="12901" y="461066"/>
                  </a:lnTo>
                  <a:lnTo>
                    <a:pt x="28383" y="506015"/>
                  </a:lnTo>
                  <a:lnTo>
                    <a:pt x="49312" y="548075"/>
                  </a:lnTo>
                  <a:lnTo>
                    <a:pt x="75257" y="586812"/>
                  </a:lnTo>
                  <a:lnTo>
                    <a:pt x="105789" y="621792"/>
                  </a:lnTo>
                  <a:lnTo>
                    <a:pt x="140476" y="652580"/>
                  </a:lnTo>
                  <a:lnTo>
                    <a:pt x="178889" y="678744"/>
                  </a:lnTo>
                  <a:lnTo>
                    <a:pt x="220597" y="699849"/>
                  </a:lnTo>
                  <a:lnTo>
                    <a:pt x="265169" y="715461"/>
                  </a:lnTo>
                  <a:lnTo>
                    <a:pt x="312176" y="725147"/>
                  </a:lnTo>
                  <a:lnTo>
                    <a:pt x="361188" y="728472"/>
                  </a:lnTo>
                  <a:lnTo>
                    <a:pt x="410199" y="725147"/>
                  </a:lnTo>
                  <a:lnTo>
                    <a:pt x="457206" y="715461"/>
                  </a:lnTo>
                  <a:lnTo>
                    <a:pt x="501778" y="699849"/>
                  </a:lnTo>
                  <a:lnTo>
                    <a:pt x="543486" y="678744"/>
                  </a:lnTo>
                  <a:lnTo>
                    <a:pt x="581899" y="652580"/>
                  </a:lnTo>
                  <a:lnTo>
                    <a:pt x="616586" y="621792"/>
                  </a:lnTo>
                  <a:lnTo>
                    <a:pt x="647118" y="586812"/>
                  </a:lnTo>
                  <a:lnTo>
                    <a:pt x="673063" y="548075"/>
                  </a:lnTo>
                  <a:lnTo>
                    <a:pt x="693992" y="506015"/>
                  </a:lnTo>
                  <a:lnTo>
                    <a:pt x="709474" y="461066"/>
                  </a:lnTo>
                  <a:lnTo>
                    <a:pt x="719078" y="413661"/>
                  </a:lnTo>
                  <a:lnTo>
                    <a:pt x="722376" y="364236"/>
                  </a:lnTo>
                  <a:lnTo>
                    <a:pt x="719078" y="314810"/>
                  </a:lnTo>
                  <a:lnTo>
                    <a:pt x="709474" y="267405"/>
                  </a:lnTo>
                  <a:lnTo>
                    <a:pt x="693992" y="222456"/>
                  </a:lnTo>
                  <a:lnTo>
                    <a:pt x="673063" y="180396"/>
                  </a:lnTo>
                  <a:lnTo>
                    <a:pt x="647118" y="141659"/>
                  </a:lnTo>
                  <a:lnTo>
                    <a:pt x="616586" y="106680"/>
                  </a:lnTo>
                  <a:lnTo>
                    <a:pt x="581899" y="75891"/>
                  </a:lnTo>
                  <a:lnTo>
                    <a:pt x="543486" y="49727"/>
                  </a:lnTo>
                  <a:lnTo>
                    <a:pt x="501778" y="28622"/>
                  </a:lnTo>
                  <a:lnTo>
                    <a:pt x="457206" y="13010"/>
                  </a:lnTo>
                  <a:lnTo>
                    <a:pt x="410199" y="3324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0757915" y="2694432"/>
              <a:ext cx="722630" cy="728980"/>
            </a:xfrm>
            <a:custGeom>
              <a:avLst/>
              <a:gdLst/>
              <a:ahLst/>
              <a:cxnLst/>
              <a:rect l="l" t="t" r="r" b="b"/>
              <a:pathLst>
                <a:path w="722629" h="728979">
                  <a:moveTo>
                    <a:pt x="0" y="364236"/>
                  </a:moveTo>
                  <a:lnTo>
                    <a:pt x="3297" y="314810"/>
                  </a:lnTo>
                  <a:lnTo>
                    <a:pt x="12901" y="267405"/>
                  </a:lnTo>
                  <a:lnTo>
                    <a:pt x="28383" y="222456"/>
                  </a:lnTo>
                  <a:lnTo>
                    <a:pt x="49312" y="180396"/>
                  </a:lnTo>
                  <a:lnTo>
                    <a:pt x="75257" y="141659"/>
                  </a:lnTo>
                  <a:lnTo>
                    <a:pt x="105789" y="106680"/>
                  </a:lnTo>
                  <a:lnTo>
                    <a:pt x="140476" y="75891"/>
                  </a:lnTo>
                  <a:lnTo>
                    <a:pt x="178889" y="49727"/>
                  </a:lnTo>
                  <a:lnTo>
                    <a:pt x="220597" y="28622"/>
                  </a:lnTo>
                  <a:lnTo>
                    <a:pt x="265169" y="13010"/>
                  </a:lnTo>
                  <a:lnTo>
                    <a:pt x="312176" y="3324"/>
                  </a:lnTo>
                  <a:lnTo>
                    <a:pt x="361188" y="0"/>
                  </a:lnTo>
                  <a:lnTo>
                    <a:pt x="410199" y="3324"/>
                  </a:lnTo>
                  <a:lnTo>
                    <a:pt x="457206" y="13010"/>
                  </a:lnTo>
                  <a:lnTo>
                    <a:pt x="501778" y="28622"/>
                  </a:lnTo>
                  <a:lnTo>
                    <a:pt x="543486" y="49727"/>
                  </a:lnTo>
                  <a:lnTo>
                    <a:pt x="581899" y="75891"/>
                  </a:lnTo>
                  <a:lnTo>
                    <a:pt x="616586" y="106680"/>
                  </a:lnTo>
                  <a:lnTo>
                    <a:pt x="647118" y="141659"/>
                  </a:lnTo>
                  <a:lnTo>
                    <a:pt x="673063" y="180396"/>
                  </a:lnTo>
                  <a:lnTo>
                    <a:pt x="693992" y="222456"/>
                  </a:lnTo>
                  <a:lnTo>
                    <a:pt x="709474" y="267405"/>
                  </a:lnTo>
                  <a:lnTo>
                    <a:pt x="719078" y="314810"/>
                  </a:lnTo>
                  <a:lnTo>
                    <a:pt x="722376" y="364236"/>
                  </a:lnTo>
                  <a:lnTo>
                    <a:pt x="719078" y="413661"/>
                  </a:lnTo>
                  <a:lnTo>
                    <a:pt x="709474" y="461066"/>
                  </a:lnTo>
                  <a:lnTo>
                    <a:pt x="693992" y="506015"/>
                  </a:lnTo>
                  <a:lnTo>
                    <a:pt x="673063" y="548075"/>
                  </a:lnTo>
                  <a:lnTo>
                    <a:pt x="647118" y="586812"/>
                  </a:lnTo>
                  <a:lnTo>
                    <a:pt x="616586" y="621792"/>
                  </a:lnTo>
                  <a:lnTo>
                    <a:pt x="581899" y="652580"/>
                  </a:lnTo>
                  <a:lnTo>
                    <a:pt x="543486" y="678744"/>
                  </a:lnTo>
                  <a:lnTo>
                    <a:pt x="501778" y="699849"/>
                  </a:lnTo>
                  <a:lnTo>
                    <a:pt x="457206" y="715461"/>
                  </a:lnTo>
                  <a:lnTo>
                    <a:pt x="410199" y="725147"/>
                  </a:lnTo>
                  <a:lnTo>
                    <a:pt x="361188" y="728472"/>
                  </a:lnTo>
                  <a:lnTo>
                    <a:pt x="312176" y="725147"/>
                  </a:lnTo>
                  <a:lnTo>
                    <a:pt x="265169" y="715461"/>
                  </a:lnTo>
                  <a:lnTo>
                    <a:pt x="220597" y="699849"/>
                  </a:lnTo>
                  <a:lnTo>
                    <a:pt x="178889" y="678744"/>
                  </a:lnTo>
                  <a:lnTo>
                    <a:pt x="140476" y="652580"/>
                  </a:lnTo>
                  <a:lnTo>
                    <a:pt x="105789" y="621792"/>
                  </a:lnTo>
                  <a:lnTo>
                    <a:pt x="75257" y="586812"/>
                  </a:lnTo>
                  <a:lnTo>
                    <a:pt x="49312" y="548075"/>
                  </a:lnTo>
                  <a:lnTo>
                    <a:pt x="28383" y="506015"/>
                  </a:lnTo>
                  <a:lnTo>
                    <a:pt x="12901" y="461066"/>
                  </a:lnTo>
                  <a:lnTo>
                    <a:pt x="3297" y="413661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11320207" y="2215814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0974100" y="2918503"/>
            <a:ext cx="23050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10075543" y="2473729"/>
            <a:ext cx="1425575" cy="1012825"/>
            <a:chOff x="10075543" y="2473729"/>
            <a:chExt cx="1425575" cy="1012825"/>
          </a:xfrm>
        </p:grpSpPr>
        <p:sp>
          <p:nvSpPr>
            <p:cNvPr id="40" name="object 40" descr=""/>
            <p:cNvSpPr/>
            <p:nvPr/>
          </p:nvSpPr>
          <p:spPr>
            <a:xfrm>
              <a:off x="10820400" y="2758440"/>
              <a:ext cx="597535" cy="601980"/>
            </a:xfrm>
            <a:custGeom>
              <a:avLst/>
              <a:gdLst/>
              <a:ahLst/>
              <a:cxnLst/>
              <a:rect l="l" t="t" r="r" b="b"/>
              <a:pathLst>
                <a:path w="597534" h="601979">
                  <a:moveTo>
                    <a:pt x="0" y="300989"/>
                  </a:moveTo>
                  <a:lnTo>
                    <a:pt x="3909" y="252168"/>
                  </a:lnTo>
                  <a:lnTo>
                    <a:pt x="15227" y="205854"/>
                  </a:lnTo>
                  <a:lnTo>
                    <a:pt x="33340" y="162668"/>
                  </a:lnTo>
                  <a:lnTo>
                    <a:pt x="57631" y="123230"/>
                  </a:lnTo>
                  <a:lnTo>
                    <a:pt x="87487" y="88158"/>
                  </a:lnTo>
                  <a:lnTo>
                    <a:pt x="122291" y="58074"/>
                  </a:lnTo>
                  <a:lnTo>
                    <a:pt x="161430" y="33596"/>
                  </a:lnTo>
                  <a:lnTo>
                    <a:pt x="204289" y="15344"/>
                  </a:lnTo>
                  <a:lnTo>
                    <a:pt x="250251" y="3939"/>
                  </a:lnTo>
                  <a:lnTo>
                    <a:pt x="298704" y="0"/>
                  </a:lnTo>
                  <a:lnTo>
                    <a:pt x="347156" y="3939"/>
                  </a:lnTo>
                  <a:lnTo>
                    <a:pt x="393118" y="15344"/>
                  </a:lnTo>
                  <a:lnTo>
                    <a:pt x="435977" y="33596"/>
                  </a:lnTo>
                  <a:lnTo>
                    <a:pt x="475116" y="58074"/>
                  </a:lnTo>
                  <a:lnTo>
                    <a:pt x="509920" y="88158"/>
                  </a:lnTo>
                  <a:lnTo>
                    <a:pt x="539776" y="123230"/>
                  </a:lnTo>
                  <a:lnTo>
                    <a:pt x="564067" y="162668"/>
                  </a:lnTo>
                  <a:lnTo>
                    <a:pt x="582180" y="205854"/>
                  </a:lnTo>
                  <a:lnTo>
                    <a:pt x="593498" y="252168"/>
                  </a:lnTo>
                  <a:lnTo>
                    <a:pt x="597408" y="300989"/>
                  </a:lnTo>
                  <a:lnTo>
                    <a:pt x="593498" y="349811"/>
                  </a:lnTo>
                  <a:lnTo>
                    <a:pt x="582180" y="396125"/>
                  </a:lnTo>
                  <a:lnTo>
                    <a:pt x="564067" y="439311"/>
                  </a:lnTo>
                  <a:lnTo>
                    <a:pt x="539776" y="478749"/>
                  </a:lnTo>
                  <a:lnTo>
                    <a:pt x="509920" y="513821"/>
                  </a:lnTo>
                  <a:lnTo>
                    <a:pt x="475116" y="543905"/>
                  </a:lnTo>
                  <a:lnTo>
                    <a:pt x="435977" y="568383"/>
                  </a:lnTo>
                  <a:lnTo>
                    <a:pt x="393118" y="586635"/>
                  </a:lnTo>
                  <a:lnTo>
                    <a:pt x="347156" y="598040"/>
                  </a:lnTo>
                  <a:lnTo>
                    <a:pt x="298704" y="601979"/>
                  </a:lnTo>
                  <a:lnTo>
                    <a:pt x="250251" y="598040"/>
                  </a:lnTo>
                  <a:lnTo>
                    <a:pt x="204289" y="586635"/>
                  </a:lnTo>
                  <a:lnTo>
                    <a:pt x="161430" y="568383"/>
                  </a:lnTo>
                  <a:lnTo>
                    <a:pt x="122291" y="543905"/>
                  </a:lnTo>
                  <a:lnTo>
                    <a:pt x="87487" y="513821"/>
                  </a:lnTo>
                  <a:lnTo>
                    <a:pt x="57631" y="478749"/>
                  </a:lnTo>
                  <a:lnTo>
                    <a:pt x="33340" y="439311"/>
                  </a:lnTo>
                  <a:lnTo>
                    <a:pt x="15227" y="396125"/>
                  </a:lnTo>
                  <a:lnTo>
                    <a:pt x="3909" y="349811"/>
                  </a:lnTo>
                  <a:lnTo>
                    <a:pt x="0" y="30098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0108328" y="3220405"/>
              <a:ext cx="684530" cy="256540"/>
            </a:xfrm>
            <a:custGeom>
              <a:avLst/>
              <a:gdLst/>
              <a:ahLst/>
              <a:cxnLst/>
              <a:rect l="l" t="t" r="r" b="b"/>
              <a:pathLst>
                <a:path w="684529" h="256539">
                  <a:moveTo>
                    <a:pt x="684123" y="0"/>
                  </a:moveTo>
                  <a:lnTo>
                    <a:pt x="675865" y="41028"/>
                  </a:lnTo>
                  <a:lnTo>
                    <a:pt x="660534" y="79685"/>
                  </a:lnTo>
                  <a:lnTo>
                    <a:pt x="638720" y="115574"/>
                  </a:lnTo>
                  <a:lnTo>
                    <a:pt x="611015" y="148299"/>
                  </a:lnTo>
                  <a:lnTo>
                    <a:pt x="578009" y="177466"/>
                  </a:lnTo>
                  <a:lnTo>
                    <a:pt x="540296" y="202679"/>
                  </a:lnTo>
                  <a:lnTo>
                    <a:pt x="498466" y="223542"/>
                  </a:lnTo>
                  <a:lnTo>
                    <a:pt x="453110" y="239660"/>
                  </a:lnTo>
                  <a:lnTo>
                    <a:pt x="404820" y="250637"/>
                  </a:lnTo>
                  <a:lnTo>
                    <a:pt x="354187" y="256078"/>
                  </a:lnTo>
                  <a:lnTo>
                    <a:pt x="301802" y="255587"/>
                  </a:lnTo>
                  <a:lnTo>
                    <a:pt x="250842" y="249163"/>
                  </a:lnTo>
                  <a:lnTo>
                    <a:pt x="202561" y="237219"/>
                  </a:lnTo>
                  <a:lnTo>
                    <a:pt x="157509" y="220173"/>
                  </a:lnTo>
                  <a:lnTo>
                    <a:pt x="116239" y="198443"/>
                  </a:lnTo>
                  <a:lnTo>
                    <a:pt x="79302" y="172449"/>
                  </a:lnTo>
                  <a:lnTo>
                    <a:pt x="47249" y="142609"/>
                  </a:lnTo>
                  <a:lnTo>
                    <a:pt x="20631" y="109340"/>
                  </a:lnTo>
                  <a:lnTo>
                    <a:pt x="0" y="7306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0075543" y="3232415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4">
                  <a:moveTo>
                    <a:pt x="13944" y="0"/>
                  </a:moveTo>
                  <a:lnTo>
                    <a:pt x="0" y="84048"/>
                  </a:lnTo>
                  <a:lnTo>
                    <a:pt x="72809" y="61582"/>
                  </a:lnTo>
                  <a:lnTo>
                    <a:pt x="139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1132024" y="2483254"/>
              <a:ext cx="354965" cy="294640"/>
            </a:xfrm>
            <a:custGeom>
              <a:avLst/>
              <a:gdLst/>
              <a:ahLst/>
              <a:cxnLst/>
              <a:rect l="l" t="t" r="r" b="b"/>
              <a:pathLst>
                <a:path w="354965" h="294639">
                  <a:moveTo>
                    <a:pt x="5620" y="215131"/>
                  </a:moveTo>
                  <a:lnTo>
                    <a:pt x="0" y="164788"/>
                  </a:lnTo>
                  <a:lnTo>
                    <a:pt x="6750" y="117585"/>
                  </a:lnTo>
                  <a:lnTo>
                    <a:pt x="24654" y="75562"/>
                  </a:lnTo>
                  <a:lnTo>
                    <a:pt x="52496" y="40761"/>
                  </a:lnTo>
                  <a:lnTo>
                    <a:pt x="89059" y="15221"/>
                  </a:lnTo>
                  <a:lnTo>
                    <a:pt x="133128" y="983"/>
                  </a:lnTo>
                  <a:lnTo>
                    <a:pt x="180360" y="0"/>
                  </a:lnTo>
                  <a:lnTo>
                    <a:pt x="225840" y="11863"/>
                  </a:lnTo>
                  <a:lnTo>
                    <a:pt x="267510" y="35078"/>
                  </a:lnTo>
                  <a:lnTo>
                    <a:pt x="303310" y="68149"/>
                  </a:lnTo>
                  <a:lnTo>
                    <a:pt x="331181" y="109581"/>
                  </a:lnTo>
                  <a:lnTo>
                    <a:pt x="349066" y="157879"/>
                  </a:lnTo>
                  <a:lnTo>
                    <a:pt x="354384" y="194379"/>
                  </a:lnTo>
                  <a:lnTo>
                    <a:pt x="353066" y="229945"/>
                  </a:lnTo>
                  <a:lnTo>
                    <a:pt x="345405" y="263664"/>
                  </a:lnTo>
                  <a:lnTo>
                    <a:pt x="331692" y="29462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1422043" y="2743290"/>
              <a:ext cx="79375" cy="82550"/>
            </a:xfrm>
            <a:custGeom>
              <a:avLst/>
              <a:gdLst/>
              <a:ahLst/>
              <a:cxnLst/>
              <a:rect l="l" t="t" r="r" b="b"/>
              <a:pathLst>
                <a:path w="79375" h="82550">
                  <a:moveTo>
                    <a:pt x="21259" y="0"/>
                  </a:moveTo>
                  <a:lnTo>
                    <a:pt x="0" y="82499"/>
                  </a:lnTo>
                  <a:lnTo>
                    <a:pt x="78752" y="50012"/>
                  </a:lnTo>
                  <a:lnTo>
                    <a:pt x="212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0087864" y="2645432"/>
              <a:ext cx="684530" cy="257175"/>
            </a:xfrm>
            <a:custGeom>
              <a:avLst/>
              <a:gdLst/>
              <a:ahLst/>
              <a:cxnLst/>
              <a:rect l="l" t="t" r="r" b="b"/>
              <a:pathLst>
                <a:path w="684529" h="257175">
                  <a:moveTo>
                    <a:pt x="0" y="256832"/>
                  </a:moveTo>
                  <a:lnTo>
                    <a:pt x="8244" y="215688"/>
                  </a:lnTo>
                  <a:lnTo>
                    <a:pt x="23563" y="176922"/>
                  </a:lnTo>
                  <a:lnTo>
                    <a:pt x="45367" y="140931"/>
                  </a:lnTo>
                  <a:lnTo>
                    <a:pt x="73063" y="108112"/>
                  </a:lnTo>
                  <a:lnTo>
                    <a:pt x="106060" y="78861"/>
                  </a:lnTo>
                  <a:lnTo>
                    <a:pt x="143766" y="53573"/>
                  </a:lnTo>
                  <a:lnTo>
                    <a:pt x="185591" y="32647"/>
                  </a:lnTo>
                  <a:lnTo>
                    <a:pt x="230942" y="16479"/>
                  </a:lnTo>
                  <a:lnTo>
                    <a:pt x="279229" y="5464"/>
                  </a:lnTo>
                  <a:lnTo>
                    <a:pt x="329860" y="0"/>
                  </a:lnTo>
                  <a:lnTo>
                    <a:pt x="382244" y="482"/>
                  </a:lnTo>
                  <a:lnTo>
                    <a:pt x="433291" y="6929"/>
                  </a:lnTo>
                  <a:lnTo>
                    <a:pt x="481649" y="18929"/>
                  </a:lnTo>
                  <a:lnTo>
                    <a:pt x="526765" y="36061"/>
                  </a:lnTo>
                  <a:lnTo>
                    <a:pt x="568085" y="57904"/>
                  </a:lnTo>
                  <a:lnTo>
                    <a:pt x="605055" y="84034"/>
                  </a:lnTo>
                  <a:lnTo>
                    <a:pt x="637121" y="114030"/>
                  </a:lnTo>
                  <a:lnTo>
                    <a:pt x="663729" y="147471"/>
                  </a:lnTo>
                  <a:lnTo>
                    <a:pt x="684326" y="18393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0732099" y="2806232"/>
              <a:ext cx="73025" cy="84455"/>
            </a:xfrm>
            <a:custGeom>
              <a:avLst/>
              <a:gdLst/>
              <a:ahLst/>
              <a:cxnLst/>
              <a:rect l="l" t="t" r="r" b="b"/>
              <a:pathLst>
                <a:path w="73025" h="84455">
                  <a:moveTo>
                    <a:pt x="72859" y="0"/>
                  </a:moveTo>
                  <a:lnTo>
                    <a:pt x="0" y="22313"/>
                  </a:lnTo>
                  <a:lnTo>
                    <a:pt x="58750" y="84023"/>
                  </a:lnTo>
                  <a:lnTo>
                    <a:pt x="728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 txBox="1"/>
          <p:nvPr/>
        </p:nvSpPr>
        <p:spPr>
          <a:xfrm>
            <a:off x="10278579" y="2359919"/>
            <a:ext cx="2527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𝑎,</a:t>
            </a:r>
            <a:r>
              <a:rPr dirty="0" sz="1200" spc="-50">
                <a:latin typeface="Cambria Math"/>
                <a:cs typeface="Cambria Math"/>
              </a:rPr>
              <a:t> 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10382792" y="3468772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864108" y="4847844"/>
            <a:ext cx="3733800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19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85"/>
              </a:spcBef>
            </a:pPr>
            <a:r>
              <a:rPr dirty="0" sz="2400">
                <a:latin typeface="Franklin Gothic Medium"/>
                <a:cs typeface="Franklin Gothic Medium"/>
              </a:rPr>
              <a:t>Is</a:t>
            </a:r>
            <a:r>
              <a:rPr dirty="0" sz="2400" spc="-4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4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string</a:t>
            </a:r>
            <a:r>
              <a:rPr dirty="0" sz="2400" spc="-5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𝑤</a:t>
            </a:r>
            <a:r>
              <a:rPr dirty="0" sz="2400" spc="16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8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𝑎𝑏𝑎</a:t>
            </a:r>
            <a:r>
              <a:rPr dirty="0" sz="2400" spc="110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in</a:t>
            </a:r>
            <a:r>
              <a:rPr dirty="0" sz="2400" spc="-40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400" spc="-25">
                <a:latin typeface="Franklin Gothic Medium"/>
                <a:cs typeface="Franklin Gothic Medium"/>
              </a:rPr>
              <a:t>?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4727447" y="4847844"/>
            <a:ext cx="788035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19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85"/>
              </a:spcBef>
            </a:pPr>
            <a:r>
              <a:rPr dirty="0" sz="2400" spc="-20">
                <a:latin typeface="Franklin Gothic Medium"/>
                <a:cs typeface="Franklin Gothic Medium"/>
              </a:rPr>
              <a:t>Yes!</a:t>
            </a:r>
            <a:endParaRPr sz="2400">
              <a:latin typeface="Franklin Gothic Medium"/>
              <a:cs typeface="Franklin Gothic Medium"/>
            </a:endParaRPr>
          </a:p>
        </p:txBody>
      </p:sp>
      <p:grpSp>
        <p:nvGrpSpPr>
          <p:cNvPr id="51" name="object 51" descr=""/>
          <p:cNvGrpSpPr/>
          <p:nvPr/>
        </p:nvGrpSpPr>
        <p:grpSpPr>
          <a:xfrm>
            <a:off x="6272593" y="4049077"/>
            <a:ext cx="445770" cy="427355"/>
            <a:chOff x="6272593" y="4049077"/>
            <a:chExt cx="445770" cy="427355"/>
          </a:xfrm>
        </p:grpSpPr>
        <p:sp>
          <p:nvSpPr>
            <p:cNvPr id="52" name="object 52" descr=""/>
            <p:cNvSpPr/>
            <p:nvPr/>
          </p:nvSpPr>
          <p:spPr>
            <a:xfrm>
              <a:off x="6277355" y="4053840"/>
              <a:ext cx="436245" cy="417830"/>
            </a:xfrm>
            <a:custGeom>
              <a:avLst/>
              <a:gdLst/>
              <a:ahLst/>
              <a:cxnLst/>
              <a:rect l="l" t="t" r="r" b="b"/>
              <a:pathLst>
                <a:path w="436245" h="417829">
                  <a:moveTo>
                    <a:pt x="435864" y="0"/>
                  </a:moveTo>
                  <a:lnTo>
                    <a:pt x="0" y="0"/>
                  </a:lnTo>
                  <a:lnTo>
                    <a:pt x="0" y="417575"/>
                  </a:lnTo>
                  <a:lnTo>
                    <a:pt x="435864" y="417575"/>
                  </a:lnTo>
                  <a:lnTo>
                    <a:pt x="43586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6277355" y="4053840"/>
              <a:ext cx="436245" cy="417830"/>
            </a:xfrm>
            <a:custGeom>
              <a:avLst/>
              <a:gdLst/>
              <a:ahLst/>
              <a:cxnLst/>
              <a:rect l="l" t="t" r="r" b="b"/>
              <a:pathLst>
                <a:path w="436245" h="417829">
                  <a:moveTo>
                    <a:pt x="0" y="0"/>
                  </a:moveTo>
                  <a:lnTo>
                    <a:pt x="435864" y="0"/>
                  </a:lnTo>
                  <a:lnTo>
                    <a:pt x="435864" y="417575"/>
                  </a:lnTo>
                  <a:lnTo>
                    <a:pt x="0" y="41757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 descr=""/>
          <p:cNvSpPr txBox="1"/>
          <p:nvPr/>
        </p:nvSpPr>
        <p:spPr>
          <a:xfrm>
            <a:off x="6392489" y="4080133"/>
            <a:ext cx="1981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55" name="object 55" descr=""/>
          <p:cNvGrpSpPr/>
          <p:nvPr/>
        </p:nvGrpSpPr>
        <p:grpSpPr>
          <a:xfrm>
            <a:off x="7781290" y="5521197"/>
            <a:ext cx="890905" cy="898525"/>
            <a:chOff x="7781290" y="5521197"/>
            <a:chExt cx="890905" cy="898525"/>
          </a:xfrm>
        </p:grpSpPr>
        <p:sp>
          <p:nvSpPr>
            <p:cNvPr id="56" name="object 56" descr=""/>
            <p:cNvSpPr/>
            <p:nvPr/>
          </p:nvSpPr>
          <p:spPr>
            <a:xfrm>
              <a:off x="7787640" y="5527547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438912" y="0"/>
                  </a:moveTo>
                  <a:lnTo>
                    <a:pt x="391087" y="2597"/>
                  </a:lnTo>
                  <a:lnTo>
                    <a:pt x="344754" y="10211"/>
                  </a:lnTo>
                  <a:lnTo>
                    <a:pt x="300181" y="22569"/>
                  </a:lnTo>
                  <a:lnTo>
                    <a:pt x="257635" y="39404"/>
                  </a:lnTo>
                  <a:lnTo>
                    <a:pt x="217384" y="60443"/>
                  </a:lnTo>
                  <a:lnTo>
                    <a:pt x="179696" y="85418"/>
                  </a:lnTo>
                  <a:lnTo>
                    <a:pt x="144838" y="114058"/>
                  </a:lnTo>
                  <a:lnTo>
                    <a:pt x="113078" y="146093"/>
                  </a:lnTo>
                  <a:lnTo>
                    <a:pt x="84684" y="181254"/>
                  </a:lnTo>
                  <a:lnTo>
                    <a:pt x="59924" y="219269"/>
                  </a:lnTo>
                  <a:lnTo>
                    <a:pt x="39065" y="259870"/>
                  </a:lnTo>
                  <a:lnTo>
                    <a:pt x="22375" y="302785"/>
                  </a:lnTo>
                  <a:lnTo>
                    <a:pt x="10123" y="347746"/>
                  </a:lnTo>
                  <a:lnTo>
                    <a:pt x="2575" y="394481"/>
                  </a:lnTo>
                  <a:lnTo>
                    <a:pt x="0" y="442721"/>
                  </a:lnTo>
                  <a:lnTo>
                    <a:pt x="2575" y="490962"/>
                  </a:lnTo>
                  <a:lnTo>
                    <a:pt x="10123" y="537697"/>
                  </a:lnTo>
                  <a:lnTo>
                    <a:pt x="22375" y="582658"/>
                  </a:lnTo>
                  <a:lnTo>
                    <a:pt x="39065" y="625573"/>
                  </a:lnTo>
                  <a:lnTo>
                    <a:pt x="59924" y="666174"/>
                  </a:lnTo>
                  <a:lnTo>
                    <a:pt x="84684" y="704189"/>
                  </a:lnTo>
                  <a:lnTo>
                    <a:pt x="113078" y="739350"/>
                  </a:lnTo>
                  <a:lnTo>
                    <a:pt x="144838" y="771385"/>
                  </a:lnTo>
                  <a:lnTo>
                    <a:pt x="179696" y="800025"/>
                  </a:lnTo>
                  <a:lnTo>
                    <a:pt x="217384" y="825000"/>
                  </a:lnTo>
                  <a:lnTo>
                    <a:pt x="257635" y="846039"/>
                  </a:lnTo>
                  <a:lnTo>
                    <a:pt x="300181" y="862874"/>
                  </a:lnTo>
                  <a:lnTo>
                    <a:pt x="344754" y="875232"/>
                  </a:lnTo>
                  <a:lnTo>
                    <a:pt x="391087" y="882846"/>
                  </a:lnTo>
                  <a:lnTo>
                    <a:pt x="438912" y="885443"/>
                  </a:lnTo>
                  <a:lnTo>
                    <a:pt x="486736" y="882846"/>
                  </a:lnTo>
                  <a:lnTo>
                    <a:pt x="533069" y="875232"/>
                  </a:lnTo>
                  <a:lnTo>
                    <a:pt x="577642" y="862874"/>
                  </a:lnTo>
                  <a:lnTo>
                    <a:pt x="620188" y="846039"/>
                  </a:lnTo>
                  <a:lnTo>
                    <a:pt x="660439" y="825000"/>
                  </a:lnTo>
                  <a:lnTo>
                    <a:pt x="698127" y="800025"/>
                  </a:lnTo>
                  <a:lnTo>
                    <a:pt x="732985" y="771385"/>
                  </a:lnTo>
                  <a:lnTo>
                    <a:pt x="764745" y="739350"/>
                  </a:lnTo>
                  <a:lnTo>
                    <a:pt x="793139" y="704189"/>
                  </a:lnTo>
                  <a:lnTo>
                    <a:pt x="817899" y="666174"/>
                  </a:lnTo>
                  <a:lnTo>
                    <a:pt x="838758" y="625573"/>
                  </a:lnTo>
                  <a:lnTo>
                    <a:pt x="855448" y="582658"/>
                  </a:lnTo>
                  <a:lnTo>
                    <a:pt x="867700" y="537697"/>
                  </a:lnTo>
                  <a:lnTo>
                    <a:pt x="875248" y="490962"/>
                  </a:lnTo>
                  <a:lnTo>
                    <a:pt x="877824" y="442721"/>
                  </a:lnTo>
                  <a:lnTo>
                    <a:pt x="875248" y="394481"/>
                  </a:lnTo>
                  <a:lnTo>
                    <a:pt x="867700" y="347746"/>
                  </a:lnTo>
                  <a:lnTo>
                    <a:pt x="855448" y="302785"/>
                  </a:lnTo>
                  <a:lnTo>
                    <a:pt x="838758" y="259870"/>
                  </a:lnTo>
                  <a:lnTo>
                    <a:pt x="817899" y="219269"/>
                  </a:lnTo>
                  <a:lnTo>
                    <a:pt x="793139" y="181254"/>
                  </a:lnTo>
                  <a:lnTo>
                    <a:pt x="764745" y="146093"/>
                  </a:lnTo>
                  <a:lnTo>
                    <a:pt x="732985" y="114058"/>
                  </a:lnTo>
                  <a:lnTo>
                    <a:pt x="698127" y="85418"/>
                  </a:lnTo>
                  <a:lnTo>
                    <a:pt x="660439" y="60443"/>
                  </a:lnTo>
                  <a:lnTo>
                    <a:pt x="620188" y="39404"/>
                  </a:lnTo>
                  <a:lnTo>
                    <a:pt x="577642" y="22569"/>
                  </a:lnTo>
                  <a:lnTo>
                    <a:pt x="533069" y="10211"/>
                  </a:lnTo>
                  <a:lnTo>
                    <a:pt x="486736" y="2597"/>
                  </a:lnTo>
                  <a:lnTo>
                    <a:pt x="4389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7787640" y="5527547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0" y="442721"/>
                  </a:moveTo>
                  <a:lnTo>
                    <a:pt x="2575" y="394481"/>
                  </a:lnTo>
                  <a:lnTo>
                    <a:pt x="10123" y="347746"/>
                  </a:lnTo>
                  <a:lnTo>
                    <a:pt x="22375" y="302785"/>
                  </a:lnTo>
                  <a:lnTo>
                    <a:pt x="39065" y="259870"/>
                  </a:lnTo>
                  <a:lnTo>
                    <a:pt x="59924" y="219269"/>
                  </a:lnTo>
                  <a:lnTo>
                    <a:pt x="84684" y="181254"/>
                  </a:lnTo>
                  <a:lnTo>
                    <a:pt x="113078" y="146093"/>
                  </a:lnTo>
                  <a:lnTo>
                    <a:pt x="144838" y="114058"/>
                  </a:lnTo>
                  <a:lnTo>
                    <a:pt x="179696" y="85418"/>
                  </a:lnTo>
                  <a:lnTo>
                    <a:pt x="217384" y="60443"/>
                  </a:lnTo>
                  <a:lnTo>
                    <a:pt x="257635" y="39404"/>
                  </a:lnTo>
                  <a:lnTo>
                    <a:pt x="300181" y="22569"/>
                  </a:lnTo>
                  <a:lnTo>
                    <a:pt x="344754" y="10211"/>
                  </a:lnTo>
                  <a:lnTo>
                    <a:pt x="391087" y="2597"/>
                  </a:lnTo>
                  <a:lnTo>
                    <a:pt x="438912" y="0"/>
                  </a:lnTo>
                  <a:lnTo>
                    <a:pt x="486736" y="2597"/>
                  </a:lnTo>
                  <a:lnTo>
                    <a:pt x="533069" y="10211"/>
                  </a:lnTo>
                  <a:lnTo>
                    <a:pt x="577642" y="22569"/>
                  </a:lnTo>
                  <a:lnTo>
                    <a:pt x="620188" y="39404"/>
                  </a:lnTo>
                  <a:lnTo>
                    <a:pt x="660439" y="60443"/>
                  </a:lnTo>
                  <a:lnTo>
                    <a:pt x="698127" y="85418"/>
                  </a:lnTo>
                  <a:lnTo>
                    <a:pt x="732985" y="114058"/>
                  </a:lnTo>
                  <a:lnTo>
                    <a:pt x="764745" y="146093"/>
                  </a:lnTo>
                  <a:lnTo>
                    <a:pt x="793139" y="181254"/>
                  </a:lnTo>
                  <a:lnTo>
                    <a:pt x="817899" y="219269"/>
                  </a:lnTo>
                  <a:lnTo>
                    <a:pt x="838758" y="259870"/>
                  </a:lnTo>
                  <a:lnTo>
                    <a:pt x="855448" y="302785"/>
                  </a:lnTo>
                  <a:lnTo>
                    <a:pt x="867700" y="347746"/>
                  </a:lnTo>
                  <a:lnTo>
                    <a:pt x="875248" y="394481"/>
                  </a:lnTo>
                  <a:lnTo>
                    <a:pt x="877824" y="442721"/>
                  </a:lnTo>
                  <a:lnTo>
                    <a:pt x="875248" y="490962"/>
                  </a:lnTo>
                  <a:lnTo>
                    <a:pt x="867700" y="537697"/>
                  </a:lnTo>
                  <a:lnTo>
                    <a:pt x="855448" y="582658"/>
                  </a:lnTo>
                  <a:lnTo>
                    <a:pt x="838758" y="625573"/>
                  </a:lnTo>
                  <a:lnTo>
                    <a:pt x="817899" y="666174"/>
                  </a:lnTo>
                  <a:lnTo>
                    <a:pt x="793139" y="704189"/>
                  </a:lnTo>
                  <a:lnTo>
                    <a:pt x="764745" y="739350"/>
                  </a:lnTo>
                  <a:lnTo>
                    <a:pt x="732985" y="771385"/>
                  </a:lnTo>
                  <a:lnTo>
                    <a:pt x="698127" y="800025"/>
                  </a:lnTo>
                  <a:lnTo>
                    <a:pt x="660439" y="825000"/>
                  </a:lnTo>
                  <a:lnTo>
                    <a:pt x="620188" y="846039"/>
                  </a:lnTo>
                  <a:lnTo>
                    <a:pt x="577642" y="862874"/>
                  </a:lnTo>
                  <a:lnTo>
                    <a:pt x="533069" y="875232"/>
                  </a:lnTo>
                  <a:lnTo>
                    <a:pt x="486736" y="882846"/>
                  </a:lnTo>
                  <a:lnTo>
                    <a:pt x="438912" y="885443"/>
                  </a:lnTo>
                  <a:lnTo>
                    <a:pt x="391087" y="882846"/>
                  </a:lnTo>
                  <a:lnTo>
                    <a:pt x="344754" y="875232"/>
                  </a:lnTo>
                  <a:lnTo>
                    <a:pt x="300181" y="862874"/>
                  </a:lnTo>
                  <a:lnTo>
                    <a:pt x="257635" y="846039"/>
                  </a:lnTo>
                  <a:lnTo>
                    <a:pt x="217384" y="825000"/>
                  </a:lnTo>
                  <a:lnTo>
                    <a:pt x="179696" y="800025"/>
                  </a:lnTo>
                  <a:lnTo>
                    <a:pt x="144838" y="771385"/>
                  </a:lnTo>
                  <a:lnTo>
                    <a:pt x="113078" y="739350"/>
                  </a:lnTo>
                  <a:lnTo>
                    <a:pt x="84684" y="704189"/>
                  </a:lnTo>
                  <a:lnTo>
                    <a:pt x="59924" y="666174"/>
                  </a:lnTo>
                  <a:lnTo>
                    <a:pt x="39065" y="625573"/>
                  </a:lnTo>
                  <a:lnTo>
                    <a:pt x="22375" y="582658"/>
                  </a:lnTo>
                  <a:lnTo>
                    <a:pt x="10123" y="537697"/>
                  </a:lnTo>
                  <a:lnTo>
                    <a:pt x="2575" y="490962"/>
                  </a:lnTo>
                  <a:lnTo>
                    <a:pt x="0" y="4427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 descr=""/>
          <p:cNvSpPr txBox="1"/>
          <p:nvPr/>
        </p:nvSpPr>
        <p:spPr>
          <a:xfrm>
            <a:off x="7943843" y="5831324"/>
            <a:ext cx="5111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0</a:t>
            </a:r>
            <a:r>
              <a:rPr dirty="0" baseline="-14492" sz="1725" spc="11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59" name="object 59" descr=""/>
          <p:cNvGrpSpPr/>
          <p:nvPr/>
        </p:nvGrpSpPr>
        <p:grpSpPr>
          <a:xfrm>
            <a:off x="10343133" y="5509005"/>
            <a:ext cx="889000" cy="896619"/>
            <a:chOff x="10343133" y="5509005"/>
            <a:chExt cx="889000" cy="896619"/>
          </a:xfrm>
        </p:grpSpPr>
        <p:sp>
          <p:nvSpPr>
            <p:cNvPr id="60" name="object 60" descr=""/>
            <p:cNvSpPr/>
            <p:nvPr/>
          </p:nvSpPr>
          <p:spPr>
            <a:xfrm>
              <a:off x="10349483" y="5515355"/>
              <a:ext cx="876300" cy="883919"/>
            </a:xfrm>
            <a:custGeom>
              <a:avLst/>
              <a:gdLst/>
              <a:ahLst/>
              <a:cxnLst/>
              <a:rect l="l" t="t" r="r" b="b"/>
              <a:pathLst>
                <a:path w="876300" h="883920">
                  <a:moveTo>
                    <a:pt x="438150" y="0"/>
                  </a:moveTo>
                  <a:lnTo>
                    <a:pt x="390408" y="2593"/>
                  </a:lnTo>
                  <a:lnTo>
                    <a:pt x="344155" y="10193"/>
                  </a:lnTo>
                  <a:lnTo>
                    <a:pt x="299659" y="22530"/>
                  </a:lnTo>
                  <a:lnTo>
                    <a:pt x="257187" y="39335"/>
                  </a:lnTo>
                  <a:lnTo>
                    <a:pt x="217006" y="60339"/>
                  </a:lnTo>
                  <a:lnTo>
                    <a:pt x="179383" y="85270"/>
                  </a:lnTo>
                  <a:lnTo>
                    <a:pt x="144585" y="113861"/>
                  </a:lnTo>
                  <a:lnTo>
                    <a:pt x="112881" y="145841"/>
                  </a:lnTo>
                  <a:lnTo>
                    <a:pt x="84536" y="180941"/>
                  </a:lnTo>
                  <a:lnTo>
                    <a:pt x="59819" y="218891"/>
                  </a:lnTo>
                  <a:lnTo>
                    <a:pt x="38997" y="259422"/>
                  </a:lnTo>
                  <a:lnTo>
                    <a:pt x="22336" y="302264"/>
                  </a:lnTo>
                  <a:lnTo>
                    <a:pt x="10105" y="347147"/>
                  </a:lnTo>
                  <a:lnTo>
                    <a:pt x="2570" y="393802"/>
                  </a:lnTo>
                  <a:lnTo>
                    <a:pt x="0" y="441960"/>
                  </a:lnTo>
                  <a:lnTo>
                    <a:pt x="2570" y="490115"/>
                  </a:lnTo>
                  <a:lnTo>
                    <a:pt x="10105" y="536768"/>
                  </a:lnTo>
                  <a:lnTo>
                    <a:pt x="22336" y="581651"/>
                  </a:lnTo>
                  <a:lnTo>
                    <a:pt x="38997" y="624492"/>
                  </a:lnTo>
                  <a:lnTo>
                    <a:pt x="59819" y="665022"/>
                  </a:lnTo>
                  <a:lnTo>
                    <a:pt x="84536" y="702973"/>
                  </a:lnTo>
                  <a:lnTo>
                    <a:pt x="112881" y="738073"/>
                  </a:lnTo>
                  <a:lnTo>
                    <a:pt x="144585" y="770054"/>
                  </a:lnTo>
                  <a:lnTo>
                    <a:pt x="179383" y="798645"/>
                  </a:lnTo>
                  <a:lnTo>
                    <a:pt x="217006" y="823578"/>
                  </a:lnTo>
                  <a:lnTo>
                    <a:pt x="257187" y="844582"/>
                  </a:lnTo>
                  <a:lnTo>
                    <a:pt x="299659" y="861387"/>
                  </a:lnTo>
                  <a:lnTo>
                    <a:pt x="344155" y="873725"/>
                  </a:lnTo>
                  <a:lnTo>
                    <a:pt x="390408" y="881326"/>
                  </a:lnTo>
                  <a:lnTo>
                    <a:pt x="438150" y="883920"/>
                  </a:lnTo>
                  <a:lnTo>
                    <a:pt x="485891" y="881326"/>
                  </a:lnTo>
                  <a:lnTo>
                    <a:pt x="532144" y="873725"/>
                  </a:lnTo>
                  <a:lnTo>
                    <a:pt x="576640" y="861387"/>
                  </a:lnTo>
                  <a:lnTo>
                    <a:pt x="619112" y="844582"/>
                  </a:lnTo>
                  <a:lnTo>
                    <a:pt x="659293" y="823578"/>
                  </a:lnTo>
                  <a:lnTo>
                    <a:pt x="696916" y="798645"/>
                  </a:lnTo>
                  <a:lnTo>
                    <a:pt x="731714" y="770054"/>
                  </a:lnTo>
                  <a:lnTo>
                    <a:pt x="763418" y="738073"/>
                  </a:lnTo>
                  <a:lnTo>
                    <a:pt x="791763" y="702973"/>
                  </a:lnTo>
                  <a:lnTo>
                    <a:pt x="816480" y="665022"/>
                  </a:lnTo>
                  <a:lnTo>
                    <a:pt x="837302" y="624492"/>
                  </a:lnTo>
                  <a:lnTo>
                    <a:pt x="853963" y="581651"/>
                  </a:lnTo>
                  <a:lnTo>
                    <a:pt x="866194" y="536768"/>
                  </a:lnTo>
                  <a:lnTo>
                    <a:pt x="873729" y="490115"/>
                  </a:lnTo>
                  <a:lnTo>
                    <a:pt x="876300" y="441960"/>
                  </a:lnTo>
                  <a:lnTo>
                    <a:pt x="873729" y="393802"/>
                  </a:lnTo>
                  <a:lnTo>
                    <a:pt x="866194" y="347147"/>
                  </a:lnTo>
                  <a:lnTo>
                    <a:pt x="853963" y="302264"/>
                  </a:lnTo>
                  <a:lnTo>
                    <a:pt x="837302" y="259422"/>
                  </a:lnTo>
                  <a:lnTo>
                    <a:pt x="816480" y="218891"/>
                  </a:lnTo>
                  <a:lnTo>
                    <a:pt x="791763" y="180941"/>
                  </a:lnTo>
                  <a:lnTo>
                    <a:pt x="763418" y="145841"/>
                  </a:lnTo>
                  <a:lnTo>
                    <a:pt x="731714" y="113861"/>
                  </a:lnTo>
                  <a:lnTo>
                    <a:pt x="696916" y="85270"/>
                  </a:lnTo>
                  <a:lnTo>
                    <a:pt x="659293" y="60339"/>
                  </a:lnTo>
                  <a:lnTo>
                    <a:pt x="619112" y="39335"/>
                  </a:lnTo>
                  <a:lnTo>
                    <a:pt x="576640" y="22530"/>
                  </a:lnTo>
                  <a:lnTo>
                    <a:pt x="532144" y="10193"/>
                  </a:lnTo>
                  <a:lnTo>
                    <a:pt x="485891" y="2593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10349483" y="5515355"/>
              <a:ext cx="876300" cy="883919"/>
            </a:xfrm>
            <a:custGeom>
              <a:avLst/>
              <a:gdLst/>
              <a:ahLst/>
              <a:cxnLst/>
              <a:rect l="l" t="t" r="r" b="b"/>
              <a:pathLst>
                <a:path w="876300" h="883920">
                  <a:moveTo>
                    <a:pt x="0" y="441960"/>
                  </a:moveTo>
                  <a:lnTo>
                    <a:pt x="2570" y="393802"/>
                  </a:lnTo>
                  <a:lnTo>
                    <a:pt x="10105" y="347147"/>
                  </a:lnTo>
                  <a:lnTo>
                    <a:pt x="22336" y="302264"/>
                  </a:lnTo>
                  <a:lnTo>
                    <a:pt x="38997" y="259422"/>
                  </a:lnTo>
                  <a:lnTo>
                    <a:pt x="59819" y="218891"/>
                  </a:lnTo>
                  <a:lnTo>
                    <a:pt x="84536" y="180941"/>
                  </a:lnTo>
                  <a:lnTo>
                    <a:pt x="112881" y="145841"/>
                  </a:lnTo>
                  <a:lnTo>
                    <a:pt x="144585" y="113861"/>
                  </a:lnTo>
                  <a:lnTo>
                    <a:pt x="179383" y="85270"/>
                  </a:lnTo>
                  <a:lnTo>
                    <a:pt x="217006" y="60339"/>
                  </a:lnTo>
                  <a:lnTo>
                    <a:pt x="257187" y="39335"/>
                  </a:lnTo>
                  <a:lnTo>
                    <a:pt x="299659" y="22530"/>
                  </a:lnTo>
                  <a:lnTo>
                    <a:pt x="344155" y="10193"/>
                  </a:lnTo>
                  <a:lnTo>
                    <a:pt x="390408" y="2593"/>
                  </a:lnTo>
                  <a:lnTo>
                    <a:pt x="438150" y="0"/>
                  </a:lnTo>
                  <a:lnTo>
                    <a:pt x="485891" y="2593"/>
                  </a:lnTo>
                  <a:lnTo>
                    <a:pt x="532144" y="10193"/>
                  </a:lnTo>
                  <a:lnTo>
                    <a:pt x="576640" y="22530"/>
                  </a:lnTo>
                  <a:lnTo>
                    <a:pt x="619112" y="39335"/>
                  </a:lnTo>
                  <a:lnTo>
                    <a:pt x="659293" y="60339"/>
                  </a:lnTo>
                  <a:lnTo>
                    <a:pt x="696916" y="85270"/>
                  </a:lnTo>
                  <a:lnTo>
                    <a:pt x="731714" y="113861"/>
                  </a:lnTo>
                  <a:lnTo>
                    <a:pt x="763418" y="145841"/>
                  </a:lnTo>
                  <a:lnTo>
                    <a:pt x="791763" y="180941"/>
                  </a:lnTo>
                  <a:lnTo>
                    <a:pt x="816480" y="218891"/>
                  </a:lnTo>
                  <a:lnTo>
                    <a:pt x="837302" y="259422"/>
                  </a:lnTo>
                  <a:lnTo>
                    <a:pt x="853963" y="302264"/>
                  </a:lnTo>
                  <a:lnTo>
                    <a:pt x="866194" y="347147"/>
                  </a:lnTo>
                  <a:lnTo>
                    <a:pt x="873729" y="393802"/>
                  </a:lnTo>
                  <a:lnTo>
                    <a:pt x="876300" y="441960"/>
                  </a:lnTo>
                  <a:lnTo>
                    <a:pt x="873729" y="490115"/>
                  </a:lnTo>
                  <a:lnTo>
                    <a:pt x="866194" y="536768"/>
                  </a:lnTo>
                  <a:lnTo>
                    <a:pt x="853963" y="581651"/>
                  </a:lnTo>
                  <a:lnTo>
                    <a:pt x="837302" y="624492"/>
                  </a:lnTo>
                  <a:lnTo>
                    <a:pt x="816480" y="665022"/>
                  </a:lnTo>
                  <a:lnTo>
                    <a:pt x="791763" y="702973"/>
                  </a:lnTo>
                  <a:lnTo>
                    <a:pt x="763418" y="738073"/>
                  </a:lnTo>
                  <a:lnTo>
                    <a:pt x="731714" y="770054"/>
                  </a:lnTo>
                  <a:lnTo>
                    <a:pt x="696916" y="798645"/>
                  </a:lnTo>
                  <a:lnTo>
                    <a:pt x="659293" y="823578"/>
                  </a:lnTo>
                  <a:lnTo>
                    <a:pt x="619112" y="844582"/>
                  </a:lnTo>
                  <a:lnTo>
                    <a:pt x="576640" y="861387"/>
                  </a:lnTo>
                  <a:lnTo>
                    <a:pt x="532144" y="873725"/>
                  </a:lnTo>
                  <a:lnTo>
                    <a:pt x="485891" y="881326"/>
                  </a:lnTo>
                  <a:lnTo>
                    <a:pt x="438150" y="883920"/>
                  </a:lnTo>
                  <a:lnTo>
                    <a:pt x="390408" y="881326"/>
                  </a:lnTo>
                  <a:lnTo>
                    <a:pt x="344155" y="873725"/>
                  </a:lnTo>
                  <a:lnTo>
                    <a:pt x="299659" y="861387"/>
                  </a:lnTo>
                  <a:lnTo>
                    <a:pt x="257187" y="844582"/>
                  </a:lnTo>
                  <a:lnTo>
                    <a:pt x="217006" y="823578"/>
                  </a:lnTo>
                  <a:lnTo>
                    <a:pt x="179383" y="798645"/>
                  </a:lnTo>
                  <a:lnTo>
                    <a:pt x="144585" y="770054"/>
                  </a:lnTo>
                  <a:lnTo>
                    <a:pt x="112881" y="738073"/>
                  </a:lnTo>
                  <a:lnTo>
                    <a:pt x="84536" y="702973"/>
                  </a:lnTo>
                  <a:lnTo>
                    <a:pt x="59819" y="665022"/>
                  </a:lnTo>
                  <a:lnTo>
                    <a:pt x="38997" y="624492"/>
                  </a:lnTo>
                  <a:lnTo>
                    <a:pt x="22336" y="581651"/>
                  </a:lnTo>
                  <a:lnTo>
                    <a:pt x="10105" y="536768"/>
                  </a:lnTo>
                  <a:lnTo>
                    <a:pt x="2570" y="490115"/>
                  </a:lnTo>
                  <a:lnTo>
                    <a:pt x="0" y="44196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 descr=""/>
          <p:cNvSpPr txBox="1"/>
          <p:nvPr/>
        </p:nvSpPr>
        <p:spPr>
          <a:xfrm>
            <a:off x="10507571" y="5817833"/>
            <a:ext cx="5067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1</a:t>
            </a:r>
            <a:r>
              <a:rPr dirty="0" baseline="-14492" sz="1725" spc="5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63" name="object 63" descr=""/>
          <p:cNvGrpSpPr/>
          <p:nvPr/>
        </p:nvGrpSpPr>
        <p:grpSpPr>
          <a:xfrm>
            <a:off x="7781290" y="4058158"/>
            <a:ext cx="890905" cy="898525"/>
            <a:chOff x="7781290" y="4058158"/>
            <a:chExt cx="890905" cy="898525"/>
          </a:xfrm>
        </p:grpSpPr>
        <p:sp>
          <p:nvSpPr>
            <p:cNvPr id="64" name="object 64" descr=""/>
            <p:cNvSpPr/>
            <p:nvPr/>
          </p:nvSpPr>
          <p:spPr>
            <a:xfrm>
              <a:off x="7787640" y="4064508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438912" y="0"/>
                  </a:moveTo>
                  <a:lnTo>
                    <a:pt x="391087" y="2597"/>
                  </a:lnTo>
                  <a:lnTo>
                    <a:pt x="344754" y="10211"/>
                  </a:lnTo>
                  <a:lnTo>
                    <a:pt x="300181" y="22569"/>
                  </a:lnTo>
                  <a:lnTo>
                    <a:pt x="257635" y="39404"/>
                  </a:lnTo>
                  <a:lnTo>
                    <a:pt x="217384" y="60443"/>
                  </a:lnTo>
                  <a:lnTo>
                    <a:pt x="179696" y="85418"/>
                  </a:lnTo>
                  <a:lnTo>
                    <a:pt x="144838" y="114058"/>
                  </a:lnTo>
                  <a:lnTo>
                    <a:pt x="113078" y="146093"/>
                  </a:lnTo>
                  <a:lnTo>
                    <a:pt x="84684" y="181254"/>
                  </a:lnTo>
                  <a:lnTo>
                    <a:pt x="59924" y="219269"/>
                  </a:lnTo>
                  <a:lnTo>
                    <a:pt x="39065" y="259870"/>
                  </a:lnTo>
                  <a:lnTo>
                    <a:pt x="22375" y="302785"/>
                  </a:lnTo>
                  <a:lnTo>
                    <a:pt x="10123" y="347746"/>
                  </a:lnTo>
                  <a:lnTo>
                    <a:pt x="2575" y="394481"/>
                  </a:lnTo>
                  <a:lnTo>
                    <a:pt x="0" y="442721"/>
                  </a:lnTo>
                  <a:lnTo>
                    <a:pt x="2575" y="490962"/>
                  </a:lnTo>
                  <a:lnTo>
                    <a:pt x="10123" y="537697"/>
                  </a:lnTo>
                  <a:lnTo>
                    <a:pt x="22375" y="582658"/>
                  </a:lnTo>
                  <a:lnTo>
                    <a:pt x="39065" y="625573"/>
                  </a:lnTo>
                  <a:lnTo>
                    <a:pt x="59924" y="666174"/>
                  </a:lnTo>
                  <a:lnTo>
                    <a:pt x="84684" y="704189"/>
                  </a:lnTo>
                  <a:lnTo>
                    <a:pt x="113078" y="739350"/>
                  </a:lnTo>
                  <a:lnTo>
                    <a:pt x="144838" y="771385"/>
                  </a:lnTo>
                  <a:lnTo>
                    <a:pt x="179696" y="800025"/>
                  </a:lnTo>
                  <a:lnTo>
                    <a:pt x="217384" y="825000"/>
                  </a:lnTo>
                  <a:lnTo>
                    <a:pt x="257635" y="846039"/>
                  </a:lnTo>
                  <a:lnTo>
                    <a:pt x="300181" y="862874"/>
                  </a:lnTo>
                  <a:lnTo>
                    <a:pt x="344754" y="875232"/>
                  </a:lnTo>
                  <a:lnTo>
                    <a:pt x="391087" y="882846"/>
                  </a:lnTo>
                  <a:lnTo>
                    <a:pt x="438912" y="885443"/>
                  </a:lnTo>
                  <a:lnTo>
                    <a:pt x="486736" y="882846"/>
                  </a:lnTo>
                  <a:lnTo>
                    <a:pt x="533069" y="875232"/>
                  </a:lnTo>
                  <a:lnTo>
                    <a:pt x="577642" y="862874"/>
                  </a:lnTo>
                  <a:lnTo>
                    <a:pt x="620188" y="846039"/>
                  </a:lnTo>
                  <a:lnTo>
                    <a:pt x="660439" y="825000"/>
                  </a:lnTo>
                  <a:lnTo>
                    <a:pt x="698127" y="800025"/>
                  </a:lnTo>
                  <a:lnTo>
                    <a:pt x="732985" y="771385"/>
                  </a:lnTo>
                  <a:lnTo>
                    <a:pt x="764745" y="739350"/>
                  </a:lnTo>
                  <a:lnTo>
                    <a:pt x="793139" y="704189"/>
                  </a:lnTo>
                  <a:lnTo>
                    <a:pt x="817899" y="666174"/>
                  </a:lnTo>
                  <a:lnTo>
                    <a:pt x="838758" y="625573"/>
                  </a:lnTo>
                  <a:lnTo>
                    <a:pt x="855448" y="582658"/>
                  </a:lnTo>
                  <a:lnTo>
                    <a:pt x="867700" y="537697"/>
                  </a:lnTo>
                  <a:lnTo>
                    <a:pt x="875248" y="490962"/>
                  </a:lnTo>
                  <a:lnTo>
                    <a:pt x="877824" y="442721"/>
                  </a:lnTo>
                  <a:lnTo>
                    <a:pt x="875248" y="394481"/>
                  </a:lnTo>
                  <a:lnTo>
                    <a:pt x="867700" y="347746"/>
                  </a:lnTo>
                  <a:lnTo>
                    <a:pt x="855448" y="302785"/>
                  </a:lnTo>
                  <a:lnTo>
                    <a:pt x="838758" y="259870"/>
                  </a:lnTo>
                  <a:lnTo>
                    <a:pt x="817899" y="219269"/>
                  </a:lnTo>
                  <a:lnTo>
                    <a:pt x="793139" y="181254"/>
                  </a:lnTo>
                  <a:lnTo>
                    <a:pt x="764745" y="146093"/>
                  </a:lnTo>
                  <a:lnTo>
                    <a:pt x="732985" y="114058"/>
                  </a:lnTo>
                  <a:lnTo>
                    <a:pt x="698127" y="85418"/>
                  </a:lnTo>
                  <a:lnTo>
                    <a:pt x="660439" y="60443"/>
                  </a:lnTo>
                  <a:lnTo>
                    <a:pt x="620188" y="39404"/>
                  </a:lnTo>
                  <a:lnTo>
                    <a:pt x="577642" y="22569"/>
                  </a:lnTo>
                  <a:lnTo>
                    <a:pt x="533069" y="10211"/>
                  </a:lnTo>
                  <a:lnTo>
                    <a:pt x="486736" y="2597"/>
                  </a:lnTo>
                  <a:lnTo>
                    <a:pt x="4389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7787640" y="4064508"/>
              <a:ext cx="878205" cy="885825"/>
            </a:xfrm>
            <a:custGeom>
              <a:avLst/>
              <a:gdLst/>
              <a:ahLst/>
              <a:cxnLst/>
              <a:rect l="l" t="t" r="r" b="b"/>
              <a:pathLst>
                <a:path w="878204" h="885825">
                  <a:moveTo>
                    <a:pt x="0" y="442721"/>
                  </a:moveTo>
                  <a:lnTo>
                    <a:pt x="2575" y="394481"/>
                  </a:lnTo>
                  <a:lnTo>
                    <a:pt x="10123" y="347746"/>
                  </a:lnTo>
                  <a:lnTo>
                    <a:pt x="22375" y="302785"/>
                  </a:lnTo>
                  <a:lnTo>
                    <a:pt x="39065" y="259870"/>
                  </a:lnTo>
                  <a:lnTo>
                    <a:pt x="59924" y="219269"/>
                  </a:lnTo>
                  <a:lnTo>
                    <a:pt x="84684" y="181254"/>
                  </a:lnTo>
                  <a:lnTo>
                    <a:pt x="113078" y="146093"/>
                  </a:lnTo>
                  <a:lnTo>
                    <a:pt x="144838" y="114058"/>
                  </a:lnTo>
                  <a:lnTo>
                    <a:pt x="179696" y="85418"/>
                  </a:lnTo>
                  <a:lnTo>
                    <a:pt x="217384" y="60443"/>
                  </a:lnTo>
                  <a:lnTo>
                    <a:pt x="257635" y="39404"/>
                  </a:lnTo>
                  <a:lnTo>
                    <a:pt x="300181" y="22569"/>
                  </a:lnTo>
                  <a:lnTo>
                    <a:pt x="344754" y="10211"/>
                  </a:lnTo>
                  <a:lnTo>
                    <a:pt x="391087" y="2597"/>
                  </a:lnTo>
                  <a:lnTo>
                    <a:pt x="438912" y="0"/>
                  </a:lnTo>
                  <a:lnTo>
                    <a:pt x="486736" y="2597"/>
                  </a:lnTo>
                  <a:lnTo>
                    <a:pt x="533069" y="10211"/>
                  </a:lnTo>
                  <a:lnTo>
                    <a:pt x="577642" y="22569"/>
                  </a:lnTo>
                  <a:lnTo>
                    <a:pt x="620188" y="39404"/>
                  </a:lnTo>
                  <a:lnTo>
                    <a:pt x="660439" y="60443"/>
                  </a:lnTo>
                  <a:lnTo>
                    <a:pt x="698127" y="85418"/>
                  </a:lnTo>
                  <a:lnTo>
                    <a:pt x="732985" y="114058"/>
                  </a:lnTo>
                  <a:lnTo>
                    <a:pt x="764745" y="146093"/>
                  </a:lnTo>
                  <a:lnTo>
                    <a:pt x="793139" y="181254"/>
                  </a:lnTo>
                  <a:lnTo>
                    <a:pt x="817899" y="219269"/>
                  </a:lnTo>
                  <a:lnTo>
                    <a:pt x="838758" y="259870"/>
                  </a:lnTo>
                  <a:lnTo>
                    <a:pt x="855448" y="302785"/>
                  </a:lnTo>
                  <a:lnTo>
                    <a:pt x="867700" y="347746"/>
                  </a:lnTo>
                  <a:lnTo>
                    <a:pt x="875248" y="394481"/>
                  </a:lnTo>
                  <a:lnTo>
                    <a:pt x="877824" y="442721"/>
                  </a:lnTo>
                  <a:lnTo>
                    <a:pt x="875248" y="490962"/>
                  </a:lnTo>
                  <a:lnTo>
                    <a:pt x="867700" y="537697"/>
                  </a:lnTo>
                  <a:lnTo>
                    <a:pt x="855448" y="582658"/>
                  </a:lnTo>
                  <a:lnTo>
                    <a:pt x="838758" y="625573"/>
                  </a:lnTo>
                  <a:lnTo>
                    <a:pt x="817899" y="666174"/>
                  </a:lnTo>
                  <a:lnTo>
                    <a:pt x="793139" y="704189"/>
                  </a:lnTo>
                  <a:lnTo>
                    <a:pt x="764745" y="739350"/>
                  </a:lnTo>
                  <a:lnTo>
                    <a:pt x="732985" y="771385"/>
                  </a:lnTo>
                  <a:lnTo>
                    <a:pt x="698127" y="800025"/>
                  </a:lnTo>
                  <a:lnTo>
                    <a:pt x="660439" y="825000"/>
                  </a:lnTo>
                  <a:lnTo>
                    <a:pt x="620188" y="846039"/>
                  </a:lnTo>
                  <a:lnTo>
                    <a:pt x="577642" y="862874"/>
                  </a:lnTo>
                  <a:lnTo>
                    <a:pt x="533069" y="875232"/>
                  </a:lnTo>
                  <a:lnTo>
                    <a:pt x="486736" y="882846"/>
                  </a:lnTo>
                  <a:lnTo>
                    <a:pt x="438912" y="885443"/>
                  </a:lnTo>
                  <a:lnTo>
                    <a:pt x="391087" y="882846"/>
                  </a:lnTo>
                  <a:lnTo>
                    <a:pt x="344754" y="875232"/>
                  </a:lnTo>
                  <a:lnTo>
                    <a:pt x="300181" y="862874"/>
                  </a:lnTo>
                  <a:lnTo>
                    <a:pt x="257635" y="846039"/>
                  </a:lnTo>
                  <a:lnTo>
                    <a:pt x="217384" y="825000"/>
                  </a:lnTo>
                  <a:lnTo>
                    <a:pt x="179696" y="800025"/>
                  </a:lnTo>
                  <a:lnTo>
                    <a:pt x="144838" y="771385"/>
                  </a:lnTo>
                  <a:lnTo>
                    <a:pt x="113078" y="739350"/>
                  </a:lnTo>
                  <a:lnTo>
                    <a:pt x="84684" y="704189"/>
                  </a:lnTo>
                  <a:lnTo>
                    <a:pt x="59924" y="666174"/>
                  </a:lnTo>
                  <a:lnTo>
                    <a:pt x="39065" y="625573"/>
                  </a:lnTo>
                  <a:lnTo>
                    <a:pt x="22375" y="582658"/>
                  </a:lnTo>
                  <a:lnTo>
                    <a:pt x="10123" y="537697"/>
                  </a:lnTo>
                  <a:lnTo>
                    <a:pt x="2575" y="490962"/>
                  </a:lnTo>
                  <a:lnTo>
                    <a:pt x="0" y="4427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 descr=""/>
          <p:cNvSpPr txBox="1"/>
          <p:nvPr/>
        </p:nvSpPr>
        <p:spPr>
          <a:xfrm>
            <a:off x="7941492" y="4368079"/>
            <a:ext cx="5156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𝑡</a:t>
            </a:r>
            <a:r>
              <a:rPr dirty="0" baseline="-14492" sz="1725">
                <a:latin typeface="Cambria Math"/>
                <a:cs typeface="Cambria Math"/>
              </a:rPr>
              <a:t>0</a:t>
            </a:r>
            <a:r>
              <a:rPr dirty="0" baseline="-14492" sz="1725" spc="112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,</a:t>
            </a:r>
            <a:r>
              <a:rPr dirty="0" sz="1600" spc="-95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𝑟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67" name="object 67" descr=""/>
          <p:cNvGrpSpPr/>
          <p:nvPr/>
        </p:nvGrpSpPr>
        <p:grpSpPr>
          <a:xfrm>
            <a:off x="7277481" y="4470651"/>
            <a:ext cx="3886200" cy="1878964"/>
            <a:chOff x="7277481" y="4470651"/>
            <a:chExt cx="3886200" cy="1878964"/>
          </a:xfrm>
        </p:grpSpPr>
        <p:sp>
          <p:nvSpPr>
            <p:cNvPr id="68" name="object 68" descr=""/>
            <p:cNvSpPr/>
            <p:nvPr/>
          </p:nvSpPr>
          <p:spPr>
            <a:xfrm>
              <a:off x="7287006" y="4508754"/>
              <a:ext cx="437515" cy="0"/>
            </a:xfrm>
            <a:custGeom>
              <a:avLst/>
              <a:gdLst/>
              <a:ahLst/>
              <a:cxnLst/>
              <a:rect l="l" t="t" r="r" b="b"/>
              <a:pathLst>
                <a:path w="437515" h="0">
                  <a:moveTo>
                    <a:pt x="0" y="0"/>
                  </a:moveTo>
                  <a:lnTo>
                    <a:pt x="437464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7711778" y="447065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7857744" y="5599176"/>
              <a:ext cx="737870" cy="744220"/>
            </a:xfrm>
            <a:custGeom>
              <a:avLst/>
              <a:gdLst/>
              <a:ahLst/>
              <a:cxnLst/>
              <a:rect l="l" t="t" r="r" b="b"/>
              <a:pathLst>
                <a:path w="737870" h="744220">
                  <a:moveTo>
                    <a:pt x="0" y="371856"/>
                  </a:moveTo>
                  <a:lnTo>
                    <a:pt x="2873" y="325210"/>
                  </a:lnTo>
                  <a:lnTo>
                    <a:pt x="11264" y="280294"/>
                  </a:lnTo>
                  <a:lnTo>
                    <a:pt x="24825" y="237456"/>
                  </a:lnTo>
                  <a:lnTo>
                    <a:pt x="43212" y="197044"/>
                  </a:lnTo>
                  <a:lnTo>
                    <a:pt x="66079" y="159406"/>
                  </a:lnTo>
                  <a:lnTo>
                    <a:pt x="93080" y="124891"/>
                  </a:lnTo>
                  <a:lnTo>
                    <a:pt x="123869" y="93847"/>
                  </a:lnTo>
                  <a:lnTo>
                    <a:pt x="158101" y="66623"/>
                  </a:lnTo>
                  <a:lnTo>
                    <a:pt x="195431" y="43568"/>
                  </a:lnTo>
                  <a:lnTo>
                    <a:pt x="235512" y="25029"/>
                  </a:lnTo>
                  <a:lnTo>
                    <a:pt x="277999" y="11356"/>
                  </a:lnTo>
                  <a:lnTo>
                    <a:pt x="322546" y="2897"/>
                  </a:lnTo>
                  <a:lnTo>
                    <a:pt x="368808" y="0"/>
                  </a:lnTo>
                  <a:lnTo>
                    <a:pt x="415069" y="2897"/>
                  </a:lnTo>
                  <a:lnTo>
                    <a:pt x="459616" y="11356"/>
                  </a:lnTo>
                  <a:lnTo>
                    <a:pt x="502103" y="25029"/>
                  </a:lnTo>
                  <a:lnTo>
                    <a:pt x="542184" y="43568"/>
                  </a:lnTo>
                  <a:lnTo>
                    <a:pt x="579514" y="66623"/>
                  </a:lnTo>
                  <a:lnTo>
                    <a:pt x="613746" y="93847"/>
                  </a:lnTo>
                  <a:lnTo>
                    <a:pt x="644535" y="124891"/>
                  </a:lnTo>
                  <a:lnTo>
                    <a:pt x="671536" y="159406"/>
                  </a:lnTo>
                  <a:lnTo>
                    <a:pt x="694403" y="197044"/>
                  </a:lnTo>
                  <a:lnTo>
                    <a:pt x="712790" y="237456"/>
                  </a:lnTo>
                  <a:lnTo>
                    <a:pt x="726351" y="280294"/>
                  </a:lnTo>
                  <a:lnTo>
                    <a:pt x="734742" y="325210"/>
                  </a:lnTo>
                  <a:lnTo>
                    <a:pt x="737616" y="371856"/>
                  </a:lnTo>
                  <a:lnTo>
                    <a:pt x="734742" y="418501"/>
                  </a:lnTo>
                  <a:lnTo>
                    <a:pt x="726351" y="463417"/>
                  </a:lnTo>
                  <a:lnTo>
                    <a:pt x="712790" y="506255"/>
                  </a:lnTo>
                  <a:lnTo>
                    <a:pt x="694403" y="546667"/>
                  </a:lnTo>
                  <a:lnTo>
                    <a:pt x="671536" y="584305"/>
                  </a:lnTo>
                  <a:lnTo>
                    <a:pt x="644535" y="618820"/>
                  </a:lnTo>
                  <a:lnTo>
                    <a:pt x="613746" y="649864"/>
                  </a:lnTo>
                  <a:lnTo>
                    <a:pt x="579514" y="677088"/>
                  </a:lnTo>
                  <a:lnTo>
                    <a:pt x="542184" y="700143"/>
                  </a:lnTo>
                  <a:lnTo>
                    <a:pt x="502103" y="718682"/>
                  </a:lnTo>
                  <a:lnTo>
                    <a:pt x="459616" y="732355"/>
                  </a:lnTo>
                  <a:lnTo>
                    <a:pt x="415069" y="740814"/>
                  </a:lnTo>
                  <a:lnTo>
                    <a:pt x="368808" y="743712"/>
                  </a:lnTo>
                  <a:lnTo>
                    <a:pt x="322546" y="740814"/>
                  </a:lnTo>
                  <a:lnTo>
                    <a:pt x="277999" y="732355"/>
                  </a:lnTo>
                  <a:lnTo>
                    <a:pt x="235512" y="718682"/>
                  </a:lnTo>
                  <a:lnTo>
                    <a:pt x="195431" y="700143"/>
                  </a:lnTo>
                  <a:lnTo>
                    <a:pt x="158101" y="677088"/>
                  </a:lnTo>
                  <a:lnTo>
                    <a:pt x="123869" y="649864"/>
                  </a:lnTo>
                  <a:lnTo>
                    <a:pt x="93080" y="618820"/>
                  </a:lnTo>
                  <a:lnTo>
                    <a:pt x="66079" y="584305"/>
                  </a:lnTo>
                  <a:lnTo>
                    <a:pt x="43212" y="546667"/>
                  </a:lnTo>
                  <a:lnTo>
                    <a:pt x="24825" y="506255"/>
                  </a:lnTo>
                  <a:lnTo>
                    <a:pt x="11264" y="463417"/>
                  </a:lnTo>
                  <a:lnTo>
                    <a:pt x="2873" y="418501"/>
                  </a:lnTo>
                  <a:lnTo>
                    <a:pt x="0" y="37185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10419588" y="5585460"/>
              <a:ext cx="737870" cy="744220"/>
            </a:xfrm>
            <a:custGeom>
              <a:avLst/>
              <a:gdLst/>
              <a:ahLst/>
              <a:cxnLst/>
              <a:rect l="l" t="t" r="r" b="b"/>
              <a:pathLst>
                <a:path w="737870" h="744220">
                  <a:moveTo>
                    <a:pt x="0" y="371855"/>
                  </a:moveTo>
                  <a:lnTo>
                    <a:pt x="2873" y="325210"/>
                  </a:lnTo>
                  <a:lnTo>
                    <a:pt x="11264" y="280294"/>
                  </a:lnTo>
                  <a:lnTo>
                    <a:pt x="24825" y="237456"/>
                  </a:lnTo>
                  <a:lnTo>
                    <a:pt x="43212" y="197044"/>
                  </a:lnTo>
                  <a:lnTo>
                    <a:pt x="66079" y="159406"/>
                  </a:lnTo>
                  <a:lnTo>
                    <a:pt x="93080" y="124891"/>
                  </a:lnTo>
                  <a:lnTo>
                    <a:pt x="123869" y="93847"/>
                  </a:lnTo>
                  <a:lnTo>
                    <a:pt x="158101" y="66623"/>
                  </a:lnTo>
                  <a:lnTo>
                    <a:pt x="195431" y="43568"/>
                  </a:lnTo>
                  <a:lnTo>
                    <a:pt x="235512" y="25029"/>
                  </a:lnTo>
                  <a:lnTo>
                    <a:pt x="277999" y="11356"/>
                  </a:lnTo>
                  <a:lnTo>
                    <a:pt x="322546" y="2897"/>
                  </a:lnTo>
                  <a:lnTo>
                    <a:pt x="368808" y="0"/>
                  </a:lnTo>
                  <a:lnTo>
                    <a:pt x="415069" y="2897"/>
                  </a:lnTo>
                  <a:lnTo>
                    <a:pt x="459616" y="11356"/>
                  </a:lnTo>
                  <a:lnTo>
                    <a:pt x="502103" y="25029"/>
                  </a:lnTo>
                  <a:lnTo>
                    <a:pt x="542184" y="43568"/>
                  </a:lnTo>
                  <a:lnTo>
                    <a:pt x="579514" y="66623"/>
                  </a:lnTo>
                  <a:lnTo>
                    <a:pt x="613746" y="93847"/>
                  </a:lnTo>
                  <a:lnTo>
                    <a:pt x="644535" y="124891"/>
                  </a:lnTo>
                  <a:lnTo>
                    <a:pt x="671536" y="159406"/>
                  </a:lnTo>
                  <a:lnTo>
                    <a:pt x="694403" y="197044"/>
                  </a:lnTo>
                  <a:lnTo>
                    <a:pt x="712790" y="237456"/>
                  </a:lnTo>
                  <a:lnTo>
                    <a:pt x="726351" y="280294"/>
                  </a:lnTo>
                  <a:lnTo>
                    <a:pt x="734742" y="325210"/>
                  </a:lnTo>
                  <a:lnTo>
                    <a:pt x="737616" y="371855"/>
                  </a:lnTo>
                  <a:lnTo>
                    <a:pt x="734742" y="418501"/>
                  </a:lnTo>
                  <a:lnTo>
                    <a:pt x="726351" y="463417"/>
                  </a:lnTo>
                  <a:lnTo>
                    <a:pt x="712790" y="506255"/>
                  </a:lnTo>
                  <a:lnTo>
                    <a:pt x="694403" y="546667"/>
                  </a:lnTo>
                  <a:lnTo>
                    <a:pt x="671536" y="584305"/>
                  </a:lnTo>
                  <a:lnTo>
                    <a:pt x="644535" y="618820"/>
                  </a:lnTo>
                  <a:lnTo>
                    <a:pt x="613746" y="649864"/>
                  </a:lnTo>
                  <a:lnTo>
                    <a:pt x="579514" y="677088"/>
                  </a:lnTo>
                  <a:lnTo>
                    <a:pt x="542184" y="700143"/>
                  </a:lnTo>
                  <a:lnTo>
                    <a:pt x="502103" y="718682"/>
                  </a:lnTo>
                  <a:lnTo>
                    <a:pt x="459616" y="732355"/>
                  </a:lnTo>
                  <a:lnTo>
                    <a:pt x="415069" y="740814"/>
                  </a:lnTo>
                  <a:lnTo>
                    <a:pt x="368808" y="743711"/>
                  </a:lnTo>
                  <a:lnTo>
                    <a:pt x="322546" y="740814"/>
                  </a:lnTo>
                  <a:lnTo>
                    <a:pt x="277999" y="732355"/>
                  </a:lnTo>
                  <a:lnTo>
                    <a:pt x="235512" y="718682"/>
                  </a:lnTo>
                  <a:lnTo>
                    <a:pt x="195431" y="700143"/>
                  </a:lnTo>
                  <a:lnTo>
                    <a:pt x="158101" y="677088"/>
                  </a:lnTo>
                  <a:lnTo>
                    <a:pt x="123869" y="649864"/>
                  </a:lnTo>
                  <a:lnTo>
                    <a:pt x="93080" y="618820"/>
                  </a:lnTo>
                  <a:lnTo>
                    <a:pt x="66079" y="584305"/>
                  </a:lnTo>
                  <a:lnTo>
                    <a:pt x="43212" y="546667"/>
                  </a:lnTo>
                  <a:lnTo>
                    <a:pt x="24825" y="506255"/>
                  </a:lnTo>
                  <a:lnTo>
                    <a:pt x="11264" y="463417"/>
                  </a:lnTo>
                  <a:lnTo>
                    <a:pt x="2873" y="418501"/>
                  </a:lnTo>
                  <a:lnTo>
                    <a:pt x="0" y="37185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8227314" y="4950714"/>
              <a:ext cx="0" cy="515620"/>
            </a:xfrm>
            <a:custGeom>
              <a:avLst/>
              <a:gdLst/>
              <a:ahLst/>
              <a:cxnLst/>
              <a:rect l="l" t="t" r="r" b="b"/>
              <a:pathLst>
                <a:path w="0" h="515620">
                  <a:moveTo>
                    <a:pt x="0" y="0"/>
                  </a:moveTo>
                  <a:lnTo>
                    <a:pt x="0" y="515061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8189219" y="545307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199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8536686" y="4821174"/>
              <a:ext cx="1758950" cy="1103630"/>
            </a:xfrm>
            <a:custGeom>
              <a:avLst/>
              <a:gdLst/>
              <a:ahLst/>
              <a:cxnLst/>
              <a:rect l="l" t="t" r="r" b="b"/>
              <a:pathLst>
                <a:path w="1758950" h="1103629">
                  <a:moveTo>
                    <a:pt x="0" y="0"/>
                  </a:moveTo>
                  <a:lnTo>
                    <a:pt x="1758848" y="110322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10264543" y="5885374"/>
              <a:ext cx="85090" cy="73025"/>
            </a:xfrm>
            <a:custGeom>
              <a:avLst/>
              <a:gdLst/>
              <a:ahLst/>
              <a:cxnLst/>
              <a:rect l="l" t="t" r="r" b="b"/>
              <a:pathLst>
                <a:path w="85090" h="73025">
                  <a:moveTo>
                    <a:pt x="40487" y="0"/>
                  </a:moveTo>
                  <a:lnTo>
                    <a:pt x="0" y="64554"/>
                  </a:lnTo>
                  <a:lnTo>
                    <a:pt x="84797" y="72771"/>
                  </a:lnTo>
                  <a:lnTo>
                    <a:pt x="404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6" name="object 76" descr=""/>
          <p:cNvSpPr txBox="1"/>
          <p:nvPr/>
        </p:nvSpPr>
        <p:spPr>
          <a:xfrm>
            <a:off x="7977523" y="5029023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77" name="object 77" descr=""/>
          <p:cNvSpPr txBox="1"/>
          <p:nvPr/>
        </p:nvSpPr>
        <p:spPr>
          <a:xfrm>
            <a:off x="9784440" y="5651253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78" name="object 78" descr=""/>
          <p:cNvGrpSpPr/>
          <p:nvPr/>
        </p:nvGrpSpPr>
        <p:grpSpPr>
          <a:xfrm>
            <a:off x="7577850" y="4790290"/>
            <a:ext cx="2994025" cy="1837689"/>
            <a:chOff x="7577850" y="4790290"/>
            <a:chExt cx="2994025" cy="1837689"/>
          </a:xfrm>
        </p:grpSpPr>
        <p:sp>
          <p:nvSpPr>
            <p:cNvPr id="79" name="object 79" descr=""/>
            <p:cNvSpPr/>
            <p:nvPr/>
          </p:nvSpPr>
          <p:spPr>
            <a:xfrm>
              <a:off x="7587375" y="4823689"/>
              <a:ext cx="317500" cy="850900"/>
            </a:xfrm>
            <a:custGeom>
              <a:avLst/>
              <a:gdLst/>
              <a:ahLst/>
              <a:cxnLst/>
              <a:rect l="l" t="t" r="r" b="b"/>
              <a:pathLst>
                <a:path w="317500" h="850900">
                  <a:moveTo>
                    <a:pt x="317157" y="850874"/>
                  </a:moveTo>
                  <a:lnTo>
                    <a:pt x="277067" y="843627"/>
                  </a:lnTo>
                  <a:lnTo>
                    <a:pt x="238723" y="830891"/>
                  </a:lnTo>
                  <a:lnTo>
                    <a:pt x="202362" y="813019"/>
                  </a:lnTo>
                  <a:lnTo>
                    <a:pt x="168222" y="790366"/>
                  </a:lnTo>
                  <a:lnTo>
                    <a:pt x="136538" y="763286"/>
                  </a:lnTo>
                  <a:lnTo>
                    <a:pt x="107550" y="732133"/>
                  </a:lnTo>
                  <a:lnTo>
                    <a:pt x="81493" y="697261"/>
                  </a:lnTo>
                  <a:lnTo>
                    <a:pt x="58605" y="659025"/>
                  </a:lnTo>
                  <a:lnTo>
                    <a:pt x="39123" y="617779"/>
                  </a:lnTo>
                  <a:lnTo>
                    <a:pt x="23285" y="573877"/>
                  </a:lnTo>
                  <a:lnTo>
                    <a:pt x="11326" y="527672"/>
                  </a:lnTo>
                  <a:lnTo>
                    <a:pt x="3486" y="479520"/>
                  </a:lnTo>
                  <a:lnTo>
                    <a:pt x="0" y="429775"/>
                  </a:lnTo>
                  <a:lnTo>
                    <a:pt x="1105" y="378790"/>
                  </a:lnTo>
                  <a:lnTo>
                    <a:pt x="7196" y="326354"/>
                  </a:lnTo>
                  <a:lnTo>
                    <a:pt x="18046" y="276115"/>
                  </a:lnTo>
                  <a:lnTo>
                    <a:pt x="33362" y="228463"/>
                  </a:lnTo>
                  <a:lnTo>
                    <a:pt x="52845" y="183787"/>
                  </a:lnTo>
                  <a:lnTo>
                    <a:pt x="76202" y="142474"/>
                  </a:lnTo>
                  <a:lnTo>
                    <a:pt x="103136" y="104916"/>
                  </a:lnTo>
                  <a:lnTo>
                    <a:pt x="133351" y="71500"/>
                  </a:lnTo>
                  <a:lnTo>
                    <a:pt x="166552" y="42616"/>
                  </a:lnTo>
                  <a:lnTo>
                    <a:pt x="202443" y="18653"/>
                  </a:lnTo>
                  <a:lnTo>
                    <a:pt x="240729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7806051" y="4790290"/>
              <a:ext cx="83820" cy="73660"/>
            </a:xfrm>
            <a:custGeom>
              <a:avLst/>
              <a:gdLst/>
              <a:ahLst/>
              <a:cxnLst/>
              <a:rect l="l" t="t" r="r" b="b"/>
              <a:pathLst>
                <a:path w="83820" h="73660">
                  <a:moveTo>
                    <a:pt x="0" y="0"/>
                  </a:moveTo>
                  <a:lnTo>
                    <a:pt x="20523" y="73380"/>
                  </a:lnTo>
                  <a:lnTo>
                    <a:pt x="83642" y="161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8666226" y="5971794"/>
              <a:ext cx="1750060" cy="289560"/>
            </a:xfrm>
            <a:custGeom>
              <a:avLst/>
              <a:gdLst/>
              <a:ahLst/>
              <a:cxnLst/>
              <a:rect l="l" t="t" r="r" b="b"/>
              <a:pathLst>
                <a:path w="1750059" h="289560">
                  <a:moveTo>
                    <a:pt x="0" y="0"/>
                  </a:moveTo>
                  <a:lnTo>
                    <a:pt x="1749996" y="28895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10397480" y="6221079"/>
              <a:ext cx="81915" cy="75565"/>
            </a:xfrm>
            <a:custGeom>
              <a:avLst/>
              <a:gdLst/>
              <a:ahLst/>
              <a:cxnLst/>
              <a:rect l="l" t="t" r="r" b="b"/>
              <a:pathLst>
                <a:path w="81915" h="75564">
                  <a:moveTo>
                    <a:pt x="12420" y="0"/>
                  </a:moveTo>
                  <a:lnTo>
                    <a:pt x="0" y="75184"/>
                  </a:lnTo>
                  <a:lnTo>
                    <a:pt x="81394" y="50012"/>
                  </a:lnTo>
                  <a:lnTo>
                    <a:pt x="124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8529183" y="6341786"/>
              <a:ext cx="2033270" cy="276225"/>
            </a:xfrm>
            <a:custGeom>
              <a:avLst/>
              <a:gdLst/>
              <a:ahLst/>
              <a:cxnLst/>
              <a:rect l="l" t="t" r="r" b="b"/>
              <a:pathLst>
                <a:path w="2033270" h="276225">
                  <a:moveTo>
                    <a:pt x="2032838" y="0"/>
                  </a:moveTo>
                  <a:lnTo>
                    <a:pt x="1998494" y="40589"/>
                  </a:lnTo>
                  <a:lnTo>
                    <a:pt x="1950436" y="78732"/>
                  </a:lnTo>
                  <a:lnTo>
                    <a:pt x="1889729" y="114204"/>
                  </a:lnTo>
                  <a:lnTo>
                    <a:pt x="1854967" y="130868"/>
                  </a:lnTo>
                  <a:lnTo>
                    <a:pt x="1817443" y="146780"/>
                  </a:lnTo>
                  <a:lnTo>
                    <a:pt x="1777291" y="161912"/>
                  </a:lnTo>
                  <a:lnTo>
                    <a:pt x="1734644" y="176235"/>
                  </a:lnTo>
                  <a:lnTo>
                    <a:pt x="1689635" y="189721"/>
                  </a:lnTo>
                  <a:lnTo>
                    <a:pt x="1642399" y="202343"/>
                  </a:lnTo>
                  <a:lnTo>
                    <a:pt x="1593068" y="214073"/>
                  </a:lnTo>
                  <a:lnTo>
                    <a:pt x="1541776" y="224881"/>
                  </a:lnTo>
                  <a:lnTo>
                    <a:pt x="1488657" y="234740"/>
                  </a:lnTo>
                  <a:lnTo>
                    <a:pt x="1433843" y="243622"/>
                  </a:lnTo>
                  <a:lnTo>
                    <a:pt x="1377469" y="251499"/>
                  </a:lnTo>
                  <a:lnTo>
                    <a:pt x="1319667" y="258343"/>
                  </a:lnTo>
                  <a:lnTo>
                    <a:pt x="1260571" y="264125"/>
                  </a:lnTo>
                  <a:lnTo>
                    <a:pt x="1200315" y="268818"/>
                  </a:lnTo>
                  <a:lnTo>
                    <a:pt x="1139032" y="272392"/>
                  </a:lnTo>
                  <a:lnTo>
                    <a:pt x="1076855" y="274821"/>
                  </a:lnTo>
                  <a:lnTo>
                    <a:pt x="1013918" y="276076"/>
                  </a:lnTo>
                  <a:lnTo>
                    <a:pt x="950354" y="276129"/>
                  </a:lnTo>
                  <a:lnTo>
                    <a:pt x="886297" y="274952"/>
                  </a:lnTo>
                  <a:lnTo>
                    <a:pt x="821880" y="272517"/>
                  </a:lnTo>
                  <a:lnTo>
                    <a:pt x="757237" y="268795"/>
                  </a:lnTo>
                  <a:lnTo>
                    <a:pt x="694909" y="263955"/>
                  </a:lnTo>
                  <a:lnTo>
                    <a:pt x="634026" y="257977"/>
                  </a:lnTo>
                  <a:lnTo>
                    <a:pt x="574705" y="250898"/>
                  </a:lnTo>
                  <a:lnTo>
                    <a:pt x="517068" y="242750"/>
                  </a:lnTo>
                  <a:lnTo>
                    <a:pt x="461232" y="233570"/>
                  </a:lnTo>
                  <a:lnTo>
                    <a:pt x="407316" y="223391"/>
                  </a:lnTo>
                  <a:lnTo>
                    <a:pt x="355440" y="212249"/>
                  </a:lnTo>
                  <a:lnTo>
                    <a:pt x="305723" y="200178"/>
                  </a:lnTo>
                  <a:lnTo>
                    <a:pt x="258285" y="187214"/>
                  </a:lnTo>
                  <a:lnTo>
                    <a:pt x="213243" y="173390"/>
                  </a:lnTo>
                  <a:lnTo>
                    <a:pt x="170717" y="158741"/>
                  </a:lnTo>
                  <a:lnTo>
                    <a:pt x="130827" y="143303"/>
                  </a:lnTo>
                  <a:lnTo>
                    <a:pt x="93691" y="127109"/>
                  </a:lnTo>
                  <a:lnTo>
                    <a:pt x="59428" y="110195"/>
                  </a:lnTo>
                  <a:lnTo>
                    <a:pt x="28158" y="92596"/>
                  </a:lnTo>
                  <a:lnTo>
                    <a:pt x="0" y="7434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8480324" y="6375443"/>
              <a:ext cx="83185" cy="78105"/>
            </a:xfrm>
            <a:custGeom>
              <a:avLst/>
              <a:gdLst/>
              <a:ahLst/>
              <a:cxnLst/>
              <a:rect l="l" t="t" r="r" b="b"/>
              <a:pathLst>
                <a:path w="83184" h="78104">
                  <a:moveTo>
                    <a:pt x="0" y="0"/>
                  </a:moveTo>
                  <a:lnTo>
                    <a:pt x="34175" y="78041"/>
                  </a:lnTo>
                  <a:lnTo>
                    <a:pt x="82931" y="194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5" name="object 85" descr=""/>
          <p:cNvSpPr txBox="1"/>
          <p:nvPr/>
        </p:nvSpPr>
        <p:spPr>
          <a:xfrm>
            <a:off x="7365499" y="5074620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86" name="object 86" descr=""/>
          <p:cNvSpPr txBox="1"/>
          <p:nvPr/>
        </p:nvSpPr>
        <p:spPr>
          <a:xfrm>
            <a:off x="9452512" y="6343304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87" name="object 87" descr=""/>
          <p:cNvGrpSpPr/>
          <p:nvPr/>
        </p:nvGrpSpPr>
        <p:grpSpPr>
          <a:xfrm>
            <a:off x="8645228" y="4665031"/>
            <a:ext cx="1978025" cy="920750"/>
            <a:chOff x="8645228" y="4665031"/>
            <a:chExt cx="1978025" cy="920750"/>
          </a:xfrm>
        </p:grpSpPr>
        <p:sp>
          <p:nvSpPr>
            <p:cNvPr id="88" name="object 88" descr=""/>
            <p:cNvSpPr/>
            <p:nvPr/>
          </p:nvSpPr>
          <p:spPr>
            <a:xfrm>
              <a:off x="8707848" y="4700150"/>
              <a:ext cx="1906270" cy="876300"/>
            </a:xfrm>
            <a:custGeom>
              <a:avLst/>
              <a:gdLst/>
              <a:ahLst/>
              <a:cxnLst/>
              <a:rect l="l" t="t" r="r" b="b"/>
              <a:pathLst>
                <a:path w="1906270" h="876300">
                  <a:moveTo>
                    <a:pt x="1905647" y="876007"/>
                  </a:moveTo>
                  <a:lnTo>
                    <a:pt x="1871062" y="836171"/>
                  </a:lnTo>
                  <a:lnTo>
                    <a:pt x="1826215" y="793857"/>
                  </a:lnTo>
                  <a:lnTo>
                    <a:pt x="1771780" y="749412"/>
                  </a:lnTo>
                  <a:lnTo>
                    <a:pt x="1741176" y="726499"/>
                  </a:lnTo>
                  <a:lnTo>
                    <a:pt x="1708428" y="703184"/>
                  </a:lnTo>
                  <a:lnTo>
                    <a:pt x="1673619" y="679511"/>
                  </a:lnTo>
                  <a:lnTo>
                    <a:pt x="1636832" y="655523"/>
                  </a:lnTo>
                  <a:lnTo>
                    <a:pt x="1598153" y="631262"/>
                  </a:lnTo>
                  <a:lnTo>
                    <a:pt x="1557666" y="606774"/>
                  </a:lnTo>
                  <a:lnTo>
                    <a:pt x="1515453" y="582101"/>
                  </a:lnTo>
                  <a:lnTo>
                    <a:pt x="1471600" y="557287"/>
                  </a:lnTo>
                  <a:lnTo>
                    <a:pt x="1426190" y="532376"/>
                  </a:lnTo>
                  <a:lnTo>
                    <a:pt x="1379307" y="507410"/>
                  </a:lnTo>
                  <a:lnTo>
                    <a:pt x="1331037" y="482433"/>
                  </a:lnTo>
                  <a:lnTo>
                    <a:pt x="1281461" y="457490"/>
                  </a:lnTo>
                  <a:lnTo>
                    <a:pt x="1230665" y="432622"/>
                  </a:lnTo>
                  <a:lnTo>
                    <a:pt x="1178733" y="407875"/>
                  </a:lnTo>
                  <a:lnTo>
                    <a:pt x="1125749" y="383291"/>
                  </a:lnTo>
                  <a:lnTo>
                    <a:pt x="1071796" y="358913"/>
                  </a:lnTo>
                  <a:lnTo>
                    <a:pt x="1016959" y="334786"/>
                  </a:lnTo>
                  <a:lnTo>
                    <a:pt x="961323" y="310953"/>
                  </a:lnTo>
                  <a:lnTo>
                    <a:pt x="904970" y="287457"/>
                  </a:lnTo>
                  <a:lnTo>
                    <a:pt x="847985" y="264342"/>
                  </a:lnTo>
                  <a:lnTo>
                    <a:pt x="790452" y="241651"/>
                  </a:lnTo>
                  <a:lnTo>
                    <a:pt x="732455" y="219428"/>
                  </a:lnTo>
                  <a:lnTo>
                    <a:pt x="674078" y="197716"/>
                  </a:lnTo>
                  <a:lnTo>
                    <a:pt x="615406" y="176559"/>
                  </a:lnTo>
                  <a:lnTo>
                    <a:pt x="556522" y="156001"/>
                  </a:lnTo>
                  <a:lnTo>
                    <a:pt x="497510" y="136084"/>
                  </a:lnTo>
                  <a:lnTo>
                    <a:pt x="438454" y="116852"/>
                  </a:lnTo>
                  <a:lnTo>
                    <a:pt x="385832" y="100322"/>
                  </a:lnTo>
                  <a:lnTo>
                    <a:pt x="334015" y="84635"/>
                  </a:lnTo>
                  <a:lnTo>
                    <a:pt x="283077" y="69810"/>
                  </a:lnTo>
                  <a:lnTo>
                    <a:pt x="233091" y="55866"/>
                  </a:lnTo>
                  <a:lnTo>
                    <a:pt x="184130" y="42820"/>
                  </a:lnTo>
                  <a:lnTo>
                    <a:pt x="136268" y="30693"/>
                  </a:lnTo>
                  <a:lnTo>
                    <a:pt x="89576" y="19501"/>
                  </a:lnTo>
                  <a:lnTo>
                    <a:pt x="44129" y="9264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8645228" y="4665031"/>
              <a:ext cx="82550" cy="74930"/>
            </a:xfrm>
            <a:custGeom>
              <a:avLst/>
              <a:gdLst/>
              <a:ahLst/>
              <a:cxnLst/>
              <a:rect l="l" t="t" r="r" b="b"/>
              <a:pathLst>
                <a:path w="82550" h="74929">
                  <a:moveTo>
                    <a:pt x="81953" y="0"/>
                  </a:moveTo>
                  <a:lnTo>
                    <a:pt x="0" y="23253"/>
                  </a:lnTo>
                  <a:lnTo>
                    <a:pt x="67779" y="74866"/>
                  </a:lnTo>
                  <a:lnTo>
                    <a:pt x="819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0" name="object 90" descr=""/>
          <p:cNvSpPr txBox="1"/>
          <p:nvPr/>
        </p:nvSpPr>
        <p:spPr>
          <a:xfrm>
            <a:off x="10158418" y="4986883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91" name="object 91" descr=""/>
          <p:cNvSpPr txBox="1"/>
          <p:nvPr/>
        </p:nvSpPr>
        <p:spPr>
          <a:xfrm>
            <a:off x="9314591" y="5790819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92" name="object 92" descr=""/>
          <p:cNvSpPr txBox="1"/>
          <p:nvPr/>
        </p:nvSpPr>
        <p:spPr>
          <a:xfrm>
            <a:off x="252078" y="1292075"/>
            <a:ext cx="2841625" cy="1842135"/>
          </a:xfrm>
          <a:prstGeom prst="rect">
            <a:avLst/>
          </a:prstGeom>
        </p:spPr>
        <p:txBody>
          <a:bodyPr wrap="square" lIns="0" tIns="2540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000"/>
              </a:spcBef>
            </a:pPr>
            <a:r>
              <a:rPr dirty="0" sz="2800" spc="-25">
                <a:latin typeface="Franklin Gothic Medium"/>
                <a:cs typeface="Franklin Gothic Medium"/>
              </a:rPr>
              <a:t>Components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800" spc="-25">
                <a:latin typeface="Franklin Gothic Medium"/>
                <a:cs typeface="Franklin Gothic Medium"/>
              </a:rPr>
              <a:t>:</a:t>
            </a:r>
            <a:endParaRPr sz="2800">
              <a:latin typeface="Franklin Gothic Medium"/>
              <a:cs typeface="Franklin Gothic Medium"/>
            </a:endParaRPr>
          </a:p>
          <a:p>
            <a:pPr marL="353695">
              <a:lnSpc>
                <a:spcPct val="100000"/>
              </a:lnSpc>
              <a:spcBef>
                <a:spcPts val="1630"/>
              </a:spcBef>
            </a:pPr>
            <a:r>
              <a:rPr dirty="0" sz="2400" spc="-830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sz="2400" spc="21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30">
                <a:latin typeface="Cambria Math"/>
                <a:cs typeface="Cambria Math"/>
              </a:rPr>
              <a:t> </a:t>
            </a:r>
            <a:r>
              <a:rPr dirty="0" sz="2400" spc="-63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952">
                <a:solidFill>
                  <a:srgbClr val="C55A11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382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 </a:t>
            </a:r>
            <a:r>
              <a:rPr dirty="0" sz="2400" spc="-59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892">
                <a:solidFill>
                  <a:srgbClr val="C55A11"/>
                </a:solidFill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  <a:p>
            <a:pPr marL="366395">
              <a:lnSpc>
                <a:spcPct val="100000"/>
              </a:lnSpc>
              <a:spcBef>
                <a:spcPts val="1650"/>
              </a:spcBef>
            </a:pPr>
            <a:r>
              <a:rPr dirty="0" sz="240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15873" sz="2625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baseline="-15873" sz="2625" spc="600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5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(</a:t>
            </a:r>
            <a:r>
              <a:rPr dirty="0" sz="2400">
                <a:solidFill>
                  <a:srgbClr val="BE9000"/>
                </a:solidFill>
                <a:latin typeface="Cambria Math"/>
                <a:cs typeface="Cambria Math"/>
              </a:rPr>
              <a:t>𝑡</a:t>
            </a:r>
            <a:r>
              <a:rPr dirty="0" baseline="-15873" sz="2625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120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BE9000"/>
                </a:solidFill>
                <a:latin typeface="Cambria Math"/>
                <a:cs typeface="Cambria Math"/>
              </a:rPr>
              <a:t>𝑟</a:t>
            </a:r>
            <a:r>
              <a:rPr dirty="0" baseline="-15873" sz="2625" spc="-37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sz="2400" spc="-25">
                <a:latin typeface="Cambria Math"/>
                <a:cs typeface="Cambria Math"/>
              </a:rPr>
              <a:t>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3" name="object 93" descr=""/>
          <p:cNvSpPr/>
          <p:nvPr/>
        </p:nvSpPr>
        <p:spPr>
          <a:xfrm>
            <a:off x="808342" y="3513620"/>
            <a:ext cx="1155065" cy="368300"/>
          </a:xfrm>
          <a:custGeom>
            <a:avLst/>
            <a:gdLst/>
            <a:ahLst/>
            <a:cxnLst/>
            <a:rect l="l" t="t" r="r" b="b"/>
            <a:pathLst>
              <a:path w="1155064" h="368300">
                <a:moveTo>
                  <a:pt x="100457" y="12204"/>
                </a:moveTo>
                <a:lnTo>
                  <a:pt x="96735" y="0"/>
                </a:lnTo>
                <a:lnTo>
                  <a:pt x="74841" y="8521"/>
                </a:lnTo>
                <a:lnTo>
                  <a:pt x="55613" y="21907"/>
                </a:lnTo>
                <a:lnTo>
                  <a:pt x="25146" y="63246"/>
                </a:lnTo>
                <a:lnTo>
                  <a:pt x="6286" y="118986"/>
                </a:lnTo>
                <a:lnTo>
                  <a:pt x="0" y="184099"/>
                </a:lnTo>
                <a:lnTo>
                  <a:pt x="1511" y="216522"/>
                </a:lnTo>
                <a:lnTo>
                  <a:pt x="1562" y="217817"/>
                </a:lnTo>
                <a:lnTo>
                  <a:pt x="14135" y="278244"/>
                </a:lnTo>
                <a:lnTo>
                  <a:pt x="39039" y="328041"/>
                </a:lnTo>
                <a:lnTo>
                  <a:pt x="74841" y="359664"/>
                </a:lnTo>
                <a:lnTo>
                  <a:pt x="96735" y="368198"/>
                </a:lnTo>
                <a:lnTo>
                  <a:pt x="100457" y="355993"/>
                </a:lnTo>
                <a:lnTo>
                  <a:pt x="83540" y="347218"/>
                </a:lnTo>
                <a:lnTo>
                  <a:pt x="68808" y="334467"/>
                </a:lnTo>
                <a:lnTo>
                  <a:pt x="45910" y="296989"/>
                </a:lnTo>
                <a:lnTo>
                  <a:pt x="32004" y="246062"/>
                </a:lnTo>
                <a:lnTo>
                  <a:pt x="27381" y="184251"/>
                </a:lnTo>
                <a:lnTo>
                  <a:pt x="28536" y="151904"/>
                </a:lnTo>
                <a:lnTo>
                  <a:pt x="37795" y="95415"/>
                </a:lnTo>
                <a:lnTo>
                  <a:pt x="56261" y="50507"/>
                </a:lnTo>
                <a:lnTo>
                  <a:pt x="83540" y="20967"/>
                </a:lnTo>
                <a:lnTo>
                  <a:pt x="100457" y="12204"/>
                </a:lnTo>
                <a:close/>
              </a:path>
              <a:path w="1155064" h="368300">
                <a:moveTo>
                  <a:pt x="231216" y="55372"/>
                </a:moveTo>
                <a:lnTo>
                  <a:pt x="227190" y="43916"/>
                </a:lnTo>
                <a:lnTo>
                  <a:pt x="206717" y="51308"/>
                </a:lnTo>
                <a:lnTo>
                  <a:pt x="188772" y="62014"/>
                </a:lnTo>
                <a:lnTo>
                  <a:pt x="160451" y="93395"/>
                </a:lnTo>
                <a:lnTo>
                  <a:pt x="142976" y="135343"/>
                </a:lnTo>
                <a:lnTo>
                  <a:pt x="137236" y="183667"/>
                </a:lnTo>
                <a:lnTo>
                  <a:pt x="137160" y="185153"/>
                </a:lnTo>
                <a:lnTo>
                  <a:pt x="138607" y="211086"/>
                </a:lnTo>
                <a:lnTo>
                  <a:pt x="150215" y="256959"/>
                </a:lnTo>
                <a:lnTo>
                  <a:pt x="173253" y="294195"/>
                </a:lnTo>
                <a:lnTo>
                  <a:pt x="206654" y="318858"/>
                </a:lnTo>
                <a:lnTo>
                  <a:pt x="227190" y="326237"/>
                </a:lnTo>
                <a:lnTo>
                  <a:pt x="230771" y="314782"/>
                </a:lnTo>
                <a:lnTo>
                  <a:pt x="214680" y="307657"/>
                </a:lnTo>
                <a:lnTo>
                  <a:pt x="200787" y="297738"/>
                </a:lnTo>
                <a:lnTo>
                  <a:pt x="172313" y="251498"/>
                </a:lnTo>
                <a:lnTo>
                  <a:pt x="163944" y="208559"/>
                </a:lnTo>
                <a:lnTo>
                  <a:pt x="162966" y="185153"/>
                </a:lnTo>
                <a:lnTo>
                  <a:pt x="162902" y="183667"/>
                </a:lnTo>
                <a:lnTo>
                  <a:pt x="167081" y="137617"/>
                </a:lnTo>
                <a:lnTo>
                  <a:pt x="179641" y="100101"/>
                </a:lnTo>
                <a:lnTo>
                  <a:pt x="214934" y="62458"/>
                </a:lnTo>
                <a:lnTo>
                  <a:pt x="231216" y="55372"/>
                </a:lnTo>
                <a:close/>
              </a:path>
              <a:path w="1155064" h="368300">
                <a:moveTo>
                  <a:pt x="728243" y="185153"/>
                </a:moveTo>
                <a:lnTo>
                  <a:pt x="726795" y="159575"/>
                </a:lnTo>
                <a:lnTo>
                  <a:pt x="726782" y="159270"/>
                </a:lnTo>
                <a:lnTo>
                  <a:pt x="722414" y="135343"/>
                </a:lnTo>
                <a:lnTo>
                  <a:pt x="704951" y="93395"/>
                </a:lnTo>
                <a:lnTo>
                  <a:pt x="676605" y="62014"/>
                </a:lnTo>
                <a:lnTo>
                  <a:pt x="638200" y="43916"/>
                </a:lnTo>
                <a:lnTo>
                  <a:pt x="634187" y="55372"/>
                </a:lnTo>
                <a:lnTo>
                  <a:pt x="650532" y="62458"/>
                </a:lnTo>
                <a:lnTo>
                  <a:pt x="664578" y="72288"/>
                </a:lnTo>
                <a:lnTo>
                  <a:pt x="693115" y="117792"/>
                </a:lnTo>
                <a:lnTo>
                  <a:pt x="701395" y="159270"/>
                </a:lnTo>
                <a:lnTo>
                  <a:pt x="701446" y="159575"/>
                </a:lnTo>
                <a:lnTo>
                  <a:pt x="701433" y="208559"/>
                </a:lnTo>
                <a:lnTo>
                  <a:pt x="693064" y="251498"/>
                </a:lnTo>
                <a:lnTo>
                  <a:pt x="664591" y="297738"/>
                </a:lnTo>
                <a:lnTo>
                  <a:pt x="634631" y="314782"/>
                </a:lnTo>
                <a:lnTo>
                  <a:pt x="638200" y="326237"/>
                </a:lnTo>
                <a:lnTo>
                  <a:pt x="676706" y="308178"/>
                </a:lnTo>
                <a:lnTo>
                  <a:pt x="705027" y="276910"/>
                </a:lnTo>
                <a:lnTo>
                  <a:pt x="722426" y="235026"/>
                </a:lnTo>
                <a:lnTo>
                  <a:pt x="726782" y="211086"/>
                </a:lnTo>
                <a:lnTo>
                  <a:pt x="728243" y="185153"/>
                </a:lnTo>
                <a:close/>
              </a:path>
              <a:path w="1155064" h="368300">
                <a:moveTo>
                  <a:pt x="1154709" y="184099"/>
                </a:moveTo>
                <a:lnTo>
                  <a:pt x="1153198" y="151904"/>
                </a:lnTo>
                <a:lnTo>
                  <a:pt x="1153134" y="150368"/>
                </a:lnTo>
                <a:lnTo>
                  <a:pt x="1148422" y="118986"/>
                </a:lnTo>
                <a:lnTo>
                  <a:pt x="1129563" y="63246"/>
                </a:lnTo>
                <a:lnTo>
                  <a:pt x="1099083" y="21907"/>
                </a:lnTo>
                <a:lnTo>
                  <a:pt x="1057973" y="0"/>
                </a:lnTo>
                <a:lnTo>
                  <a:pt x="1054252" y="12204"/>
                </a:lnTo>
                <a:lnTo>
                  <a:pt x="1071168" y="20967"/>
                </a:lnTo>
                <a:lnTo>
                  <a:pt x="1085888" y="33743"/>
                </a:lnTo>
                <a:lnTo>
                  <a:pt x="1108798" y="71285"/>
                </a:lnTo>
                <a:lnTo>
                  <a:pt x="1122692" y="122301"/>
                </a:lnTo>
                <a:lnTo>
                  <a:pt x="1127315" y="184099"/>
                </a:lnTo>
                <a:lnTo>
                  <a:pt x="1126159" y="216522"/>
                </a:lnTo>
                <a:lnTo>
                  <a:pt x="1116901" y="272884"/>
                </a:lnTo>
                <a:lnTo>
                  <a:pt x="1098435" y="317715"/>
                </a:lnTo>
                <a:lnTo>
                  <a:pt x="1071168" y="347218"/>
                </a:lnTo>
                <a:lnTo>
                  <a:pt x="1054252" y="355993"/>
                </a:lnTo>
                <a:lnTo>
                  <a:pt x="1057973" y="368198"/>
                </a:lnTo>
                <a:lnTo>
                  <a:pt x="1099083" y="346278"/>
                </a:lnTo>
                <a:lnTo>
                  <a:pt x="1129563" y="304952"/>
                </a:lnTo>
                <a:lnTo>
                  <a:pt x="1148422" y="249212"/>
                </a:lnTo>
                <a:lnTo>
                  <a:pt x="1154696" y="184251"/>
                </a:lnTo>
                <a:lnTo>
                  <a:pt x="1154709" y="184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 descr=""/>
          <p:cNvSpPr/>
          <p:nvPr/>
        </p:nvSpPr>
        <p:spPr>
          <a:xfrm>
            <a:off x="2413114" y="3513620"/>
            <a:ext cx="2282825" cy="368300"/>
          </a:xfrm>
          <a:custGeom>
            <a:avLst/>
            <a:gdLst/>
            <a:ahLst/>
            <a:cxnLst/>
            <a:rect l="l" t="t" r="r" b="b"/>
            <a:pathLst>
              <a:path w="2282825" h="368300">
                <a:moveTo>
                  <a:pt x="100457" y="12204"/>
                </a:moveTo>
                <a:lnTo>
                  <a:pt x="96735" y="0"/>
                </a:lnTo>
                <a:lnTo>
                  <a:pt x="74841" y="8521"/>
                </a:lnTo>
                <a:lnTo>
                  <a:pt x="55613" y="21907"/>
                </a:lnTo>
                <a:lnTo>
                  <a:pt x="25146" y="63246"/>
                </a:lnTo>
                <a:lnTo>
                  <a:pt x="6286" y="118986"/>
                </a:lnTo>
                <a:lnTo>
                  <a:pt x="0" y="184099"/>
                </a:lnTo>
                <a:lnTo>
                  <a:pt x="1511" y="216522"/>
                </a:lnTo>
                <a:lnTo>
                  <a:pt x="1562" y="217817"/>
                </a:lnTo>
                <a:lnTo>
                  <a:pt x="14135" y="278244"/>
                </a:lnTo>
                <a:lnTo>
                  <a:pt x="39039" y="328041"/>
                </a:lnTo>
                <a:lnTo>
                  <a:pt x="74841" y="359664"/>
                </a:lnTo>
                <a:lnTo>
                  <a:pt x="96735" y="368198"/>
                </a:lnTo>
                <a:lnTo>
                  <a:pt x="100457" y="355993"/>
                </a:lnTo>
                <a:lnTo>
                  <a:pt x="83540" y="347218"/>
                </a:lnTo>
                <a:lnTo>
                  <a:pt x="68808" y="334467"/>
                </a:lnTo>
                <a:lnTo>
                  <a:pt x="45910" y="296989"/>
                </a:lnTo>
                <a:lnTo>
                  <a:pt x="32004" y="246062"/>
                </a:lnTo>
                <a:lnTo>
                  <a:pt x="27381" y="184251"/>
                </a:lnTo>
                <a:lnTo>
                  <a:pt x="28536" y="151904"/>
                </a:lnTo>
                <a:lnTo>
                  <a:pt x="37795" y="95415"/>
                </a:lnTo>
                <a:lnTo>
                  <a:pt x="56261" y="50507"/>
                </a:lnTo>
                <a:lnTo>
                  <a:pt x="83540" y="20967"/>
                </a:lnTo>
                <a:lnTo>
                  <a:pt x="100457" y="12204"/>
                </a:lnTo>
                <a:close/>
              </a:path>
              <a:path w="2282825" h="368300">
                <a:moveTo>
                  <a:pt x="520776" y="55372"/>
                </a:moveTo>
                <a:lnTo>
                  <a:pt x="516763" y="43916"/>
                </a:lnTo>
                <a:lnTo>
                  <a:pt x="496290" y="51308"/>
                </a:lnTo>
                <a:lnTo>
                  <a:pt x="478332" y="62014"/>
                </a:lnTo>
                <a:lnTo>
                  <a:pt x="450011" y="93395"/>
                </a:lnTo>
                <a:lnTo>
                  <a:pt x="432536" y="135343"/>
                </a:lnTo>
                <a:lnTo>
                  <a:pt x="426796" y="183667"/>
                </a:lnTo>
                <a:lnTo>
                  <a:pt x="426720" y="185153"/>
                </a:lnTo>
                <a:lnTo>
                  <a:pt x="428167" y="211086"/>
                </a:lnTo>
                <a:lnTo>
                  <a:pt x="439775" y="256959"/>
                </a:lnTo>
                <a:lnTo>
                  <a:pt x="462813" y="294195"/>
                </a:lnTo>
                <a:lnTo>
                  <a:pt x="496227" y="318858"/>
                </a:lnTo>
                <a:lnTo>
                  <a:pt x="516763" y="326237"/>
                </a:lnTo>
                <a:lnTo>
                  <a:pt x="520331" y="314782"/>
                </a:lnTo>
                <a:lnTo>
                  <a:pt x="504240" y="307657"/>
                </a:lnTo>
                <a:lnTo>
                  <a:pt x="490347" y="297738"/>
                </a:lnTo>
                <a:lnTo>
                  <a:pt x="461873" y="251498"/>
                </a:lnTo>
                <a:lnTo>
                  <a:pt x="453504" y="208559"/>
                </a:lnTo>
                <a:lnTo>
                  <a:pt x="452526" y="185153"/>
                </a:lnTo>
                <a:lnTo>
                  <a:pt x="452462" y="183667"/>
                </a:lnTo>
                <a:lnTo>
                  <a:pt x="456641" y="137617"/>
                </a:lnTo>
                <a:lnTo>
                  <a:pt x="469201" y="100101"/>
                </a:lnTo>
                <a:lnTo>
                  <a:pt x="504494" y="62458"/>
                </a:lnTo>
                <a:lnTo>
                  <a:pt x="520776" y="55372"/>
                </a:lnTo>
                <a:close/>
              </a:path>
              <a:path w="2282825" h="368300">
                <a:moveTo>
                  <a:pt x="1043711" y="185153"/>
                </a:moveTo>
                <a:lnTo>
                  <a:pt x="1042263" y="159575"/>
                </a:lnTo>
                <a:lnTo>
                  <a:pt x="1042250" y="159270"/>
                </a:lnTo>
                <a:lnTo>
                  <a:pt x="1037882" y="135343"/>
                </a:lnTo>
                <a:lnTo>
                  <a:pt x="1020419" y="93395"/>
                </a:lnTo>
                <a:lnTo>
                  <a:pt x="992073" y="62014"/>
                </a:lnTo>
                <a:lnTo>
                  <a:pt x="953668" y="43916"/>
                </a:lnTo>
                <a:lnTo>
                  <a:pt x="949655" y="55372"/>
                </a:lnTo>
                <a:lnTo>
                  <a:pt x="966000" y="62458"/>
                </a:lnTo>
                <a:lnTo>
                  <a:pt x="980046" y="72288"/>
                </a:lnTo>
                <a:lnTo>
                  <a:pt x="1008583" y="117792"/>
                </a:lnTo>
                <a:lnTo>
                  <a:pt x="1016863" y="159270"/>
                </a:lnTo>
                <a:lnTo>
                  <a:pt x="1016914" y="159575"/>
                </a:lnTo>
                <a:lnTo>
                  <a:pt x="1016901" y="208559"/>
                </a:lnTo>
                <a:lnTo>
                  <a:pt x="1008532" y="251498"/>
                </a:lnTo>
                <a:lnTo>
                  <a:pt x="980059" y="297738"/>
                </a:lnTo>
                <a:lnTo>
                  <a:pt x="950099" y="314782"/>
                </a:lnTo>
                <a:lnTo>
                  <a:pt x="953668" y="326237"/>
                </a:lnTo>
                <a:lnTo>
                  <a:pt x="992174" y="308178"/>
                </a:lnTo>
                <a:lnTo>
                  <a:pt x="1020495" y="276910"/>
                </a:lnTo>
                <a:lnTo>
                  <a:pt x="1037894" y="235026"/>
                </a:lnTo>
                <a:lnTo>
                  <a:pt x="1042250" y="211086"/>
                </a:lnTo>
                <a:lnTo>
                  <a:pt x="1043711" y="185153"/>
                </a:lnTo>
                <a:close/>
              </a:path>
              <a:path w="2282825" h="368300">
                <a:moveTo>
                  <a:pt x="1599768" y="55372"/>
                </a:moveTo>
                <a:lnTo>
                  <a:pt x="1595755" y="43916"/>
                </a:lnTo>
                <a:lnTo>
                  <a:pt x="1575269" y="51308"/>
                </a:lnTo>
                <a:lnTo>
                  <a:pt x="1557324" y="62014"/>
                </a:lnTo>
                <a:lnTo>
                  <a:pt x="1529003" y="93395"/>
                </a:lnTo>
                <a:lnTo>
                  <a:pt x="1511528" y="135343"/>
                </a:lnTo>
                <a:lnTo>
                  <a:pt x="1505788" y="183667"/>
                </a:lnTo>
                <a:lnTo>
                  <a:pt x="1505712" y="185153"/>
                </a:lnTo>
                <a:lnTo>
                  <a:pt x="1507159" y="211086"/>
                </a:lnTo>
                <a:lnTo>
                  <a:pt x="1518767" y="256959"/>
                </a:lnTo>
                <a:lnTo>
                  <a:pt x="1541805" y="294195"/>
                </a:lnTo>
                <a:lnTo>
                  <a:pt x="1575219" y="318858"/>
                </a:lnTo>
                <a:lnTo>
                  <a:pt x="1595755" y="326237"/>
                </a:lnTo>
                <a:lnTo>
                  <a:pt x="1599323" y="314782"/>
                </a:lnTo>
                <a:lnTo>
                  <a:pt x="1583232" y="307657"/>
                </a:lnTo>
                <a:lnTo>
                  <a:pt x="1569339" y="297738"/>
                </a:lnTo>
                <a:lnTo>
                  <a:pt x="1540865" y="251498"/>
                </a:lnTo>
                <a:lnTo>
                  <a:pt x="1532496" y="208559"/>
                </a:lnTo>
                <a:lnTo>
                  <a:pt x="1531518" y="185153"/>
                </a:lnTo>
                <a:lnTo>
                  <a:pt x="1531454" y="183667"/>
                </a:lnTo>
                <a:lnTo>
                  <a:pt x="1535633" y="137617"/>
                </a:lnTo>
                <a:lnTo>
                  <a:pt x="1548193" y="100101"/>
                </a:lnTo>
                <a:lnTo>
                  <a:pt x="1583474" y="62458"/>
                </a:lnTo>
                <a:lnTo>
                  <a:pt x="1599768" y="55372"/>
                </a:lnTo>
                <a:close/>
              </a:path>
              <a:path w="2282825" h="368300">
                <a:moveTo>
                  <a:pt x="2145563" y="185153"/>
                </a:moveTo>
                <a:lnTo>
                  <a:pt x="2144115" y="159575"/>
                </a:lnTo>
                <a:lnTo>
                  <a:pt x="2144103" y="159270"/>
                </a:lnTo>
                <a:lnTo>
                  <a:pt x="2139734" y="135343"/>
                </a:lnTo>
                <a:lnTo>
                  <a:pt x="2122271" y="93395"/>
                </a:lnTo>
                <a:lnTo>
                  <a:pt x="2093925" y="62014"/>
                </a:lnTo>
                <a:lnTo>
                  <a:pt x="2055520" y="43916"/>
                </a:lnTo>
                <a:lnTo>
                  <a:pt x="2051507" y="55372"/>
                </a:lnTo>
                <a:lnTo>
                  <a:pt x="2067839" y="62458"/>
                </a:lnTo>
                <a:lnTo>
                  <a:pt x="2081898" y="72288"/>
                </a:lnTo>
                <a:lnTo>
                  <a:pt x="2110435" y="117792"/>
                </a:lnTo>
                <a:lnTo>
                  <a:pt x="2118715" y="159270"/>
                </a:lnTo>
                <a:lnTo>
                  <a:pt x="2118766" y="159575"/>
                </a:lnTo>
                <a:lnTo>
                  <a:pt x="2118753" y="208559"/>
                </a:lnTo>
                <a:lnTo>
                  <a:pt x="2110384" y="251498"/>
                </a:lnTo>
                <a:lnTo>
                  <a:pt x="2081911" y="297738"/>
                </a:lnTo>
                <a:lnTo>
                  <a:pt x="2051951" y="314782"/>
                </a:lnTo>
                <a:lnTo>
                  <a:pt x="2055520" y="326237"/>
                </a:lnTo>
                <a:lnTo>
                  <a:pt x="2094026" y="308178"/>
                </a:lnTo>
                <a:lnTo>
                  <a:pt x="2122347" y="276910"/>
                </a:lnTo>
                <a:lnTo>
                  <a:pt x="2139746" y="235026"/>
                </a:lnTo>
                <a:lnTo>
                  <a:pt x="2144103" y="211086"/>
                </a:lnTo>
                <a:lnTo>
                  <a:pt x="2145563" y="185153"/>
                </a:lnTo>
                <a:close/>
              </a:path>
              <a:path w="2282825" h="368300">
                <a:moveTo>
                  <a:pt x="2282469" y="184099"/>
                </a:moveTo>
                <a:lnTo>
                  <a:pt x="2280958" y="151904"/>
                </a:lnTo>
                <a:lnTo>
                  <a:pt x="2280894" y="150368"/>
                </a:lnTo>
                <a:lnTo>
                  <a:pt x="2276183" y="118986"/>
                </a:lnTo>
                <a:lnTo>
                  <a:pt x="2257323" y="63246"/>
                </a:lnTo>
                <a:lnTo>
                  <a:pt x="2226843" y="21907"/>
                </a:lnTo>
                <a:lnTo>
                  <a:pt x="2185733" y="0"/>
                </a:lnTo>
                <a:lnTo>
                  <a:pt x="2182012" y="12204"/>
                </a:lnTo>
                <a:lnTo>
                  <a:pt x="2198928" y="20967"/>
                </a:lnTo>
                <a:lnTo>
                  <a:pt x="2213648" y="33743"/>
                </a:lnTo>
                <a:lnTo>
                  <a:pt x="2236559" y="71285"/>
                </a:lnTo>
                <a:lnTo>
                  <a:pt x="2250452" y="122301"/>
                </a:lnTo>
                <a:lnTo>
                  <a:pt x="2255075" y="184099"/>
                </a:lnTo>
                <a:lnTo>
                  <a:pt x="2253919" y="216522"/>
                </a:lnTo>
                <a:lnTo>
                  <a:pt x="2244661" y="272884"/>
                </a:lnTo>
                <a:lnTo>
                  <a:pt x="2226195" y="317715"/>
                </a:lnTo>
                <a:lnTo>
                  <a:pt x="2198928" y="347218"/>
                </a:lnTo>
                <a:lnTo>
                  <a:pt x="2182012" y="355993"/>
                </a:lnTo>
                <a:lnTo>
                  <a:pt x="2185733" y="368198"/>
                </a:lnTo>
                <a:lnTo>
                  <a:pt x="2226843" y="346278"/>
                </a:lnTo>
                <a:lnTo>
                  <a:pt x="2257323" y="304952"/>
                </a:lnTo>
                <a:lnTo>
                  <a:pt x="2276183" y="249212"/>
                </a:lnTo>
                <a:lnTo>
                  <a:pt x="2282456" y="184251"/>
                </a:lnTo>
                <a:lnTo>
                  <a:pt x="2282469" y="184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 descr=""/>
          <p:cNvSpPr txBox="1"/>
          <p:nvPr/>
        </p:nvSpPr>
        <p:spPr>
          <a:xfrm>
            <a:off x="4005827" y="3467274"/>
            <a:ext cx="4591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𝑟,</a:t>
            </a:r>
            <a:r>
              <a:rPr dirty="0" sz="2400" spc="-100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6" name="object 96" descr=""/>
          <p:cNvSpPr/>
          <p:nvPr/>
        </p:nvSpPr>
        <p:spPr>
          <a:xfrm>
            <a:off x="1227446" y="4206775"/>
            <a:ext cx="1176655" cy="282575"/>
          </a:xfrm>
          <a:custGeom>
            <a:avLst/>
            <a:gdLst/>
            <a:ahLst/>
            <a:cxnLst/>
            <a:rect l="l" t="t" r="r" b="b"/>
            <a:pathLst>
              <a:path w="1176655" h="282575">
                <a:moveTo>
                  <a:pt x="1086256" y="0"/>
                </a:moveTo>
                <a:lnTo>
                  <a:pt x="1082243" y="11455"/>
                </a:lnTo>
                <a:lnTo>
                  <a:pt x="1098585" y="18551"/>
                </a:lnTo>
                <a:lnTo>
                  <a:pt x="1112639" y="28371"/>
                </a:lnTo>
                <a:lnTo>
                  <a:pt x="1141172" y="73880"/>
                </a:lnTo>
                <a:lnTo>
                  <a:pt x="1149459" y="115357"/>
                </a:lnTo>
                <a:lnTo>
                  <a:pt x="1149502" y="115661"/>
                </a:lnTo>
                <a:lnTo>
                  <a:pt x="1149498" y="164649"/>
                </a:lnTo>
                <a:lnTo>
                  <a:pt x="1141130" y="207587"/>
                </a:lnTo>
                <a:lnTo>
                  <a:pt x="1112651" y="253828"/>
                </a:lnTo>
                <a:lnTo>
                  <a:pt x="1082687" y="270865"/>
                </a:lnTo>
                <a:lnTo>
                  <a:pt x="1086256" y="282320"/>
                </a:lnTo>
                <a:lnTo>
                  <a:pt x="1124765" y="264263"/>
                </a:lnTo>
                <a:lnTo>
                  <a:pt x="1153083" y="232994"/>
                </a:lnTo>
                <a:lnTo>
                  <a:pt x="1170492" y="191111"/>
                </a:lnTo>
                <a:lnTo>
                  <a:pt x="1176299" y="141236"/>
                </a:lnTo>
                <a:lnTo>
                  <a:pt x="1174861" y="115661"/>
                </a:lnTo>
                <a:lnTo>
                  <a:pt x="1163199" y="69479"/>
                </a:lnTo>
                <a:lnTo>
                  <a:pt x="1140098" y="32129"/>
                </a:lnTo>
                <a:lnTo>
                  <a:pt x="1106723" y="7391"/>
                </a:lnTo>
                <a:lnTo>
                  <a:pt x="1086256" y="0"/>
                </a:lnTo>
                <a:close/>
              </a:path>
              <a:path w="1176655" h="282575">
                <a:moveTo>
                  <a:pt x="90043" y="0"/>
                </a:moveTo>
                <a:lnTo>
                  <a:pt x="51619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5802" y="191111"/>
                </a:lnTo>
                <a:lnTo>
                  <a:pt x="23215" y="232994"/>
                </a:lnTo>
                <a:lnTo>
                  <a:pt x="51528" y="264263"/>
                </a:lnTo>
                <a:lnTo>
                  <a:pt x="90043" y="282320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742" y="139750"/>
                </a:lnTo>
                <a:lnTo>
                  <a:pt x="26788" y="115661"/>
                </a:lnTo>
                <a:lnTo>
                  <a:pt x="35156" y="73880"/>
                </a:lnTo>
                <a:lnTo>
                  <a:pt x="63749" y="28371"/>
                </a:lnTo>
                <a:lnTo>
                  <a:pt x="94056" y="11455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 descr=""/>
          <p:cNvSpPr/>
          <p:nvPr/>
        </p:nvSpPr>
        <p:spPr>
          <a:xfrm>
            <a:off x="2801738" y="4206775"/>
            <a:ext cx="1176655" cy="282575"/>
          </a:xfrm>
          <a:custGeom>
            <a:avLst/>
            <a:gdLst/>
            <a:ahLst/>
            <a:cxnLst/>
            <a:rect l="l" t="t" r="r" b="b"/>
            <a:pathLst>
              <a:path w="1176654" h="282575">
                <a:moveTo>
                  <a:pt x="1086256" y="0"/>
                </a:moveTo>
                <a:lnTo>
                  <a:pt x="1082243" y="11455"/>
                </a:lnTo>
                <a:lnTo>
                  <a:pt x="1098585" y="18551"/>
                </a:lnTo>
                <a:lnTo>
                  <a:pt x="1112639" y="28371"/>
                </a:lnTo>
                <a:lnTo>
                  <a:pt x="1141172" y="73880"/>
                </a:lnTo>
                <a:lnTo>
                  <a:pt x="1149459" y="115357"/>
                </a:lnTo>
                <a:lnTo>
                  <a:pt x="1149502" y="115661"/>
                </a:lnTo>
                <a:lnTo>
                  <a:pt x="1149498" y="164649"/>
                </a:lnTo>
                <a:lnTo>
                  <a:pt x="1141130" y="207587"/>
                </a:lnTo>
                <a:lnTo>
                  <a:pt x="1112651" y="253828"/>
                </a:lnTo>
                <a:lnTo>
                  <a:pt x="1082687" y="270865"/>
                </a:lnTo>
                <a:lnTo>
                  <a:pt x="1086256" y="282320"/>
                </a:lnTo>
                <a:lnTo>
                  <a:pt x="1124765" y="264263"/>
                </a:lnTo>
                <a:lnTo>
                  <a:pt x="1153083" y="232994"/>
                </a:lnTo>
                <a:lnTo>
                  <a:pt x="1170492" y="191111"/>
                </a:lnTo>
                <a:lnTo>
                  <a:pt x="1176299" y="141236"/>
                </a:lnTo>
                <a:lnTo>
                  <a:pt x="1174861" y="115661"/>
                </a:lnTo>
                <a:lnTo>
                  <a:pt x="1163199" y="69479"/>
                </a:lnTo>
                <a:lnTo>
                  <a:pt x="1140098" y="32129"/>
                </a:lnTo>
                <a:lnTo>
                  <a:pt x="1106723" y="7391"/>
                </a:lnTo>
                <a:lnTo>
                  <a:pt x="1086256" y="0"/>
                </a:lnTo>
                <a:close/>
              </a:path>
              <a:path w="1176654" h="282575">
                <a:moveTo>
                  <a:pt x="90042" y="0"/>
                </a:moveTo>
                <a:lnTo>
                  <a:pt x="51619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5802" y="191111"/>
                </a:lnTo>
                <a:lnTo>
                  <a:pt x="23215" y="232994"/>
                </a:lnTo>
                <a:lnTo>
                  <a:pt x="51528" y="264263"/>
                </a:lnTo>
                <a:lnTo>
                  <a:pt x="90042" y="282320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742" y="139750"/>
                </a:lnTo>
                <a:lnTo>
                  <a:pt x="26788" y="115661"/>
                </a:lnTo>
                <a:lnTo>
                  <a:pt x="35156" y="73880"/>
                </a:lnTo>
                <a:lnTo>
                  <a:pt x="63749" y="28371"/>
                </a:lnTo>
                <a:lnTo>
                  <a:pt x="94056" y="11455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 descr=""/>
          <p:cNvSpPr txBox="1"/>
          <p:nvPr/>
        </p:nvSpPr>
        <p:spPr>
          <a:xfrm>
            <a:off x="530092" y="3467274"/>
            <a:ext cx="3401695" cy="1040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5565">
              <a:lnSpc>
                <a:spcPct val="100000"/>
              </a:lnSpc>
              <a:spcBef>
                <a:spcPts val="100"/>
              </a:spcBef>
              <a:tabLst>
                <a:tab pos="514984" algn="l"/>
                <a:tab pos="1033144" algn="l"/>
                <a:tab pos="1544955" algn="l"/>
                <a:tab pos="1993264" algn="l"/>
                <a:tab pos="2409190" algn="l"/>
                <a:tab pos="2953385" algn="l"/>
              </a:tabLst>
            </a:pPr>
            <a:r>
              <a:rPr dirty="0" sz="2400" spc="-670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sz="2400">
                <a:solidFill>
                  <a:srgbClr val="538235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𝑡,</a:t>
            </a:r>
            <a:r>
              <a:rPr dirty="0" sz="2400" spc="-8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𝑟</a:t>
            </a:r>
            <a:r>
              <a:rPr dirty="0" sz="2400">
                <a:latin typeface="Cambria Math"/>
                <a:cs typeface="Cambria Math"/>
              </a:rPr>
              <a:t>	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50">
                <a:latin typeface="Cambria Math"/>
                <a:cs typeface="Cambria Math"/>
              </a:rPr>
              <a:t>=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490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baseline="-15873" sz="2625" spc="-735">
                <a:solidFill>
                  <a:srgbClr val="538235"/>
                </a:solidFill>
                <a:latin typeface="Cambria Math"/>
                <a:cs typeface="Cambria Math"/>
              </a:rPr>
              <a:t>1</a:t>
            </a:r>
            <a:r>
              <a:rPr dirty="0" baseline="-15873" sz="2625">
                <a:solidFill>
                  <a:srgbClr val="538235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𝑡,</a:t>
            </a:r>
            <a:r>
              <a:rPr dirty="0" sz="2400" spc="-8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r>
              <a:rPr dirty="0" sz="2400">
                <a:latin typeface="Cambria Math"/>
                <a:cs typeface="Cambria Math"/>
              </a:rPr>
              <a:t>	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-470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baseline="-15873" sz="2625" spc="-705">
                <a:solidFill>
                  <a:srgbClr val="538235"/>
                </a:solidFill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  <a:p>
            <a:pPr marL="76200">
              <a:lnSpc>
                <a:spcPct val="100000"/>
              </a:lnSpc>
              <a:spcBef>
                <a:spcPts val="2230"/>
              </a:spcBef>
              <a:tabLst>
                <a:tab pos="796925" algn="l"/>
                <a:tab pos="1968500" algn="l"/>
                <a:tab pos="2371090" algn="l"/>
              </a:tabLst>
            </a:pPr>
            <a:r>
              <a:rPr dirty="0" sz="240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sz="2400" spc="225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=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5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baseline="-15873" sz="2625" spc="-75">
                <a:solidFill>
                  <a:srgbClr val="8496AF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195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</a:t>
            </a:r>
            <a:r>
              <a:rPr dirty="0" sz="2400" spc="-95">
                <a:latin typeface="Cambria Math"/>
                <a:cs typeface="Cambria Math"/>
              </a:rPr>
              <a:t> </a:t>
            </a:r>
            <a:r>
              <a:rPr dirty="0" sz="2400" spc="-59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892">
                <a:solidFill>
                  <a:srgbClr val="C55A11"/>
                </a:solidFill>
                <a:latin typeface="Cambria Math"/>
                <a:cs typeface="Cambria Math"/>
              </a:rPr>
              <a:t>2</a:t>
            </a:r>
            <a:r>
              <a:rPr dirty="0" baseline="-15873" sz="2625">
                <a:solidFill>
                  <a:srgbClr val="C55A11"/>
                </a:solidFill>
                <a:latin typeface="Cambria Math"/>
                <a:cs typeface="Cambria Math"/>
              </a:rPr>
              <a:t>	</a:t>
            </a:r>
            <a:r>
              <a:rPr dirty="0" sz="2400" spc="-50">
                <a:latin typeface="Cambria Math"/>
                <a:cs typeface="Cambria Math"/>
              </a:rPr>
              <a:t>∪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63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952">
                <a:solidFill>
                  <a:srgbClr val="C55A11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359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×</a:t>
            </a:r>
            <a:r>
              <a:rPr dirty="0" sz="2400" spc="5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baseline="-15873" sz="2625" spc="-37">
                <a:solidFill>
                  <a:srgbClr val="8496AF"/>
                </a:solidFill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99" name="object 99" descr=""/>
          <p:cNvSpPr txBox="1"/>
          <p:nvPr/>
        </p:nvSpPr>
        <p:spPr>
          <a:xfrm>
            <a:off x="4993022" y="1535290"/>
            <a:ext cx="11976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0">
                <a:latin typeface="Franklin Gothic Medium"/>
                <a:cs typeface="Franklin Gothic Medium"/>
              </a:rPr>
              <a:t>Example: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00" name="object 100" descr=""/>
          <p:cNvSpPr txBox="1"/>
          <p:nvPr/>
        </p:nvSpPr>
        <p:spPr>
          <a:xfrm>
            <a:off x="4255008" y="5670803"/>
            <a:ext cx="2121535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83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90"/>
              </a:spcBef>
            </a:pP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400" spc="55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accepts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𝑤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r>
              <a:rPr dirty="0" sz="2400" spc="-25">
                <a:latin typeface="Franklin Gothic Medium"/>
                <a:cs typeface="Franklin Gothic Medium"/>
              </a:rPr>
              <a:t>!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01" name="object 101" descr=""/>
          <p:cNvSpPr txBox="1"/>
          <p:nvPr/>
        </p:nvSpPr>
        <p:spPr>
          <a:xfrm>
            <a:off x="954576" y="5717703"/>
            <a:ext cx="3126740" cy="7353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ts val="2795"/>
              </a:lnSpc>
              <a:spcBef>
                <a:spcPts val="100"/>
              </a:spcBef>
            </a:pPr>
            <a:r>
              <a:rPr dirty="0" sz="2400" spc="-25">
                <a:latin typeface="Franklin Gothic Medium"/>
                <a:cs typeface="Franklin Gothic Medium"/>
              </a:rPr>
              <a:t>Try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with: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𝑤</a:t>
            </a:r>
            <a:r>
              <a:rPr dirty="0" baseline="-15873" sz="2625">
                <a:latin typeface="Cambria Math"/>
                <a:cs typeface="Cambria Math"/>
              </a:rPr>
              <a:t>2</a:t>
            </a:r>
            <a:r>
              <a:rPr dirty="0" baseline="-15873" sz="2625" spc="434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45">
                <a:latin typeface="Cambria Math"/>
                <a:cs typeface="Cambria Math"/>
              </a:rPr>
              <a:t> </a:t>
            </a:r>
            <a:r>
              <a:rPr dirty="0" sz="2400" spc="-10">
                <a:latin typeface="Cambria Math"/>
                <a:cs typeface="Cambria Math"/>
              </a:rPr>
              <a:t>𝑎𝑏𝑏𝑎𝑎𝑏𝑎</a:t>
            </a:r>
            <a:endParaRPr sz="2400">
              <a:latin typeface="Cambria Math"/>
              <a:cs typeface="Cambria Math"/>
            </a:endParaRPr>
          </a:p>
          <a:p>
            <a:pPr marL="1123315">
              <a:lnSpc>
                <a:spcPts val="2795"/>
              </a:lnSpc>
            </a:pPr>
            <a:r>
              <a:rPr dirty="0" sz="2400">
                <a:latin typeface="Cambria Math"/>
                <a:cs typeface="Cambria Math"/>
              </a:rPr>
              <a:t>𝑤</a:t>
            </a:r>
            <a:r>
              <a:rPr dirty="0" baseline="-15873" sz="2625">
                <a:latin typeface="Cambria Math"/>
                <a:cs typeface="Cambria Math"/>
              </a:rPr>
              <a:t>3</a:t>
            </a:r>
            <a:r>
              <a:rPr dirty="0" baseline="-15873" sz="2625" spc="517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90">
                <a:latin typeface="Cambria Math"/>
                <a:cs typeface="Cambria Math"/>
              </a:rPr>
              <a:t> </a:t>
            </a:r>
            <a:r>
              <a:rPr dirty="0" sz="2400" spc="-10">
                <a:latin typeface="Cambria Math"/>
                <a:cs typeface="Cambria Math"/>
              </a:rPr>
              <a:t>𝑏𝑏𝑏𝑎𝑎𝑏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2" name="object 102" descr=""/>
          <p:cNvSpPr txBox="1"/>
          <p:nvPr/>
        </p:nvSpPr>
        <p:spPr>
          <a:xfrm>
            <a:off x="4255008" y="6181344"/>
            <a:ext cx="3286125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83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90"/>
              </a:spcBef>
            </a:pP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400" spc="6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does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not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accept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𝑤</a:t>
            </a:r>
            <a:r>
              <a:rPr dirty="0" baseline="-15873" sz="2625" spc="-37">
                <a:latin typeface="Cambria Math"/>
                <a:cs typeface="Cambria Math"/>
              </a:rPr>
              <a:t>3</a:t>
            </a:r>
            <a:r>
              <a:rPr dirty="0" sz="2400" spc="-25">
                <a:latin typeface="Franklin Gothic Medium"/>
                <a:cs typeface="Franklin Gothic Medium"/>
              </a:rPr>
              <a:t>!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03" name="object 103" descr=""/>
          <p:cNvSpPr txBox="1"/>
          <p:nvPr/>
        </p:nvSpPr>
        <p:spPr>
          <a:xfrm>
            <a:off x="11595865" y="6380572"/>
            <a:ext cx="2044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∎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456945" y="3524758"/>
            <a:ext cx="11465560" cy="3173730"/>
            <a:chOff x="456945" y="3524758"/>
            <a:chExt cx="11465560" cy="3173730"/>
          </a:xfrm>
        </p:grpSpPr>
        <p:sp>
          <p:nvSpPr>
            <p:cNvPr id="4" name="object 4" descr=""/>
            <p:cNvSpPr/>
            <p:nvPr/>
          </p:nvSpPr>
          <p:spPr>
            <a:xfrm>
              <a:off x="463295" y="3531108"/>
              <a:ext cx="11452860" cy="3161030"/>
            </a:xfrm>
            <a:custGeom>
              <a:avLst/>
              <a:gdLst/>
              <a:ahLst/>
              <a:cxnLst/>
              <a:rect l="l" t="t" r="r" b="b"/>
              <a:pathLst>
                <a:path w="11452860" h="3161029">
                  <a:moveTo>
                    <a:pt x="11452860" y="0"/>
                  </a:moveTo>
                  <a:lnTo>
                    <a:pt x="0" y="0"/>
                  </a:lnTo>
                  <a:lnTo>
                    <a:pt x="0" y="3160776"/>
                  </a:lnTo>
                  <a:lnTo>
                    <a:pt x="11452860" y="3160776"/>
                  </a:lnTo>
                  <a:lnTo>
                    <a:pt x="11452860" y="0"/>
                  </a:lnTo>
                  <a:close/>
                </a:path>
              </a:pathLst>
            </a:custGeom>
            <a:solidFill>
              <a:srgbClr val="FAE4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63295" y="3531108"/>
              <a:ext cx="11452860" cy="3161030"/>
            </a:xfrm>
            <a:custGeom>
              <a:avLst/>
              <a:gdLst/>
              <a:ahLst/>
              <a:cxnLst/>
              <a:rect l="l" t="t" r="r" b="b"/>
              <a:pathLst>
                <a:path w="11452860" h="3161029">
                  <a:moveTo>
                    <a:pt x="0" y="0"/>
                  </a:moveTo>
                  <a:lnTo>
                    <a:pt x="11452860" y="0"/>
                  </a:lnTo>
                  <a:lnTo>
                    <a:pt x="11452860" y="3160776"/>
                  </a:lnTo>
                  <a:lnTo>
                    <a:pt x="0" y="3160776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0" y="0"/>
            <a:ext cx="12192000" cy="998219"/>
            <a:chOff x="0" y="0"/>
            <a:chExt cx="12192000" cy="998219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998220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Closure</a:t>
            </a:r>
            <a:r>
              <a:rPr dirty="0" sz="4000" spc="-150"/>
              <a:t> </a:t>
            </a:r>
            <a:r>
              <a:rPr dirty="0" sz="4000" spc="-20"/>
              <a:t>Properties</a:t>
            </a:r>
            <a:r>
              <a:rPr dirty="0" sz="4000" spc="-140"/>
              <a:t> </a:t>
            </a:r>
            <a:r>
              <a:rPr dirty="0" sz="4000"/>
              <a:t>for</a:t>
            </a:r>
            <a:r>
              <a:rPr dirty="0" sz="4000" spc="-155"/>
              <a:t> </a:t>
            </a:r>
            <a:r>
              <a:rPr dirty="0" sz="4000" spc="-35"/>
              <a:t>RegEx</a:t>
            </a:r>
            <a:r>
              <a:rPr dirty="0" sz="4000" spc="-135"/>
              <a:t> </a:t>
            </a:r>
            <a:r>
              <a:rPr dirty="0" sz="4000"/>
              <a:t>-</a:t>
            </a:r>
            <a:r>
              <a:rPr dirty="0" sz="4000" spc="-155"/>
              <a:t> </a:t>
            </a:r>
            <a:r>
              <a:rPr dirty="0" sz="4000" spc="-20"/>
              <a:t>Concatenation</a:t>
            </a:r>
            <a:endParaRPr sz="4000"/>
          </a:p>
        </p:txBody>
      </p:sp>
      <p:sp>
        <p:nvSpPr>
          <p:cNvPr id="10" name="object 10" descr=""/>
          <p:cNvSpPr txBox="1"/>
          <p:nvPr/>
        </p:nvSpPr>
        <p:spPr>
          <a:xfrm>
            <a:off x="584372" y="1246012"/>
            <a:ext cx="10610215" cy="1082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 marR="17780" indent="-635">
              <a:lnSpc>
                <a:spcPct val="123700"/>
              </a:lnSpc>
              <a:spcBef>
                <a:spcPts val="100"/>
              </a:spcBef>
              <a:tabLst>
                <a:tab pos="1619250" algn="l"/>
                <a:tab pos="8068945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Theorem:</a:t>
            </a:r>
            <a:r>
              <a:rPr dirty="0" sz="2800">
                <a:latin typeface="Franklin Gothic Medium"/>
                <a:cs typeface="Franklin Gothic Medium"/>
              </a:rPr>
              <a:t>	If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55"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2</a:t>
            </a:r>
            <a:r>
              <a:rPr dirty="0" baseline="-16260" sz="3075" spc="472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are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4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languages,</a:t>
            </a:r>
            <a:r>
              <a:rPr dirty="0" sz="2800" spc="-3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so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 spc="-30">
                <a:latin typeface="Cambria Math"/>
                <a:cs typeface="Cambria Math"/>
              </a:rPr>
              <a:t>1</a:t>
            </a:r>
            <a:r>
              <a:rPr dirty="0" sz="2800" spc="-2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 spc="-30">
                <a:latin typeface="Cambria Math"/>
                <a:cs typeface="Cambria Math"/>
              </a:rPr>
              <a:t>2</a:t>
            </a:r>
            <a:r>
              <a:rPr dirty="0" baseline="-16260" sz="3075">
                <a:latin typeface="Cambria Math"/>
                <a:cs typeface="Cambria Math"/>
              </a:rPr>
              <a:t>	</a:t>
            </a:r>
            <a:r>
              <a:rPr dirty="0" sz="2800">
                <a:latin typeface="Franklin Gothic Medium"/>
                <a:cs typeface="Franklin Gothic Medium"/>
              </a:rPr>
              <a:t>(closure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under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C00000"/>
                </a:solidFill>
                <a:latin typeface="Cambria Math"/>
                <a:cs typeface="Cambria Math"/>
              </a:rPr>
              <a:t>∘</a:t>
            </a:r>
            <a:r>
              <a:rPr dirty="0" sz="2800" spc="-25">
                <a:latin typeface="Franklin Gothic Medium"/>
                <a:cs typeface="Franklin Gothic Medium"/>
              </a:rPr>
              <a:t>) Proof:</a:t>
            </a:r>
            <a:r>
              <a:rPr dirty="0" sz="2800" spc="-15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by</a:t>
            </a:r>
            <a:r>
              <a:rPr dirty="0" sz="2800" spc="-13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Construction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85189" y="2895041"/>
            <a:ext cx="63684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dirty="0" sz="2400">
                <a:latin typeface="Franklin Gothic Medium"/>
                <a:cs typeface="Franklin Gothic Medium"/>
              </a:rPr>
              <a:t>Construct</a:t>
            </a:r>
            <a:r>
              <a:rPr dirty="0" sz="2400" spc="-145">
                <a:latin typeface="Franklin Gothic Medium"/>
                <a:cs typeface="Franklin Gothic Medium"/>
              </a:rPr>
              <a:t> </a:t>
            </a:r>
            <a:r>
              <a:rPr dirty="0" sz="2400" spc="-5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0">
                <a:latin typeface="Cambria Math"/>
                <a:cs typeface="Cambria Math"/>
              </a:rPr>
              <a:t> </a:t>
            </a:r>
            <a:r>
              <a:rPr dirty="0" sz="2400" spc="-560">
                <a:latin typeface="Cambria Math"/>
                <a:cs typeface="Cambria Math"/>
              </a:rPr>
              <a:t>(</a:t>
            </a:r>
            <a:r>
              <a:rPr dirty="0" sz="2400" spc="-560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sz="2400" spc="-26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65">
                <a:latin typeface="Cambria Math"/>
                <a:cs typeface="Cambria Math"/>
              </a:rPr>
              <a:t> </a:t>
            </a:r>
            <a:r>
              <a:rPr dirty="0" sz="2400" spc="215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sz="2400" spc="215">
                <a:latin typeface="Cambria Math"/>
                <a:cs typeface="Cambria Math"/>
              </a:rPr>
              <a:t>,</a:t>
            </a:r>
            <a:r>
              <a:rPr dirty="0" sz="2400" spc="60">
                <a:latin typeface="Cambria Math"/>
                <a:cs typeface="Cambria Math"/>
              </a:rPr>
              <a:t> </a:t>
            </a:r>
            <a:r>
              <a:rPr dirty="0" sz="2400" spc="-645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sz="2400" spc="-235">
                <a:solidFill>
                  <a:srgbClr val="538235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50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20833" sz="2400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50">
                <a:latin typeface="Cambria Math"/>
                <a:cs typeface="Cambria Math"/>
              </a:rPr>
              <a:t> </a:t>
            </a:r>
            <a:r>
              <a:rPr dirty="0" sz="2400" spc="14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sz="2400" spc="140">
                <a:latin typeface="Cambria Math"/>
                <a:cs typeface="Cambria Math"/>
              </a:rPr>
              <a:t>)</a:t>
            </a:r>
            <a:r>
              <a:rPr dirty="0" sz="2400" spc="250">
                <a:latin typeface="Cambria Math"/>
                <a:cs typeface="Cambria Math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recognizing</a:t>
            </a:r>
            <a:r>
              <a:rPr dirty="0" sz="2400" spc="-1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 spc="-30">
                <a:latin typeface="Cambria Math"/>
                <a:cs typeface="Cambria Math"/>
              </a:rPr>
              <a:t>1</a:t>
            </a:r>
            <a:r>
              <a:rPr dirty="0" sz="2400" spc="-2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 spc="-30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452871" y="4555235"/>
            <a:ext cx="447040" cy="36893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121920">
              <a:lnSpc>
                <a:spcPct val="100000"/>
              </a:lnSpc>
              <a:spcBef>
                <a:spcPts val="310"/>
              </a:spcBef>
            </a:pPr>
            <a:r>
              <a:rPr dirty="0" sz="1800" spc="-5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2480817" y="4024629"/>
            <a:ext cx="616585" cy="622300"/>
            <a:chOff x="2480817" y="4024629"/>
            <a:chExt cx="616585" cy="622300"/>
          </a:xfrm>
        </p:grpSpPr>
        <p:sp>
          <p:nvSpPr>
            <p:cNvPr id="14" name="object 14" descr=""/>
            <p:cNvSpPr/>
            <p:nvPr/>
          </p:nvSpPr>
          <p:spPr>
            <a:xfrm>
              <a:off x="2487167" y="4030979"/>
              <a:ext cx="603885" cy="609600"/>
            </a:xfrm>
            <a:custGeom>
              <a:avLst/>
              <a:gdLst/>
              <a:ahLst/>
              <a:cxnLst/>
              <a:rect l="l" t="t" r="r" b="b"/>
              <a:pathLst>
                <a:path w="603885" h="609600">
                  <a:moveTo>
                    <a:pt x="301752" y="0"/>
                  </a:moveTo>
                  <a:lnTo>
                    <a:pt x="252807" y="3989"/>
                  </a:lnTo>
                  <a:lnTo>
                    <a:pt x="206376" y="15538"/>
                  </a:lnTo>
                  <a:lnTo>
                    <a:pt x="163081" y="34020"/>
                  </a:lnTo>
                  <a:lnTo>
                    <a:pt x="123542" y="58808"/>
                  </a:lnTo>
                  <a:lnTo>
                    <a:pt x="88382" y="89273"/>
                  </a:lnTo>
                  <a:lnTo>
                    <a:pt x="58221" y="124788"/>
                  </a:lnTo>
                  <a:lnTo>
                    <a:pt x="33681" y="164725"/>
                  </a:lnTo>
                  <a:lnTo>
                    <a:pt x="15383" y="208458"/>
                  </a:lnTo>
                  <a:lnTo>
                    <a:pt x="3949" y="255359"/>
                  </a:lnTo>
                  <a:lnTo>
                    <a:pt x="0" y="304800"/>
                  </a:lnTo>
                  <a:lnTo>
                    <a:pt x="3949" y="354240"/>
                  </a:lnTo>
                  <a:lnTo>
                    <a:pt x="15383" y="401141"/>
                  </a:lnTo>
                  <a:lnTo>
                    <a:pt x="33681" y="444874"/>
                  </a:lnTo>
                  <a:lnTo>
                    <a:pt x="58221" y="484811"/>
                  </a:lnTo>
                  <a:lnTo>
                    <a:pt x="88382" y="520326"/>
                  </a:lnTo>
                  <a:lnTo>
                    <a:pt x="123542" y="550791"/>
                  </a:lnTo>
                  <a:lnTo>
                    <a:pt x="163081" y="575579"/>
                  </a:lnTo>
                  <a:lnTo>
                    <a:pt x="206376" y="594061"/>
                  </a:lnTo>
                  <a:lnTo>
                    <a:pt x="252807" y="605610"/>
                  </a:lnTo>
                  <a:lnTo>
                    <a:pt x="301752" y="609600"/>
                  </a:lnTo>
                  <a:lnTo>
                    <a:pt x="350696" y="605610"/>
                  </a:lnTo>
                  <a:lnTo>
                    <a:pt x="397127" y="594061"/>
                  </a:lnTo>
                  <a:lnTo>
                    <a:pt x="440422" y="575579"/>
                  </a:lnTo>
                  <a:lnTo>
                    <a:pt x="479961" y="550791"/>
                  </a:lnTo>
                  <a:lnTo>
                    <a:pt x="515121" y="520326"/>
                  </a:lnTo>
                  <a:lnTo>
                    <a:pt x="545282" y="484811"/>
                  </a:lnTo>
                  <a:lnTo>
                    <a:pt x="569822" y="444874"/>
                  </a:lnTo>
                  <a:lnTo>
                    <a:pt x="588120" y="401141"/>
                  </a:lnTo>
                  <a:lnTo>
                    <a:pt x="599554" y="354240"/>
                  </a:lnTo>
                  <a:lnTo>
                    <a:pt x="603504" y="304800"/>
                  </a:lnTo>
                  <a:lnTo>
                    <a:pt x="599554" y="255359"/>
                  </a:lnTo>
                  <a:lnTo>
                    <a:pt x="588120" y="208458"/>
                  </a:lnTo>
                  <a:lnTo>
                    <a:pt x="569822" y="164725"/>
                  </a:lnTo>
                  <a:lnTo>
                    <a:pt x="545282" y="124788"/>
                  </a:lnTo>
                  <a:lnTo>
                    <a:pt x="515121" y="89273"/>
                  </a:lnTo>
                  <a:lnTo>
                    <a:pt x="479961" y="58808"/>
                  </a:lnTo>
                  <a:lnTo>
                    <a:pt x="440422" y="34020"/>
                  </a:lnTo>
                  <a:lnTo>
                    <a:pt x="397127" y="15538"/>
                  </a:lnTo>
                  <a:lnTo>
                    <a:pt x="350696" y="3989"/>
                  </a:lnTo>
                  <a:lnTo>
                    <a:pt x="3017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487167" y="4030979"/>
              <a:ext cx="603885" cy="609600"/>
            </a:xfrm>
            <a:custGeom>
              <a:avLst/>
              <a:gdLst/>
              <a:ahLst/>
              <a:cxnLst/>
              <a:rect l="l" t="t" r="r" b="b"/>
              <a:pathLst>
                <a:path w="603885" h="609600">
                  <a:moveTo>
                    <a:pt x="0" y="304800"/>
                  </a:moveTo>
                  <a:lnTo>
                    <a:pt x="3949" y="255359"/>
                  </a:lnTo>
                  <a:lnTo>
                    <a:pt x="15383" y="208458"/>
                  </a:lnTo>
                  <a:lnTo>
                    <a:pt x="33681" y="164725"/>
                  </a:lnTo>
                  <a:lnTo>
                    <a:pt x="58221" y="124788"/>
                  </a:lnTo>
                  <a:lnTo>
                    <a:pt x="88382" y="89273"/>
                  </a:lnTo>
                  <a:lnTo>
                    <a:pt x="123542" y="58808"/>
                  </a:lnTo>
                  <a:lnTo>
                    <a:pt x="163081" y="34020"/>
                  </a:lnTo>
                  <a:lnTo>
                    <a:pt x="206376" y="15538"/>
                  </a:lnTo>
                  <a:lnTo>
                    <a:pt x="252807" y="3989"/>
                  </a:lnTo>
                  <a:lnTo>
                    <a:pt x="301752" y="0"/>
                  </a:lnTo>
                  <a:lnTo>
                    <a:pt x="350696" y="3989"/>
                  </a:lnTo>
                  <a:lnTo>
                    <a:pt x="397127" y="15538"/>
                  </a:lnTo>
                  <a:lnTo>
                    <a:pt x="440422" y="34020"/>
                  </a:lnTo>
                  <a:lnTo>
                    <a:pt x="479961" y="58808"/>
                  </a:lnTo>
                  <a:lnTo>
                    <a:pt x="515121" y="89273"/>
                  </a:lnTo>
                  <a:lnTo>
                    <a:pt x="545282" y="124788"/>
                  </a:lnTo>
                  <a:lnTo>
                    <a:pt x="569822" y="164725"/>
                  </a:lnTo>
                  <a:lnTo>
                    <a:pt x="588120" y="208458"/>
                  </a:lnTo>
                  <a:lnTo>
                    <a:pt x="599554" y="255359"/>
                  </a:lnTo>
                  <a:lnTo>
                    <a:pt x="603504" y="304800"/>
                  </a:lnTo>
                  <a:lnTo>
                    <a:pt x="599554" y="354240"/>
                  </a:lnTo>
                  <a:lnTo>
                    <a:pt x="588120" y="401141"/>
                  </a:lnTo>
                  <a:lnTo>
                    <a:pt x="569822" y="444874"/>
                  </a:lnTo>
                  <a:lnTo>
                    <a:pt x="545282" y="484811"/>
                  </a:lnTo>
                  <a:lnTo>
                    <a:pt x="515121" y="520326"/>
                  </a:lnTo>
                  <a:lnTo>
                    <a:pt x="479961" y="550791"/>
                  </a:lnTo>
                  <a:lnTo>
                    <a:pt x="440422" y="575579"/>
                  </a:lnTo>
                  <a:lnTo>
                    <a:pt x="397127" y="594061"/>
                  </a:lnTo>
                  <a:lnTo>
                    <a:pt x="350696" y="605610"/>
                  </a:lnTo>
                  <a:lnTo>
                    <a:pt x="301752" y="609600"/>
                  </a:lnTo>
                  <a:lnTo>
                    <a:pt x="252807" y="605610"/>
                  </a:lnTo>
                  <a:lnTo>
                    <a:pt x="206376" y="594061"/>
                  </a:lnTo>
                  <a:lnTo>
                    <a:pt x="163081" y="575579"/>
                  </a:lnTo>
                  <a:lnTo>
                    <a:pt x="123542" y="550791"/>
                  </a:lnTo>
                  <a:lnTo>
                    <a:pt x="88382" y="520326"/>
                  </a:lnTo>
                  <a:lnTo>
                    <a:pt x="58221" y="484811"/>
                  </a:lnTo>
                  <a:lnTo>
                    <a:pt x="33681" y="444874"/>
                  </a:lnTo>
                  <a:lnTo>
                    <a:pt x="15383" y="401141"/>
                  </a:lnTo>
                  <a:lnTo>
                    <a:pt x="3949" y="354240"/>
                  </a:lnTo>
                  <a:lnTo>
                    <a:pt x="0" y="3048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2664227" y="4195394"/>
            <a:ext cx="105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𝑡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740427" y="4291406"/>
            <a:ext cx="11112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latin typeface="Cambria Math"/>
                <a:cs typeface="Cambria Math"/>
              </a:rPr>
              <a:t>0</a:t>
            </a:r>
            <a:endParaRPr sz="1150">
              <a:latin typeface="Cambria Math"/>
              <a:cs typeface="Cambria Math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2164079" y="3671061"/>
            <a:ext cx="1875155" cy="722630"/>
            <a:chOff x="2164079" y="3671061"/>
            <a:chExt cx="1875155" cy="722630"/>
          </a:xfrm>
        </p:grpSpPr>
        <p:sp>
          <p:nvSpPr>
            <p:cNvPr id="19" name="object 19" descr=""/>
            <p:cNvSpPr/>
            <p:nvPr/>
          </p:nvSpPr>
          <p:spPr>
            <a:xfrm>
              <a:off x="2183129" y="4336541"/>
              <a:ext cx="208915" cy="0"/>
            </a:xfrm>
            <a:custGeom>
              <a:avLst/>
              <a:gdLst/>
              <a:ahLst/>
              <a:cxnLst/>
              <a:rect l="l" t="t" r="r" b="b"/>
              <a:pathLst>
                <a:path w="208914" h="0">
                  <a:moveTo>
                    <a:pt x="0" y="0"/>
                  </a:moveTo>
                  <a:lnTo>
                    <a:pt x="208699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372776" y="4279386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299"/>
                  </a:lnTo>
                  <a:lnTo>
                    <a:pt x="114300" y="571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428999" y="3677411"/>
              <a:ext cx="603885" cy="609600"/>
            </a:xfrm>
            <a:custGeom>
              <a:avLst/>
              <a:gdLst/>
              <a:ahLst/>
              <a:cxnLst/>
              <a:rect l="l" t="t" r="r" b="b"/>
              <a:pathLst>
                <a:path w="603885" h="609600">
                  <a:moveTo>
                    <a:pt x="0" y="304800"/>
                  </a:moveTo>
                  <a:lnTo>
                    <a:pt x="3949" y="255359"/>
                  </a:lnTo>
                  <a:lnTo>
                    <a:pt x="15383" y="208458"/>
                  </a:lnTo>
                  <a:lnTo>
                    <a:pt x="33681" y="164725"/>
                  </a:lnTo>
                  <a:lnTo>
                    <a:pt x="58221" y="124788"/>
                  </a:lnTo>
                  <a:lnTo>
                    <a:pt x="88382" y="89273"/>
                  </a:lnTo>
                  <a:lnTo>
                    <a:pt x="123542" y="58808"/>
                  </a:lnTo>
                  <a:lnTo>
                    <a:pt x="163081" y="34020"/>
                  </a:lnTo>
                  <a:lnTo>
                    <a:pt x="206376" y="15538"/>
                  </a:lnTo>
                  <a:lnTo>
                    <a:pt x="252807" y="3989"/>
                  </a:lnTo>
                  <a:lnTo>
                    <a:pt x="301752" y="0"/>
                  </a:lnTo>
                  <a:lnTo>
                    <a:pt x="350696" y="3989"/>
                  </a:lnTo>
                  <a:lnTo>
                    <a:pt x="397127" y="15538"/>
                  </a:lnTo>
                  <a:lnTo>
                    <a:pt x="440422" y="34020"/>
                  </a:lnTo>
                  <a:lnTo>
                    <a:pt x="479961" y="58808"/>
                  </a:lnTo>
                  <a:lnTo>
                    <a:pt x="515121" y="89273"/>
                  </a:lnTo>
                  <a:lnTo>
                    <a:pt x="545282" y="124788"/>
                  </a:lnTo>
                  <a:lnTo>
                    <a:pt x="569822" y="164725"/>
                  </a:lnTo>
                  <a:lnTo>
                    <a:pt x="588120" y="208458"/>
                  </a:lnTo>
                  <a:lnTo>
                    <a:pt x="599554" y="255359"/>
                  </a:lnTo>
                  <a:lnTo>
                    <a:pt x="603504" y="304800"/>
                  </a:lnTo>
                  <a:lnTo>
                    <a:pt x="599554" y="354240"/>
                  </a:lnTo>
                  <a:lnTo>
                    <a:pt x="588120" y="401141"/>
                  </a:lnTo>
                  <a:lnTo>
                    <a:pt x="569822" y="444874"/>
                  </a:lnTo>
                  <a:lnTo>
                    <a:pt x="545282" y="484811"/>
                  </a:lnTo>
                  <a:lnTo>
                    <a:pt x="515121" y="520326"/>
                  </a:lnTo>
                  <a:lnTo>
                    <a:pt x="479961" y="550791"/>
                  </a:lnTo>
                  <a:lnTo>
                    <a:pt x="440422" y="575579"/>
                  </a:lnTo>
                  <a:lnTo>
                    <a:pt x="397127" y="594061"/>
                  </a:lnTo>
                  <a:lnTo>
                    <a:pt x="350696" y="605610"/>
                  </a:lnTo>
                  <a:lnTo>
                    <a:pt x="301752" y="609600"/>
                  </a:lnTo>
                  <a:lnTo>
                    <a:pt x="252807" y="605610"/>
                  </a:lnTo>
                  <a:lnTo>
                    <a:pt x="206376" y="594061"/>
                  </a:lnTo>
                  <a:lnTo>
                    <a:pt x="163081" y="575579"/>
                  </a:lnTo>
                  <a:lnTo>
                    <a:pt x="123542" y="550791"/>
                  </a:lnTo>
                  <a:lnTo>
                    <a:pt x="88382" y="520326"/>
                  </a:lnTo>
                  <a:lnTo>
                    <a:pt x="58221" y="484811"/>
                  </a:lnTo>
                  <a:lnTo>
                    <a:pt x="33681" y="444874"/>
                  </a:lnTo>
                  <a:lnTo>
                    <a:pt x="15383" y="401141"/>
                  </a:lnTo>
                  <a:lnTo>
                    <a:pt x="3949" y="354240"/>
                  </a:lnTo>
                  <a:lnTo>
                    <a:pt x="0" y="3048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2033016" y="3703320"/>
            <a:ext cx="414655" cy="27749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111125">
              <a:lnSpc>
                <a:spcPct val="100000"/>
              </a:lnSpc>
              <a:spcBef>
                <a:spcPts val="325"/>
              </a:spcBef>
            </a:pPr>
            <a:r>
              <a:rPr dirty="0" sz="12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6339" sz="1275" spc="-37">
                <a:latin typeface="Cambria Math"/>
                <a:cs typeface="Cambria Math"/>
              </a:rPr>
              <a:t>1</a:t>
            </a:r>
            <a:endParaRPr baseline="-16339" sz="1275">
              <a:latin typeface="Cambria Math"/>
              <a:cs typeface="Cambria Math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3608800" y="3841638"/>
            <a:ext cx="105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𝑡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3680428" y="3937649"/>
            <a:ext cx="11112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latin typeface="Cambria Math"/>
                <a:cs typeface="Cambria Math"/>
              </a:rPr>
              <a:t>1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3418332" y="4370832"/>
            <a:ext cx="605155" cy="609600"/>
          </a:xfrm>
          <a:custGeom>
            <a:avLst/>
            <a:gdLst/>
            <a:ahLst/>
            <a:cxnLst/>
            <a:rect l="l" t="t" r="r" b="b"/>
            <a:pathLst>
              <a:path w="605154" h="609600">
                <a:moveTo>
                  <a:pt x="0" y="304800"/>
                </a:moveTo>
                <a:lnTo>
                  <a:pt x="3959" y="255359"/>
                </a:lnTo>
                <a:lnTo>
                  <a:pt x="15422" y="208458"/>
                </a:lnTo>
                <a:lnTo>
                  <a:pt x="33767" y="164725"/>
                </a:lnTo>
                <a:lnTo>
                  <a:pt x="58369" y="124788"/>
                </a:lnTo>
                <a:lnTo>
                  <a:pt x="88606" y="89273"/>
                </a:lnTo>
                <a:lnTo>
                  <a:pt x="123855" y="58808"/>
                </a:lnTo>
                <a:lnTo>
                  <a:pt x="163493" y="34020"/>
                </a:lnTo>
                <a:lnTo>
                  <a:pt x="206898" y="15538"/>
                </a:lnTo>
                <a:lnTo>
                  <a:pt x="253445" y="3989"/>
                </a:lnTo>
                <a:lnTo>
                  <a:pt x="302514" y="0"/>
                </a:lnTo>
                <a:lnTo>
                  <a:pt x="351582" y="3989"/>
                </a:lnTo>
                <a:lnTo>
                  <a:pt x="398129" y="15538"/>
                </a:lnTo>
                <a:lnTo>
                  <a:pt x="441534" y="34020"/>
                </a:lnTo>
                <a:lnTo>
                  <a:pt x="481172" y="58808"/>
                </a:lnTo>
                <a:lnTo>
                  <a:pt x="516421" y="89273"/>
                </a:lnTo>
                <a:lnTo>
                  <a:pt x="546658" y="124788"/>
                </a:lnTo>
                <a:lnTo>
                  <a:pt x="571260" y="164725"/>
                </a:lnTo>
                <a:lnTo>
                  <a:pt x="589605" y="208458"/>
                </a:lnTo>
                <a:lnTo>
                  <a:pt x="601068" y="255359"/>
                </a:lnTo>
                <a:lnTo>
                  <a:pt x="605028" y="304800"/>
                </a:lnTo>
                <a:lnTo>
                  <a:pt x="601068" y="354240"/>
                </a:lnTo>
                <a:lnTo>
                  <a:pt x="589605" y="401141"/>
                </a:lnTo>
                <a:lnTo>
                  <a:pt x="571260" y="444874"/>
                </a:lnTo>
                <a:lnTo>
                  <a:pt x="546658" y="484811"/>
                </a:lnTo>
                <a:lnTo>
                  <a:pt x="516421" y="520326"/>
                </a:lnTo>
                <a:lnTo>
                  <a:pt x="481172" y="550791"/>
                </a:lnTo>
                <a:lnTo>
                  <a:pt x="441534" y="575579"/>
                </a:lnTo>
                <a:lnTo>
                  <a:pt x="398129" y="594061"/>
                </a:lnTo>
                <a:lnTo>
                  <a:pt x="351582" y="605610"/>
                </a:lnTo>
                <a:lnTo>
                  <a:pt x="302514" y="609600"/>
                </a:lnTo>
                <a:lnTo>
                  <a:pt x="253445" y="605610"/>
                </a:lnTo>
                <a:lnTo>
                  <a:pt x="206898" y="594061"/>
                </a:lnTo>
                <a:lnTo>
                  <a:pt x="163493" y="575579"/>
                </a:lnTo>
                <a:lnTo>
                  <a:pt x="123855" y="550791"/>
                </a:lnTo>
                <a:lnTo>
                  <a:pt x="88606" y="520326"/>
                </a:lnTo>
                <a:lnTo>
                  <a:pt x="58369" y="484811"/>
                </a:lnTo>
                <a:lnTo>
                  <a:pt x="33767" y="444874"/>
                </a:lnTo>
                <a:lnTo>
                  <a:pt x="15422" y="401141"/>
                </a:lnTo>
                <a:lnTo>
                  <a:pt x="3959" y="354240"/>
                </a:lnTo>
                <a:lnTo>
                  <a:pt x="0" y="304800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3570958" y="4534837"/>
            <a:ext cx="2381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𝑡</a:t>
            </a:r>
            <a:r>
              <a:rPr dirty="0" baseline="-14492" sz="1725" spc="-37">
                <a:latin typeface="Cambria Math"/>
                <a:cs typeface="Cambria Math"/>
              </a:rPr>
              <a:t>2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2983992" y="3963953"/>
            <a:ext cx="445770" cy="734060"/>
            <a:chOff x="2983992" y="3963953"/>
            <a:chExt cx="445770" cy="734060"/>
          </a:xfrm>
        </p:grpSpPr>
        <p:sp>
          <p:nvSpPr>
            <p:cNvPr id="28" name="object 28" descr=""/>
            <p:cNvSpPr/>
            <p:nvPr/>
          </p:nvSpPr>
          <p:spPr>
            <a:xfrm>
              <a:off x="3003042" y="4012407"/>
              <a:ext cx="335915" cy="109220"/>
            </a:xfrm>
            <a:custGeom>
              <a:avLst/>
              <a:gdLst/>
              <a:ahLst/>
              <a:cxnLst/>
              <a:rect l="l" t="t" r="r" b="b"/>
              <a:pathLst>
                <a:path w="335914" h="109220">
                  <a:moveTo>
                    <a:pt x="0" y="109080"/>
                  </a:moveTo>
                  <a:lnTo>
                    <a:pt x="335699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302957" y="3963953"/>
              <a:ext cx="127000" cy="109220"/>
            </a:xfrm>
            <a:custGeom>
              <a:avLst/>
              <a:gdLst/>
              <a:ahLst/>
              <a:cxnLst/>
              <a:rect l="l" t="t" r="r" b="b"/>
              <a:pathLst>
                <a:path w="127000" h="109220">
                  <a:moveTo>
                    <a:pt x="0" y="0"/>
                  </a:moveTo>
                  <a:lnTo>
                    <a:pt x="35331" y="108699"/>
                  </a:lnTo>
                  <a:lnTo>
                    <a:pt x="126377" y="19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003042" y="4551426"/>
              <a:ext cx="325755" cy="97155"/>
            </a:xfrm>
            <a:custGeom>
              <a:avLst/>
              <a:gdLst/>
              <a:ahLst/>
              <a:cxnLst/>
              <a:rect l="l" t="t" r="r" b="b"/>
              <a:pathLst>
                <a:path w="325754" h="97154">
                  <a:moveTo>
                    <a:pt x="0" y="0"/>
                  </a:moveTo>
                  <a:lnTo>
                    <a:pt x="325602" y="97002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3294075" y="4588218"/>
              <a:ext cx="126364" cy="109855"/>
            </a:xfrm>
            <a:custGeom>
              <a:avLst/>
              <a:gdLst/>
              <a:ahLst/>
              <a:cxnLst/>
              <a:rect l="l" t="t" r="r" b="b"/>
              <a:pathLst>
                <a:path w="126364" h="109854">
                  <a:moveTo>
                    <a:pt x="32638" y="0"/>
                  </a:moveTo>
                  <a:lnTo>
                    <a:pt x="0" y="109537"/>
                  </a:lnTo>
                  <a:lnTo>
                    <a:pt x="125856" y="87414"/>
                  </a:lnTo>
                  <a:lnTo>
                    <a:pt x="326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3143473" y="3812918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3127653" y="4615573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2078735" y="5282184"/>
            <a:ext cx="417830" cy="27749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111760">
              <a:lnSpc>
                <a:spcPct val="100000"/>
              </a:lnSpc>
              <a:spcBef>
                <a:spcPts val="320"/>
              </a:spcBef>
            </a:pPr>
            <a:r>
              <a:rPr dirty="0" sz="12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6339" sz="1275" spc="-37">
                <a:latin typeface="Cambria Math"/>
                <a:cs typeface="Cambria Math"/>
              </a:rPr>
              <a:t>2</a:t>
            </a:r>
            <a:endParaRPr baseline="-16339" sz="1275">
              <a:latin typeface="Cambria Math"/>
              <a:cs typeface="Cambria Math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2427477" y="5600446"/>
            <a:ext cx="616585" cy="621030"/>
            <a:chOff x="2427477" y="5600446"/>
            <a:chExt cx="616585" cy="621030"/>
          </a:xfrm>
        </p:grpSpPr>
        <p:sp>
          <p:nvSpPr>
            <p:cNvPr id="36" name="object 36" descr=""/>
            <p:cNvSpPr/>
            <p:nvPr/>
          </p:nvSpPr>
          <p:spPr>
            <a:xfrm>
              <a:off x="2433827" y="5606796"/>
              <a:ext cx="603885" cy="608330"/>
            </a:xfrm>
            <a:custGeom>
              <a:avLst/>
              <a:gdLst/>
              <a:ahLst/>
              <a:cxnLst/>
              <a:rect l="l" t="t" r="r" b="b"/>
              <a:pathLst>
                <a:path w="603885" h="608329">
                  <a:moveTo>
                    <a:pt x="301752" y="0"/>
                  </a:moveTo>
                  <a:lnTo>
                    <a:pt x="252807" y="3979"/>
                  </a:lnTo>
                  <a:lnTo>
                    <a:pt x="206376" y="15499"/>
                  </a:lnTo>
                  <a:lnTo>
                    <a:pt x="163081" y="33935"/>
                  </a:lnTo>
                  <a:lnTo>
                    <a:pt x="123542" y="58660"/>
                  </a:lnTo>
                  <a:lnTo>
                    <a:pt x="88382" y="89049"/>
                  </a:lnTo>
                  <a:lnTo>
                    <a:pt x="58221" y="124475"/>
                  </a:lnTo>
                  <a:lnTo>
                    <a:pt x="33681" y="164313"/>
                  </a:lnTo>
                  <a:lnTo>
                    <a:pt x="15383" y="207936"/>
                  </a:lnTo>
                  <a:lnTo>
                    <a:pt x="3949" y="254720"/>
                  </a:lnTo>
                  <a:lnTo>
                    <a:pt x="0" y="304037"/>
                  </a:lnTo>
                  <a:lnTo>
                    <a:pt x="3949" y="353355"/>
                  </a:lnTo>
                  <a:lnTo>
                    <a:pt x="15383" y="400139"/>
                  </a:lnTo>
                  <a:lnTo>
                    <a:pt x="33681" y="443762"/>
                  </a:lnTo>
                  <a:lnTo>
                    <a:pt x="58221" y="483600"/>
                  </a:lnTo>
                  <a:lnTo>
                    <a:pt x="88382" y="519026"/>
                  </a:lnTo>
                  <a:lnTo>
                    <a:pt x="123542" y="549415"/>
                  </a:lnTo>
                  <a:lnTo>
                    <a:pt x="163081" y="574140"/>
                  </a:lnTo>
                  <a:lnTo>
                    <a:pt x="206376" y="592576"/>
                  </a:lnTo>
                  <a:lnTo>
                    <a:pt x="252807" y="604096"/>
                  </a:lnTo>
                  <a:lnTo>
                    <a:pt x="301752" y="608075"/>
                  </a:lnTo>
                  <a:lnTo>
                    <a:pt x="350696" y="604096"/>
                  </a:lnTo>
                  <a:lnTo>
                    <a:pt x="397127" y="592576"/>
                  </a:lnTo>
                  <a:lnTo>
                    <a:pt x="440422" y="574140"/>
                  </a:lnTo>
                  <a:lnTo>
                    <a:pt x="479961" y="549415"/>
                  </a:lnTo>
                  <a:lnTo>
                    <a:pt x="515121" y="519026"/>
                  </a:lnTo>
                  <a:lnTo>
                    <a:pt x="545282" y="483600"/>
                  </a:lnTo>
                  <a:lnTo>
                    <a:pt x="569822" y="443762"/>
                  </a:lnTo>
                  <a:lnTo>
                    <a:pt x="588120" y="400139"/>
                  </a:lnTo>
                  <a:lnTo>
                    <a:pt x="599554" y="353355"/>
                  </a:lnTo>
                  <a:lnTo>
                    <a:pt x="603504" y="304037"/>
                  </a:lnTo>
                  <a:lnTo>
                    <a:pt x="599554" y="254720"/>
                  </a:lnTo>
                  <a:lnTo>
                    <a:pt x="588120" y="207936"/>
                  </a:lnTo>
                  <a:lnTo>
                    <a:pt x="569822" y="164313"/>
                  </a:lnTo>
                  <a:lnTo>
                    <a:pt x="545282" y="124475"/>
                  </a:lnTo>
                  <a:lnTo>
                    <a:pt x="515121" y="89049"/>
                  </a:lnTo>
                  <a:lnTo>
                    <a:pt x="479961" y="58660"/>
                  </a:lnTo>
                  <a:lnTo>
                    <a:pt x="440422" y="33935"/>
                  </a:lnTo>
                  <a:lnTo>
                    <a:pt x="397127" y="15499"/>
                  </a:lnTo>
                  <a:lnTo>
                    <a:pt x="350696" y="3979"/>
                  </a:lnTo>
                  <a:lnTo>
                    <a:pt x="3017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2433827" y="5606796"/>
              <a:ext cx="603885" cy="608330"/>
            </a:xfrm>
            <a:custGeom>
              <a:avLst/>
              <a:gdLst/>
              <a:ahLst/>
              <a:cxnLst/>
              <a:rect l="l" t="t" r="r" b="b"/>
              <a:pathLst>
                <a:path w="603885" h="608329">
                  <a:moveTo>
                    <a:pt x="0" y="304037"/>
                  </a:moveTo>
                  <a:lnTo>
                    <a:pt x="3949" y="254720"/>
                  </a:lnTo>
                  <a:lnTo>
                    <a:pt x="15383" y="207936"/>
                  </a:lnTo>
                  <a:lnTo>
                    <a:pt x="33681" y="164313"/>
                  </a:lnTo>
                  <a:lnTo>
                    <a:pt x="58221" y="124475"/>
                  </a:lnTo>
                  <a:lnTo>
                    <a:pt x="88382" y="89049"/>
                  </a:lnTo>
                  <a:lnTo>
                    <a:pt x="123542" y="58660"/>
                  </a:lnTo>
                  <a:lnTo>
                    <a:pt x="163081" y="33935"/>
                  </a:lnTo>
                  <a:lnTo>
                    <a:pt x="206376" y="15499"/>
                  </a:lnTo>
                  <a:lnTo>
                    <a:pt x="252807" y="3979"/>
                  </a:lnTo>
                  <a:lnTo>
                    <a:pt x="301752" y="0"/>
                  </a:lnTo>
                  <a:lnTo>
                    <a:pt x="350696" y="3979"/>
                  </a:lnTo>
                  <a:lnTo>
                    <a:pt x="397127" y="15499"/>
                  </a:lnTo>
                  <a:lnTo>
                    <a:pt x="440422" y="33935"/>
                  </a:lnTo>
                  <a:lnTo>
                    <a:pt x="479961" y="58660"/>
                  </a:lnTo>
                  <a:lnTo>
                    <a:pt x="515121" y="89049"/>
                  </a:lnTo>
                  <a:lnTo>
                    <a:pt x="545282" y="124475"/>
                  </a:lnTo>
                  <a:lnTo>
                    <a:pt x="569822" y="164313"/>
                  </a:lnTo>
                  <a:lnTo>
                    <a:pt x="588120" y="207936"/>
                  </a:lnTo>
                  <a:lnTo>
                    <a:pt x="599554" y="254720"/>
                  </a:lnTo>
                  <a:lnTo>
                    <a:pt x="603504" y="304037"/>
                  </a:lnTo>
                  <a:lnTo>
                    <a:pt x="599554" y="353355"/>
                  </a:lnTo>
                  <a:lnTo>
                    <a:pt x="588120" y="400139"/>
                  </a:lnTo>
                  <a:lnTo>
                    <a:pt x="569822" y="443762"/>
                  </a:lnTo>
                  <a:lnTo>
                    <a:pt x="545282" y="483600"/>
                  </a:lnTo>
                  <a:lnTo>
                    <a:pt x="515121" y="519026"/>
                  </a:lnTo>
                  <a:lnTo>
                    <a:pt x="479961" y="549415"/>
                  </a:lnTo>
                  <a:lnTo>
                    <a:pt x="440422" y="574140"/>
                  </a:lnTo>
                  <a:lnTo>
                    <a:pt x="397127" y="592576"/>
                  </a:lnTo>
                  <a:lnTo>
                    <a:pt x="350696" y="604096"/>
                  </a:lnTo>
                  <a:lnTo>
                    <a:pt x="301752" y="608075"/>
                  </a:lnTo>
                  <a:lnTo>
                    <a:pt x="252807" y="604096"/>
                  </a:lnTo>
                  <a:lnTo>
                    <a:pt x="206376" y="592576"/>
                  </a:lnTo>
                  <a:lnTo>
                    <a:pt x="163081" y="574140"/>
                  </a:lnTo>
                  <a:lnTo>
                    <a:pt x="123542" y="549415"/>
                  </a:lnTo>
                  <a:lnTo>
                    <a:pt x="88382" y="519026"/>
                  </a:lnTo>
                  <a:lnTo>
                    <a:pt x="58221" y="483600"/>
                  </a:lnTo>
                  <a:lnTo>
                    <a:pt x="33681" y="443762"/>
                  </a:lnTo>
                  <a:lnTo>
                    <a:pt x="15383" y="400139"/>
                  </a:lnTo>
                  <a:lnTo>
                    <a:pt x="3949" y="353355"/>
                  </a:lnTo>
                  <a:lnTo>
                    <a:pt x="0" y="3040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2565816" y="5769861"/>
            <a:ext cx="2781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𝑔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2110739" y="5245353"/>
            <a:ext cx="1875155" cy="722630"/>
            <a:chOff x="2110739" y="5245353"/>
            <a:chExt cx="1875155" cy="722630"/>
          </a:xfrm>
        </p:grpSpPr>
        <p:sp>
          <p:nvSpPr>
            <p:cNvPr id="40" name="object 40" descr=""/>
            <p:cNvSpPr/>
            <p:nvPr/>
          </p:nvSpPr>
          <p:spPr>
            <a:xfrm>
              <a:off x="2129789" y="5910833"/>
              <a:ext cx="208915" cy="0"/>
            </a:xfrm>
            <a:custGeom>
              <a:avLst/>
              <a:gdLst/>
              <a:ahLst/>
              <a:cxnLst/>
              <a:rect l="l" t="t" r="r" b="b"/>
              <a:pathLst>
                <a:path w="208914" h="0">
                  <a:moveTo>
                    <a:pt x="0" y="0"/>
                  </a:moveTo>
                  <a:lnTo>
                    <a:pt x="208699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2319436" y="5853678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3375659" y="5251703"/>
              <a:ext cx="603885" cy="609600"/>
            </a:xfrm>
            <a:custGeom>
              <a:avLst/>
              <a:gdLst/>
              <a:ahLst/>
              <a:cxnLst/>
              <a:rect l="l" t="t" r="r" b="b"/>
              <a:pathLst>
                <a:path w="603885" h="609600">
                  <a:moveTo>
                    <a:pt x="0" y="304800"/>
                  </a:moveTo>
                  <a:lnTo>
                    <a:pt x="3949" y="255359"/>
                  </a:lnTo>
                  <a:lnTo>
                    <a:pt x="15383" y="208458"/>
                  </a:lnTo>
                  <a:lnTo>
                    <a:pt x="33681" y="164725"/>
                  </a:lnTo>
                  <a:lnTo>
                    <a:pt x="58221" y="124788"/>
                  </a:lnTo>
                  <a:lnTo>
                    <a:pt x="88382" y="89273"/>
                  </a:lnTo>
                  <a:lnTo>
                    <a:pt x="123542" y="58808"/>
                  </a:lnTo>
                  <a:lnTo>
                    <a:pt x="163081" y="34020"/>
                  </a:lnTo>
                  <a:lnTo>
                    <a:pt x="206376" y="15538"/>
                  </a:lnTo>
                  <a:lnTo>
                    <a:pt x="252807" y="3989"/>
                  </a:lnTo>
                  <a:lnTo>
                    <a:pt x="301752" y="0"/>
                  </a:lnTo>
                  <a:lnTo>
                    <a:pt x="350696" y="3989"/>
                  </a:lnTo>
                  <a:lnTo>
                    <a:pt x="397127" y="15538"/>
                  </a:lnTo>
                  <a:lnTo>
                    <a:pt x="440422" y="34020"/>
                  </a:lnTo>
                  <a:lnTo>
                    <a:pt x="479961" y="58808"/>
                  </a:lnTo>
                  <a:lnTo>
                    <a:pt x="515121" y="89273"/>
                  </a:lnTo>
                  <a:lnTo>
                    <a:pt x="545282" y="124788"/>
                  </a:lnTo>
                  <a:lnTo>
                    <a:pt x="569822" y="164725"/>
                  </a:lnTo>
                  <a:lnTo>
                    <a:pt x="588120" y="208458"/>
                  </a:lnTo>
                  <a:lnTo>
                    <a:pt x="599554" y="255359"/>
                  </a:lnTo>
                  <a:lnTo>
                    <a:pt x="603504" y="304800"/>
                  </a:lnTo>
                  <a:lnTo>
                    <a:pt x="599554" y="354240"/>
                  </a:lnTo>
                  <a:lnTo>
                    <a:pt x="588120" y="401141"/>
                  </a:lnTo>
                  <a:lnTo>
                    <a:pt x="569822" y="444874"/>
                  </a:lnTo>
                  <a:lnTo>
                    <a:pt x="545282" y="484811"/>
                  </a:lnTo>
                  <a:lnTo>
                    <a:pt x="515121" y="520326"/>
                  </a:lnTo>
                  <a:lnTo>
                    <a:pt x="479961" y="550791"/>
                  </a:lnTo>
                  <a:lnTo>
                    <a:pt x="440422" y="575579"/>
                  </a:lnTo>
                  <a:lnTo>
                    <a:pt x="397127" y="594061"/>
                  </a:lnTo>
                  <a:lnTo>
                    <a:pt x="350696" y="605610"/>
                  </a:lnTo>
                  <a:lnTo>
                    <a:pt x="301752" y="609600"/>
                  </a:lnTo>
                  <a:lnTo>
                    <a:pt x="252807" y="605610"/>
                  </a:lnTo>
                  <a:lnTo>
                    <a:pt x="206376" y="594061"/>
                  </a:lnTo>
                  <a:lnTo>
                    <a:pt x="163081" y="575579"/>
                  </a:lnTo>
                  <a:lnTo>
                    <a:pt x="123542" y="550791"/>
                  </a:lnTo>
                  <a:lnTo>
                    <a:pt x="88382" y="520326"/>
                  </a:lnTo>
                  <a:lnTo>
                    <a:pt x="58221" y="484811"/>
                  </a:lnTo>
                  <a:lnTo>
                    <a:pt x="33681" y="444874"/>
                  </a:lnTo>
                  <a:lnTo>
                    <a:pt x="15383" y="401141"/>
                  </a:lnTo>
                  <a:lnTo>
                    <a:pt x="3949" y="354240"/>
                  </a:lnTo>
                  <a:lnTo>
                    <a:pt x="0" y="3048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 descr=""/>
          <p:cNvSpPr txBox="1"/>
          <p:nvPr/>
        </p:nvSpPr>
        <p:spPr>
          <a:xfrm>
            <a:off x="3535786" y="5416105"/>
            <a:ext cx="1498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𝑔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3647039" y="5512117"/>
            <a:ext cx="111125" cy="2032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150" spc="-50">
                <a:latin typeface="Cambria Math"/>
                <a:cs typeface="Cambria Math"/>
              </a:rPr>
              <a:t>1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45" name="object 45" descr=""/>
          <p:cNvSpPr/>
          <p:nvPr/>
        </p:nvSpPr>
        <p:spPr>
          <a:xfrm>
            <a:off x="3366515" y="5945123"/>
            <a:ext cx="603885" cy="609600"/>
          </a:xfrm>
          <a:custGeom>
            <a:avLst/>
            <a:gdLst/>
            <a:ahLst/>
            <a:cxnLst/>
            <a:rect l="l" t="t" r="r" b="b"/>
            <a:pathLst>
              <a:path w="603885" h="609600">
                <a:moveTo>
                  <a:pt x="0" y="304799"/>
                </a:moveTo>
                <a:lnTo>
                  <a:pt x="3949" y="255359"/>
                </a:lnTo>
                <a:lnTo>
                  <a:pt x="15383" y="208458"/>
                </a:lnTo>
                <a:lnTo>
                  <a:pt x="33681" y="164725"/>
                </a:lnTo>
                <a:lnTo>
                  <a:pt x="58221" y="124788"/>
                </a:lnTo>
                <a:lnTo>
                  <a:pt x="88382" y="89273"/>
                </a:lnTo>
                <a:lnTo>
                  <a:pt x="123542" y="58808"/>
                </a:lnTo>
                <a:lnTo>
                  <a:pt x="163081" y="34020"/>
                </a:lnTo>
                <a:lnTo>
                  <a:pt x="206376" y="15538"/>
                </a:lnTo>
                <a:lnTo>
                  <a:pt x="252807" y="3989"/>
                </a:lnTo>
                <a:lnTo>
                  <a:pt x="301752" y="0"/>
                </a:lnTo>
                <a:lnTo>
                  <a:pt x="350696" y="3989"/>
                </a:lnTo>
                <a:lnTo>
                  <a:pt x="397127" y="15538"/>
                </a:lnTo>
                <a:lnTo>
                  <a:pt x="440422" y="34020"/>
                </a:lnTo>
                <a:lnTo>
                  <a:pt x="479961" y="58808"/>
                </a:lnTo>
                <a:lnTo>
                  <a:pt x="515121" y="89273"/>
                </a:lnTo>
                <a:lnTo>
                  <a:pt x="545282" y="124788"/>
                </a:lnTo>
                <a:lnTo>
                  <a:pt x="569822" y="164725"/>
                </a:lnTo>
                <a:lnTo>
                  <a:pt x="588120" y="208458"/>
                </a:lnTo>
                <a:lnTo>
                  <a:pt x="599554" y="255359"/>
                </a:lnTo>
                <a:lnTo>
                  <a:pt x="603504" y="304799"/>
                </a:lnTo>
                <a:lnTo>
                  <a:pt x="599554" y="354240"/>
                </a:lnTo>
                <a:lnTo>
                  <a:pt x="588120" y="401141"/>
                </a:lnTo>
                <a:lnTo>
                  <a:pt x="569822" y="444874"/>
                </a:lnTo>
                <a:lnTo>
                  <a:pt x="545282" y="484811"/>
                </a:lnTo>
                <a:lnTo>
                  <a:pt x="515121" y="520326"/>
                </a:lnTo>
                <a:lnTo>
                  <a:pt x="479961" y="550791"/>
                </a:lnTo>
                <a:lnTo>
                  <a:pt x="440422" y="575579"/>
                </a:lnTo>
                <a:lnTo>
                  <a:pt x="397127" y="594061"/>
                </a:lnTo>
                <a:lnTo>
                  <a:pt x="350696" y="605610"/>
                </a:lnTo>
                <a:lnTo>
                  <a:pt x="301752" y="609599"/>
                </a:lnTo>
                <a:lnTo>
                  <a:pt x="252807" y="605610"/>
                </a:lnTo>
                <a:lnTo>
                  <a:pt x="206376" y="594061"/>
                </a:lnTo>
                <a:lnTo>
                  <a:pt x="163081" y="575579"/>
                </a:lnTo>
                <a:lnTo>
                  <a:pt x="123542" y="550791"/>
                </a:lnTo>
                <a:lnTo>
                  <a:pt x="88382" y="520326"/>
                </a:lnTo>
                <a:lnTo>
                  <a:pt x="58221" y="484811"/>
                </a:lnTo>
                <a:lnTo>
                  <a:pt x="33681" y="444874"/>
                </a:lnTo>
                <a:lnTo>
                  <a:pt x="15383" y="401141"/>
                </a:lnTo>
                <a:lnTo>
                  <a:pt x="3949" y="354240"/>
                </a:lnTo>
                <a:lnTo>
                  <a:pt x="0" y="304799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 txBox="1"/>
          <p:nvPr/>
        </p:nvSpPr>
        <p:spPr>
          <a:xfrm>
            <a:off x="3497945" y="6109305"/>
            <a:ext cx="2781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𝑔</a:t>
            </a:r>
            <a:r>
              <a:rPr dirty="0" baseline="-14492" sz="1725" spc="-37">
                <a:latin typeface="Cambria Math"/>
                <a:cs typeface="Cambria Math"/>
              </a:rPr>
              <a:t>2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47" name="object 47" descr=""/>
          <p:cNvGrpSpPr/>
          <p:nvPr/>
        </p:nvGrpSpPr>
        <p:grpSpPr>
          <a:xfrm>
            <a:off x="2930651" y="5538245"/>
            <a:ext cx="445770" cy="735330"/>
            <a:chOff x="2930651" y="5538245"/>
            <a:chExt cx="445770" cy="735330"/>
          </a:xfrm>
        </p:grpSpPr>
        <p:sp>
          <p:nvSpPr>
            <p:cNvPr id="48" name="object 48" descr=""/>
            <p:cNvSpPr/>
            <p:nvPr/>
          </p:nvSpPr>
          <p:spPr>
            <a:xfrm>
              <a:off x="2949701" y="5586699"/>
              <a:ext cx="335915" cy="109220"/>
            </a:xfrm>
            <a:custGeom>
              <a:avLst/>
              <a:gdLst/>
              <a:ahLst/>
              <a:cxnLst/>
              <a:rect l="l" t="t" r="r" b="b"/>
              <a:pathLst>
                <a:path w="335914" h="109220">
                  <a:moveTo>
                    <a:pt x="0" y="109080"/>
                  </a:moveTo>
                  <a:lnTo>
                    <a:pt x="335699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3249616" y="5538245"/>
              <a:ext cx="127000" cy="109220"/>
            </a:xfrm>
            <a:custGeom>
              <a:avLst/>
              <a:gdLst/>
              <a:ahLst/>
              <a:cxnLst/>
              <a:rect l="l" t="t" r="r" b="b"/>
              <a:pathLst>
                <a:path w="127000" h="109220">
                  <a:moveTo>
                    <a:pt x="0" y="0"/>
                  </a:moveTo>
                  <a:lnTo>
                    <a:pt x="35331" y="108699"/>
                  </a:lnTo>
                  <a:lnTo>
                    <a:pt x="126377" y="19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2949701" y="6127242"/>
              <a:ext cx="325755" cy="97155"/>
            </a:xfrm>
            <a:custGeom>
              <a:avLst/>
              <a:gdLst/>
              <a:ahLst/>
              <a:cxnLst/>
              <a:rect l="l" t="t" r="r" b="b"/>
              <a:pathLst>
                <a:path w="325754" h="97154">
                  <a:moveTo>
                    <a:pt x="0" y="0"/>
                  </a:moveTo>
                  <a:lnTo>
                    <a:pt x="325602" y="97002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3240735" y="6164033"/>
              <a:ext cx="126364" cy="109855"/>
            </a:xfrm>
            <a:custGeom>
              <a:avLst/>
              <a:gdLst/>
              <a:ahLst/>
              <a:cxnLst/>
              <a:rect l="l" t="t" r="r" b="b"/>
              <a:pathLst>
                <a:path w="126364" h="109854">
                  <a:moveTo>
                    <a:pt x="32638" y="0"/>
                  </a:moveTo>
                  <a:lnTo>
                    <a:pt x="0" y="109537"/>
                  </a:lnTo>
                  <a:lnTo>
                    <a:pt x="125856" y="87414"/>
                  </a:lnTo>
                  <a:lnTo>
                    <a:pt x="326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 descr=""/>
          <p:cNvSpPr txBox="1"/>
          <p:nvPr/>
        </p:nvSpPr>
        <p:spPr>
          <a:xfrm>
            <a:off x="3106447" y="5386086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3072831" y="6191120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54" name="object 54" descr=""/>
          <p:cNvGrpSpPr/>
          <p:nvPr/>
        </p:nvGrpSpPr>
        <p:grpSpPr>
          <a:xfrm>
            <a:off x="4638802" y="4929890"/>
            <a:ext cx="654685" cy="497840"/>
            <a:chOff x="4638802" y="4929890"/>
            <a:chExt cx="654685" cy="497840"/>
          </a:xfrm>
        </p:grpSpPr>
        <p:sp>
          <p:nvSpPr>
            <p:cNvPr id="55" name="object 55" descr=""/>
            <p:cNvSpPr/>
            <p:nvPr/>
          </p:nvSpPr>
          <p:spPr>
            <a:xfrm>
              <a:off x="4645152" y="4936240"/>
              <a:ext cx="641985" cy="485140"/>
            </a:xfrm>
            <a:custGeom>
              <a:avLst/>
              <a:gdLst/>
              <a:ahLst/>
              <a:cxnLst/>
              <a:rect l="l" t="t" r="r" b="b"/>
              <a:pathLst>
                <a:path w="641985" h="485139">
                  <a:moveTo>
                    <a:pt x="413804" y="0"/>
                  </a:moveTo>
                  <a:lnTo>
                    <a:pt x="413804" y="179209"/>
                  </a:lnTo>
                  <a:lnTo>
                    <a:pt x="0" y="179209"/>
                  </a:lnTo>
                  <a:lnTo>
                    <a:pt x="0" y="305409"/>
                  </a:lnTo>
                  <a:lnTo>
                    <a:pt x="413804" y="305409"/>
                  </a:lnTo>
                  <a:lnTo>
                    <a:pt x="413804" y="484631"/>
                  </a:lnTo>
                  <a:lnTo>
                    <a:pt x="641604" y="242315"/>
                  </a:lnTo>
                  <a:lnTo>
                    <a:pt x="4138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4645152" y="4936240"/>
              <a:ext cx="641985" cy="485140"/>
            </a:xfrm>
            <a:custGeom>
              <a:avLst/>
              <a:gdLst/>
              <a:ahLst/>
              <a:cxnLst/>
              <a:rect l="l" t="t" r="r" b="b"/>
              <a:pathLst>
                <a:path w="641985" h="485139">
                  <a:moveTo>
                    <a:pt x="0" y="179209"/>
                  </a:moveTo>
                  <a:lnTo>
                    <a:pt x="413804" y="179209"/>
                  </a:lnTo>
                  <a:lnTo>
                    <a:pt x="413804" y="0"/>
                  </a:lnTo>
                  <a:lnTo>
                    <a:pt x="641604" y="242315"/>
                  </a:lnTo>
                  <a:lnTo>
                    <a:pt x="413804" y="484631"/>
                  </a:lnTo>
                  <a:lnTo>
                    <a:pt x="413804" y="305409"/>
                  </a:lnTo>
                  <a:lnTo>
                    <a:pt x="0" y="305409"/>
                  </a:lnTo>
                  <a:lnTo>
                    <a:pt x="0" y="17920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 descr=""/>
          <p:cNvSpPr/>
          <p:nvPr/>
        </p:nvSpPr>
        <p:spPr>
          <a:xfrm>
            <a:off x="3483864" y="3741420"/>
            <a:ext cx="474345" cy="478790"/>
          </a:xfrm>
          <a:custGeom>
            <a:avLst/>
            <a:gdLst/>
            <a:ahLst/>
            <a:cxnLst/>
            <a:rect l="l" t="t" r="r" b="b"/>
            <a:pathLst>
              <a:path w="474345" h="478789">
                <a:moveTo>
                  <a:pt x="0" y="239267"/>
                </a:moveTo>
                <a:lnTo>
                  <a:pt x="4814" y="191047"/>
                </a:lnTo>
                <a:lnTo>
                  <a:pt x="18622" y="146134"/>
                </a:lnTo>
                <a:lnTo>
                  <a:pt x="40471" y="105491"/>
                </a:lnTo>
                <a:lnTo>
                  <a:pt x="69408" y="70080"/>
                </a:lnTo>
                <a:lnTo>
                  <a:pt x="104481" y="40863"/>
                </a:lnTo>
                <a:lnTo>
                  <a:pt x="144735" y="18802"/>
                </a:lnTo>
                <a:lnTo>
                  <a:pt x="189220" y="4861"/>
                </a:lnTo>
                <a:lnTo>
                  <a:pt x="236982" y="0"/>
                </a:lnTo>
                <a:lnTo>
                  <a:pt x="284743" y="4861"/>
                </a:lnTo>
                <a:lnTo>
                  <a:pt x="329228" y="18802"/>
                </a:lnTo>
                <a:lnTo>
                  <a:pt x="369482" y="40863"/>
                </a:lnTo>
                <a:lnTo>
                  <a:pt x="404555" y="70080"/>
                </a:lnTo>
                <a:lnTo>
                  <a:pt x="433492" y="105491"/>
                </a:lnTo>
                <a:lnTo>
                  <a:pt x="455341" y="146134"/>
                </a:lnTo>
                <a:lnTo>
                  <a:pt x="469149" y="191047"/>
                </a:lnTo>
                <a:lnTo>
                  <a:pt x="473964" y="239267"/>
                </a:lnTo>
                <a:lnTo>
                  <a:pt x="469149" y="287488"/>
                </a:lnTo>
                <a:lnTo>
                  <a:pt x="455341" y="332401"/>
                </a:lnTo>
                <a:lnTo>
                  <a:pt x="433492" y="373044"/>
                </a:lnTo>
                <a:lnTo>
                  <a:pt x="404555" y="408455"/>
                </a:lnTo>
                <a:lnTo>
                  <a:pt x="369482" y="437672"/>
                </a:lnTo>
                <a:lnTo>
                  <a:pt x="329228" y="459733"/>
                </a:lnTo>
                <a:lnTo>
                  <a:pt x="284743" y="473674"/>
                </a:lnTo>
                <a:lnTo>
                  <a:pt x="236982" y="478535"/>
                </a:lnTo>
                <a:lnTo>
                  <a:pt x="189220" y="473674"/>
                </a:lnTo>
                <a:lnTo>
                  <a:pt x="144735" y="459733"/>
                </a:lnTo>
                <a:lnTo>
                  <a:pt x="104481" y="437672"/>
                </a:lnTo>
                <a:lnTo>
                  <a:pt x="69408" y="408455"/>
                </a:lnTo>
                <a:lnTo>
                  <a:pt x="40471" y="373044"/>
                </a:lnTo>
                <a:lnTo>
                  <a:pt x="18622" y="332401"/>
                </a:lnTo>
                <a:lnTo>
                  <a:pt x="4814" y="287488"/>
                </a:lnTo>
                <a:lnTo>
                  <a:pt x="0" y="239267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/>
          <p:nvPr/>
        </p:nvSpPr>
        <p:spPr>
          <a:xfrm>
            <a:off x="3429000" y="6010655"/>
            <a:ext cx="474345" cy="478790"/>
          </a:xfrm>
          <a:custGeom>
            <a:avLst/>
            <a:gdLst/>
            <a:ahLst/>
            <a:cxnLst/>
            <a:rect l="l" t="t" r="r" b="b"/>
            <a:pathLst>
              <a:path w="474345" h="478789">
                <a:moveTo>
                  <a:pt x="0" y="239268"/>
                </a:moveTo>
                <a:lnTo>
                  <a:pt x="4814" y="191047"/>
                </a:lnTo>
                <a:lnTo>
                  <a:pt x="18622" y="146134"/>
                </a:lnTo>
                <a:lnTo>
                  <a:pt x="40471" y="105491"/>
                </a:lnTo>
                <a:lnTo>
                  <a:pt x="69408" y="70080"/>
                </a:lnTo>
                <a:lnTo>
                  <a:pt x="104481" y="40863"/>
                </a:lnTo>
                <a:lnTo>
                  <a:pt x="144735" y="18802"/>
                </a:lnTo>
                <a:lnTo>
                  <a:pt x="189220" y="4861"/>
                </a:lnTo>
                <a:lnTo>
                  <a:pt x="236982" y="0"/>
                </a:lnTo>
                <a:lnTo>
                  <a:pt x="284743" y="4861"/>
                </a:lnTo>
                <a:lnTo>
                  <a:pt x="329228" y="18802"/>
                </a:lnTo>
                <a:lnTo>
                  <a:pt x="369482" y="40863"/>
                </a:lnTo>
                <a:lnTo>
                  <a:pt x="404555" y="70080"/>
                </a:lnTo>
                <a:lnTo>
                  <a:pt x="433492" y="105491"/>
                </a:lnTo>
                <a:lnTo>
                  <a:pt x="455341" y="146134"/>
                </a:lnTo>
                <a:lnTo>
                  <a:pt x="469149" y="191047"/>
                </a:lnTo>
                <a:lnTo>
                  <a:pt x="473964" y="239268"/>
                </a:lnTo>
                <a:lnTo>
                  <a:pt x="469149" y="287488"/>
                </a:lnTo>
                <a:lnTo>
                  <a:pt x="455341" y="332401"/>
                </a:lnTo>
                <a:lnTo>
                  <a:pt x="433492" y="373044"/>
                </a:lnTo>
                <a:lnTo>
                  <a:pt x="404555" y="408455"/>
                </a:lnTo>
                <a:lnTo>
                  <a:pt x="369482" y="437672"/>
                </a:lnTo>
                <a:lnTo>
                  <a:pt x="329228" y="459733"/>
                </a:lnTo>
                <a:lnTo>
                  <a:pt x="284743" y="473674"/>
                </a:lnTo>
                <a:lnTo>
                  <a:pt x="236982" y="478536"/>
                </a:lnTo>
                <a:lnTo>
                  <a:pt x="189220" y="473674"/>
                </a:lnTo>
                <a:lnTo>
                  <a:pt x="144735" y="459733"/>
                </a:lnTo>
                <a:lnTo>
                  <a:pt x="104481" y="437672"/>
                </a:lnTo>
                <a:lnTo>
                  <a:pt x="69408" y="408455"/>
                </a:lnTo>
                <a:lnTo>
                  <a:pt x="40471" y="373044"/>
                </a:lnTo>
                <a:lnTo>
                  <a:pt x="18622" y="332401"/>
                </a:lnTo>
                <a:lnTo>
                  <a:pt x="4814" y="287488"/>
                </a:lnTo>
                <a:lnTo>
                  <a:pt x="0" y="239268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59" name="object 59" descr=""/>
          <p:cNvGrpSpPr/>
          <p:nvPr/>
        </p:nvGrpSpPr>
        <p:grpSpPr>
          <a:xfrm>
            <a:off x="6077458" y="4609846"/>
            <a:ext cx="2319020" cy="1660525"/>
            <a:chOff x="6077458" y="4609846"/>
            <a:chExt cx="2319020" cy="1660525"/>
          </a:xfrm>
        </p:grpSpPr>
        <p:sp>
          <p:nvSpPr>
            <p:cNvPr id="60" name="object 60" descr=""/>
            <p:cNvSpPr/>
            <p:nvPr/>
          </p:nvSpPr>
          <p:spPr>
            <a:xfrm>
              <a:off x="6083808" y="4616196"/>
              <a:ext cx="2306320" cy="1647825"/>
            </a:xfrm>
            <a:custGeom>
              <a:avLst/>
              <a:gdLst/>
              <a:ahLst/>
              <a:cxnLst/>
              <a:rect l="l" t="t" r="r" b="b"/>
              <a:pathLst>
                <a:path w="2306320" h="1647825">
                  <a:moveTo>
                    <a:pt x="2305812" y="0"/>
                  </a:moveTo>
                  <a:lnTo>
                    <a:pt x="0" y="0"/>
                  </a:lnTo>
                  <a:lnTo>
                    <a:pt x="0" y="1647443"/>
                  </a:lnTo>
                  <a:lnTo>
                    <a:pt x="2305812" y="1647443"/>
                  </a:lnTo>
                  <a:lnTo>
                    <a:pt x="230581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6083808" y="4616196"/>
              <a:ext cx="2306320" cy="1647825"/>
            </a:xfrm>
            <a:custGeom>
              <a:avLst/>
              <a:gdLst/>
              <a:ahLst/>
              <a:cxnLst/>
              <a:rect l="l" t="t" r="r" b="b"/>
              <a:pathLst>
                <a:path w="2306320" h="1647825">
                  <a:moveTo>
                    <a:pt x="0" y="0"/>
                  </a:moveTo>
                  <a:lnTo>
                    <a:pt x="2305812" y="0"/>
                  </a:lnTo>
                  <a:lnTo>
                    <a:pt x="2305812" y="1647443"/>
                  </a:lnTo>
                  <a:lnTo>
                    <a:pt x="0" y="1647443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6681216" y="5172456"/>
              <a:ext cx="603885" cy="608330"/>
            </a:xfrm>
            <a:custGeom>
              <a:avLst/>
              <a:gdLst/>
              <a:ahLst/>
              <a:cxnLst/>
              <a:rect l="l" t="t" r="r" b="b"/>
              <a:pathLst>
                <a:path w="603884" h="608329">
                  <a:moveTo>
                    <a:pt x="301752" y="0"/>
                  </a:moveTo>
                  <a:lnTo>
                    <a:pt x="252807" y="3979"/>
                  </a:lnTo>
                  <a:lnTo>
                    <a:pt x="206376" y="15499"/>
                  </a:lnTo>
                  <a:lnTo>
                    <a:pt x="163081" y="33935"/>
                  </a:lnTo>
                  <a:lnTo>
                    <a:pt x="123542" y="58660"/>
                  </a:lnTo>
                  <a:lnTo>
                    <a:pt x="88382" y="89049"/>
                  </a:lnTo>
                  <a:lnTo>
                    <a:pt x="58221" y="124475"/>
                  </a:lnTo>
                  <a:lnTo>
                    <a:pt x="33681" y="164313"/>
                  </a:lnTo>
                  <a:lnTo>
                    <a:pt x="15383" y="207936"/>
                  </a:lnTo>
                  <a:lnTo>
                    <a:pt x="3949" y="254720"/>
                  </a:lnTo>
                  <a:lnTo>
                    <a:pt x="0" y="304038"/>
                  </a:lnTo>
                  <a:lnTo>
                    <a:pt x="3949" y="353355"/>
                  </a:lnTo>
                  <a:lnTo>
                    <a:pt x="15383" y="400139"/>
                  </a:lnTo>
                  <a:lnTo>
                    <a:pt x="33681" y="443762"/>
                  </a:lnTo>
                  <a:lnTo>
                    <a:pt x="58221" y="483600"/>
                  </a:lnTo>
                  <a:lnTo>
                    <a:pt x="88382" y="519026"/>
                  </a:lnTo>
                  <a:lnTo>
                    <a:pt x="123542" y="549415"/>
                  </a:lnTo>
                  <a:lnTo>
                    <a:pt x="163081" y="574140"/>
                  </a:lnTo>
                  <a:lnTo>
                    <a:pt x="206376" y="592576"/>
                  </a:lnTo>
                  <a:lnTo>
                    <a:pt x="252807" y="604096"/>
                  </a:lnTo>
                  <a:lnTo>
                    <a:pt x="301752" y="608076"/>
                  </a:lnTo>
                  <a:lnTo>
                    <a:pt x="350696" y="604096"/>
                  </a:lnTo>
                  <a:lnTo>
                    <a:pt x="397127" y="592576"/>
                  </a:lnTo>
                  <a:lnTo>
                    <a:pt x="440422" y="574140"/>
                  </a:lnTo>
                  <a:lnTo>
                    <a:pt x="479961" y="549415"/>
                  </a:lnTo>
                  <a:lnTo>
                    <a:pt x="515121" y="519026"/>
                  </a:lnTo>
                  <a:lnTo>
                    <a:pt x="545282" y="483600"/>
                  </a:lnTo>
                  <a:lnTo>
                    <a:pt x="569822" y="443762"/>
                  </a:lnTo>
                  <a:lnTo>
                    <a:pt x="588120" y="400139"/>
                  </a:lnTo>
                  <a:lnTo>
                    <a:pt x="599554" y="353355"/>
                  </a:lnTo>
                  <a:lnTo>
                    <a:pt x="603504" y="304038"/>
                  </a:lnTo>
                  <a:lnTo>
                    <a:pt x="599554" y="254720"/>
                  </a:lnTo>
                  <a:lnTo>
                    <a:pt x="588120" y="207936"/>
                  </a:lnTo>
                  <a:lnTo>
                    <a:pt x="569822" y="164313"/>
                  </a:lnTo>
                  <a:lnTo>
                    <a:pt x="545282" y="124475"/>
                  </a:lnTo>
                  <a:lnTo>
                    <a:pt x="515121" y="89049"/>
                  </a:lnTo>
                  <a:lnTo>
                    <a:pt x="479961" y="58660"/>
                  </a:lnTo>
                  <a:lnTo>
                    <a:pt x="440422" y="33935"/>
                  </a:lnTo>
                  <a:lnTo>
                    <a:pt x="397127" y="15499"/>
                  </a:lnTo>
                  <a:lnTo>
                    <a:pt x="350696" y="3979"/>
                  </a:lnTo>
                  <a:lnTo>
                    <a:pt x="3017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6681216" y="5172456"/>
              <a:ext cx="603885" cy="608330"/>
            </a:xfrm>
            <a:custGeom>
              <a:avLst/>
              <a:gdLst/>
              <a:ahLst/>
              <a:cxnLst/>
              <a:rect l="l" t="t" r="r" b="b"/>
              <a:pathLst>
                <a:path w="603884" h="608329">
                  <a:moveTo>
                    <a:pt x="0" y="304038"/>
                  </a:moveTo>
                  <a:lnTo>
                    <a:pt x="3949" y="254720"/>
                  </a:lnTo>
                  <a:lnTo>
                    <a:pt x="15383" y="207936"/>
                  </a:lnTo>
                  <a:lnTo>
                    <a:pt x="33681" y="164313"/>
                  </a:lnTo>
                  <a:lnTo>
                    <a:pt x="58221" y="124475"/>
                  </a:lnTo>
                  <a:lnTo>
                    <a:pt x="88382" y="89049"/>
                  </a:lnTo>
                  <a:lnTo>
                    <a:pt x="123542" y="58660"/>
                  </a:lnTo>
                  <a:lnTo>
                    <a:pt x="163081" y="33935"/>
                  </a:lnTo>
                  <a:lnTo>
                    <a:pt x="206376" y="15499"/>
                  </a:lnTo>
                  <a:lnTo>
                    <a:pt x="252807" y="3979"/>
                  </a:lnTo>
                  <a:lnTo>
                    <a:pt x="301752" y="0"/>
                  </a:lnTo>
                  <a:lnTo>
                    <a:pt x="350696" y="3979"/>
                  </a:lnTo>
                  <a:lnTo>
                    <a:pt x="397127" y="15499"/>
                  </a:lnTo>
                  <a:lnTo>
                    <a:pt x="440422" y="33935"/>
                  </a:lnTo>
                  <a:lnTo>
                    <a:pt x="479961" y="58660"/>
                  </a:lnTo>
                  <a:lnTo>
                    <a:pt x="515121" y="89049"/>
                  </a:lnTo>
                  <a:lnTo>
                    <a:pt x="545282" y="124475"/>
                  </a:lnTo>
                  <a:lnTo>
                    <a:pt x="569822" y="164313"/>
                  </a:lnTo>
                  <a:lnTo>
                    <a:pt x="588120" y="207936"/>
                  </a:lnTo>
                  <a:lnTo>
                    <a:pt x="599554" y="254720"/>
                  </a:lnTo>
                  <a:lnTo>
                    <a:pt x="603504" y="304038"/>
                  </a:lnTo>
                  <a:lnTo>
                    <a:pt x="599554" y="353355"/>
                  </a:lnTo>
                  <a:lnTo>
                    <a:pt x="588120" y="400139"/>
                  </a:lnTo>
                  <a:lnTo>
                    <a:pt x="569822" y="443762"/>
                  </a:lnTo>
                  <a:lnTo>
                    <a:pt x="545282" y="483600"/>
                  </a:lnTo>
                  <a:lnTo>
                    <a:pt x="515121" y="519026"/>
                  </a:lnTo>
                  <a:lnTo>
                    <a:pt x="479961" y="549415"/>
                  </a:lnTo>
                  <a:lnTo>
                    <a:pt x="440422" y="574140"/>
                  </a:lnTo>
                  <a:lnTo>
                    <a:pt x="397127" y="592576"/>
                  </a:lnTo>
                  <a:lnTo>
                    <a:pt x="350696" y="604096"/>
                  </a:lnTo>
                  <a:lnTo>
                    <a:pt x="301752" y="608076"/>
                  </a:lnTo>
                  <a:lnTo>
                    <a:pt x="252807" y="604096"/>
                  </a:lnTo>
                  <a:lnTo>
                    <a:pt x="206376" y="592576"/>
                  </a:lnTo>
                  <a:lnTo>
                    <a:pt x="163081" y="574140"/>
                  </a:lnTo>
                  <a:lnTo>
                    <a:pt x="123542" y="549415"/>
                  </a:lnTo>
                  <a:lnTo>
                    <a:pt x="88382" y="519026"/>
                  </a:lnTo>
                  <a:lnTo>
                    <a:pt x="58221" y="483600"/>
                  </a:lnTo>
                  <a:lnTo>
                    <a:pt x="33681" y="443762"/>
                  </a:lnTo>
                  <a:lnTo>
                    <a:pt x="15383" y="400139"/>
                  </a:lnTo>
                  <a:lnTo>
                    <a:pt x="3949" y="353355"/>
                  </a:lnTo>
                  <a:lnTo>
                    <a:pt x="0" y="30403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 descr=""/>
          <p:cNvSpPr txBox="1"/>
          <p:nvPr/>
        </p:nvSpPr>
        <p:spPr>
          <a:xfrm>
            <a:off x="6832889" y="5335702"/>
            <a:ext cx="2381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𝑡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65" name="object 65" descr=""/>
          <p:cNvGrpSpPr/>
          <p:nvPr/>
        </p:nvGrpSpPr>
        <p:grpSpPr>
          <a:xfrm>
            <a:off x="6358128" y="4812538"/>
            <a:ext cx="1875155" cy="721360"/>
            <a:chOff x="6358128" y="4812538"/>
            <a:chExt cx="1875155" cy="721360"/>
          </a:xfrm>
        </p:grpSpPr>
        <p:sp>
          <p:nvSpPr>
            <p:cNvPr id="66" name="object 66" descr=""/>
            <p:cNvSpPr/>
            <p:nvPr/>
          </p:nvSpPr>
          <p:spPr>
            <a:xfrm>
              <a:off x="6377178" y="5476494"/>
              <a:ext cx="208915" cy="0"/>
            </a:xfrm>
            <a:custGeom>
              <a:avLst/>
              <a:gdLst/>
              <a:ahLst/>
              <a:cxnLst/>
              <a:rect l="l" t="t" r="r" b="b"/>
              <a:pathLst>
                <a:path w="208915" h="0">
                  <a:moveTo>
                    <a:pt x="0" y="0"/>
                  </a:moveTo>
                  <a:lnTo>
                    <a:pt x="208699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6566824" y="5419338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299"/>
                  </a:lnTo>
                  <a:lnTo>
                    <a:pt x="114300" y="571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7623048" y="4818888"/>
              <a:ext cx="603885" cy="608330"/>
            </a:xfrm>
            <a:custGeom>
              <a:avLst/>
              <a:gdLst/>
              <a:ahLst/>
              <a:cxnLst/>
              <a:rect l="l" t="t" r="r" b="b"/>
              <a:pathLst>
                <a:path w="603884" h="608329">
                  <a:moveTo>
                    <a:pt x="0" y="304038"/>
                  </a:moveTo>
                  <a:lnTo>
                    <a:pt x="3949" y="254720"/>
                  </a:lnTo>
                  <a:lnTo>
                    <a:pt x="15383" y="207936"/>
                  </a:lnTo>
                  <a:lnTo>
                    <a:pt x="33681" y="164313"/>
                  </a:lnTo>
                  <a:lnTo>
                    <a:pt x="58221" y="124475"/>
                  </a:lnTo>
                  <a:lnTo>
                    <a:pt x="88382" y="89049"/>
                  </a:lnTo>
                  <a:lnTo>
                    <a:pt x="123542" y="58660"/>
                  </a:lnTo>
                  <a:lnTo>
                    <a:pt x="163081" y="33935"/>
                  </a:lnTo>
                  <a:lnTo>
                    <a:pt x="206376" y="15499"/>
                  </a:lnTo>
                  <a:lnTo>
                    <a:pt x="252807" y="3979"/>
                  </a:lnTo>
                  <a:lnTo>
                    <a:pt x="301752" y="0"/>
                  </a:lnTo>
                  <a:lnTo>
                    <a:pt x="350696" y="3979"/>
                  </a:lnTo>
                  <a:lnTo>
                    <a:pt x="397127" y="15499"/>
                  </a:lnTo>
                  <a:lnTo>
                    <a:pt x="440422" y="33935"/>
                  </a:lnTo>
                  <a:lnTo>
                    <a:pt x="479961" y="58660"/>
                  </a:lnTo>
                  <a:lnTo>
                    <a:pt x="515121" y="89049"/>
                  </a:lnTo>
                  <a:lnTo>
                    <a:pt x="545282" y="124475"/>
                  </a:lnTo>
                  <a:lnTo>
                    <a:pt x="569822" y="164313"/>
                  </a:lnTo>
                  <a:lnTo>
                    <a:pt x="588120" y="207936"/>
                  </a:lnTo>
                  <a:lnTo>
                    <a:pt x="599554" y="254720"/>
                  </a:lnTo>
                  <a:lnTo>
                    <a:pt x="603504" y="304038"/>
                  </a:lnTo>
                  <a:lnTo>
                    <a:pt x="599554" y="353355"/>
                  </a:lnTo>
                  <a:lnTo>
                    <a:pt x="588120" y="400139"/>
                  </a:lnTo>
                  <a:lnTo>
                    <a:pt x="569822" y="443762"/>
                  </a:lnTo>
                  <a:lnTo>
                    <a:pt x="545282" y="483600"/>
                  </a:lnTo>
                  <a:lnTo>
                    <a:pt x="515121" y="519026"/>
                  </a:lnTo>
                  <a:lnTo>
                    <a:pt x="479961" y="549415"/>
                  </a:lnTo>
                  <a:lnTo>
                    <a:pt x="440422" y="574140"/>
                  </a:lnTo>
                  <a:lnTo>
                    <a:pt x="397127" y="592576"/>
                  </a:lnTo>
                  <a:lnTo>
                    <a:pt x="350696" y="604096"/>
                  </a:lnTo>
                  <a:lnTo>
                    <a:pt x="301752" y="608076"/>
                  </a:lnTo>
                  <a:lnTo>
                    <a:pt x="252807" y="604096"/>
                  </a:lnTo>
                  <a:lnTo>
                    <a:pt x="206376" y="592576"/>
                  </a:lnTo>
                  <a:lnTo>
                    <a:pt x="163081" y="574140"/>
                  </a:lnTo>
                  <a:lnTo>
                    <a:pt x="123542" y="549415"/>
                  </a:lnTo>
                  <a:lnTo>
                    <a:pt x="88382" y="519026"/>
                  </a:lnTo>
                  <a:lnTo>
                    <a:pt x="58221" y="483600"/>
                  </a:lnTo>
                  <a:lnTo>
                    <a:pt x="33681" y="443762"/>
                  </a:lnTo>
                  <a:lnTo>
                    <a:pt x="15383" y="400139"/>
                  </a:lnTo>
                  <a:lnTo>
                    <a:pt x="3949" y="353355"/>
                  </a:lnTo>
                  <a:lnTo>
                    <a:pt x="0" y="30403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 descr=""/>
          <p:cNvSpPr txBox="1"/>
          <p:nvPr/>
        </p:nvSpPr>
        <p:spPr>
          <a:xfrm>
            <a:off x="6227064" y="4844796"/>
            <a:ext cx="414655" cy="27622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111125">
              <a:lnSpc>
                <a:spcPct val="100000"/>
              </a:lnSpc>
              <a:spcBef>
                <a:spcPts val="320"/>
              </a:spcBef>
            </a:pPr>
            <a:r>
              <a:rPr dirty="0" sz="12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6339" sz="1275" spc="-37">
                <a:latin typeface="Cambria Math"/>
                <a:cs typeface="Cambria Math"/>
              </a:rPr>
              <a:t>1</a:t>
            </a:r>
            <a:endParaRPr baseline="-16339" sz="1275">
              <a:latin typeface="Cambria Math"/>
              <a:cs typeface="Cambria Math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7802862" y="4981948"/>
            <a:ext cx="105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𝑡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7874489" y="5077960"/>
            <a:ext cx="11112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latin typeface="Cambria Math"/>
                <a:cs typeface="Cambria Math"/>
              </a:rPr>
              <a:t>1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72" name="object 72" descr=""/>
          <p:cNvSpPr/>
          <p:nvPr/>
        </p:nvSpPr>
        <p:spPr>
          <a:xfrm>
            <a:off x="7612380" y="5510784"/>
            <a:ext cx="605155" cy="609600"/>
          </a:xfrm>
          <a:custGeom>
            <a:avLst/>
            <a:gdLst/>
            <a:ahLst/>
            <a:cxnLst/>
            <a:rect l="l" t="t" r="r" b="b"/>
            <a:pathLst>
              <a:path w="605154" h="609600">
                <a:moveTo>
                  <a:pt x="0" y="304799"/>
                </a:moveTo>
                <a:lnTo>
                  <a:pt x="3959" y="255359"/>
                </a:lnTo>
                <a:lnTo>
                  <a:pt x="15422" y="208458"/>
                </a:lnTo>
                <a:lnTo>
                  <a:pt x="33767" y="164725"/>
                </a:lnTo>
                <a:lnTo>
                  <a:pt x="58369" y="124788"/>
                </a:lnTo>
                <a:lnTo>
                  <a:pt x="88606" y="89273"/>
                </a:lnTo>
                <a:lnTo>
                  <a:pt x="123855" y="58808"/>
                </a:lnTo>
                <a:lnTo>
                  <a:pt x="163493" y="34020"/>
                </a:lnTo>
                <a:lnTo>
                  <a:pt x="206898" y="15538"/>
                </a:lnTo>
                <a:lnTo>
                  <a:pt x="253445" y="3989"/>
                </a:lnTo>
                <a:lnTo>
                  <a:pt x="302514" y="0"/>
                </a:lnTo>
                <a:lnTo>
                  <a:pt x="351582" y="3989"/>
                </a:lnTo>
                <a:lnTo>
                  <a:pt x="398129" y="15538"/>
                </a:lnTo>
                <a:lnTo>
                  <a:pt x="441534" y="34020"/>
                </a:lnTo>
                <a:lnTo>
                  <a:pt x="481172" y="58808"/>
                </a:lnTo>
                <a:lnTo>
                  <a:pt x="516421" y="89273"/>
                </a:lnTo>
                <a:lnTo>
                  <a:pt x="546658" y="124788"/>
                </a:lnTo>
                <a:lnTo>
                  <a:pt x="571260" y="164725"/>
                </a:lnTo>
                <a:lnTo>
                  <a:pt x="589605" y="208458"/>
                </a:lnTo>
                <a:lnTo>
                  <a:pt x="601068" y="255359"/>
                </a:lnTo>
                <a:lnTo>
                  <a:pt x="605028" y="304799"/>
                </a:lnTo>
                <a:lnTo>
                  <a:pt x="601068" y="354240"/>
                </a:lnTo>
                <a:lnTo>
                  <a:pt x="589605" y="401141"/>
                </a:lnTo>
                <a:lnTo>
                  <a:pt x="571260" y="444874"/>
                </a:lnTo>
                <a:lnTo>
                  <a:pt x="546658" y="484811"/>
                </a:lnTo>
                <a:lnTo>
                  <a:pt x="516421" y="520326"/>
                </a:lnTo>
                <a:lnTo>
                  <a:pt x="481172" y="550791"/>
                </a:lnTo>
                <a:lnTo>
                  <a:pt x="441534" y="575579"/>
                </a:lnTo>
                <a:lnTo>
                  <a:pt x="398129" y="594061"/>
                </a:lnTo>
                <a:lnTo>
                  <a:pt x="351582" y="605610"/>
                </a:lnTo>
                <a:lnTo>
                  <a:pt x="302514" y="609599"/>
                </a:lnTo>
                <a:lnTo>
                  <a:pt x="253445" y="605610"/>
                </a:lnTo>
                <a:lnTo>
                  <a:pt x="206898" y="594061"/>
                </a:lnTo>
                <a:lnTo>
                  <a:pt x="163493" y="575579"/>
                </a:lnTo>
                <a:lnTo>
                  <a:pt x="123855" y="550791"/>
                </a:lnTo>
                <a:lnTo>
                  <a:pt x="88606" y="520326"/>
                </a:lnTo>
                <a:lnTo>
                  <a:pt x="58369" y="484811"/>
                </a:lnTo>
                <a:lnTo>
                  <a:pt x="33767" y="444874"/>
                </a:lnTo>
                <a:lnTo>
                  <a:pt x="15422" y="401141"/>
                </a:lnTo>
                <a:lnTo>
                  <a:pt x="3959" y="354240"/>
                </a:lnTo>
                <a:lnTo>
                  <a:pt x="0" y="304799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 descr=""/>
          <p:cNvSpPr txBox="1"/>
          <p:nvPr/>
        </p:nvSpPr>
        <p:spPr>
          <a:xfrm>
            <a:off x="7765019" y="5675148"/>
            <a:ext cx="2381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𝑡</a:t>
            </a:r>
            <a:r>
              <a:rPr dirty="0" baseline="-14492" sz="1725" spc="-37">
                <a:latin typeface="Cambria Math"/>
                <a:cs typeface="Cambria Math"/>
              </a:rPr>
              <a:t>2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74" name="object 74" descr=""/>
          <p:cNvGrpSpPr/>
          <p:nvPr/>
        </p:nvGrpSpPr>
        <p:grpSpPr>
          <a:xfrm>
            <a:off x="7178040" y="5103905"/>
            <a:ext cx="445770" cy="735330"/>
            <a:chOff x="7178040" y="5103905"/>
            <a:chExt cx="445770" cy="735330"/>
          </a:xfrm>
        </p:grpSpPr>
        <p:sp>
          <p:nvSpPr>
            <p:cNvPr id="75" name="object 75" descr=""/>
            <p:cNvSpPr/>
            <p:nvPr/>
          </p:nvSpPr>
          <p:spPr>
            <a:xfrm>
              <a:off x="7197090" y="5152359"/>
              <a:ext cx="335915" cy="109220"/>
            </a:xfrm>
            <a:custGeom>
              <a:avLst/>
              <a:gdLst/>
              <a:ahLst/>
              <a:cxnLst/>
              <a:rect l="l" t="t" r="r" b="b"/>
              <a:pathLst>
                <a:path w="335915" h="109220">
                  <a:moveTo>
                    <a:pt x="0" y="109080"/>
                  </a:moveTo>
                  <a:lnTo>
                    <a:pt x="335699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7497005" y="5103905"/>
              <a:ext cx="127000" cy="109220"/>
            </a:xfrm>
            <a:custGeom>
              <a:avLst/>
              <a:gdLst/>
              <a:ahLst/>
              <a:cxnLst/>
              <a:rect l="l" t="t" r="r" b="b"/>
              <a:pathLst>
                <a:path w="127000" h="109220">
                  <a:moveTo>
                    <a:pt x="0" y="0"/>
                  </a:moveTo>
                  <a:lnTo>
                    <a:pt x="35331" y="108699"/>
                  </a:lnTo>
                  <a:lnTo>
                    <a:pt x="126377" y="19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7197090" y="5692901"/>
              <a:ext cx="325755" cy="97155"/>
            </a:xfrm>
            <a:custGeom>
              <a:avLst/>
              <a:gdLst/>
              <a:ahLst/>
              <a:cxnLst/>
              <a:rect l="l" t="t" r="r" b="b"/>
              <a:pathLst>
                <a:path w="325754" h="97154">
                  <a:moveTo>
                    <a:pt x="0" y="0"/>
                  </a:moveTo>
                  <a:lnTo>
                    <a:pt x="325602" y="97002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7488123" y="5729693"/>
              <a:ext cx="126364" cy="109855"/>
            </a:xfrm>
            <a:custGeom>
              <a:avLst/>
              <a:gdLst/>
              <a:ahLst/>
              <a:cxnLst/>
              <a:rect l="l" t="t" r="r" b="b"/>
              <a:pathLst>
                <a:path w="126365" h="109854">
                  <a:moveTo>
                    <a:pt x="32639" y="0"/>
                  </a:moveTo>
                  <a:lnTo>
                    <a:pt x="0" y="109537"/>
                  </a:lnTo>
                  <a:lnTo>
                    <a:pt x="125857" y="87414"/>
                  </a:lnTo>
                  <a:lnTo>
                    <a:pt x="326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9" name="object 79" descr=""/>
          <p:cNvSpPr txBox="1"/>
          <p:nvPr/>
        </p:nvSpPr>
        <p:spPr>
          <a:xfrm>
            <a:off x="7337535" y="4953227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7321715" y="5755883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81" name="object 81" descr=""/>
          <p:cNvGrpSpPr/>
          <p:nvPr/>
        </p:nvGrpSpPr>
        <p:grpSpPr>
          <a:xfrm>
            <a:off x="7671561" y="4609846"/>
            <a:ext cx="3844290" cy="1660525"/>
            <a:chOff x="7671561" y="4609846"/>
            <a:chExt cx="3844290" cy="1660525"/>
          </a:xfrm>
        </p:grpSpPr>
        <p:sp>
          <p:nvSpPr>
            <p:cNvPr id="82" name="object 82" descr=""/>
            <p:cNvSpPr/>
            <p:nvPr/>
          </p:nvSpPr>
          <p:spPr>
            <a:xfrm>
              <a:off x="7677911" y="4881372"/>
              <a:ext cx="474345" cy="478790"/>
            </a:xfrm>
            <a:custGeom>
              <a:avLst/>
              <a:gdLst/>
              <a:ahLst/>
              <a:cxnLst/>
              <a:rect l="l" t="t" r="r" b="b"/>
              <a:pathLst>
                <a:path w="474345" h="478789">
                  <a:moveTo>
                    <a:pt x="0" y="239267"/>
                  </a:moveTo>
                  <a:lnTo>
                    <a:pt x="4814" y="191047"/>
                  </a:lnTo>
                  <a:lnTo>
                    <a:pt x="18622" y="146134"/>
                  </a:lnTo>
                  <a:lnTo>
                    <a:pt x="40471" y="105491"/>
                  </a:lnTo>
                  <a:lnTo>
                    <a:pt x="69408" y="70080"/>
                  </a:lnTo>
                  <a:lnTo>
                    <a:pt x="104481" y="40863"/>
                  </a:lnTo>
                  <a:lnTo>
                    <a:pt x="144735" y="18802"/>
                  </a:lnTo>
                  <a:lnTo>
                    <a:pt x="189220" y="4861"/>
                  </a:lnTo>
                  <a:lnTo>
                    <a:pt x="236982" y="0"/>
                  </a:lnTo>
                  <a:lnTo>
                    <a:pt x="284743" y="4861"/>
                  </a:lnTo>
                  <a:lnTo>
                    <a:pt x="329228" y="18802"/>
                  </a:lnTo>
                  <a:lnTo>
                    <a:pt x="369482" y="40863"/>
                  </a:lnTo>
                  <a:lnTo>
                    <a:pt x="404555" y="70080"/>
                  </a:lnTo>
                  <a:lnTo>
                    <a:pt x="433492" y="105491"/>
                  </a:lnTo>
                  <a:lnTo>
                    <a:pt x="455341" y="146134"/>
                  </a:lnTo>
                  <a:lnTo>
                    <a:pt x="469149" y="191047"/>
                  </a:lnTo>
                  <a:lnTo>
                    <a:pt x="473964" y="239267"/>
                  </a:lnTo>
                  <a:lnTo>
                    <a:pt x="469149" y="287488"/>
                  </a:lnTo>
                  <a:lnTo>
                    <a:pt x="455341" y="332401"/>
                  </a:lnTo>
                  <a:lnTo>
                    <a:pt x="433492" y="373044"/>
                  </a:lnTo>
                  <a:lnTo>
                    <a:pt x="404555" y="408455"/>
                  </a:lnTo>
                  <a:lnTo>
                    <a:pt x="369482" y="437672"/>
                  </a:lnTo>
                  <a:lnTo>
                    <a:pt x="329228" y="459733"/>
                  </a:lnTo>
                  <a:lnTo>
                    <a:pt x="284743" y="473674"/>
                  </a:lnTo>
                  <a:lnTo>
                    <a:pt x="236982" y="478535"/>
                  </a:lnTo>
                  <a:lnTo>
                    <a:pt x="189220" y="473674"/>
                  </a:lnTo>
                  <a:lnTo>
                    <a:pt x="144735" y="459733"/>
                  </a:lnTo>
                  <a:lnTo>
                    <a:pt x="104481" y="437672"/>
                  </a:lnTo>
                  <a:lnTo>
                    <a:pt x="69408" y="408455"/>
                  </a:lnTo>
                  <a:lnTo>
                    <a:pt x="40471" y="373044"/>
                  </a:lnTo>
                  <a:lnTo>
                    <a:pt x="18622" y="332401"/>
                  </a:lnTo>
                  <a:lnTo>
                    <a:pt x="4814" y="287488"/>
                  </a:lnTo>
                  <a:lnTo>
                    <a:pt x="0" y="23926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9203436" y="4616196"/>
              <a:ext cx="2306320" cy="1647825"/>
            </a:xfrm>
            <a:custGeom>
              <a:avLst/>
              <a:gdLst/>
              <a:ahLst/>
              <a:cxnLst/>
              <a:rect l="l" t="t" r="r" b="b"/>
              <a:pathLst>
                <a:path w="2306320" h="1647825">
                  <a:moveTo>
                    <a:pt x="2305812" y="0"/>
                  </a:moveTo>
                  <a:lnTo>
                    <a:pt x="0" y="0"/>
                  </a:lnTo>
                  <a:lnTo>
                    <a:pt x="0" y="1647443"/>
                  </a:lnTo>
                  <a:lnTo>
                    <a:pt x="2305812" y="1647443"/>
                  </a:lnTo>
                  <a:lnTo>
                    <a:pt x="230581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9203436" y="4616196"/>
              <a:ext cx="2306320" cy="1647825"/>
            </a:xfrm>
            <a:custGeom>
              <a:avLst/>
              <a:gdLst/>
              <a:ahLst/>
              <a:cxnLst/>
              <a:rect l="l" t="t" r="r" b="b"/>
              <a:pathLst>
                <a:path w="2306320" h="1647825">
                  <a:moveTo>
                    <a:pt x="0" y="0"/>
                  </a:moveTo>
                  <a:lnTo>
                    <a:pt x="2305812" y="0"/>
                  </a:lnTo>
                  <a:lnTo>
                    <a:pt x="2305812" y="1647443"/>
                  </a:lnTo>
                  <a:lnTo>
                    <a:pt x="0" y="1647443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5" name="object 85" descr=""/>
          <p:cNvSpPr txBox="1"/>
          <p:nvPr/>
        </p:nvSpPr>
        <p:spPr>
          <a:xfrm>
            <a:off x="9386316" y="4895088"/>
            <a:ext cx="417830" cy="27749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110489">
              <a:lnSpc>
                <a:spcPct val="100000"/>
              </a:lnSpc>
              <a:spcBef>
                <a:spcPts val="320"/>
              </a:spcBef>
            </a:pPr>
            <a:r>
              <a:rPr dirty="0" sz="12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6339" sz="1275" spc="-37">
                <a:latin typeface="Cambria Math"/>
                <a:cs typeface="Cambria Math"/>
              </a:rPr>
              <a:t>2</a:t>
            </a:r>
            <a:endParaRPr baseline="-16339" sz="1275">
              <a:latin typeface="Cambria Math"/>
              <a:cs typeface="Cambria Math"/>
            </a:endParaRPr>
          </a:p>
        </p:txBody>
      </p:sp>
      <p:grpSp>
        <p:nvGrpSpPr>
          <p:cNvPr id="86" name="object 86" descr=""/>
          <p:cNvGrpSpPr/>
          <p:nvPr/>
        </p:nvGrpSpPr>
        <p:grpSpPr>
          <a:xfrm>
            <a:off x="9733533" y="5213350"/>
            <a:ext cx="616585" cy="621030"/>
            <a:chOff x="9733533" y="5213350"/>
            <a:chExt cx="616585" cy="621030"/>
          </a:xfrm>
        </p:grpSpPr>
        <p:sp>
          <p:nvSpPr>
            <p:cNvPr id="87" name="object 87" descr=""/>
            <p:cNvSpPr/>
            <p:nvPr/>
          </p:nvSpPr>
          <p:spPr>
            <a:xfrm>
              <a:off x="9739883" y="5219700"/>
              <a:ext cx="603885" cy="608330"/>
            </a:xfrm>
            <a:custGeom>
              <a:avLst/>
              <a:gdLst/>
              <a:ahLst/>
              <a:cxnLst/>
              <a:rect l="l" t="t" r="r" b="b"/>
              <a:pathLst>
                <a:path w="603884" h="608329">
                  <a:moveTo>
                    <a:pt x="301752" y="0"/>
                  </a:moveTo>
                  <a:lnTo>
                    <a:pt x="252807" y="3979"/>
                  </a:lnTo>
                  <a:lnTo>
                    <a:pt x="206376" y="15499"/>
                  </a:lnTo>
                  <a:lnTo>
                    <a:pt x="163081" y="33935"/>
                  </a:lnTo>
                  <a:lnTo>
                    <a:pt x="123542" y="58660"/>
                  </a:lnTo>
                  <a:lnTo>
                    <a:pt x="88382" y="89049"/>
                  </a:lnTo>
                  <a:lnTo>
                    <a:pt x="58221" y="124475"/>
                  </a:lnTo>
                  <a:lnTo>
                    <a:pt x="33681" y="164313"/>
                  </a:lnTo>
                  <a:lnTo>
                    <a:pt x="15383" y="207936"/>
                  </a:lnTo>
                  <a:lnTo>
                    <a:pt x="3949" y="254720"/>
                  </a:lnTo>
                  <a:lnTo>
                    <a:pt x="0" y="304038"/>
                  </a:lnTo>
                  <a:lnTo>
                    <a:pt x="3949" y="353355"/>
                  </a:lnTo>
                  <a:lnTo>
                    <a:pt x="15383" y="400139"/>
                  </a:lnTo>
                  <a:lnTo>
                    <a:pt x="33681" y="443762"/>
                  </a:lnTo>
                  <a:lnTo>
                    <a:pt x="58221" y="483600"/>
                  </a:lnTo>
                  <a:lnTo>
                    <a:pt x="88382" y="519026"/>
                  </a:lnTo>
                  <a:lnTo>
                    <a:pt x="123542" y="549415"/>
                  </a:lnTo>
                  <a:lnTo>
                    <a:pt x="163081" y="574140"/>
                  </a:lnTo>
                  <a:lnTo>
                    <a:pt x="206376" y="592576"/>
                  </a:lnTo>
                  <a:lnTo>
                    <a:pt x="252807" y="604096"/>
                  </a:lnTo>
                  <a:lnTo>
                    <a:pt x="301752" y="608076"/>
                  </a:lnTo>
                  <a:lnTo>
                    <a:pt x="350696" y="604096"/>
                  </a:lnTo>
                  <a:lnTo>
                    <a:pt x="397127" y="592576"/>
                  </a:lnTo>
                  <a:lnTo>
                    <a:pt x="440422" y="574140"/>
                  </a:lnTo>
                  <a:lnTo>
                    <a:pt x="479961" y="549415"/>
                  </a:lnTo>
                  <a:lnTo>
                    <a:pt x="515121" y="519026"/>
                  </a:lnTo>
                  <a:lnTo>
                    <a:pt x="545282" y="483600"/>
                  </a:lnTo>
                  <a:lnTo>
                    <a:pt x="569822" y="443762"/>
                  </a:lnTo>
                  <a:lnTo>
                    <a:pt x="588120" y="400139"/>
                  </a:lnTo>
                  <a:lnTo>
                    <a:pt x="599554" y="353355"/>
                  </a:lnTo>
                  <a:lnTo>
                    <a:pt x="603504" y="304038"/>
                  </a:lnTo>
                  <a:lnTo>
                    <a:pt x="599554" y="254720"/>
                  </a:lnTo>
                  <a:lnTo>
                    <a:pt x="588120" y="207936"/>
                  </a:lnTo>
                  <a:lnTo>
                    <a:pt x="569822" y="164313"/>
                  </a:lnTo>
                  <a:lnTo>
                    <a:pt x="545282" y="124475"/>
                  </a:lnTo>
                  <a:lnTo>
                    <a:pt x="515121" y="89049"/>
                  </a:lnTo>
                  <a:lnTo>
                    <a:pt x="479961" y="58660"/>
                  </a:lnTo>
                  <a:lnTo>
                    <a:pt x="440422" y="33935"/>
                  </a:lnTo>
                  <a:lnTo>
                    <a:pt x="397127" y="15499"/>
                  </a:lnTo>
                  <a:lnTo>
                    <a:pt x="350696" y="3979"/>
                  </a:lnTo>
                  <a:lnTo>
                    <a:pt x="3017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9739883" y="5219700"/>
              <a:ext cx="603885" cy="608330"/>
            </a:xfrm>
            <a:custGeom>
              <a:avLst/>
              <a:gdLst/>
              <a:ahLst/>
              <a:cxnLst/>
              <a:rect l="l" t="t" r="r" b="b"/>
              <a:pathLst>
                <a:path w="603884" h="608329">
                  <a:moveTo>
                    <a:pt x="0" y="304038"/>
                  </a:moveTo>
                  <a:lnTo>
                    <a:pt x="3949" y="254720"/>
                  </a:lnTo>
                  <a:lnTo>
                    <a:pt x="15383" y="207936"/>
                  </a:lnTo>
                  <a:lnTo>
                    <a:pt x="33681" y="164313"/>
                  </a:lnTo>
                  <a:lnTo>
                    <a:pt x="58221" y="124475"/>
                  </a:lnTo>
                  <a:lnTo>
                    <a:pt x="88382" y="89049"/>
                  </a:lnTo>
                  <a:lnTo>
                    <a:pt x="123542" y="58660"/>
                  </a:lnTo>
                  <a:lnTo>
                    <a:pt x="163081" y="33935"/>
                  </a:lnTo>
                  <a:lnTo>
                    <a:pt x="206376" y="15499"/>
                  </a:lnTo>
                  <a:lnTo>
                    <a:pt x="252807" y="3979"/>
                  </a:lnTo>
                  <a:lnTo>
                    <a:pt x="301752" y="0"/>
                  </a:lnTo>
                  <a:lnTo>
                    <a:pt x="350696" y="3979"/>
                  </a:lnTo>
                  <a:lnTo>
                    <a:pt x="397127" y="15499"/>
                  </a:lnTo>
                  <a:lnTo>
                    <a:pt x="440422" y="33935"/>
                  </a:lnTo>
                  <a:lnTo>
                    <a:pt x="479961" y="58660"/>
                  </a:lnTo>
                  <a:lnTo>
                    <a:pt x="515121" y="89049"/>
                  </a:lnTo>
                  <a:lnTo>
                    <a:pt x="545282" y="124475"/>
                  </a:lnTo>
                  <a:lnTo>
                    <a:pt x="569822" y="164313"/>
                  </a:lnTo>
                  <a:lnTo>
                    <a:pt x="588120" y="207936"/>
                  </a:lnTo>
                  <a:lnTo>
                    <a:pt x="599554" y="254720"/>
                  </a:lnTo>
                  <a:lnTo>
                    <a:pt x="603504" y="304038"/>
                  </a:lnTo>
                  <a:lnTo>
                    <a:pt x="599554" y="353355"/>
                  </a:lnTo>
                  <a:lnTo>
                    <a:pt x="588120" y="400139"/>
                  </a:lnTo>
                  <a:lnTo>
                    <a:pt x="569822" y="443762"/>
                  </a:lnTo>
                  <a:lnTo>
                    <a:pt x="545282" y="483600"/>
                  </a:lnTo>
                  <a:lnTo>
                    <a:pt x="515121" y="519026"/>
                  </a:lnTo>
                  <a:lnTo>
                    <a:pt x="479961" y="549415"/>
                  </a:lnTo>
                  <a:lnTo>
                    <a:pt x="440422" y="574140"/>
                  </a:lnTo>
                  <a:lnTo>
                    <a:pt x="397127" y="592576"/>
                  </a:lnTo>
                  <a:lnTo>
                    <a:pt x="350696" y="604096"/>
                  </a:lnTo>
                  <a:lnTo>
                    <a:pt x="301752" y="608076"/>
                  </a:lnTo>
                  <a:lnTo>
                    <a:pt x="252807" y="604096"/>
                  </a:lnTo>
                  <a:lnTo>
                    <a:pt x="206376" y="592576"/>
                  </a:lnTo>
                  <a:lnTo>
                    <a:pt x="163081" y="574140"/>
                  </a:lnTo>
                  <a:lnTo>
                    <a:pt x="123542" y="549415"/>
                  </a:lnTo>
                  <a:lnTo>
                    <a:pt x="88382" y="519026"/>
                  </a:lnTo>
                  <a:lnTo>
                    <a:pt x="58221" y="483600"/>
                  </a:lnTo>
                  <a:lnTo>
                    <a:pt x="33681" y="443762"/>
                  </a:lnTo>
                  <a:lnTo>
                    <a:pt x="15383" y="400139"/>
                  </a:lnTo>
                  <a:lnTo>
                    <a:pt x="3949" y="353355"/>
                  </a:lnTo>
                  <a:lnTo>
                    <a:pt x="0" y="30403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9" name="object 89" descr=""/>
          <p:cNvSpPr txBox="1"/>
          <p:nvPr/>
        </p:nvSpPr>
        <p:spPr>
          <a:xfrm>
            <a:off x="9897414" y="5382731"/>
            <a:ext cx="1498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𝑔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90" name="object 90" descr=""/>
          <p:cNvSpPr txBox="1"/>
          <p:nvPr/>
        </p:nvSpPr>
        <p:spPr>
          <a:xfrm>
            <a:off x="10013238" y="5478743"/>
            <a:ext cx="111125" cy="2032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150" spc="-50">
                <a:latin typeface="Cambria Math"/>
                <a:cs typeface="Cambria Math"/>
              </a:rPr>
              <a:t>0</a:t>
            </a:r>
            <a:endParaRPr sz="1150">
              <a:latin typeface="Cambria Math"/>
              <a:cs typeface="Cambria Math"/>
            </a:endParaRPr>
          </a:p>
        </p:txBody>
      </p:sp>
      <p:grpSp>
        <p:nvGrpSpPr>
          <p:cNvPr id="91" name="object 91" descr=""/>
          <p:cNvGrpSpPr/>
          <p:nvPr/>
        </p:nvGrpSpPr>
        <p:grpSpPr>
          <a:xfrm>
            <a:off x="9418319" y="4858258"/>
            <a:ext cx="1873250" cy="722630"/>
            <a:chOff x="9418319" y="4858258"/>
            <a:chExt cx="1873250" cy="722630"/>
          </a:xfrm>
        </p:grpSpPr>
        <p:sp>
          <p:nvSpPr>
            <p:cNvPr id="92" name="object 92" descr=""/>
            <p:cNvSpPr/>
            <p:nvPr/>
          </p:nvSpPr>
          <p:spPr>
            <a:xfrm>
              <a:off x="9437369" y="5523738"/>
              <a:ext cx="208915" cy="0"/>
            </a:xfrm>
            <a:custGeom>
              <a:avLst/>
              <a:gdLst/>
              <a:ahLst/>
              <a:cxnLst/>
              <a:rect l="l" t="t" r="r" b="b"/>
              <a:pathLst>
                <a:path w="208915" h="0">
                  <a:moveTo>
                    <a:pt x="0" y="0"/>
                  </a:moveTo>
                  <a:lnTo>
                    <a:pt x="208699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9627014" y="5466583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10681715" y="4864608"/>
              <a:ext cx="603885" cy="609600"/>
            </a:xfrm>
            <a:custGeom>
              <a:avLst/>
              <a:gdLst/>
              <a:ahLst/>
              <a:cxnLst/>
              <a:rect l="l" t="t" r="r" b="b"/>
              <a:pathLst>
                <a:path w="603884" h="609600">
                  <a:moveTo>
                    <a:pt x="0" y="304800"/>
                  </a:moveTo>
                  <a:lnTo>
                    <a:pt x="3949" y="255359"/>
                  </a:lnTo>
                  <a:lnTo>
                    <a:pt x="15383" y="208458"/>
                  </a:lnTo>
                  <a:lnTo>
                    <a:pt x="33681" y="164725"/>
                  </a:lnTo>
                  <a:lnTo>
                    <a:pt x="58221" y="124788"/>
                  </a:lnTo>
                  <a:lnTo>
                    <a:pt x="88382" y="89273"/>
                  </a:lnTo>
                  <a:lnTo>
                    <a:pt x="123542" y="58808"/>
                  </a:lnTo>
                  <a:lnTo>
                    <a:pt x="163081" y="34020"/>
                  </a:lnTo>
                  <a:lnTo>
                    <a:pt x="206376" y="15538"/>
                  </a:lnTo>
                  <a:lnTo>
                    <a:pt x="252807" y="3989"/>
                  </a:lnTo>
                  <a:lnTo>
                    <a:pt x="301752" y="0"/>
                  </a:lnTo>
                  <a:lnTo>
                    <a:pt x="350696" y="3989"/>
                  </a:lnTo>
                  <a:lnTo>
                    <a:pt x="397127" y="15538"/>
                  </a:lnTo>
                  <a:lnTo>
                    <a:pt x="440422" y="34020"/>
                  </a:lnTo>
                  <a:lnTo>
                    <a:pt x="479961" y="58808"/>
                  </a:lnTo>
                  <a:lnTo>
                    <a:pt x="515121" y="89273"/>
                  </a:lnTo>
                  <a:lnTo>
                    <a:pt x="545282" y="124788"/>
                  </a:lnTo>
                  <a:lnTo>
                    <a:pt x="569822" y="164725"/>
                  </a:lnTo>
                  <a:lnTo>
                    <a:pt x="588120" y="208458"/>
                  </a:lnTo>
                  <a:lnTo>
                    <a:pt x="599554" y="255359"/>
                  </a:lnTo>
                  <a:lnTo>
                    <a:pt x="603504" y="304800"/>
                  </a:lnTo>
                  <a:lnTo>
                    <a:pt x="599554" y="354240"/>
                  </a:lnTo>
                  <a:lnTo>
                    <a:pt x="588120" y="401141"/>
                  </a:lnTo>
                  <a:lnTo>
                    <a:pt x="569822" y="444874"/>
                  </a:lnTo>
                  <a:lnTo>
                    <a:pt x="545282" y="484811"/>
                  </a:lnTo>
                  <a:lnTo>
                    <a:pt x="515121" y="520326"/>
                  </a:lnTo>
                  <a:lnTo>
                    <a:pt x="479961" y="550791"/>
                  </a:lnTo>
                  <a:lnTo>
                    <a:pt x="440422" y="575579"/>
                  </a:lnTo>
                  <a:lnTo>
                    <a:pt x="397127" y="594061"/>
                  </a:lnTo>
                  <a:lnTo>
                    <a:pt x="350696" y="605610"/>
                  </a:lnTo>
                  <a:lnTo>
                    <a:pt x="301752" y="609600"/>
                  </a:lnTo>
                  <a:lnTo>
                    <a:pt x="252807" y="605610"/>
                  </a:lnTo>
                  <a:lnTo>
                    <a:pt x="206376" y="594061"/>
                  </a:lnTo>
                  <a:lnTo>
                    <a:pt x="163081" y="575579"/>
                  </a:lnTo>
                  <a:lnTo>
                    <a:pt x="123542" y="550791"/>
                  </a:lnTo>
                  <a:lnTo>
                    <a:pt x="88382" y="520326"/>
                  </a:lnTo>
                  <a:lnTo>
                    <a:pt x="58221" y="484811"/>
                  </a:lnTo>
                  <a:lnTo>
                    <a:pt x="33681" y="444874"/>
                  </a:lnTo>
                  <a:lnTo>
                    <a:pt x="15383" y="401141"/>
                  </a:lnTo>
                  <a:lnTo>
                    <a:pt x="3949" y="354240"/>
                  </a:lnTo>
                  <a:lnTo>
                    <a:pt x="0" y="3048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5" name="object 95" descr=""/>
          <p:cNvSpPr txBox="1"/>
          <p:nvPr/>
        </p:nvSpPr>
        <p:spPr>
          <a:xfrm>
            <a:off x="10816584" y="5028975"/>
            <a:ext cx="2730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𝑔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96" name="object 96" descr=""/>
          <p:cNvSpPr/>
          <p:nvPr/>
        </p:nvSpPr>
        <p:spPr>
          <a:xfrm>
            <a:off x="10672571" y="5558028"/>
            <a:ext cx="603885" cy="609600"/>
          </a:xfrm>
          <a:custGeom>
            <a:avLst/>
            <a:gdLst/>
            <a:ahLst/>
            <a:cxnLst/>
            <a:rect l="l" t="t" r="r" b="b"/>
            <a:pathLst>
              <a:path w="603884" h="609600">
                <a:moveTo>
                  <a:pt x="0" y="304800"/>
                </a:moveTo>
                <a:lnTo>
                  <a:pt x="3949" y="255359"/>
                </a:lnTo>
                <a:lnTo>
                  <a:pt x="15383" y="208458"/>
                </a:lnTo>
                <a:lnTo>
                  <a:pt x="33681" y="164725"/>
                </a:lnTo>
                <a:lnTo>
                  <a:pt x="58221" y="124788"/>
                </a:lnTo>
                <a:lnTo>
                  <a:pt x="88382" y="89273"/>
                </a:lnTo>
                <a:lnTo>
                  <a:pt x="123542" y="58808"/>
                </a:lnTo>
                <a:lnTo>
                  <a:pt x="163081" y="34020"/>
                </a:lnTo>
                <a:lnTo>
                  <a:pt x="206376" y="15538"/>
                </a:lnTo>
                <a:lnTo>
                  <a:pt x="252807" y="3989"/>
                </a:lnTo>
                <a:lnTo>
                  <a:pt x="301752" y="0"/>
                </a:lnTo>
                <a:lnTo>
                  <a:pt x="350696" y="3989"/>
                </a:lnTo>
                <a:lnTo>
                  <a:pt x="397127" y="15538"/>
                </a:lnTo>
                <a:lnTo>
                  <a:pt x="440422" y="34020"/>
                </a:lnTo>
                <a:lnTo>
                  <a:pt x="479961" y="58808"/>
                </a:lnTo>
                <a:lnTo>
                  <a:pt x="515121" y="89273"/>
                </a:lnTo>
                <a:lnTo>
                  <a:pt x="545282" y="124788"/>
                </a:lnTo>
                <a:lnTo>
                  <a:pt x="569822" y="164725"/>
                </a:lnTo>
                <a:lnTo>
                  <a:pt x="588120" y="208458"/>
                </a:lnTo>
                <a:lnTo>
                  <a:pt x="599554" y="255359"/>
                </a:lnTo>
                <a:lnTo>
                  <a:pt x="603504" y="304800"/>
                </a:lnTo>
                <a:lnTo>
                  <a:pt x="599554" y="354240"/>
                </a:lnTo>
                <a:lnTo>
                  <a:pt x="588120" y="401141"/>
                </a:lnTo>
                <a:lnTo>
                  <a:pt x="569822" y="444874"/>
                </a:lnTo>
                <a:lnTo>
                  <a:pt x="545282" y="484811"/>
                </a:lnTo>
                <a:lnTo>
                  <a:pt x="515121" y="520326"/>
                </a:lnTo>
                <a:lnTo>
                  <a:pt x="479961" y="550791"/>
                </a:lnTo>
                <a:lnTo>
                  <a:pt x="440422" y="575579"/>
                </a:lnTo>
                <a:lnTo>
                  <a:pt x="397127" y="594061"/>
                </a:lnTo>
                <a:lnTo>
                  <a:pt x="350696" y="605610"/>
                </a:lnTo>
                <a:lnTo>
                  <a:pt x="301752" y="609600"/>
                </a:lnTo>
                <a:lnTo>
                  <a:pt x="252807" y="605610"/>
                </a:lnTo>
                <a:lnTo>
                  <a:pt x="206376" y="594061"/>
                </a:lnTo>
                <a:lnTo>
                  <a:pt x="163081" y="575579"/>
                </a:lnTo>
                <a:lnTo>
                  <a:pt x="123542" y="550791"/>
                </a:lnTo>
                <a:lnTo>
                  <a:pt x="88382" y="520326"/>
                </a:lnTo>
                <a:lnTo>
                  <a:pt x="58221" y="484811"/>
                </a:lnTo>
                <a:lnTo>
                  <a:pt x="33681" y="444874"/>
                </a:lnTo>
                <a:lnTo>
                  <a:pt x="15383" y="401141"/>
                </a:lnTo>
                <a:lnTo>
                  <a:pt x="3949" y="354240"/>
                </a:lnTo>
                <a:lnTo>
                  <a:pt x="0" y="304800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 descr=""/>
          <p:cNvSpPr txBox="1"/>
          <p:nvPr/>
        </p:nvSpPr>
        <p:spPr>
          <a:xfrm>
            <a:off x="10804143" y="5722174"/>
            <a:ext cx="2781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𝑔</a:t>
            </a:r>
            <a:r>
              <a:rPr dirty="0" baseline="-14492" sz="1725" spc="-37">
                <a:latin typeface="Cambria Math"/>
                <a:cs typeface="Cambria Math"/>
              </a:rPr>
              <a:t>2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98" name="object 98" descr=""/>
          <p:cNvGrpSpPr/>
          <p:nvPr/>
        </p:nvGrpSpPr>
        <p:grpSpPr>
          <a:xfrm>
            <a:off x="10236707" y="5151149"/>
            <a:ext cx="445770" cy="735330"/>
            <a:chOff x="10236707" y="5151149"/>
            <a:chExt cx="445770" cy="735330"/>
          </a:xfrm>
        </p:grpSpPr>
        <p:sp>
          <p:nvSpPr>
            <p:cNvPr id="99" name="object 99" descr=""/>
            <p:cNvSpPr/>
            <p:nvPr/>
          </p:nvSpPr>
          <p:spPr>
            <a:xfrm>
              <a:off x="10255757" y="5199603"/>
              <a:ext cx="335915" cy="109220"/>
            </a:xfrm>
            <a:custGeom>
              <a:avLst/>
              <a:gdLst/>
              <a:ahLst/>
              <a:cxnLst/>
              <a:rect l="l" t="t" r="r" b="b"/>
              <a:pathLst>
                <a:path w="335915" h="109220">
                  <a:moveTo>
                    <a:pt x="0" y="109080"/>
                  </a:moveTo>
                  <a:lnTo>
                    <a:pt x="335699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10555672" y="5151149"/>
              <a:ext cx="127000" cy="109220"/>
            </a:xfrm>
            <a:custGeom>
              <a:avLst/>
              <a:gdLst/>
              <a:ahLst/>
              <a:cxnLst/>
              <a:rect l="l" t="t" r="r" b="b"/>
              <a:pathLst>
                <a:path w="127000" h="109220">
                  <a:moveTo>
                    <a:pt x="0" y="0"/>
                  </a:moveTo>
                  <a:lnTo>
                    <a:pt x="35331" y="108699"/>
                  </a:lnTo>
                  <a:lnTo>
                    <a:pt x="126377" y="19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10255757" y="5740145"/>
              <a:ext cx="325755" cy="97155"/>
            </a:xfrm>
            <a:custGeom>
              <a:avLst/>
              <a:gdLst/>
              <a:ahLst/>
              <a:cxnLst/>
              <a:rect l="l" t="t" r="r" b="b"/>
              <a:pathLst>
                <a:path w="325754" h="97154">
                  <a:moveTo>
                    <a:pt x="0" y="0"/>
                  </a:moveTo>
                  <a:lnTo>
                    <a:pt x="325602" y="97002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10546789" y="5776937"/>
              <a:ext cx="126364" cy="109855"/>
            </a:xfrm>
            <a:custGeom>
              <a:avLst/>
              <a:gdLst/>
              <a:ahLst/>
              <a:cxnLst/>
              <a:rect l="l" t="t" r="r" b="b"/>
              <a:pathLst>
                <a:path w="126365" h="109854">
                  <a:moveTo>
                    <a:pt x="32639" y="0"/>
                  </a:moveTo>
                  <a:lnTo>
                    <a:pt x="0" y="109537"/>
                  </a:lnTo>
                  <a:lnTo>
                    <a:pt x="125857" y="87414"/>
                  </a:lnTo>
                  <a:lnTo>
                    <a:pt x="326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3" name="object 103" descr=""/>
          <p:cNvSpPr txBox="1"/>
          <p:nvPr/>
        </p:nvSpPr>
        <p:spPr>
          <a:xfrm>
            <a:off x="10394850" y="5047470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04" name="object 104" descr=""/>
          <p:cNvSpPr txBox="1"/>
          <p:nvPr/>
        </p:nvSpPr>
        <p:spPr>
          <a:xfrm>
            <a:off x="10379027" y="5803990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105" name="object 105" descr=""/>
          <p:cNvGrpSpPr/>
          <p:nvPr/>
        </p:nvGrpSpPr>
        <p:grpSpPr>
          <a:xfrm>
            <a:off x="8208264" y="5103876"/>
            <a:ext cx="3007360" cy="1004569"/>
            <a:chOff x="8208264" y="5103876"/>
            <a:chExt cx="3007360" cy="1004569"/>
          </a:xfrm>
        </p:grpSpPr>
        <p:sp>
          <p:nvSpPr>
            <p:cNvPr id="106" name="object 106" descr=""/>
            <p:cNvSpPr/>
            <p:nvPr/>
          </p:nvSpPr>
          <p:spPr>
            <a:xfrm>
              <a:off x="10735056" y="5623560"/>
              <a:ext cx="474345" cy="478790"/>
            </a:xfrm>
            <a:custGeom>
              <a:avLst/>
              <a:gdLst/>
              <a:ahLst/>
              <a:cxnLst/>
              <a:rect l="l" t="t" r="r" b="b"/>
              <a:pathLst>
                <a:path w="474345" h="478789">
                  <a:moveTo>
                    <a:pt x="0" y="239267"/>
                  </a:moveTo>
                  <a:lnTo>
                    <a:pt x="4814" y="191047"/>
                  </a:lnTo>
                  <a:lnTo>
                    <a:pt x="18622" y="146134"/>
                  </a:lnTo>
                  <a:lnTo>
                    <a:pt x="40471" y="105491"/>
                  </a:lnTo>
                  <a:lnTo>
                    <a:pt x="69408" y="70080"/>
                  </a:lnTo>
                  <a:lnTo>
                    <a:pt x="104481" y="40863"/>
                  </a:lnTo>
                  <a:lnTo>
                    <a:pt x="144735" y="18802"/>
                  </a:lnTo>
                  <a:lnTo>
                    <a:pt x="189220" y="4861"/>
                  </a:lnTo>
                  <a:lnTo>
                    <a:pt x="236982" y="0"/>
                  </a:lnTo>
                  <a:lnTo>
                    <a:pt x="284743" y="4861"/>
                  </a:lnTo>
                  <a:lnTo>
                    <a:pt x="329228" y="18802"/>
                  </a:lnTo>
                  <a:lnTo>
                    <a:pt x="369482" y="40863"/>
                  </a:lnTo>
                  <a:lnTo>
                    <a:pt x="404555" y="70080"/>
                  </a:lnTo>
                  <a:lnTo>
                    <a:pt x="433492" y="105491"/>
                  </a:lnTo>
                  <a:lnTo>
                    <a:pt x="455341" y="146134"/>
                  </a:lnTo>
                  <a:lnTo>
                    <a:pt x="469149" y="191047"/>
                  </a:lnTo>
                  <a:lnTo>
                    <a:pt x="473964" y="239267"/>
                  </a:lnTo>
                  <a:lnTo>
                    <a:pt x="469149" y="287488"/>
                  </a:lnTo>
                  <a:lnTo>
                    <a:pt x="455341" y="332401"/>
                  </a:lnTo>
                  <a:lnTo>
                    <a:pt x="433492" y="373044"/>
                  </a:lnTo>
                  <a:lnTo>
                    <a:pt x="404555" y="408455"/>
                  </a:lnTo>
                  <a:lnTo>
                    <a:pt x="369482" y="437672"/>
                  </a:lnTo>
                  <a:lnTo>
                    <a:pt x="329228" y="459733"/>
                  </a:lnTo>
                  <a:lnTo>
                    <a:pt x="284743" y="473674"/>
                  </a:lnTo>
                  <a:lnTo>
                    <a:pt x="236982" y="478535"/>
                  </a:lnTo>
                  <a:lnTo>
                    <a:pt x="189220" y="473674"/>
                  </a:lnTo>
                  <a:lnTo>
                    <a:pt x="144735" y="459733"/>
                  </a:lnTo>
                  <a:lnTo>
                    <a:pt x="104481" y="437672"/>
                  </a:lnTo>
                  <a:lnTo>
                    <a:pt x="69408" y="408455"/>
                  </a:lnTo>
                  <a:lnTo>
                    <a:pt x="40471" y="373044"/>
                  </a:lnTo>
                  <a:lnTo>
                    <a:pt x="18622" y="332401"/>
                  </a:lnTo>
                  <a:lnTo>
                    <a:pt x="4814" y="287488"/>
                  </a:lnTo>
                  <a:lnTo>
                    <a:pt x="0" y="23926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8227314" y="5122926"/>
              <a:ext cx="1155065" cy="372110"/>
            </a:xfrm>
            <a:custGeom>
              <a:avLst/>
              <a:gdLst/>
              <a:ahLst/>
              <a:cxnLst/>
              <a:rect l="l" t="t" r="r" b="b"/>
              <a:pathLst>
                <a:path w="1155065" h="372110">
                  <a:moveTo>
                    <a:pt x="0" y="0"/>
                  </a:moveTo>
                  <a:lnTo>
                    <a:pt x="1154557" y="371602"/>
                  </a:lnTo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9346220" y="5434284"/>
              <a:ext cx="126364" cy="109220"/>
            </a:xfrm>
            <a:custGeom>
              <a:avLst/>
              <a:gdLst/>
              <a:ahLst/>
              <a:cxnLst/>
              <a:rect l="l" t="t" r="r" b="b"/>
              <a:pathLst>
                <a:path w="126365" h="109220">
                  <a:moveTo>
                    <a:pt x="35026" y="0"/>
                  </a:moveTo>
                  <a:lnTo>
                    <a:pt x="0" y="108800"/>
                  </a:lnTo>
                  <a:lnTo>
                    <a:pt x="126314" y="89420"/>
                  </a:lnTo>
                  <a:lnTo>
                    <a:pt x="3502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9" name="object 109" descr=""/>
          <p:cNvSpPr txBox="1"/>
          <p:nvPr/>
        </p:nvSpPr>
        <p:spPr>
          <a:xfrm>
            <a:off x="481583" y="3555491"/>
            <a:ext cx="1176655" cy="40132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73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05"/>
              </a:spcBef>
            </a:pPr>
            <a:r>
              <a:rPr dirty="0" sz="2000" spc="-10">
                <a:latin typeface="Franklin Gothic Medium"/>
                <a:cs typeface="Franklin Gothic Medium"/>
              </a:rPr>
              <a:t>Tentative</a:t>
            </a:r>
            <a:endParaRPr sz="2000">
              <a:latin typeface="Franklin Gothic Medium"/>
              <a:cs typeface="Franklin Gothic Medium"/>
            </a:endParaRPr>
          </a:p>
        </p:txBody>
      </p:sp>
      <p:sp>
        <p:nvSpPr>
          <p:cNvPr id="110" name="object 110" descr=""/>
          <p:cNvSpPr txBox="1"/>
          <p:nvPr/>
        </p:nvSpPr>
        <p:spPr>
          <a:xfrm>
            <a:off x="839226" y="2364271"/>
            <a:ext cx="53200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Franklin Gothic Medium"/>
                <a:cs typeface="Franklin Gothic Medium"/>
              </a:rPr>
              <a:t>Let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509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05">
                <a:latin typeface="Cambria Math"/>
                <a:cs typeface="Cambria Math"/>
              </a:rPr>
              <a:t> </a:t>
            </a:r>
            <a:r>
              <a:rPr dirty="0" sz="2400" spc="-365">
                <a:latin typeface="Cambria Math"/>
                <a:cs typeface="Cambria Math"/>
              </a:rPr>
              <a:t>(</a:t>
            </a:r>
            <a:r>
              <a:rPr dirty="0" sz="2400" spc="-36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547">
                <a:solidFill>
                  <a:srgbClr val="C55A11"/>
                </a:solidFill>
                <a:latin typeface="Cambria Math"/>
                <a:cs typeface="Cambria Math"/>
              </a:rPr>
              <a:t>1</a:t>
            </a:r>
            <a:r>
              <a:rPr dirty="0" sz="2400" spc="-365">
                <a:latin typeface="Cambria Math"/>
                <a:cs typeface="Cambria Math"/>
              </a:rPr>
              <a:t>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120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sz="2400" spc="120">
                <a:latin typeface="Cambria Math"/>
                <a:cs typeface="Cambria Math"/>
              </a:rPr>
              <a:t>,</a:t>
            </a:r>
            <a:r>
              <a:rPr dirty="0" sz="2400" spc="155">
                <a:latin typeface="Cambria Math"/>
                <a:cs typeface="Cambria Math"/>
              </a:rPr>
              <a:t> </a:t>
            </a:r>
            <a:r>
              <a:rPr dirty="0" sz="2400" spc="-509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baseline="-15873" sz="2625" spc="-765">
                <a:solidFill>
                  <a:srgbClr val="538235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-142">
                <a:solidFill>
                  <a:srgbClr val="538235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170">
                <a:latin typeface="Cambria Math"/>
                <a:cs typeface="Cambria Math"/>
              </a:rPr>
              <a:t> </a:t>
            </a:r>
            <a:r>
              <a:rPr dirty="0" sz="2400" spc="-45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15873" sz="2625" spc="-67">
                <a:solidFill>
                  <a:srgbClr val="BE9000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-157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165">
                <a:latin typeface="Cambria Math"/>
                <a:cs typeface="Cambria Math"/>
              </a:rPr>
              <a:t> </a:t>
            </a:r>
            <a:r>
              <a:rPr dirty="0" sz="2400" spc="-155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baseline="-15873" sz="2625" spc="-232">
                <a:solidFill>
                  <a:srgbClr val="8496AF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-142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)</a:t>
            </a:r>
            <a:r>
              <a:rPr dirty="0" sz="2400" spc="55">
                <a:latin typeface="Cambria Math"/>
                <a:cs typeface="Cambria Math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recognize</a:t>
            </a:r>
            <a:r>
              <a:rPr dirty="0" sz="2400" spc="-40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 spc="-37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11" name="object 111" descr=""/>
          <p:cNvSpPr txBox="1"/>
          <p:nvPr/>
        </p:nvSpPr>
        <p:spPr>
          <a:xfrm>
            <a:off x="6416890" y="2349602"/>
            <a:ext cx="48856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>
                <a:latin typeface="Cambria Math"/>
                <a:cs typeface="Cambria Math"/>
              </a:rPr>
              <a:t>2</a:t>
            </a:r>
            <a:r>
              <a:rPr dirty="0" baseline="-15873" sz="2625" spc="487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0">
                <a:latin typeface="Cambria Math"/>
                <a:cs typeface="Cambria Math"/>
              </a:rPr>
              <a:t> </a:t>
            </a:r>
            <a:r>
              <a:rPr dirty="0" sz="2400" spc="-325">
                <a:latin typeface="Cambria Math"/>
                <a:cs typeface="Cambria Math"/>
              </a:rPr>
              <a:t>(</a:t>
            </a:r>
            <a:r>
              <a:rPr dirty="0" sz="2400" spc="-32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487">
                <a:solidFill>
                  <a:srgbClr val="C55A11"/>
                </a:solidFill>
                <a:latin typeface="Cambria Math"/>
                <a:cs typeface="Cambria Math"/>
              </a:rPr>
              <a:t>2</a:t>
            </a:r>
            <a:r>
              <a:rPr dirty="0" sz="2400" spc="-325">
                <a:latin typeface="Cambria Math"/>
                <a:cs typeface="Cambria Math"/>
              </a:rPr>
              <a:t>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120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sz="2400" spc="120">
                <a:latin typeface="Cambria Math"/>
                <a:cs typeface="Cambria Math"/>
              </a:rPr>
              <a:t>,</a:t>
            </a:r>
            <a:r>
              <a:rPr dirty="0" sz="2400" spc="170">
                <a:latin typeface="Cambria Math"/>
                <a:cs typeface="Cambria Math"/>
              </a:rPr>
              <a:t> </a:t>
            </a:r>
            <a:r>
              <a:rPr dirty="0" sz="2400" spc="-445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baseline="-15873" sz="2625" spc="-667">
                <a:solidFill>
                  <a:srgbClr val="538235"/>
                </a:solidFill>
                <a:latin typeface="Cambria Math"/>
                <a:cs typeface="Cambria Math"/>
              </a:rPr>
              <a:t>2</a:t>
            </a:r>
            <a:r>
              <a:rPr dirty="0" baseline="-15873" sz="2625" spc="-142">
                <a:solidFill>
                  <a:srgbClr val="538235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175">
                <a:latin typeface="Cambria Math"/>
                <a:cs typeface="Cambria Math"/>
              </a:rPr>
              <a:t> </a:t>
            </a:r>
            <a:r>
              <a:rPr dirty="0" sz="2400" spc="-1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15873" sz="2625" spc="-15">
                <a:solidFill>
                  <a:srgbClr val="BE9000"/>
                </a:solidFill>
                <a:latin typeface="Cambria Math"/>
                <a:cs typeface="Cambria Math"/>
              </a:rPr>
              <a:t>2</a:t>
            </a:r>
            <a:r>
              <a:rPr dirty="0" baseline="-15873" sz="2625" spc="-157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180">
                <a:latin typeface="Cambria Math"/>
                <a:cs typeface="Cambria Math"/>
              </a:rPr>
              <a:t> </a:t>
            </a:r>
            <a:r>
              <a:rPr dirty="0" sz="2400" spc="-125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baseline="-15873" sz="2625" spc="-187">
                <a:solidFill>
                  <a:srgbClr val="8496AF"/>
                </a:solidFill>
                <a:latin typeface="Cambria Math"/>
                <a:cs typeface="Cambria Math"/>
              </a:rPr>
              <a:t>2</a:t>
            </a:r>
            <a:r>
              <a:rPr dirty="0" baseline="-15873" sz="2625" spc="-142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)</a:t>
            </a:r>
            <a:r>
              <a:rPr dirty="0" sz="2400" spc="55">
                <a:latin typeface="Cambria Math"/>
                <a:cs typeface="Cambria Math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recognize</a:t>
            </a:r>
            <a:r>
              <a:rPr dirty="0" sz="2400" spc="-2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12" name="object 112" descr=""/>
          <p:cNvSpPr txBox="1"/>
          <p:nvPr/>
        </p:nvSpPr>
        <p:spPr>
          <a:xfrm>
            <a:off x="6020352" y="4006325"/>
            <a:ext cx="54940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Franklin Gothic Medium"/>
                <a:cs typeface="Franklin Gothic Medium"/>
              </a:rPr>
              <a:t>Glue</a:t>
            </a:r>
            <a:r>
              <a:rPr dirty="0" sz="2000" spc="-7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the</a:t>
            </a:r>
            <a:r>
              <a:rPr dirty="0" sz="2000" spc="-10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accept</a:t>
            </a:r>
            <a:r>
              <a:rPr dirty="0" sz="2000" spc="-90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state</a:t>
            </a:r>
            <a:r>
              <a:rPr dirty="0" sz="2000" spc="-8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of</a:t>
            </a:r>
            <a:r>
              <a:rPr dirty="0" sz="2000" spc="-95">
                <a:latin typeface="Franklin Gothic Medium"/>
                <a:cs typeface="Franklin Gothic Medium"/>
              </a:rPr>
              <a:t> </a:t>
            </a:r>
            <a:r>
              <a:rPr dirty="0" sz="20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325" sz="2175">
                <a:latin typeface="Cambria Math"/>
                <a:cs typeface="Cambria Math"/>
              </a:rPr>
              <a:t>1</a:t>
            </a:r>
            <a:r>
              <a:rPr dirty="0" baseline="-15325" sz="2175" spc="262">
                <a:latin typeface="Cambria Math"/>
                <a:cs typeface="Cambria Math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to</a:t>
            </a:r>
            <a:r>
              <a:rPr dirty="0" sz="2000" spc="-9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the</a:t>
            </a:r>
            <a:r>
              <a:rPr dirty="0" sz="2000" spc="-9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start</a:t>
            </a:r>
            <a:r>
              <a:rPr dirty="0" sz="2000" spc="-85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state</a:t>
            </a:r>
            <a:r>
              <a:rPr dirty="0" sz="2000" spc="-8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of</a:t>
            </a:r>
            <a:r>
              <a:rPr dirty="0" sz="2000" spc="-95">
                <a:latin typeface="Franklin Gothic Medium"/>
                <a:cs typeface="Franklin Gothic Medium"/>
              </a:rPr>
              <a:t> </a:t>
            </a:r>
            <a:r>
              <a:rPr dirty="0" sz="20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325" sz="2175" spc="-37">
                <a:latin typeface="Cambria Math"/>
                <a:cs typeface="Cambria Math"/>
              </a:rPr>
              <a:t>2</a:t>
            </a:r>
            <a:endParaRPr baseline="-15325" sz="2175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456945" y="3524758"/>
            <a:ext cx="11465560" cy="3173730"/>
            <a:chOff x="456945" y="3524758"/>
            <a:chExt cx="11465560" cy="3173730"/>
          </a:xfrm>
        </p:grpSpPr>
        <p:sp>
          <p:nvSpPr>
            <p:cNvPr id="4" name="object 4" descr=""/>
            <p:cNvSpPr/>
            <p:nvPr/>
          </p:nvSpPr>
          <p:spPr>
            <a:xfrm>
              <a:off x="463295" y="3531108"/>
              <a:ext cx="11452860" cy="3161030"/>
            </a:xfrm>
            <a:custGeom>
              <a:avLst/>
              <a:gdLst/>
              <a:ahLst/>
              <a:cxnLst/>
              <a:rect l="l" t="t" r="r" b="b"/>
              <a:pathLst>
                <a:path w="11452860" h="3161029">
                  <a:moveTo>
                    <a:pt x="11452860" y="0"/>
                  </a:moveTo>
                  <a:lnTo>
                    <a:pt x="0" y="0"/>
                  </a:lnTo>
                  <a:lnTo>
                    <a:pt x="0" y="3160776"/>
                  </a:lnTo>
                  <a:lnTo>
                    <a:pt x="11452860" y="3160776"/>
                  </a:lnTo>
                  <a:lnTo>
                    <a:pt x="11452860" y="0"/>
                  </a:lnTo>
                  <a:close/>
                </a:path>
              </a:pathLst>
            </a:custGeom>
            <a:solidFill>
              <a:srgbClr val="FAE4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63295" y="3531108"/>
              <a:ext cx="11452860" cy="3161030"/>
            </a:xfrm>
            <a:custGeom>
              <a:avLst/>
              <a:gdLst/>
              <a:ahLst/>
              <a:cxnLst/>
              <a:rect l="l" t="t" r="r" b="b"/>
              <a:pathLst>
                <a:path w="11452860" h="3161029">
                  <a:moveTo>
                    <a:pt x="0" y="0"/>
                  </a:moveTo>
                  <a:lnTo>
                    <a:pt x="11452860" y="0"/>
                  </a:lnTo>
                  <a:lnTo>
                    <a:pt x="11452860" y="3160776"/>
                  </a:lnTo>
                  <a:lnTo>
                    <a:pt x="0" y="3160776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0" y="0"/>
            <a:ext cx="12192000" cy="998219"/>
            <a:chOff x="0" y="0"/>
            <a:chExt cx="12192000" cy="998219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998220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Closure</a:t>
            </a:r>
            <a:r>
              <a:rPr dirty="0" sz="4000" spc="-150"/>
              <a:t> </a:t>
            </a:r>
            <a:r>
              <a:rPr dirty="0" sz="4000" spc="-20"/>
              <a:t>Properties</a:t>
            </a:r>
            <a:r>
              <a:rPr dirty="0" sz="4000" spc="-140"/>
              <a:t> </a:t>
            </a:r>
            <a:r>
              <a:rPr dirty="0" sz="4000"/>
              <a:t>for</a:t>
            </a:r>
            <a:r>
              <a:rPr dirty="0" sz="4000" spc="-155"/>
              <a:t> </a:t>
            </a:r>
            <a:r>
              <a:rPr dirty="0" sz="4000" spc="-35"/>
              <a:t>RegEx</a:t>
            </a:r>
            <a:r>
              <a:rPr dirty="0" sz="4000" spc="-135"/>
              <a:t> </a:t>
            </a:r>
            <a:r>
              <a:rPr dirty="0" sz="4000"/>
              <a:t>-</a:t>
            </a:r>
            <a:r>
              <a:rPr dirty="0" sz="4000" spc="-155"/>
              <a:t> </a:t>
            </a:r>
            <a:r>
              <a:rPr dirty="0" sz="4000" spc="-20"/>
              <a:t>Concatenation</a:t>
            </a:r>
            <a:endParaRPr sz="4000"/>
          </a:p>
        </p:txBody>
      </p:sp>
      <p:sp>
        <p:nvSpPr>
          <p:cNvPr id="10" name="object 10" descr=""/>
          <p:cNvSpPr txBox="1"/>
          <p:nvPr/>
        </p:nvSpPr>
        <p:spPr>
          <a:xfrm>
            <a:off x="584372" y="1246012"/>
            <a:ext cx="10610215" cy="1082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 marR="17780" indent="-635">
              <a:lnSpc>
                <a:spcPct val="123700"/>
              </a:lnSpc>
              <a:spcBef>
                <a:spcPts val="100"/>
              </a:spcBef>
              <a:tabLst>
                <a:tab pos="1619250" algn="l"/>
                <a:tab pos="8068945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Theorem:</a:t>
            </a:r>
            <a:r>
              <a:rPr dirty="0" sz="2800">
                <a:latin typeface="Franklin Gothic Medium"/>
                <a:cs typeface="Franklin Gothic Medium"/>
              </a:rPr>
              <a:t>	If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55"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2</a:t>
            </a:r>
            <a:r>
              <a:rPr dirty="0" baseline="-16260" sz="3075" spc="472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are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4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languages,</a:t>
            </a:r>
            <a:r>
              <a:rPr dirty="0" sz="2800" spc="-3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so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 spc="-30">
                <a:latin typeface="Cambria Math"/>
                <a:cs typeface="Cambria Math"/>
              </a:rPr>
              <a:t>1</a:t>
            </a:r>
            <a:r>
              <a:rPr dirty="0" sz="2800" spc="-2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 spc="-30">
                <a:latin typeface="Cambria Math"/>
                <a:cs typeface="Cambria Math"/>
              </a:rPr>
              <a:t>2</a:t>
            </a:r>
            <a:r>
              <a:rPr dirty="0" baseline="-16260" sz="3075">
                <a:latin typeface="Cambria Math"/>
                <a:cs typeface="Cambria Math"/>
              </a:rPr>
              <a:t>	</a:t>
            </a:r>
            <a:r>
              <a:rPr dirty="0" sz="2800">
                <a:latin typeface="Franklin Gothic Medium"/>
                <a:cs typeface="Franklin Gothic Medium"/>
              </a:rPr>
              <a:t>(closure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under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C00000"/>
                </a:solidFill>
                <a:latin typeface="Cambria Math"/>
                <a:cs typeface="Cambria Math"/>
              </a:rPr>
              <a:t>∘</a:t>
            </a:r>
            <a:r>
              <a:rPr dirty="0" sz="2800" spc="-25">
                <a:latin typeface="Franklin Gothic Medium"/>
                <a:cs typeface="Franklin Gothic Medium"/>
              </a:rPr>
              <a:t>) Proof:</a:t>
            </a:r>
            <a:r>
              <a:rPr dirty="0" sz="2800" spc="-15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by</a:t>
            </a:r>
            <a:r>
              <a:rPr dirty="0" sz="2800" spc="-13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Construction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85189" y="2895041"/>
            <a:ext cx="63684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dirty="0" sz="2400">
                <a:latin typeface="Franklin Gothic Medium"/>
                <a:cs typeface="Franklin Gothic Medium"/>
              </a:rPr>
              <a:t>Construct</a:t>
            </a:r>
            <a:r>
              <a:rPr dirty="0" sz="2400" spc="-145">
                <a:latin typeface="Franklin Gothic Medium"/>
                <a:cs typeface="Franklin Gothic Medium"/>
              </a:rPr>
              <a:t> </a:t>
            </a:r>
            <a:r>
              <a:rPr dirty="0" sz="2400" spc="-5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0">
                <a:latin typeface="Cambria Math"/>
                <a:cs typeface="Cambria Math"/>
              </a:rPr>
              <a:t> </a:t>
            </a:r>
            <a:r>
              <a:rPr dirty="0" sz="2400" spc="-560">
                <a:latin typeface="Cambria Math"/>
                <a:cs typeface="Cambria Math"/>
              </a:rPr>
              <a:t>(</a:t>
            </a:r>
            <a:r>
              <a:rPr dirty="0" sz="2400" spc="-560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sz="2400" spc="-26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65">
                <a:latin typeface="Cambria Math"/>
                <a:cs typeface="Cambria Math"/>
              </a:rPr>
              <a:t> </a:t>
            </a:r>
            <a:r>
              <a:rPr dirty="0" sz="2400" spc="215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sz="2400" spc="215">
                <a:latin typeface="Cambria Math"/>
                <a:cs typeface="Cambria Math"/>
              </a:rPr>
              <a:t>,</a:t>
            </a:r>
            <a:r>
              <a:rPr dirty="0" sz="2400" spc="60">
                <a:latin typeface="Cambria Math"/>
                <a:cs typeface="Cambria Math"/>
              </a:rPr>
              <a:t> </a:t>
            </a:r>
            <a:r>
              <a:rPr dirty="0" sz="2400" spc="-645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sz="2400" spc="-235">
                <a:solidFill>
                  <a:srgbClr val="538235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50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20833" sz="2400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50">
                <a:latin typeface="Cambria Math"/>
                <a:cs typeface="Cambria Math"/>
              </a:rPr>
              <a:t> </a:t>
            </a:r>
            <a:r>
              <a:rPr dirty="0" sz="2400" spc="14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sz="2400" spc="140">
                <a:latin typeface="Cambria Math"/>
                <a:cs typeface="Cambria Math"/>
              </a:rPr>
              <a:t>)</a:t>
            </a:r>
            <a:r>
              <a:rPr dirty="0" sz="2400" spc="250">
                <a:latin typeface="Cambria Math"/>
                <a:cs typeface="Cambria Math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recognizing</a:t>
            </a:r>
            <a:r>
              <a:rPr dirty="0" sz="2400" spc="-1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 spc="-30">
                <a:latin typeface="Cambria Math"/>
                <a:cs typeface="Cambria Math"/>
              </a:rPr>
              <a:t>1</a:t>
            </a:r>
            <a:r>
              <a:rPr dirty="0" sz="2400" spc="-2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 spc="-30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452871" y="4555235"/>
            <a:ext cx="447040" cy="36893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121920">
              <a:lnSpc>
                <a:spcPct val="100000"/>
              </a:lnSpc>
              <a:spcBef>
                <a:spcPts val="310"/>
              </a:spcBef>
            </a:pPr>
            <a:r>
              <a:rPr dirty="0" sz="1800" spc="-5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2480817" y="4024629"/>
            <a:ext cx="616585" cy="622300"/>
            <a:chOff x="2480817" y="4024629"/>
            <a:chExt cx="616585" cy="622300"/>
          </a:xfrm>
        </p:grpSpPr>
        <p:sp>
          <p:nvSpPr>
            <p:cNvPr id="14" name="object 14" descr=""/>
            <p:cNvSpPr/>
            <p:nvPr/>
          </p:nvSpPr>
          <p:spPr>
            <a:xfrm>
              <a:off x="2487167" y="4030979"/>
              <a:ext cx="603885" cy="609600"/>
            </a:xfrm>
            <a:custGeom>
              <a:avLst/>
              <a:gdLst/>
              <a:ahLst/>
              <a:cxnLst/>
              <a:rect l="l" t="t" r="r" b="b"/>
              <a:pathLst>
                <a:path w="603885" h="609600">
                  <a:moveTo>
                    <a:pt x="301752" y="0"/>
                  </a:moveTo>
                  <a:lnTo>
                    <a:pt x="252807" y="3989"/>
                  </a:lnTo>
                  <a:lnTo>
                    <a:pt x="206376" y="15538"/>
                  </a:lnTo>
                  <a:lnTo>
                    <a:pt x="163081" y="34020"/>
                  </a:lnTo>
                  <a:lnTo>
                    <a:pt x="123542" y="58808"/>
                  </a:lnTo>
                  <a:lnTo>
                    <a:pt x="88382" y="89273"/>
                  </a:lnTo>
                  <a:lnTo>
                    <a:pt x="58221" y="124788"/>
                  </a:lnTo>
                  <a:lnTo>
                    <a:pt x="33681" y="164725"/>
                  </a:lnTo>
                  <a:lnTo>
                    <a:pt x="15383" y="208458"/>
                  </a:lnTo>
                  <a:lnTo>
                    <a:pt x="3949" y="255359"/>
                  </a:lnTo>
                  <a:lnTo>
                    <a:pt x="0" y="304800"/>
                  </a:lnTo>
                  <a:lnTo>
                    <a:pt x="3949" y="354240"/>
                  </a:lnTo>
                  <a:lnTo>
                    <a:pt x="15383" y="401141"/>
                  </a:lnTo>
                  <a:lnTo>
                    <a:pt x="33681" y="444874"/>
                  </a:lnTo>
                  <a:lnTo>
                    <a:pt x="58221" y="484811"/>
                  </a:lnTo>
                  <a:lnTo>
                    <a:pt x="88382" y="520326"/>
                  </a:lnTo>
                  <a:lnTo>
                    <a:pt x="123542" y="550791"/>
                  </a:lnTo>
                  <a:lnTo>
                    <a:pt x="163081" y="575579"/>
                  </a:lnTo>
                  <a:lnTo>
                    <a:pt x="206376" y="594061"/>
                  </a:lnTo>
                  <a:lnTo>
                    <a:pt x="252807" y="605610"/>
                  </a:lnTo>
                  <a:lnTo>
                    <a:pt x="301752" y="609600"/>
                  </a:lnTo>
                  <a:lnTo>
                    <a:pt x="350696" y="605610"/>
                  </a:lnTo>
                  <a:lnTo>
                    <a:pt x="397127" y="594061"/>
                  </a:lnTo>
                  <a:lnTo>
                    <a:pt x="440422" y="575579"/>
                  </a:lnTo>
                  <a:lnTo>
                    <a:pt x="479961" y="550791"/>
                  </a:lnTo>
                  <a:lnTo>
                    <a:pt x="515121" y="520326"/>
                  </a:lnTo>
                  <a:lnTo>
                    <a:pt x="545282" y="484811"/>
                  </a:lnTo>
                  <a:lnTo>
                    <a:pt x="569822" y="444874"/>
                  </a:lnTo>
                  <a:lnTo>
                    <a:pt x="588120" y="401141"/>
                  </a:lnTo>
                  <a:lnTo>
                    <a:pt x="599554" y="354240"/>
                  </a:lnTo>
                  <a:lnTo>
                    <a:pt x="603504" y="304800"/>
                  </a:lnTo>
                  <a:lnTo>
                    <a:pt x="599554" y="255359"/>
                  </a:lnTo>
                  <a:lnTo>
                    <a:pt x="588120" y="208458"/>
                  </a:lnTo>
                  <a:lnTo>
                    <a:pt x="569822" y="164725"/>
                  </a:lnTo>
                  <a:lnTo>
                    <a:pt x="545282" y="124788"/>
                  </a:lnTo>
                  <a:lnTo>
                    <a:pt x="515121" y="89273"/>
                  </a:lnTo>
                  <a:lnTo>
                    <a:pt x="479961" y="58808"/>
                  </a:lnTo>
                  <a:lnTo>
                    <a:pt x="440422" y="34020"/>
                  </a:lnTo>
                  <a:lnTo>
                    <a:pt x="397127" y="15538"/>
                  </a:lnTo>
                  <a:lnTo>
                    <a:pt x="350696" y="3989"/>
                  </a:lnTo>
                  <a:lnTo>
                    <a:pt x="3017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487167" y="4030979"/>
              <a:ext cx="603885" cy="609600"/>
            </a:xfrm>
            <a:custGeom>
              <a:avLst/>
              <a:gdLst/>
              <a:ahLst/>
              <a:cxnLst/>
              <a:rect l="l" t="t" r="r" b="b"/>
              <a:pathLst>
                <a:path w="603885" h="609600">
                  <a:moveTo>
                    <a:pt x="0" y="304800"/>
                  </a:moveTo>
                  <a:lnTo>
                    <a:pt x="3949" y="255359"/>
                  </a:lnTo>
                  <a:lnTo>
                    <a:pt x="15383" y="208458"/>
                  </a:lnTo>
                  <a:lnTo>
                    <a:pt x="33681" y="164725"/>
                  </a:lnTo>
                  <a:lnTo>
                    <a:pt x="58221" y="124788"/>
                  </a:lnTo>
                  <a:lnTo>
                    <a:pt x="88382" y="89273"/>
                  </a:lnTo>
                  <a:lnTo>
                    <a:pt x="123542" y="58808"/>
                  </a:lnTo>
                  <a:lnTo>
                    <a:pt x="163081" y="34020"/>
                  </a:lnTo>
                  <a:lnTo>
                    <a:pt x="206376" y="15538"/>
                  </a:lnTo>
                  <a:lnTo>
                    <a:pt x="252807" y="3989"/>
                  </a:lnTo>
                  <a:lnTo>
                    <a:pt x="301752" y="0"/>
                  </a:lnTo>
                  <a:lnTo>
                    <a:pt x="350696" y="3989"/>
                  </a:lnTo>
                  <a:lnTo>
                    <a:pt x="397127" y="15538"/>
                  </a:lnTo>
                  <a:lnTo>
                    <a:pt x="440422" y="34020"/>
                  </a:lnTo>
                  <a:lnTo>
                    <a:pt x="479961" y="58808"/>
                  </a:lnTo>
                  <a:lnTo>
                    <a:pt x="515121" y="89273"/>
                  </a:lnTo>
                  <a:lnTo>
                    <a:pt x="545282" y="124788"/>
                  </a:lnTo>
                  <a:lnTo>
                    <a:pt x="569822" y="164725"/>
                  </a:lnTo>
                  <a:lnTo>
                    <a:pt x="588120" y="208458"/>
                  </a:lnTo>
                  <a:lnTo>
                    <a:pt x="599554" y="255359"/>
                  </a:lnTo>
                  <a:lnTo>
                    <a:pt x="603504" y="304800"/>
                  </a:lnTo>
                  <a:lnTo>
                    <a:pt x="599554" y="354240"/>
                  </a:lnTo>
                  <a:lnTo>
                    <a:pt x="588120" y="401141"/>
                  </a:lnTo>
                  <a:lnTo>
                    <a:pt x="569822" y="444874"/>
                  </a:lnTo>
                  <a:lnTo>
                    <a:pt x="545282" y="484811"/>
                  </a:lnTo>
                  <a:lnTo>
                    <a:pt x="515121" y="520326"/>
                  </a:lnTo>
                  <a:lnTo>
                    <a:pt x="479961" y="550791"/>
                  </a:lnTo>
                  <a:lnTo>
                    <a:pt x="440422" y="575579"/>
                  </a:lnTo>
                  <a:lnTo>
                    <a:pt x="397127" y="594061"/>
                  </a:lnTo>
                  <a:lnTo>
                    <a:pt x="350696" y="605610"/>
                  </a:lnTo>
                  <a:lnTo>
                    <a:pt x="301752" y="609600"/>
                  </a:lnTo>
                  <a:lnTo>
                    <a:pt x="252807" y="605610"/>
                  </a:lnTo>
                  <a:lnTo>
                    <a:pt x="206376" y="594061"/>
                  </a:lnTo>
                  <a:lnTo>
                    <a:pt x="163081" y="575579"/>
                  </a:lnTo>
                  <a:lnTo>
                    <a:pt x="123542" y="550791"/>
                  </a:lnTo>
                  <a:lnTo>
                    <a:pt x="88382" y="520326"/>
                  </a:lnTo>
                  <a:lnTo>
                    <a:pt x="58221" y="484811"/>
                  </a:lnTo>
                  <a:lnTo>
                    <a:pt x="33681" y="444874"/>
                  </a:lnTo>
                  <a:lnTo>
                    <a:pt x="15383" y="401141"/>
                  </a:lnTo>
                  <a:lnTo>
                    <a:pt x="3949" y="354240"/>
                  </a:lnTo>
                  <a:lnTo>
                    <a:pt x="0" y="3048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2664227" y="4195394"/>
            <a:ext cx="105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𝑡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740427" y="4291406"/>
            <a:ext cx="11112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latin typeface="Cambria Math"/>
                <a:cs typeface="Cambria Math"/>
              </a:rPr>
              <a:t>0</a:t>
            </a:r>
            <a:endParaRPr sz="1150">
              <a:latin typeface="Cambria Math"/>
              <a:cs typeface="Cambria Math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2164079" y="3671061"/>
            <a:ext cx="1875155" cy="722630"/>
            <a:chOff x="2164079" y="3671061"/>
            <a:chExt cx="1875155" cy="722630"/>
          </a:xfrm>
        </p:grpSpPr>
        <p:sp>
          <p:nvSpPr>
            <p:cNvPr id="19" name="object 19" descr=""/>
            <p:cNvSpPr/>
            <p:nvPr/>
          </p:nvSpPr>
          <p:spPr>
            <a:xfrm>
              <a:off x="2183129" y="4336541"/>
              <a:ext cx="208915" cy="0"/>
            </a:xfrm>
            <a:custGeom>
              <a:avLst/>
              <a:gdLst/>
              <a:ahLst/>
              <a:cxnLst/>
              <a:rect l="l" t="t" r="r" b="b"/>
              <a:pathLst>
                <a:path w="208914" h="0">
                  <a:moveTo>
                    <a:pt x="0" y="0"/>
                  </a:moveTo>
                  <a:lnTo>
                    <a:pt x="208699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372776" y="4279386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299"/>
                  </a:lnTo>
                  <a:lnTo>
                    <a:pt x="114300" y="571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428999" y="3677411"/>
              <a:ext cx="603885" cy="609600"/>
            </a:xfrm>
            <a:custGeom>
              <a:avLst/>
              <a:gdLst/>
              <a:ahLst/>
              <a:cxnLst/>
              <a:rect l="l" t="t" r="r" b="b"/>
              <a:pathLst>
                <a:path w="603885" h="609600">
                  <a:moveTo>
                    <a:pt x="0" y="304800"/>
                  </a:moveTo>
                  <a:lnTo>
                    <a:pt x="3949" y="255359"/>
                  </a:lnTo>
                  <a:lnTo>
                    <a:pt x="15383" y="208458"/>
                  </a:lnTo>
                  <a:lnTo>
                    <a:pt x="33681" y="164725"/>
                  </a:lnTo>
                  <a:lnTo>
                    <a:pt x="58221" y="124788"/>
                  </a:lnTo>
                  <a:lnTo>
                    <a:pt x="88382" y="89273"/>
                  </a:lnTo>
                  <a:lnTo>
                    <a:pt x="123542" y="58808"/>
                  </a:lnTo>
                  <a:lnTo>
                    <a:pt x="163081" y="34020"/>
                  </a:lnTo>
                  <a:lnTo>
                    <a:pt x="206376" y="15538"/>
                  </a:lnTo>
                  <a:lnTo>
                    <a:pt x="252807" y="3989"/>
                  </a:lnTo>
                  <a:lnTo>
                    <a:pt x="301752" y="0"/>
                  </a:lnTo>
                  <a:lnTo>
                    <a:pt x="350696" y="3989"/>
                  </a:lnTo>
                  <a:lnTo>
                    <a:pt x="397127" y="15538"/>
                  </a:lnTo>
                  <a:lnTo>
                    <a:pt x="440422" y="34020"/>
                  </a:lnTo>
                  <a:lnTo>
                    <a:pt x="479961" y="58808"/>
                  </a:lnTo>
                  <a:lnTo>
                    <a:pt x="515121" y="89273"/>
                  </a:lnTo>
                  <a:lnTo>
                    <a:pt x="545282" y="124788"/>
                  </a:lnTo>
                  <a:lnTo>
                    <a:pt x="569822" y="164725"/>
                  </a:lnTo>
                  <a:lnTo>
                    <a:pt x="588120" y="208458"/>
                  </a:lnTo>
                  <a:lnTo>
                    <a:pt x="599554" y="255359"/>
                  </a:lnTo>
                  <a:lnTo>
                    <a:pt x="603504" y="304800"/>
                  </a:lnTo>
                  <a:lnTo>
                    <a:pt x="599554" y="354240"/>
                  </a:lnTo>
                  <a:lnTo>
                    <a:pt x="588120" y="401141"/>
                  </a:lnTo>
                  <a:lnTo>
                    <a:pt x="569822" y="444874"/>
                  </a:lnTo>
                  <a:lnTo>
                    <a:pt x="545282" y="484811"/>
                  </a:lnTo>
                  <a:lnTo>
                    <a:pt x="515121" y="520326"/>
                  </a:lnTo>
                  <a:lnTo>
                    <a:pt x="479961" y="550791"/>
                  </a:lnTo>
                  <a:lnTo>
                    <a:pt x="440422" y="575579"/>
                  </a:lnTo>
                  <a:lnTo>
                    <a:pt x="397127" y="594061"/>
                  </a:lnTo>
                  <a:lnTo>
                    <a:pt x="350696" y="605610"/>
                  </a:lnTo>
                  <a:lnTo>
                    <a:pt x="301752" y="609600"/>
                  </a:lnTo>
                  <a:lnTo>
                    <a:pt x="252807" y="605610"/>
                  </a:lnTo>
                  <a:lnTo>
                    <a:pt x="206376" y="594061"/>
                  </a:lnTo>
                  <a:lnTo>
                    <a:pt x="163081" y="575579"/>
                  </a:lnTo>
                  <a:lnTo>
                    <a:pt x="123542" y="550791"/>
                  </a:lnTo>
                  <a:lnTo>
                    <a:pt x="88382" y="520326"/>
                  </a:lnTo>
                  <a:lnTo>
                    <a:pt x="58221" y="484811"/>
                  </a:lnTo>
                  <a:lnTo>
                    <a:pt x="33681" y="444874"/>
                  </a:lnTo>
                  <a:lnTo>
                    <a:pt x="15383" y="401141"/>
                  </a:lnTo>
                  <a:lnTo>
                    <a:pt x="3949" y="354240"/>
                  </a:lnTo>
                  <a:lnTo>
                    <a:pt x="0" y="3048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2033016" y="3703320"/>
            <a:ext cx="414655" cy="27749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111125">
              <a:lnSpc>
                <a:spcPct val="100000"/>
              </a:lnSpc>
              <a:spcBef>
                <a:spcPts val="325"/>
              </a:spcBef>
            </a:pPr>
            <a:r>
              <a:rPr dirty="0" sz="12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6339" sz="1275" spc="-37">
                <a:latin typeface="Cambria Math"/>
                <a:cs typeface="Cambria Math"/>
              </a:rPr>
              <a:t>1</a:t>
            </a:r>
            <a:endParaRPr baseline="-16339" sz="1275">
              <a:latin typeface="Cambria Math"/>
              <a:cs typeface="Cambria Math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3608800" y="3841638"/>
            <a:ext cx="105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𝑡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3680428" y="3937649"/>
            <a:ext cx="11112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latin typeface="Cambria Math"/>
                <a:cs typeface="Cambria Math"/>
              </a:rPr>
              <a:t>1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3418332" y="4370832"/>
            <a:ext cx="605155" cy="609600"/>
          </a:xfrm>
          <a:custGeom>
            <a:avLst/>
            <a:gdLst/>
            <a:ahLst/>
            <a:cxnLst/>
            <a:rect l="l" t="t" r="r" b="b"/>
            <a:pathLst>
              <a:path w="605154" h="609600">
                <a:moveTo>
                  <a:pt x="0" y="304800"/>
                </a:moveTo>
                <a:lnTo>
                  <a:pt x="3959" y="255359"/>
                </a:lnTo>
                <a:lnTo>
                  <a:pt x="15422" y="208458"/>
                </a:lnTo>
                <a:lnTo>
                  <a:pt x="33767" y="164725"/>
                </a:lnTo>
                <a:lnTo>
                  <a:pt x="58369" y="124788"/>
                </a:lnTo>
                <a:lnTo>
                  <a:pt x="88606" y="89273"/>
                </a:lnTo>
                <a:lnTo>
                  <a:pt x="123855" y="58808"/>
                </a:lnTo>
                <a:lnTo>
                  <a:pt x="163493" y="34020"/>
                </a:lnTo>
                <a:lnTo>
                  <a:pt x="206898" y="15538"/>
                </a:lnTo>
                <a:lnTo>
                  <a:pt x="253445" y="3989"/>
                </a:lnTo>
                <a:lnTo>
                  <a:pt x="302514" y="0"/>
                </a:lnTo>
                <a:lnTo>
                  <a:pt x="351582" y="3989"/>
                </a:lnTo>
                <a:lnTo>
                  <a:pt x="398129" y="15538"/>
                </a:lnTo>
                <a:lnTo>
                  <a:pt x="441534" y="34020"/>
                </a:lnTo>
                <a:lnTo>
                  <a:pt x="481172" y="58808"/>
                </a:lnTo>
                <a:lnTo>
                  <a:pt x="516421" y="89273"/>
                </a:lnTo>
                <a:lnTo>
                  <a:pt x="546658" y="124788"/>
                </a:lnTo>
                <a:lnTo>
                  <a:pt x="571260" y="164725"/>
                </a:lnTo>
                <a:lnTo>
                  <a:pt x="589605" y="208458"/>
                </a:lnTo>
                <a:lnTo>
                  <a:pt x="601068" y="255359"/>
                </a:lnTo>
                <a:lnTo>
                  <a:pt x="605028" y="304800"/>
                </a:lnTo>
                <a:lnTo>
                  <a:pt x="601068" y="354240"/>
                </a:lnTo>
                <a:lnTo>
                  <a:pt x="589605" y="401141"/>
                </a:lnTo>
                <a:lnTo>
                  <a:pt x="571260" y="444874"/>
                </a:lnTo>
                <a:lnTo>
                  <a:pt x="546658" y="484811"/>
                </a:lnTo>
                <a:lnTo>
                  <a:pt x="516421" y="520326"/>
                </a:lnTo>
                <a:lnTo>
                  <a:pt x="481172" y="550791"/>
                </a:lnTo>
                <a:lnTo>
                  <a:pt x="441534" y="575579"/>
                </a:lnTo>
                <a:lnTo>
                  <a:pt x="398129" y="594061"/>
                </a:lnTo>
                <a:lnTo>
                  <a:pt x="351582" y="605610"/>
                </a:lnTo>
                <a:lnTo>
                  <a:pt x="302514" y="609600"/>
                </a:lnTo>
                <a:lnTo>
                  <a:pt x="253445" y="605610"/>
                </a:lnTo>
                <a:lnTo>
                  <a:pt x="206898" y="594061"/>
                </a:lnTo>
                <a:lnTo>
                  <a:pt x="163493" y="575579"/>
                </a:lnTo>
                <a:lnTo>
                  <a:pt x="123855" y="550791"/>
                </a:lnTo>
                <a:lnTo>
                  <a:pt x="88606" y="520326"/>
                </a:lnTo>
                <a:lnTo>
                  <a:pt x="58369" y="484811"/>
                </a:lnTo>
                <a:lnTo>
                  <a:pt x="33767" y="444874"/>
                </a:lnTo>
                <a:lnTo>
                  <a:pt x="15422" y="401141"/>
                </a:lnTo>
                <a:lnTo>
                  <a:pt x="3959" y="354240"/>
                </a:lnTo>
                <a:lnTo>
                  <a:pt x="0" y="304800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3570958" y="4534837"/>
            <a:ext cx="2381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𝑡</a:t>
            </a:r>
            <a:r>
              <a:rPr dirty="0" baseline="-14492" sz="1725" spc="-37">
                <a:latin typeface="Cambria Math"/>
                <a:cs typeface="Cambria Math"/>
              </a:rPr>
              <a:t>2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2983992" y="3963953"/>
            <a:ext cx="445770" cy="734060"/>
            <a:chOff x="2983992" y="3963953"/>
            <a:chExt cx="445770" cy="734060"/>
          </a:xfrm>
        </p:grpSpPr>
        <p:sp>
          <p:nvSpPr>
            <p:cNvPr id="28" name="object 28" descr=""/>
            <p:cNvSpPr/>
            <p:nvPr/>
          </p:nvSpPr>
          <p:spPr>
            <a:xfrm>
              <a:off x="3003042" y="4012407"/>
              <a:ext cx="335915" cy="109220"/>
            </a:xfrm>
            <a:custGeom>
              <a:avLst/>
              <a:gdLst/>
              <a:ahLst/>
              <a:cxnLst/>
              <a:rect l="l" t="t" r="r" b="b"/>
              <a:pathLst>
                <a:path w="335914" h="109220">
                  <a:moveTo>
                    <a:pt x="0" y="109080"/>
                  </a:moveTo>
                  <a:lnTo>
                    <a:pt x="335699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302957" y="3963953"/>
              <a:ext cx="127000" cy="109220"/>
            </a:xfrm>
            <a:custGeom>
              <a:avLst/>
              <a:gdLst/>
              <a:ahLst/>
              <a:cxnLst/>
              <a:rect l="l" t="t" r="r" b="b"/>
              <a:pathLst>
                <a:path w="127000" h="109220">
                  <a:moveTo>
                    <a:pt x="0" y="0"/>
                  </a:moveTo>
                  <a:lnTo>
                    <a:pt x="35331" y="108699"/>
                  </a:lnTo>
                  <a:lnTo>
                    <a:pt x="126377" y="19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003042" y="4551426"/>
              <a:ext cx="325755" cy="97155"/>
            </a:xfrm>
            <a:custGeom>
              <a:avLst/>
              <a:gdLst/>
              <a:ahLst/>
              <a:cxnLst/>
              <a:rect l="l" t="t" r="r" b="b"/>
              <a:pathLst>
                <a:path w="325754" h="97154">
                  <a:moveTo>
                    <a:pt x="0" y="0"/>
                  </a:moveTo>
                  <a:lnTo>
                    <a:pt x="325602" y="97002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3294075" y="4588218"/>
              <a:ext cx="126364" cy="109855"/>
            </a:xfrm>
            <a:custGeom>
              <a:avLst/>
              <a:gdLst/>
              <a:ahLst/>
              <a:cxnLst/>
              <a:rect l="l" t="t" r="r" b="b"/>
              <a:pathLst>
                <a:path w="126364" h="109854">
                  <a:moveTo>
                    <a:pt x="32638" y="0"/>
                  </a:moveTo>
                  <a:lnTo>
                    <a:pt x="0" y="109537"/>
                  </a:lnTo>
                  <a:lnTo>
                    <a:pt x="125856" y="87414"/>
                  </a:lnTo>
                  <a:lnTo>
                    <a:pt x="326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3143473" y="3812918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3127653" y="4615573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2078735" y="5282184"/>
            <a:ext cx="417830" cy="27749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111760">
              <a:lnSpc>
                <a:spcPct val="100000"/>
              </a:lnSpc>
              <a:spcBef>
                <a:spcPts val="320"/>
              </a:spcBef>
            </a:pPr>
            <a:r>
              <a:rPr dirty="0" sz="12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6339" sz="1275" spc="-37">
                <a:latin typeface="Cambria Math"/>
                <a:cs typeface="Cambria Math"/>
              </a:rPr>
              <a:t>2</a:t>
            </a:r>
            <a:endParaRPr baseline="-16339" sz="1275">
              <a:latin typeface="Cambria Math"/>
              <a:cs typeface="Cambria Math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2427477" y="5600446"/>
            <a:ext cx="616585" cy="621030"/>
            <a:chOff x="2427477" y="5600446"/>
            <a:chExt cx="616585" cy="621030"/>
          </a:xfrm>
        </p:grpSpPr>
        <p:sp>
          <p:nvSpPr>
            <p:cNvPr id="36" name="object 36" descr=""/>
            <p:cNvSpPr/>
            <p:nvPr/>
          </p:nvSpPr>
          <p:spPr>
            <a:xfrm>
              <a:off x="2433827" y="5606796"/>
              <a:ext cx="603885" cy="608330"/>
            </a:xfrm>
            <a:custGeom>
              <a:avLst/>
              <a:gdLst/>
              <a:ahLst/>
              <a:cxnLst/>
              <a:rect l="l" t="t" r="r" b="b"/>
              <a:pathLst>
                <a:path w="603885" h="608329">
                  <a:moveTo>
                    <a:pt x="301752" y="0"/>
                  </a:moveTo>
                  <a:lnTo>
                    <a:pt x="252807" y="3979"/>
                  </a:lnTo>
                  <a:lnTo>
                    <a:pt x="206376" y="15499"/>
                  </a:lnTo>
                  <a:lnTo>
                    <a:pt x="163081" y="33935"/>
                  </a:lnTo>
                  <a:lnTo>
                    <a:pt x="123542" y="58660"/>
                  </a:lnTo>
                  <a:lnTo>
                    <a:pt x="88382" y="89049"/>
                  </a:lnTo>
                  <a:lnTo>
                    <a:pt x="58221" y="124475"/>
                  </a:lnTo>
                  <a:lnTo>
                    <a:pt x="33681" y="164313"/>
                  </a:lnTo>
                  <a:lnTo>
                    <a:pt x="15383" y="207936"/>
                  </a:lnTo>
                  <a:lnTo>
                    <a:pt x="3949" y="254720"/>
                  </a:lnTo>
                  <a:lnTo>
                    <a:pt x="0" y="304037"/>
                  </a:lnTo>
                  <a:lnTo>
                    <a:pt x="3949" y="353355"/>
                  </a:lnTo>
                  <a:lnTo>
                    <a:pt x="15383" y="400139"/>
                  </a:lnTo>
                  <a:lnTo>
                    <a:pt x="33681" y="443762"/>
                  </a:lnTo>
                  <a:lnTo>
                    <a:pt x="58221" y="483600"/>
                  </a:lnTo>
                  <a:lnTo>
                    <a:pt x="88382" y="519026"/>
                  </a:lnTo>
                  <a:lnTo>
                    <a:pt x="123542" y="549415"/>
                  </a:lnTo>
                  <a:lnTo>
                    <a:pt x="163081" y="574140"/>
                  </a:lnTo>
                  <a:lnTo>
                    <a:pt x="206376" y="592576"/>
                  </a:lnTo>
                  <a:lnTo>
                    <a:pt x="252807" y="604096"/>
                  </a:lnTo>
                  <a:lnTo>
                    <a:pt x="301752" y="608075"/>
                  </a:lnTo>
                  <a:lnTo>
                    <a:pt x="350696" y="604096"/>
                  </a:lnTo>
                  <a:lnTo>
                    <a:pt x="397127" y="592576"/>
                  </a:lnTo>
                  <a:lnTo>
                    <a:pt x="440422" y="574140"/>
                  </a:lnTo>
                  <a:lnTo>
                    <a:pt x="479961" y="549415"/>
                  </a:lnTo>
                  <a:lnTo>
                    <a:pt x="515121" y="519026"/>
                  </a:lnTo>
                  <a:lnTo>
                    <a:pt x="545282" y="483600"/>
                  </a:lnTo>
                  <a:lnTo>
                    <a:pt x="569822" y="443762"/>
                  </a:lnTo>
                  <a:lnTo>
                    <a:pt x="588120" y="400139"/>
                  </a:lnTo>
                  <a:lnTo>
                    <a:pt x="599554" y="353355"/>
                  </a:lnTo>
                  <a:lnTo>
                    <a:pt x="603504" y="304037"/>
                  </a:lnTo>
                  <a:lnTo>
                    <a:pt x="599554" y="254720"/>
                  </a:lnTo>
                  <a:lnTo>
                    <a:pt x="588120" y="207936"/>
                  </a:lnTo>
                  <a:lnTo>
                    <a:pt x="569822" y="164313"/>
                  </a:lnTo>
                  <a:lnTo>
                    <a:pt x="545282" y="124475"/>
                  </a:lnTo>
                  <a:lnTo>
                    <a:pt x="515121" y="89049"/>
                  </a:lnTo>
                  <a:lnTo>
                    <a:pt x="479961" y="58660"/>
                  </a:lnTo>
                  <a:lnTo>
                    <a:pt x="440422" y="33935"/>
                  </a:lnTo>
                  <a:lnTo>
                    <a:pt x="397127" y="15499"/>
                  </a:lnTo>
                  <a:lnTo>
                    <a:pt x="350696" y="3979"/>
                  </a:lnTo>
                  <a:lnTo>
                    <a:pt x="3017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2433827" y="5606796"/>
              <a:ext cx="603885" cy="608330"/>
            </a:xfrm>
            <a:custGeom>
              <a:avLst/>
              <a:gdLst/>
              <a:ahLst/>
              <a:cxnLst/>
              <a:rect l="l" t="t" r="r" b="b"/>
              <a:pathLst>
                <a:path w="603885" h="608329">
                  <a:moveTo>
                    <a:pt x="0" y="304037"/>
                  </a:moveTo>
                  <a:lnTo>
                    <a:pt x="3949" y="254720"/>
                  </a:lnTo>
                  <a:lnTo>
                    <a:pt x="15383" y="207936"/>
                  </a:lnTo>
                  <a:lnTo>
                    <a:pt x="33681" y="164313"/>
                  </a:lnTo>
                  <a:lnTo>
                    <a:pt x="58221" y="124475"/>
                  </a:lnTo>
                  <a:lnTo>
                    <a:pt x="88382" y="89049"/>
                  </a:lnTo>
                  <a:lnTo>
                    <a:pt x="123542" y="58660"/>
                  </a:lnTo>
                  <a:lnTo>
                    <a:pt x="163081" y="33935"/>
                  </a:lnTo>
                  <a:lnTo>
                    <a:pt x="206376" y="15499"/>
                  </a:lnTo>
                  <a:lnTo>
                    <a:pt x="252807" y="3979"/>
                  </a:lnTo>
                  <a:lnTo>
                    <a:pt x="301752" y="0"/>
                  </a:lnTo>
                  <a:lnTo>
                    <a:pt x="350696" y="3979"/>
                  </a:lnTo>
                  <a:lnTo>
                    <a:pt x="397127" y="15499"/>
                  </a:lnTo>
                  <a:lnTo>
                    <a:pt x="440422" y="33935"/>
                  </a:lnTo>
                  <a:lnTo>
                    <a:pt x="479961" y="58660"/>
                  </a:lnTo>
                  <a:lnTo>
                    <a:pt x="515121" y="89049"/>
                  </a:lnTo>
                  <a:lnTo>
                    <a:pt x="545282" y="124475"/>
                  </a:lnTo>
                  <a:lnTo>
                    <a:pt x="569822" y="164313"/>
                  </a:lnTo>
                  <a:lnTo>
                    <a:pt x="588120" y="207936"/>
                  </a:lnTo>
                  <a:lnTo>
                    <a:pt x="599554" y="254720"/>
                  </a:lnTo>
                  <a:lnTo>
                    <a:pt x="603504" y="304037"/>
                  </a:lnTo>
                  <a:lnTo>
                    <a:pt x="599554" y="353355"/>
                  </a:lnTo>
                  <a:lnTo>
                    <a:pt x="588120" y="400139"/>
                  </a:lnTo>
                  <a:lnTo>
                    <a:pt x="569822" y="443762"/>
                  </a:lnTo>
                  <a:lnTo>
                    <a:pt x="545282" y="483600"/>
                  </a:lnTo>
                  <a:lnTo>
                    <a:pt x="515121" y="519026"/>
                  </a:lnTo>
                  <a:lnTo>
                    <a:pt x="479961" y="549415"/>
                  </a:lnTo>
                  <a:lnTo>
                    <a:pt x="440422" y="574140"/>
                  </a:lnTo>
                  <a:lnTo>
                    <a:pt x="397127" y="592576"/>
                  </a:lnTo>
                  <a:lnTo>
                    <a:pt x="350696" y="604096"/>
                  </a:lnTo>
                  <a:lnTo>
                    <a:pt x="301752" y="608075"/>
                  </a:lnTo>
                  <a:lnTo>
                    <a:pt x="252807" y="604096"/>
                  </a:lnTo>
                  <a:lnTo>
                    <a:pt x="206376" y="592576"/>
                  </a:lnTo>
                  <a:lnTo>
                    <a:pt x="163081" y="574140"/>
                  </a:lnTo>
                  <a:lnTo>
                    <a:pt x="123542" y="549415"/>
                  </a:lnTo>
                  <a:lnTo>
                    <a:pt x="88382" y="519026"/>
                  </a:lnTo>
                  <a:lnTo>
                    <a:pt x="58221" y="483600"/>
                  </a:lnTo>
                  <a:lnTo>
                    <a:pt x="33681" y="443762"/>
                  </a:lnTo>
                  <a:lnTo>
                    <a:pt x="15383" y="400139"/>
                  </a:lnTo>
                  <a:lnTo>
                    <a:pt x="3949" y="353355"/>
                  </a:lnTo>
                  <a:lnTo>
                    <a:pt x="0" y="3040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2565816" y="5769861"/>
            <a:ext cx="2781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𝑔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2110739" y="5245353"/>
            <a:ext cx="1875155" cy="722630"/>
            <a:chOff x="2110739" y="5245353"/>
            <a:chExt cx="1875155" cy="722630"/>
          </a:xfrm>
        </p:grpSpPr>
        <p:sp>
          <p:nvSpPr>
            <p:cNvPr id="40" name="object 40" descr=""/>
            <p:cNvSpPr/>
            <p:nvPr/>
          </p:nvSpPr>
          <p:spPr>
            <a:xfrm>
              <a:off x="2129789" y="5910833"/>
              <a:ext cx="208915" cy="0"/>
            </a:xfrm>
            <a:custGeom>
              <a:avLst/>
              <a:gdLst/>
              <a:ahLst/>
              <a:cxnLst/>
              <a:rect l="l" t="t" r="r" b="b"/>
              <a:pathLst>
                <a:path w="208914" h="0">
                  <a:moveTo>
                    <a:pt x="0" y="0"/>
                  </a:moveTo>
                  <a:lnTo>
                    <a:pt x="208699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2319436" y="5853678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3375659" y="5251703"/>
              <a:ext cx="603885" cy="609600"/>
            </a:xfrm>
            <a:custGeom>
              <a:avLst/>
              <a:gdLst/>
              <a:ahLst/>
              <a:cxnLst/>
              <a:rect l="l" t="t" r="r" b="b"/>
              <a:pathLst>
                <a:path w="603885" h="609600">
                  <a:moveTo>
                    <a:pt x="0" y="304800"/>
                  </a:moveTo>
                  <a:lnTo>
                    <a:pt x="3949" y="255359"/>
                  </a:lnTo>
                  <a:lnTo>
                    <a:pt x="15383" y="208458"/>
                  </a:lnTo>
                  <a:lnTo>
                    <a:pt x="33681" y="164725"/>
                  </a:lnTo>
                  <a:lnTo>
                    <a:pt x="58221" y="124788"/>
                  </a:lnTo>
                  <a:lnTo>
                    <a:pt x="88382" y="89273"/>
                  </a:lnTo>
                  <a:lnTo>
                    <a:pt x="123542" y="58808"/>
                  </a:lnTo>
                  <a:lnTo>
                    <a:pt x="163081" y="34020"/>
                  </a:lnTo>
                  <a:lnTo>
                    <a:pt x="206376" y="15538"/>
                  </a:lnTo>
                  <a:lnTo>
                    <a:pt x="252807" y="3989"/>
                  </a:lnTo>
                  <a:lnTo>
                    <a:pt x="301752" y="0"/>
                  </a:lnTo>
                  <a:lnTo>
                    <a:pt x="350696" y="3989"/>
                  </a:lnTo>
                  <a:lnTo>
                    <a:pt x="397127" y="15538"/>
                  </a:lnTo>
                  <a:lnTo>
                    <a:pt x="440422" y="34020"/>
                  </a:lnTo>
                  <a:lnTo>
                    <a:pt x="479961" y="58808"/>
                  </a:lnTo>
                  <a:lnTo>
                    <a:pt x="515121" y="89273"/>
                  </a:lnTo>
                  <a:lnTo>
                    <a:pt x="545282" y="124788"/>
                  </a:lnTo>
                  <a:lnTo>
                    <a:pt x="569822" y="164725"/>
                  </a:lnTo>
                  <a:lnTo>
                    <a:pt x="588120" y="208458"/>
                  </a:lnTo>
                  <a:lnTo>
                    <a:pt x="599554" y="255359"/>
                  </a:lnTo>
                  <a:lnTo>
                    <a:pt x="603504" y="304800"/>
                  </a:lnTo>
                  <a:lnTo>
                    <a:pt x="599554" y="354240"/>
                  </a:lnTo>
                  <a:lnTo>
                    <a:pt x="588120" y="401141"/>
                  </a:lnTo>
                  <a:lnTo>
                    <a:pt x="569822" y="444874"/>
                  </a:lnTo>
                  <a:lnTo>
                    <a:pt x="545282" y="484811"/>
                  </a:lnTo>
                  <a:lnTo>
                    <a:pt x="515121" y="520326"/>
                  </a:lnTo>
                  <a:lnTo>
                    <a:pt x="479961" y="550791"/>
                  </a:lnTo>
                  <a:lnTo>
                    <a:pt x="440422" y="575579"/>
                  </a:lnTo>
                  <a:lnTo>
                    <a:pt x="397127" y="594061"/>
                  </a:lnTo>
                  <a:lnTo>
                    <a:pt x="350696" y="605610"/>
                  </a:lnTo>
                  <a:lnTo>
                    <a:pt x="301752" y="609600"/>
                  </a:lnTo>
                  <a:lnTo>
                    <a:pt x="252807" y="605610"/>
                  </a:lnTo>
                  <a:lnTo>
                    <a:pt x="206376" y="594061"/>
                  </a:lnTo>
                  <a:lnTo>
                    <a:pt x="163081" y="575579"/>
                  </a:lnTo>
                  <a:lnTo>
                    <a:pt x="123542" y="550791"/>
                  </a:lnTo>
                  <a:lnTo>
                    <a:pt x="88382" y="520326"/>
                  </a:lnTo>
                  <a:lnTo>
                    <a:pt x="58221" y="484811"/>
                  </a:lnTo>
                  <a:lnTo>
                    <a:pt x="33681" y="444874"/>
                  </a:lnTo>
                  <a:lnTo>
                    <a:pt x="15383" y="401141"/>
                  </a:lnTo>
                  <a:lnTo>
                    <a:pt x="3949" y="354240"/>
                  </a:lnTo>
                  <a:lnTo>
                    <a:pt x="0" y="3048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 descr=""/>
          <p:cNvSpPr txBox="1"/>
          <p:nvPr/>
        </p:nvSpPr>
        <p:spPr>
          <a:xfrm>
            <a:off x="3535786" y="5416105"/>
            <a:ext cx="1498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𝑔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3647039" y="5512117"/>
            <a:ext cx="111125" cy="2032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150" spc="-50">
                <a:latin typeface="Cambria Math"/>
                <a:cs typeface="Cambria Math"/>
              </a:rPr>
              <a:t>1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45" name="object 45" descr=""/>
          <p:cNvSpPr/>
          <p:nvPr/>
        </p:nvSpPr>
        <p:spPr>
          <a:xfrm>
            <a:off x="3366515" y="5945123"/>
            <a:ext cx="603885" cy="609600"/>
          </a:xfrm>
          <a:custGeom>
            <a:avLst/>
            <a:gdLst/>
            <a:ahLst/>
            <a:cxnLst/>
            <a:rect l="l" t="t" r="r" b="b"/>
            <a:pathLst>
              <a:path w="603885" h="609600">
                <a:moveTo>
                  <a:pt x="0" y="304799"/>
                </a:moveTo>
                <a:lnTo>
                  <a:pt x="3949" y="255359"/>
                </a:lnTo>
                <a:lnTo>
                  <a:pt x="15383" y="208458"/>
                </a:lnTo>
                <a:lnTo>
                  <a:pt x="33681" y="164725"/>
                </a:lnTo>
                <a:lnTo>
                  <a:pt x="58221" y="124788"/>
                </a:lnTo>
                <a:lnTo>
                  <a:pt x="88382" y="89273"/>
                </a:lnTo>
                <a:lnTo>
                  <a:pt x="123542" y="58808"/>
                </a:lnTo>
                <a:lnTo>
                  <a:pt x="163081" y="34020"/>
                </a:lnTo>
                <a:lnTo>
                  <a:pt x="206376" y="15538"/>
                </a:lnTo>
                <a:lnTo>
                  <a:pt x="252807" y="3989"/>
                </a:lnTo>
                <a:lnTo>
                  <a:pt x="301752" y="0"/>
                </a:lnTo>
                <a:lnTo>
                  <a:pt x="350696" y="3989"/>
                </a:lnTo>
                <a:lnTo>
                  <a:pt x="397127" y="15538"/>
                </a:lnTo>
                <a:lnTo>
                  <a:pt x="440422" y="34020"/>
                </a:lnTo>
                <a:lnTo>
                  <a:pt x="479961" y="58808"/>
                </a:lnTo>
                <a:lnTo>
                  <a:pt x="515121" y="89273"/>
                </a:lnTo>
                <a:lnTo>
                  <a:pt x="545282" y="124788"/>
                </a:lnTo>
                <a:lnTo>
                  <a:pt x="569822" y="164725"/>
                </a:lnTo>
                <a:lnTo>
                  <a:pt x="588120" y="208458"/>
                </a:lnTo>
                <a:lnTo>
                  <a:pt x="599554" y="255359"/>
                </a:lnTo>
                <a:lnTo>
                  <a:pt x="603504" y="304799"/>
                </a:lnTo>
                <a:lnTo>
                  <a:pt x="599554" y="354240"/>
                </a:lnTo>
                <a:lnTo>
                  <a:pt x="588120" y="401141"/>
                </a:lnTo>
                <a:lnTo>
                  <a:pt x="569822" y="444874"/>
                </a:lnTo>
                <a:lnTo>
                  <a:pt x="545282" y="484811"/>
                </a:lnTo>
                <a:lnTo>
                  <a:pt x="515121" y="520326"/>
                </a:lnTo>
                <a:lnTo>
                  <a:pt x="479961" y="550791"/>
                </a:lnTo>
                <a:lnTo>
                  <a:pt x="440422" y="575579"/>
                </a:lnTo>
                <a:lnTo>
                  <a:pt x="397127" y="594061"/>
                </a:lnTo>
                <a:lnTo>
                  <a:pt x="350696" y="605610"/>
                </a:lnTo>
                <a:lnTo>
                  <a:pt x="301752" y="609599"/>
                </a:lnTo>
                <a:lnTo>
                  <a:pt x="252807" y="605610"/>
                </a:lnTo>
                <a:lnTo>
                  <a:pt x="206376" y="594061"/>
                </a:lnTo>
                <a:lnTo>
                  <a:pt x="163081" y="575579"/>
                </a:lnTo>
                <a:lnTo>
                  <a:pt x="123542" y="550791"/>
                </a:lnTo>
                <a:lnTo>
                  <a:pt x="88382" y="520326"/>
                </a:lnTo>
                <a:lnTo>
                  <a:pt x="58221" y="484811"/>
                </a:lnTo>
                <a:lnTo>
                  <a:pt x="33681" y="444874"/>
                </a:lnTo>
                <a:lnTo>
                  <a:pt x="15383" y="401141"/>
                </a:lnTo>
                <a:lnTo>
                  <a:pt x="3949" y="354240"/>
                </a:lnTo>
                <a:lnTo>
                  <a:pt x="0" y="304799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 txBox="1"/>
          <p:nvPr/>
        </p:nvSpPr>
        <p:spPr>
          <a:xfrm>
            <a:off x="3497945" y="6109305"/>
            <a:ext cx="2781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𝑔</a:t>
            </a:r>
            <a:r>
              <a:rPr dirty="0" baseline="-14492" sz="1725" spc="-37">
                <a:latin typeface="Cambria Math"/>
                <a:cs typeface="Cambria Math"/>
              </a:rPr>
              <a:t>2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47" name="object 47" descr=""/>
          <p:cNvGrpSpPr/>
          <p:nvPr/>
        </p:nvGrpSpPr>
        <p:grpSpPr>
          <a:xfrm>
            <a:off x="2930651" y="5538245"/>
            <a:ext cx="445770" cy="735330"/>
            <a:chOff x="2930651" y="5538245"/>
            <a:chExt cx="445770" cy="735330"/>
          </a:xfrm>
        </p:grpSpPr>
        <p:sp>
          <p:nvSpPr>
            <p:cNvPr id="48" name="object 48" descr=""/>
            <p:cNvSpPr/>
            <p:nvPr/>
          </p:nvSpPr>
          <p:spPr>
            <a:xfrm>
              <a:off x="2949701" y="5586699"/>
              <a:ext cx="335915" cy="109220"/>
            </a:xfrm>
            <a:custGeom>
              <a:avLst/>
              <a:gdLst/>
              <a:ahLst/>
              <a:cxnLst/>
              <a:rect l="l" t="t" r="r" b="b"/>
              <a:pathLst>
                <a:path w="335914" h="109220">
                  <a:moveTo>
                    <a:pt x="0" y="109080"/>
                  </a:moveTo>
                  <a:lnTo>
                    <a:pt x="335699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3249616" y="5538245"/>
              <a:ext cx="127000" cy="109220"/>
            </a:xfrm>
            <a:custGeom>
              <a:avLst/>
              <a:gdLst/>
              <a:ahLst/>
              <a:cxnLst/>
              <a:rect l="l" t="t" r="r" b="b"/>
              <a:pathLst>
                <a:path w="127000" h="109220">
                  <a:moveTo>
                    <a:pt x="0" y="0"/>
                  </a:moveTo>
                  <a:lnTo>
                    <a:pt x="35331" y="108699"/>
                  </a:lnTo>
                  <a:lnTo>
                    <a:pt x="126377" y="19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2949701" y="6127242"/>
              <a:ext cx="325755" cy="97155"/>
            </a:xfrm>
            <a:custGeom>
              <a:avLst/>
              <a:gdLst/>
              <a:ahLst/>
              <a:cxnLst/>
              <a:rect l="l" t="t" r="r" b="b"/>
              <a:pathLst>
                <a:path w="325754" h="97154">
                  <a:moveTo>
                    <a:pt x="0" y="0"/>
                  </a:moveTo>
                  <a:lnTo>
                    <a:pt x="325602" y="97002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3240735" y="6164033"/>
              <a:ext cx="126364" cy="109855"/>
            </a:xfrm>
            <a:custGeom>
              <a:avLst/>
              <a:gdLst/>
              <a:ahLst/>
              <a:cxnLst/>
              <a:rect l="l" t="t" r="r" b="b"/>
              <a:pathLst>
                <a:path w="126364" h="109854">
                  <a:moveTo>
                    <a:pt x="32638" y="0"/>
                  </a:moveTo>
                  <a:lnTo>
                    <a:pt x="0" y="109537"/>
                  </a:lnTo>
                  <a:lnTo>
                    <a:pt x="125856" y="87414"/>
                  </a:lnTo>
                  <a:lnTo>
                    <a:pt x="326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 descr=""/>
          <p:cNvSpPr txBox="1"/>
          <p:nvPr/>
        </p:nvSpPr>
        <p:spPr>
          <a:xfrm>
            <a:off x="3106447" y="5386086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3072831" y="6191120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54" name="object 54" descr=""/>
          <p:cNvGrpSpPr/>
          <p:nvPr/>
        </p:nvGrpSpPr>
        <p:grpSpPr>
          <a:xfrm>
            <a:off x="4638802" y="4929890"/>
            <a:ext cx="654685" cy="497840"/>
            <a:chOff x="4638802" y="4929890"/>
            <a:chExt cx="654685" cy="497840"/>
          </a:xfrm>
        </p:grpSpPr>
        <p:sp>
          <p:nvSpPr>
            <p:cNvPr id="55" name="object 55" descr=""/>
            <p:cNvSpPr/>
            <p:nvPr/>
          </p:nvSpPr>
          <p:spPr>
            <a:xfrm>
              <a:off x="4645152" y="4936240"/>
              <a:ext cx="641985" cy="485140"/>
            </a:xfrm>
            <a:custGeom>
              <a:avLst/>
              <a:gdLst/>
              <a:ahLst/>
              <a:cxnLst/>
              <a:rect l="l" t="t" r="r" b="b"/>
              <a:pathLst>
                <a:path w="641985" h="485139">
                  <a:moveTo>
                    <a:pt x="413804" y="0"/>
                  </a:moveTo>
                  <a:lnTo>
                    <a:pt x="413804" y="179209"/>
                  </a:lnTo>
                  <a:lnTo>
                    <a:pt x="0" y="179209"/>
                  </a:lnTo>
                  <a:lnTo>
                    <a:pt x="0" y="305409"/>
                  </a:lnTo>
                  <a:lnTo>
                    <a:pt x="413804" y="305409"/>
                  </a:lnTo>
                  <a:lnTo>
                    <a:pt x="413804" y="484631"/>
                  </a:lnTo>
                  <a:lnTo>
                    <a:pt x="641604" y="242315"/>
                  </a:lnTo>
                  <a:lnTo>
                    <a:pt x="4138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4645152" y="4936240"/>
              <a:ext cx="641985" cy="485140"/>
            </a:xfrm>
            <a:custGeom>
              <a:avLst/>
              <a:gdLst/>
              <a:ahLst/>
              <a:cxnLst/>
              <a:rect l="l" t="t" r="r" b="b"/>
              <a:pathLst>
                <a:path w="641985" h="485139">
                  <a:moveTo>
                    <a:pt x="0" y="179209"/>
                  </a:moveTo>
                  <a:lnTo>
                    <a:pt x="413804" y="179209"/>
                  </a:lnTo>
                  <a:lnTo>
                    <a:pt x="413804" y="0"/>
                  </a:lnTo>
                  <a:lnTo>
                    <a:pt x="641604" y="242315"/>
                  </a:lnTo>
                  <a:lnTo>
                    <a:pt x="413804" y="484631"/>
                  </a:lnTo>
                  <a:lnTo>
                    <a:pt x="413804" y="305409"/>
                  </a:lnTo>
                  <a:lnTo>
                    <a:pt x="0" y="305409"/>
                  </a:lnTo>
                  <a:lnTo>
                    <a:pt x="0" y="17920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 descr=""/>
          <p:cNvSpPr/>
          <p:nvPr/>
        </p:nvSpPr>
        <p:spPr>
          <a:xfrm>
            <a:off x="3483864" y="3741420"/>
            <a:ext cx="474345" cy="478790"/>
          </a:xfrm>
          <a:custGeom>
            <a:avLst/>
            <a:gdLst/>
            <a:ahLst/>
            <a:cxnLst/>
            <a:rect l="l" t="t" r="r" b="b"/>
            <a:pathLst>
              <a:path w="474345" h="478789">
                <a:moveTo>
                  <a:pt x="0" y="239267"/>
                </a:moveTo>
                <a:lnTo>
                  <a:pt x="4814" y="191047"/>
                </a:lnTo>
                <a:lnTo>
                  <a:pt x="18622" y="146134"/>
                </a:lnTo>
                <a:lnTo>
                  <a:pt x="40471" y="105491"/>
                </a:lnTo>
                <a:lnTo>
                  <a:pt x="69408" y="70080"/>
                </a:lnTo>
                <a:lnTo>
                  <a:pt x="104481" y="40863"/>
                </a:lnTo>
                <a:lnTo>
                  <a:pt x="144735" y="18802"/>
                </a:lnTo>
                <a:lnTo>
                  <a:pt x="189220" y="4861"/>
                </a:lnTo>
                <a:lnTo>
                  <a:pt x="236982" y="0"/>
                </a:lnTo>
                <a:lnTo>
                  <a:pt x="284743" y="4861"/>
                </a:lnTo>
                <a:lnTo>
                  <a:pt x="329228" y="18802"/>
                </a:lnTo>
                <a:lnTo>
                  <a:pt x="369482" y="40863"/>
                </a:lnTo>
                <a:lnTo>
                  <a:pt x="404555" y="70080"/>
                </a:lnTo>
                <a:lnTo>
                  <a:pt x="433492" y="105491"/>
                </a:lnTo>
                <a:lnTo>
                  <a:pt x="455341" y="146134"/>
                </a:lnTo>
                <a:lnTo>
                  <a:pt x="469149" y="191047"/>
                </a:lnTo>
                <a:lnTo>
                  <a:pt x="473964" y="239267"/>
                </a:lnTo>
                <a:lnTo>
                  <a:pt x="469149" y="287488"/>
                </a:lnTo>
                <a:lnTo>
                  <a:pt x="455341" y="332401"/>
                </a:lnTo>
                <a:lnTo>
                  <a:pt x="433492" y="373044"/>
                </a:lnTo>
                <a:lnTo>
                  <a:pt x="404555" y="408455"/>
                </a:lnTo>
                <a:lnTo>
                  <a:pt x="369482" y="437672"/>
                </a:lnTo>
                <a:lnTo>
                  <a:pt x="329228" y="459733"/>
                </a:lnTo>
                <a:lnTo>
                  <a:pt x="284743" y="473674"/>
                </a:lnTo>
                <a:lnTo>
                  <a:pt x="236982" y="478535"/>
                </a:lnTo>
                <a:lnTo>
                  <a:pt x="189220" y="473674"/>
                </a:lnTo>
                <a:lnTo>
                  <a:pt x="144735" y="459733"/>
                </a:lnTo>
                <a:lnTo>
                  <a:pt x="104481" y="437672"/>
                </a:lnTo>
                <a:lnTo>
                  <a:pt x="69408" y="408455"/>
                </a:lnTo>
                <a:lnTo>
                  <a:pt x="40471" y="373044"/>
                </a:lnTo>
                <a:lnTo>
                  <a:pt x="18622" y="332401"/>
                </a:lnTo>
                <a:lnTo>
                  <a:pt x="4814" y="287488"/>
                </a:lnTo>
                <a:lnTo>
                  <a:pt x="0" y="239267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/>
          <p:nvPr/>
        </p:nvSpPr>
        <p:spPr>
          <a:xfrm>
            <a:off x="3429000" y="6010655"/>
            <a:ext cx="474345" cy="478790"/>
          </a:xfrm>
          <a:custGeom>
            <a:avLst/>
            <a:gdLst/>
            <a:ahLst/>
            <a:cxnLst/>
            <a:rect l="l" t="t" r="r" b="b"/>
            <a:pathLst>
              <a:path w="474345" h="478789">
                <a:moveTo>
                  <a:pt x="0" y="239268"/>
                </a:moveTo>
                <a:lnTo>
                  <a:pt x="4814" y="191047"/>
                </a:lnTo>
                <a:lnTo>
                  <a:pt x="18622" y="146134"/>
                </a:lnTo>
                <a:lnTo>
                  <a:pt x="40471" y="105491"/>
                </a:lnTo>
                <a:lnTo>
                  <a:pt x="69408" y="70080"/>
                </a:lnTo>
                <a:lnTo>
                  <a:pt x="104481" y="40863"/>
                </a:lnTo>
                <a:lnTo>
                  <a:pt x="144735" y="18802"/>
                </a:lnTo>
                <a:lnTo>
                  <a:pt x="189220" y="4861"/>
                </a:lnTo>
                <a:lnTo>
                  <a:pt x="236982" y="0"/>
                </a:lnTo>
                <a:lnTo>
                  <a:pt x="284743" y="4861"/>
                </a:lnTo>
                <a:lnTo>
                  <a:pt x="329228" y="18802"/>
                </a:lnTo>
                <a:lnTo>
                  <a:pt x="369482" y="40863"/>
                </a:lnTo>
                <a:lnTo>
                  <a:pt x="404555" y="70080"/>
                </a:lnTo>
                <a:lnTo>
                  <a:pt x="433492" y="105491"/>
                </a:lnTo>
                <a:lnTo>
                  <a:pt x="455341" y="146134"/>
                </a:lnTo>
                <a:lnTo>
                  <a:pt x="469149" y="191047"/>
                </a:lnTo>
                <a:lnTo>
                  <a:pt x="473964" y="239268"/>
                </a:lnTo>
                <a:lnTo>
                  <a:pt x="469149" y="287488"/>
                </a:lnTo>
                <a:lnTo>
                  <a:pt x="455341" y="332401"/>
                </a:lnTo>
                <a:lnTo>
                  <a:pt x="433492" y="373044"/>
                </a:lnTo>
                <a:lnTo>
                  <a:pt x="404555" y="408455"/>
                </a:lnTo>
                <a:lnTo>
                  <a:pt x="369482" y="437672"/>
                </a:lnTo>
                <a:lnTo>
                  <a:pt x="329228" y="459733"/>
                </a:lnTo>
                <a:lnTo>
                  <a:pt x="284743" y="473674"/>
                </a:lnTo>
                <a:lnTo>
                  <a:pt x="236982" y="478536"/>
                </a:lnTo>
                <a:lnTo>
                  <a:pt x="189220" y="473674"/>
                </a:lnTo>
                <a:lnTo>
                  <a:pt x="144735" y="459733"/>
                </a:lnTo>
                <a:lnTo>
                  <a:pt x="104481" y="437672"/>
                </a:lnTo>
                <a:lnTo>
                  <a:pt x="69408" y="408455"/>
                </a:lnTo>
                <a:lnTo>
                  <a:pt x="40471" y="373044"/>
                </a:lnTo>
                <a:lnTo>
                  <a:pt x="18622" y="332401"/>
                </a:lnTo>
                <a:lnTo>
                  <a:pt x="4814" y="287488"/>
                </a:lnTo>
                <a:lnTo>
                  <a:pt x="0" y="239268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59" name="object 59" descr=""/>
          <p:cNvGrpSpPr/>
          <p:nvPr/>
        </p:nvGrpSpPr>
        <p:grpSpPr>
          <a:xfrm>
            <a:off x="6077458" y="4609846"/>
            <a:ext cx="2319020" cy="1660525"/>
            <a:chOff x="6077458" y="4609846"/>
            <a:chExt cx="2319020" cy="1660525"/>
          </a:xfrm>
        </p:grpSpPr>
        <p:sp>
          <p:nvSpPr>
            <p:cNvPr id="60" name="object 60" descr=""/>
            <p:cNvSpPr/>
            <p:nvPr/>
          </p:nvSpPr>
          <p:spPr>
            <a:xfrm>
              <a:off x="6083808" y="4616196"/>
              <a:ext cx="2306320" cy="1647825"/>
            </a:xfrm>
            <a:custGeom>
              <a:avLst/>
              <a:gdLst/>
              <a:ahLst/>
              <a:cxnLst/>
              <a:rect l="l" t="t" r="r" b="b"/>
              <a:pathLst>
                <a:path w="2306320" h="1647825">
                  <a:moveTo>
                    <a:pt x="2305812" y="0"/>
                  </a:moveTo>
                  <a:lnTo>
                    <a:pt x="0" y="0"/>
                  </a:lnTo>
                  <a:lnTo>
                    <a:pt x="0" y="1647443"/>
                  </a:lnTo>
                  <a:lnTo>
                    <a:pt x="2305812" y="1647443"/>
                  </a:lnTo>
                  <a:lnTo>
                    <a:pt x="230581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6083808" y="4616196"/>
              <a:ext cx="2306320" cy="1647825"/>
            </a:xfrm>
            <a:custGeom>
              <a:avLst/>
              <a:gdLst/>
              <a:ahLst/>
              <a:cxnLst/>
              <a:rect l="l" t="t" r="r" b="b"/>
              <a:pathLst>
                <a:path w="2306320" h="1647825">
                  <a:moveTo>
                    <a:pt x="0" y="0"/>
                  </a:moveTo>
                  <a:lnTo>
                    <a:pt x="2305812" y="0"/>
                  </a:lnTo>
                  <a:lnTo>
                    <a:pt x="2305812" y="1647443"/>
                  </a:lnTo>
                  <a:lnTo>
                    <a:pt x="0" y="1647443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6681216" y="5172456"/>
              <a:ext cx="603885" cy="608330"/>
            </a:xfrm>
            <a:custGeom>
              <a:avLst/>
              <a:gdLst/>
              <a:ahLst/>
              <a:cxnLst/>
              <a:rect l="l" t="t" r="r" b="b"/>
              <a:pathLst>
                <a:path w="603884" h="608329">
                  <a:moveTo>
                    <a:pt x="301752" y="0"/>
                  </a:moveTo>
                  <a:lnTo>
                    <a:pt x="252807" y="3979"/>
                  </a:lnTo>
                  <a:lnTo>
                    <a:pt x="206376" y="15499"/>
                  </a:lnTo>
                  <a:lnTo>
                    <a:pt x="163081" y="33935"/>
                  </a:lnTo>
                  <a:lnTo>
                    <a:pt x="123542" y="58660"/>
                  </a:lnTo>
                  <a:lnTo>
                    <a:pt x="88382" y="89049"/>
                  </a:lnTo>
                  <a:lnTo>
                    <a:pt x="58221" y="124475"/>
                  </a:lnTo>
                  <a:lnTo>
                    <a:pt x="33681" y="164313"/>
                  </a:lnTo>
                  <a:lnTo>
                    <a:pt x="15383" y="207936"/>
                  </a:lnTo>
                  <a:lnTo>
                    <a:pt x="3949" y="254720"/>
                  </a:lnTo>
                  <a:lnTo>
                    <a:pt x="0" y="304038"/>
                  </a:lnTo>
                  <a:lnTo>
                    <a:pt x="3949" y="353355"/>
                  </a:lnTo>
                  <a:lnTo>
                    <a:pt x="15383" y="400139"/>
                  </a:lnTo>
                  <a:lnTo>
                    <a:pt x="33681" y="443762"/>
                  </a:lnTo>
                  <a:lnTo>
                    <a:pt x="58221" y="483600"/>
                  </a:lnTo>
                  <a:lnTo>
                    <a:pt x="88382" y="519026"/>
                  </a:lnTo>
                  <a:lnTo>
                    <a:pt x="123542" y="549415"/>
                  </a:lnTo>
                  <a:lnTo>
                    <a:pt x="163081" y="574140"/>
                  </a:lnTo>
                  <a:lnTo>
                    <a:pt x="206376" y="592576"/>
                  </a:lnTo>
                  <a:lnTo>
                    <a:pt x="252807" y="604096"/>
                  </a:lnTo>
                  <a:lnTo>
                    <a:pt x="301752" y="608076"/>
                  </a:lnTo>
                  <a:lnTo>
                    <a:pt x="350696" y="604096"/>
                  </a:lnTo>
                  <a:lnTo>
                    <a:pt x="397127" y="592576"/>
                  </a:lnTo>
                  <a:lnTo>
                    <a:pt x="440422" y="574140"/>
                  </a:lnTo>
                  <a:lnTo>
                    <a:pt x="479961" y="549415"/>
                  </a:lnTo>
                  <a:lnTo>
                    <a:pt x="515121" y="519026"/>
                  </a:lnTo>
                  <a:lnTo>
                    <a:pt x="545282" y="483600"/>
                  </a:lnTo>
                  <a:lnTo>
                    <a:pt x="569822" y="443762"/>
                  </a:lnTo>
                  <a:lnTo>
                    <a:pt x="588120" y="400139"/>
                  </a:lnTo>
                  <a:lnTo>
                    <a:pt x="599554" y="353355"/>
                  </a:lnTo>
                  <a:lnTo>
                    <a:pt x="603504" y="304038"/>
                  </a:lnTo>
                  <a:lnTo>
                    <a:pt x="599554" y="254720"/>
                  </a:lnTo>
                  <a:lnTo>
                    <a:pt x="588120" y="207936"/>
                  </a:lnTo>
                  <a:lnTo>
                    <a:pt x="569822" y="164313"/>
                  </a:lnTo>
                  <a:lnTo>
                    <a:pt x="545282" y="124475"/>
                  </a:lnTo>
                  <a:lnTo>
                    <a:pt x="515121" y="89049"/>
                  </a:lnTo>
                  <a:lnTo>
                    <a:pt x="479961" y="58660"/>
                  </a:lnTo>
                  <a:lnTo>
                    <a:pt x="440422" y="33935"/>
                  </a:lnTo>
                  <a:lnTo>
                    <a:pt x="397127" y="15499"/>
                  </a:lnTo>
                  <a:lnTo>
                    <a:pt x="350696" y="3979"/>
                  </a:lnTo>
                  <a:lnTo>
                    <a:pt x="3017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6681216" y="5172456"/>
              <a:ext cx="603885" cy="608330"/>
            </a:xfrm>
            <a:custGeom>
              <a:avLst/>
              <a:gdLst/>
              <a:ahLst/>
              <a:cxnLst/>
              <a:rect l="l" t="t" r="r" b="b"/>
              <a:pathLst>
                <a:path w="603884" h="608329">
                  <a:moveTo>
                    <a:pt x="0" y="304038"/>
                  </a:moveTo>
                  <a:lnTo>
                    <a:pt x="3949" y="254720"/>
                  </a:lnTo>
                  <a:lnTo>
                    <a:pt x="15383" y="207936"/>
                  </a:lnTo>
                  <a:lnTo>
                    <a:pt x="33681" y="164313"/>
                  </a:lnTo>
                  <a:lnTo>
                    <a:pt x="58221" y="124475"/>
                  </a:lnTo>
                  <a:lnTo>
                    <a:pt x="88382" y="89049"/>
                  </a:lnTo>
                  <a:lnTo>
                    <a:pt x="123542" y="58660"/>
                  </a:lnTo>
                  <a:lnTo>
                    <a:pt x="163081" y="33935"/>
                  </a:lnTo>
                  <a:lnTo>
                    <a:pt x="206376" y="15499"/>
                  </a:lnTo>
                  <a:lnTo>
                    <a:pt x="252807" y="3979"/>
                  </a:lnTo>
                  <a:lnTo>
                    <a:pt x="301752" y="0"/>
                  </a:lnTo>
                  <a:lnTo>
                    <a:pt x="350696" y="3979"/>
                  </a:lnTo>
                  <a:lnTo>
                    <a:pt x="397127" y="15499"/>
                  </a:lnTo>
                  <a:lnTo>
                    <a:pt x="440422" y="33935"/>
                  </a:lnTo>
                  <a:lnTo>
                    <a:pt x="479961" y="58660"/>
                  </a:lnTo>
                  <a:lnTo>
                    <a:pt x="515121" y="89049"/>
                  </a:lnTo>
                  <a:lnTo>
                    <a:pt x="545282" y="124475"/>
                  </a:lnTo>
                  <a:lnTo>
                    <a:pt x="569822" y="164313"/>
                  </a:lnTo>
                  <a:lnTo>
                    <a:pt x="588120" y="207936"/>
                  </a:lnTo>
                  <a:lnTo>
                    <a:pt x="599554" y="254720"/>
                  </a:lnTo>
                  <a:lnTo>
                    <a:pt x="603504" y="304038"/>
                  </a:lnTo>
                  <a:lnTo>
                    <a:pt x="599554" y="353355"/>
                  </a:lnTo>
                  <a:lnTo>
                    <a:pt x="588120" y="400139"/>
                  </a:lnTo>
                  <a:lnTo>
                    <a:pt x="569822" y="443762"/>
                  </a:lnTo>
                  <a:lnTo>
                    <a:pt x="545282" y="483600"/>
                  </a:lnTo>
                  <a:lnTo>
                    <a:pt x="515121" y="519026"/>
                  </a:lnTo>
                  <a:lnTo>
                    <a:pt x="479961" y="549415"/>
                  </a:lnTo>
                  <a:lnTo>
                    <a:pt x="440422" y="574140"/>
                  </a:lnTo>
                  <a:lnTo>
                    <a:pt x="397127" y="592576"/>
                  </a:lnTo>
                  <a:lnTo>
                    <a:pt x="350696" y="604096"/>
                  </a:lnTo>
                  <a:lnTo>
                    <a:pt x="301752" y="608076"/>
                  </a:lnTo>
                  <a:lnTo>
                    <a:pt x="252807" y="604096"/>
                  </a:lnTo>
                  <a:lnTo>
                    <a:pt x="206376" y="592576"/>
                  </a:lnTo>
                  <a:lnTo>
                    <a:pt x="163081" y="574140"/>
                  </a:lnTo>
                  <a:lnTo>
                    <a:pt x="123542" y="549415"/>
                  </a:lnTo>
                  <a:lnTo>
                    <a:pt x="88382" y="519026"/>
                  </a:lnTo>
                  <a:lnTo>
                    <a:pt x="58221" y="483600"/>
                  </a:lnTo>
                  <a:lnTo>
                    <a:pt x="33681" y="443762"/>
                  </a:lnTo>
                  <a:lnTo>
                    <a:pt x="15383" y="400139"/>
                  </a:lnTo>
                  <a:lnTo>
                    <a:pt x="3949" y="353355"/>
                  </a:lnTo>
                  <a:lnTo>
                    <a:pt x="0" y="30403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 descr=""/>
          <p:cNvSpPr txBox="1"/>
          <p:nvPr/>
        </p:nvSpPr>
        <p:spPr>
          <a:xfrm>
            <a:off x="6832889" y="5335702"/>
            <a:ext cx="2381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𝑡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65" name="object 65" descr=""/>
          <p:cNvGrpSpPr/>
          <p:nvPr/>
        </p:nvGrpSpPr>
        <p:grpSpPr>
          <a:xfrm>
            <a:off x="6358128" y="4812538"/>
            <a:ext cx="1875155" cy="721360"/>
            <a:chOff x="6358128" y="4812538"/>
            <a:chExt cx="1875155" cy="721360"/>
          </a:xfrm>
        </p:grpSpPr>
        <p:sp>
          <p:nvSpPr>
            <p:cNvPr id="66" name="object 66" descr=""/>
            <p:cNvSpPr/>
            <p:nvPr/>
          </p:nvSpPr>
          <p:spPr>
            <a:xfrm>
              <a:off x="6377178" y="5476494"/>
              <a:ext cx="208915" cy="0"/>
            </a:xfrm>
            <a:custGeom>
              <a:avLst/>
              <a:gdLst/>
              <a:ahLst/>
              <a:cxnLst/>
              <a:rect l="l" t="t" r="r" b="b"/>
              <a:pathLst>
                <a:path w="208915" h="0">
                  <a:moveTo>
                    <a:pt x="0" y="0"/>
                  </a:moveTo>
                  <a:lnTo>
                    <a:pt x="208699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6566824" y="5419338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299"/>
                  </a:lnTo>
                  <a:lnTo>
                    <a:pt x="114300" y="571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7623048" y="4818888"/>
              <a:ext cx="603885" cy="608330"/>
            </a:xfrm>
            <a:custGeom>
              <a:avLst/>
              <a:gdLst/>
              <a:ahLst/>
              <a:cxnLst/>
              <a:rect l="l" t="t" r="r" b="b"/>
              <a:pathLst>
                <a:path w="603884" h="608329">
                  <a:moveTo>
                    <a:pt x="0" y="304038"/>
                  </a:moveTo>
                  <a:lnTo>
                    <a:pt x="3949" y="254720"/>
                  </a:lnTo>
                  <a:lnTo>
                    <a:pt x="15383" y="207936"/>
                  </a:lnTo>
                  <a:lnTo>
                    <a:pt x="33681" y="164313"/>
                  </a:lnTo>
                  <a:lnTo>
                    <a:pt x="58221" y="124475"/>
                  </a:lnTo>
                  <a:lnTo>
                    <a:pt x="88382" y="89049"/>
                  </a:lnTo>
                  <a:lnTo>
                    <a:pt x="123542" y="58660"/>
                  </a:lnTo>
                  <a:lnTo>
                    <a:pt x="163081" y="33935"/>
                  </a:lnTo>
                  <a:lnTo>
                    <a:pt x="206376" y="15499"/>
                  </a:lnTo>
                  <a:lnTo>
                    <a:pt x="252807" y="3979"/>
                  </a:lnTo>
                  <a:lnTo>
                    <a:pt x="301752" y="0"/>
                  </a:lnTo>
                  <a:lnTo>
                    <a:pt x="350696" y="3979"/>
                  </a:lnTo>
                  <a:lnTo>
                    <a:pt x="397127" y="15499"/>
                  </a:lnTo>
                  <a:lnTo>
                    <a:pt x="440422" y="33935"/>
                  </a:lnTo>
                  <a:lnTo>
                    <a:pt x="479961" y="58660"/>
                  </a:lnTo>
                  <a:lnTo>
                    <a:pt x="515121" y="89049"/>
                  </a:lnTo>
                  <a:lnTo>
                    <a:pt x="545282" y="124475"/>
                  </a:lnTo>
                  <a:lnTo>
                    <a:pt x="569822" y="164313"/>
                  </a:lnTo>
                  <a:lnTo>
                    <a:pt x="588120" y="207936"/>
                  </a:lnTo>
                  <a:lnTo>
                    <a:pt x="599554" y="254720"/>
                  </a:lnTo>
                  <a:lnTo>
                    <a:pt x="603504" y="304038"/>
                  </a:lnTo>
                  <a:lnTo>
                    <a:pt x="599554" y="353355"/>
                  </a:lnTo>
                  <a:lnTo>
                    <a:pt x="588120" y="400139"/>
                  </a:lnTo>
                  <a:lnTo>
                    <a:pt x="569822" y="443762"/>
                  </a:lnTo>
                  <a:lnTo>
                    <a:pt x="545282" y="483600"/>
                  </a:lnTo>
                  <a:lnTo>
                    <a:pt x="515121" y="519026"/>
                  </a:lnTo>
                  <a:lnTo>
                    <a:pt x="479961" y="549415"/>
                  </a:lnTo>
                  <a:lnTo>
                    <a:pt x="440422" y="574140"/>
                  </a:lnTo>
                  <a:lnTo>
                    <a:pt x="397127" y="592576"/>
                  </a:lnTo>
                  <a:lnTo>
                    <a:pt x="350696" y="604096"/>
                  </a:lnTo>
                  <a:lnTo>
                    <a:pt x="301752" y="608076"/>
                  </a:lnTo>
                  <a:lnTo>
                    <a:pt x="252807" y="604096"/>
                  </a:lnTo>
                  <a:lnTo>
                    <a:pt x="206376" y="592576"/>
                  </a:lnTo>
                  <a:lnTo>
                    <a:pt x="163081" y="574140"/>
                  </a:lnTo>
                  <a:lnTo>
                    <a:pt x="123542" y="549415"/>
                  </a:lnTo>
                  <a:lnTo>
                    <a:pt x="88382" y="519026"/>
                  </a:lnTo>
                  <a:lnTo>
                    <a:pt x="58221" y="483600"/>
                  </a:lnTo>
                  <a:lnTo>
                    <a:pt x="33681" y="443762"/>
                  </a:lnTo>
                  <a:lnTo>
                    <a:pt x="15383" y="400139"/>
                  </a:lnTo>
                  <a:lnTo>
                    <a:pt x="3949" y="353355"/>
                  </a:lnTo>
                  <a:lnTo>
                    <a:pt x="0" y="30403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 descr=""/>
          <p:cNvSpPr txBox="1"/>
          <p:nvPr/>
        </p:nvSpPr>
        <p:spPr>
          <a:xfrm>
            <a:off x="6227064" y="4844796"/>
            <a:ext cx="414655" cy="27622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111125">
              <a:lnSpc>
                <a:spcPct val="100000"/>
              </a:lnSpc>
              <a:spcBef>
                <a:spcPts val="320"/>
              </a:spcBef>
            </a:pPr>
            <a:r>
              <a:rPr dirty="0" sz="12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6339" sz="1275" spc="-37">
                <a:latin typeface="Cambria Math"/>
                <a:cs typeface="Cambria Math"/>
              </a:rPr>
              <a:t>1</a:t>
            </a:r>
            <a:endParaRPr baseline="-16339" sz="1275">
              <a:latin typeface="Cambria Math"/>
              <a:cs typeface="Cambria Math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7802862" y="4981948"/>
            <a:ext cx="105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𝑡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7874489" y="5077960"/>
            <a:ext cx="11112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latin typeface="Cambria Math"/>
                <a:cs typeface="Cambria Math"/>
              </a:rPr>
              <a:t>1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72" name="object 72" descr=""/>
          <p:cNvSpPr/>
          <p:nvPr/>
        </p:nvSpPr>
        <p:spPr>
          <a:xfrm>
            <a:off x="7612380" y="5510784"/>
            <a:ext cx="605155" cy="609600"/>
          </a:xfrm>
          <a:custGeom>
            <a:avLst/>
            <a:gdLst/>
            <a:ahLst/>
            <a:cxnLst/>
            <a:rect l="l" t="t" r="r" b="b"/>
            <a:pathLst>
              <a:path w="605154" h="609600">
                <a:moveTo>
                  <a:pt x="0" y="304799"/>
                </a:moveTo>
                <a:lnTo>
                  <a:pt x="3959" y="255359"/>
                </a:lnTo>
                <a:lnTo>
                  <a:pt x="15422" y="208458"/>
                </a:lnTo>
                <a:lnTo>
                  <a:pt x="33767" y="164725"/>
                </a:lnTo>
                <a:lnTo>
                  <a:pt x="58369" y="124788"/>
                </a:lnTo>
                <a:lnTo>
                  <a:pt x="88606" y="89273"/>
                </a:lnTo>
                <a:lnTo>
                  <a:pt x="123855" y="58808"/>
                </a:lnTo>
                <a:lnTo>
                  <a:pt x="163493" y="34020"/>
                </a:lnTo>
                <a:lnTo>
                  <a:pt x="206898" y="15538"/>
                </a:lnTo>
                <a:lnTo>
                  <a:pt x="253445" y="3989"/>
                </a:lnTo>
                <a:lnTo>
                  <a:pt x="302514" y="0"/>
                </a:lnTo>
                <a:lnTo>
                  <a:pt x="351582" y="3989"/>
                </a:lnTo>
                <a:lnTo>
                  <a:pt x="398129" y="15538"/>
                </a:lnTo>
                <a:lnTo>
                  <a:pt x="441534" y="34020"/>
                </a:lnTo>
                <a:lnTo>
                  <a:pt x="481172" y="58808"/>
                </a:lnTo>
                <a:lnTo>
                  <a:pt x="516421" y="89273"/>
                </a:lnTo>
                <a:lnTo>
                  <a:pt x="546658" y="124788"/>
                </a:lnTo>
                <a:lnTo>
                  <a:pt x="571260" y="164725"/>
                </a:lnTo>
                <a:lnTo>
                  <a:pt x="589605" y="208458"/>
                </a:lnTo>
                <a:lnTo>
                  <a:pt x="601068" y="255359"/>
                </a:lnTo>
                <a:lnTo>
                  <a:pt x="605028" y="304799"/>
                </a:lnTo>
                <a:lnTo>
                  <a:pt x="601068" y="354240"/>
                </a:lnTo>
                <a:lnTo>
                  <a:pt x="589605" y="401141"/>
                </a:lnTo>
                <a:lnTo>
                  <a:pt x="571260" y="444874"/>
                </a:lnTo>
                <a:lnTo>
                  <a:pt x="546658" y="484811"/>
                </a:lnTo>
                <a:lnTo>
                  <a:pt x="516421" y="520326"/>
                </a:lnTo>
                <a:lnTo>
                  <a:pt x="481172" y="550791"/>
                </a:lnTo>
                <a:lnTo>
                  <a:pt x="441534" y="575579"/>
                </a:lnTo>
                <a:lnTo>
                  <a:pt x="398129" y="594061"/>
                </a:lnTo>
                <a:lnTo>
                  <a:pt x="351582" y="605610"/>
                </a:lnTo>
                <a:lnTo>
                  <a:pt x="302514" y="609599"/>
                </a:lnTo>
                <a:lnTo>
                  <a:pt x="253445" y="605610"/>
                </a:lnTo>
                <a:lnTo>
                  <a:pt x="206898" y="594061"/>
                </a:lnTo>
                <a:lnTo>
                  <a:pt x="163493" y="575579"/>
                </a:lnTo>
                <a:lnTo>
                  <a:pt x="123855" y="550791"/>
                </a:lnTo>
                <a:lnTo>
                  <a:pt x="88606" y="520326"/>
                </a:lnTo>
                <a:lnTo>
                  <a:pt x="58369" y="484811"/>
                </a:lnTo>
                <a:lnTo>
                  <a:pt x="33767" y="444874"/>
                </a:lnTo>
                <a:lnTo>
                  <a:pt x="15422" y="401141"/>
                </a:lnTo>
                <a:lnTo>
                  <a:pt x="3959" y="354240"/>
                </a:lnTo>
                <a:lnTo>
                  <a:pt x="0" y="304799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 descr=""/>
          <p:cNvSpPr txBox="1"/>
          <p:nvPr/>
        </p:nvSpPr>
        <p:spPr>
          <a:xfrm>
            <a:off x="7765019" y="5675148"/>
            <a:ext cx="2381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𝑡</a:t>
            </a:r>
            <a:r>
              <a:rPr dirty="0" baseline="-14492" sz="1725" spc="-37">
                <a:latin typeface="Cambria Math"/>
                <a:cs typeface="Cambria Math"/>
              </a:rPr>
              <a:t>2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74" name="object 74" descr=""/>
          <p:cNvGrpSpPr/>
          <p:nvPr/>
        </p:nvGrpSpPr>
        <p:grpSpPr>
          <a:xfrm>
            <a:off x="7178040" y="5103905"/>
            <a:ext cx="445770" cy="735330"/>
            <a:chOff x="7178040" y="5103905"/>
            <a:chExt cx="445770" cy="735330"/>
          </a:xfrm>
        </p:grpSpPr>
        <p:sp>
          <p:nvSpPr>
            <p:cNvPr id="75" name="object 75" descr=""/>
            <p:cNvSpPr/>
            <p:nvPr/>
          </p:nvSpPr>
          <p:spPr>
            <a:xfrm>
              <a:off x="7197090" y="5152359"/>
              <a:ext cx="335915" cy="109220"/>
            </a:xfrm>
            <a:custGeom>
              <a:avLst/>
              <a:gdLst/>
              <a:ahLst/>
              <a:cxnLst/>
              <a:rect l="l" t="t" r="r" b="b"/>
              <a:pathLst>
                <a:path w="335915" h="109220">
                  <a:moveTo>
                    <a:pt x="0" y="109080"/>
                  </a:moveTo>
                  <a:lnTo>
                    <a:pt x="335699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7497005" y="5103905"/>
              <a:ext cx="127000" cy="109220"/>
            </a:xfrm>
            <a:custGeom>
              <a:avLst/>
              <a:gdLst/>
              <a:ahLst/>
              <a:cxnLst/>
              <a:rect l="l" t="t" r="r" b="b"/>
              <a:pathLst>
                <a:path w="127000" h="109220">
                  <a:moveTo>
                    <a:pt x="0" y="0"/>
                  </a:moveTo>
                  <a:lnTo>
                    <a:pt x="35331" y="108699"/>
                  </a:lnTo>
                  <a:lnTo>
                    <a:pt x="126377" y="19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7197090" y="5692901"/>
              <a:ext cx="325755" cy="97155"/>
            </a:xfrm>
            <a:custGeom>
              <a:avLst/>
              <a:gdLst/>
              <a:ahLst/>
              <a:cxnLst/>
              <a:rect l="l" t="t" r="r" b="b"/>
              <a:pathLst>
                <a:path w="325754" h="97154">
                  <a:moveTo>
                    <a:pt x="0" y="0"/>
                  </a:moveTo>
                  <a:lnTo>
                    <a:pt x="325602" y="97002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7488123" y="5729693"/>
              <a:ext cx="126364" cy="109855"/>
            </a:xfrm>
            <a:custGeom>
              <a:avLst/>
              <a:gdLst/>
              <a:ahLst/>
              <a:cxnLst/>
              <a:rect l="l" t="t" r="r" b="b"/>
              <a:pathLst>
                <a:path w="126365" h="109854">
                  <a:moveTo>
                    <a:pt x="32639" y="0"/>
                  </a:moveTo>
                  <a:lnTo>
                    <a:pt x="0" y="109537"/>
                  </a:lnTo>
                  <a:lnTo>
                    <a:pt x="125857" y="87414"/>
                  </a:lnTo>
                  <a:lnTo>
                    <a:pt x="326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9" name="object 79" descr=""/>
          <p:cNvSpPr txBox="1"/>
          <p:nvPr/>
        </p:nvSpPr>
        <p:spPr>
          <a:xfrm>
            <a:off x="7337535" y="4953227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7321715" y="5755883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81" name="object 81" descr=""/>
          <p:cNvGrpSpPr/>
          <p:nvPr/>
        </p:nvGrpSpPr>
        <p:grpSpPr>
          <a:xfrm>
            <a:off x="9197085" y="4609846"/>
            <a:ext cx="2319020" cy="1660525"/>
            <a:chOff x="9197085" y="4609846"/>
            <a:chExt cx="2319020" cy="1660525"/>
          </a:xfrm>
        </p:grpSpPr>
        <p:sp>
          <p:nvSpPr>
            <p:cNvPr id="82" name="object 82" descr=""/>
            <p:cNvSpPr/>
            <p:nvPr/>
          </p:nvSpPr>
          <p:spPr>
            <a:xfrm>
              <a:off x="9203435" y="4616196"/>
              <a:ext cx="2306320" cy="1647825"/>
            </a:xfrm>
            <a:custGeom>
              <a:avLst/>
              <a:gdLst/>
              <a:ahLst/>
              <a:cxnLst/>
              <a:rect l="l" t="t" r="r" b="b"/>
              <a:pathLst>
                <a:path w="2306320" h="1647825">
                  <a:moveTo>
                    <a:pt x="2305812" y="0"/>
                  </a:moveTo>
                  <a:lnTo>
                    <a:pt x="0" y="0"/>
                  </a:lnTo>
                  <a:lnTo>
                    <a:pt x="0" y="1647443"/>
                  </a:lnTo>
                  <a:lnTo>
                    <a:pt x="2305812" y="1647443"/>
                  </a:lnTo>
                  <a:lnTo>
                    <a:pt x="230581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9203435" y="4616196"/>
              <a:ext cx="2306320" cy="1647825"/>
            </a:xfrm>
            <a:custGeom>
              <a:avLst/>
              <a:gdLst/>
              <a:ahLst/>
              <a:cxnLst/>
              <a:rect l="l" t="t" r="r" b="b"/>
              <a:pathLst>
                <a:path w="2306320" h="1647825">
                  <a:moveTo>
                    <a:pt x="0" y="0"/>
                  </a:moveTo>
                  <a:lnTo>
                    <a:pt x="2305812" y="0"/>
                  </a:lnTo>
                  <a:lnTo>
                    <a:pt x="2305812" y="1647443"/>
                  </a:lnTo>
                  <a:lnTo>
                    <a:pt x="0" y="1647443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4" name="object 84" descr=""/>
          <p:cNvSpPr txBox="1"/>
          <p:nvPr/>
        </p:nvSpPr>
        <p:spPr>
          <a:xfrm>
            <a:off x="9386316" y="4895088"/>
            <a:ext cx="417830" cy="27749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110489">
              <a:lnSpc>
                <a:spcPct val="100000"/>
              </a:lnSpc>
              <a:spcBef>
                <a:spcPts val="320"/>
              </a:spcBef>
            </a:pPr>
            <a:r>
              <a:rPr dirty="0" sz="12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6339" sz="1275" spc="-37">
                <a:latin typeface="Cambria Math"/>
                <a:cs typeface="Cambria Math"/>
              </a:rPr>
              <a:t>2</a:t>
            </a:r>
            <a:endParaRPr baseline="-16339" sz="1275">
              <a:latin typeface="Cambria Math"/>
              <a:cs typeface="Cambria Math"/>
            </a:endParaRPr>
          </a:p>
        </p:txBody>
      </p:sp>
      <p:grpSp>
        <p:nvGrpSpPr>
          <p:cNvPr id="85" name="object 85" descr=""/>
          <p:cNvGrpSpPr/>
          <p:nvPr/>
        </p:nvGrpSpPr>
        <p:grpSpPr>
          <a:xfrm>
            <a:off x="9733533" y="5213350"/>
            <a:ext cx="616585" cy="621030"/>
            <a:chOff x="9733533" y="5213350"/>
            <a:chExt cx="616585" cy="621030"/>
          </a:xfrm>
        </p:grpSpPr>
        <p:sp>
          <p:nvSpPr>
            <p:cNvPr id="86" name="object 86" descr=""/>
            <p:cNvSpPr/>
            <p:nvPr/>
          </p:nvSpPr>
          <p:spPr>
            <a:xfrm>
              <a:off x="9739883" y="5219700"/>
              <a:ext cx="603885" cy="608330"/>
            </a:xfrm>
            <a:custGeom>
              <a:avLst/>
              <a:gdLst/>
              <a:ahLst/>
              <a:cxnLst/>
              <a:rect l="l" t="t" r="r" b="b"/>
              <a:pathLst>
                <a:path w="603884" h="608329">
                  <a:moveTo>
                    <a:pt x="301752" y="0"/>
                  </a:moveTo>
                  <a:lnTo>
                    <a:pt x="252807" y="3979"/>
                  </a:lnTo>
                  <a:lnTo>
                    <a:pt x="206376" y="15499"/>
                  </a:lnTo>
                  <a:lnTo>
                    <a:pt x="163081" y="33935"/>
                  </a:lnTo>
                  <a:lnTo>
                    <a:pt x="123542" y="58660"/>
                  </a:lnTo>
                  <a:lnTo>
                    <a:pt x="88382" y="89049"/>
                  </a:lnTo>
                  <a:lnTo>
                    <a:pt x="58221" y="124475"/>
                  </a:lnTo>
                  <a:lnTo>
                    <a:pt x="33681" y="164313"/>
                  </a:lnTo>
                  <a:lnTo>
                    <a:pt x="15383" y="207936"/>
                  </a:lnTo>
                  <a:lnTo>
                    <a:pt x="3949" y="254720"/>
                  </a:lnTo>
                  <a:lnTo>
                    <a:pt x="0" y="304038"/>
                  </a:lnTo>
                  <a:lnTo>
                    <a:pt x="3949" y="353355"/>
                  </a:lnTo>
                  <a:lnTo>
                    <a:pt x="15383" y="400139"/>
                  </a:lnTo>
                  <a:lnTo>
                    <a:pt x="33681" y="443762"/>
                  </a:lnTo>
                  <a:lnTo>
                    <a:pt x="58221" y="483600"/>
                  </a:lnTo>
                  <a:lnTo>
                    <a:pt x="88382" y="519026"/>
                  </a:lnTo>
                  <a:lnTo>
                    <a:pt x="123542" y="549415"/>
                  </a:lnTo>
                  <a:lnTo>
                    <a:pt x="163081" y="574140"/>
                  </a:lnTo>
                  <a:lnTo>
                    <a:pt x="206376" y="592576"/>
                  </a:lnTo>
                  <a:lnTo>
                    <a:pt x="252807" y="604096"/>
                  </a:lnTo>
                  <a:lnTo>
                    <a:pt x="301752" y="608076"/>
                  </a:lnTo>
                  <a:lnTo>
                    <a:pt x="350696" y="604096"/>
                  </a:lnTo>
                  <a:lnTo>
                    <a:pt x="397127" y="592576"/>
                  </a:lnTo>
                  <a:lnTo>
                    <a:pt x="440422" y="574140"/>
                  </a:lnTo>
                  <a:lnTo>
                    <a:pt x="479961" y="549415"/>
                  </a:lnTo>
                  <a:lnTo>
                    <a:pt x="515121" y="519026"/>
                  </a:lnTo>
                  <a:lnTo>
                    <a:pt x="545282" y="483600"/>
                  </a:lnTo>
                  <a:lnTo>
                    <a:pt x="569822" y="443762"/>
                  </a:lnTo>
                  <a:lnTo>
                    <a:pt x="588120" y="400139"/>
                  </a:lnTo>
                  <a:lnTo>
                    <a:pt x="599554" y="353355"/>
                  </a:lnTo>
                  <a:lnTo>
                    <a:pt x="603504" y="304038"/>
                  </a:lnTo>
                  <a:lnTo>
                    <a:pt x="599554" y="254720"/>
                  </a:lnTo>
                  <a:lnTo>
                    <a:pt x="588120" y="207936"/>
                  </a:lnTo>
                  <a:lnTo>
                    <a:pt x="569822" y="164313"/>
                  </a:lnTo>
                  <a:lnTo>
                    <a:pt x="545282" y="124475"/>
                  </a:lnTo>
                  <a:lnTo>
                    <a:pt x="515121" y="89049"/>
                  </a:lnTo>
                  <a:lnTo>
                    <a:pt x="479961" y="58660"/>
                  </a:lnTo>
                  <a:lnTo>
                    <a:pt x="440422" y="33935"/>
                  </a:lnTo>
                  <a:lnTo>
                    <a:pt x="397127" y="15499"/>
                  </a:lnTo>
                  <a:lnTo>
                    <a:pt x="350696" y="3979"/>
                  </a:lnTo>
                  <a:lnTo>
                    <a:pt x="3017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9739883" y="5219700"/>
              <a:ext cx="603885" cy="608330"/>
            </a:xfrm>
            <a:custGeom>
              <a:avLst/>
              <a:gdLst/>
              <a:ahLst/>
              <a:cxnLst/>
              <a:rect l="l" t="t" r="r" b="b"/>
              <a:pathLst>
                <a:path w="603884" h="608329">
                  <a:moveTo>
                    <a:pt x="0" y="304038"/>
                  </a:moveTo>
                  <a:lnTo>
                    <a:pt x="3949" y="254720"/>
                  </a:lnTo>
                  <a:lnTo>
                    <a:pt x="15383" y="207936"/>
                  </a:lnTo>
                  <a:lnTo>
                    <a:pt x="33681" y="164313"/>
                  </a:lnTo>
                  <a:lnTo>
                    <a:pt x="58221" y="124475"/>
                  </a:lnTo>
                  <a:lnTo>
                    <a:pt x="88382" y="89049"/>
                  </a:lnTo>
                  <a:lnTo>
                    <a:pt x="123542" y="58660"/>
                  </a:lnTo>
                  <a:lnTo>
                    <a:pt x="163081" y="33935"/>
                  </a:lnTo>
                  <a:lnTo>
                    <a:pt x="206376" y="15499"/>
                  </a:lnTo>
                  <a:lnTo>
                    <a:pt x="252807" y="3979"/>
                  </a:lnTo>
                  <a:lnTo>
                    <a:pt x="301752" y="0"/>
                  </a:lnTo>
                  <a:lnTo>
                    <a:pt x="350696" y="3979"/>
                  </a:lnTo>
                  <a:lnTo>
                    <a:pt x="397127" y="15499"/>
                  </a:lnTo>
                  <a:lnTo>
                    <a:pt x="440422" y="33935"/>
                  </a:lnTo>
                  <a:lnTo>
                    <a:pt x="479961" y="58660"/>
                  </a:lnTo>
                  <a:lnTo>
                    <a:pt x="515121" y="89049"/>
                  </a:lnTo>
                  <a:lnTo>
                    <a:pt x="545282" y="124475"/>
                  </a:lnTo>
                  <a:lnTo>
                    <a:pt x="569822" y="164313"/>
                  </a:lnTo>
                  <a:lnTo>
                    <a:pt x="588120" y="207936"/>
                  </a:lnTo>
                  <a:lnTo>
                    <a:pt x="599554" y="254720"/>
                  </a:lnTo>
                  <a:lnTo>
                    <a:pt x="603504" y="304038"/>
                  </a:lnTo>
                  <a:lnTo>
                    <a:pt x="599554" y="353355"/>
                  </a:lnTo>
                  <a:lnTo>
                    <a:pt x="588120" y="400139"/>
                  </a:lnTo>
                  <a:lnTo>
                    <a:pt x="569822" y="443762"/>
                  </a:lnTo>
                  <a:lnTo>
                    <a:pt x="545282" y="483600"/>
                  </a:lnTo>
                  <a:lnTo>
                    <a:pt x="515121" y="519026"/>
                  </a:lnTo>
                  <a:lnTo>
                    <a:pt x="479961" y="549415"/>
                  </a:lnTo>
                  <a:lnTo>
                    <a:pt x="440422" y="574140"/>
                  </a:lnTo>
                  <a:lnTo>
                    <a:pt x="397127" y="592576"/>
                  </a:lnTo>
                  <a:lnTo>
                    <a:pt x="350696" y="604096"/>
                  </a:lnTo>
                  <a:lnTo>
                    <a:pt x="301752" y="608076"/>
                  </a:lnTo>
                  <a:lnTo>
                    <a:pt x="252807" y="604096"/>
                  </a:lnTo>
                  <a:lnTo>
                    <a:pt x="206376" y="592576"/>
                  </a:lnTo>
                  <a:lnTo>
                    <a:pt x="163081" y="574140"/>
                  </a:lnTo>
                  <a:lnTo>
                    <a:pt x="123542" y="549415"/>
                  </a:lnTo>
                  <a:lnTo>
                    <a:pt x="88382" y="519026"/>
                  </a:lnTo>
                  <a:lnTo>
                    <a:pt x="58221" y="483600"/>
                  </a:lnTo>
                  <a:lnTo>
                    <a:pt x="33681" y="443762"/>
                  </a:lnTo>
                  <a:lnTo>
                    <a:pt x="15383" y="400139"/>
                  </a:lnTo>
                  <a:lnTo>
                    <a:pt x="3949" y="353355"/>
                  </a:lnTo>
                  <a:lnTo>
                    <a:pt x="0" y="30403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8" name="object 88" descr=""/>
          <p:cNvSpPr txBox="1"/>
          <p:nvPr/>
        </p:nvSpPr>
        <p:spPr>
          <a:xfrm>
            <a:off x="9897414" y="5382731"/>
            <a:ext cx="1498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𝑔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89" name="object 89" descr=""/>
          <p:cNvSpPr txBox="1"/>
          <p:nvPr/>
        </p:nvSpPr>
        <p:spPr>
          <a:xfrm>
            <a:off x="10013238" y="5478743"/>
            <a:ext cx="111125" cy="2032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150" spc="-50">
                <a:latin typeface="Cambria Math"/>
                <a:cs typeface="Cambria Math"/>
              </a:rPr>
              <a:t>0</a:t>
            </a:r>
            <a:endParaRPr sz="1150">
              <a:latin typeface="Cambria Math"/>
              <a:cs typeface="Cambria Math"/>
            </a:endParaRPr>
          </a:p>
        </p:txBody>
      </p:sp>
      <p:grpSp>
        <p:nvGrpSpPr>
          <p:cNvPr id="90" name="object 90" descr=""/>
          <p:cNvGrpSpPr/>
          <p:nvPr/>
        </p:nvGrpSpPr>
        <p:grpSpPr>
          <a:xfrm>
            <a:off x="9418319" y="4858258"/>
            <a:ext cx="1873250" cy="722630"/>
            <a:chOff x="9418319" y="4858258"/>
            <a:chExt cx="1873250" cy="722630"/>
          </a:xfrm>
        </p:grpSpPr>
        <p:sp>
          <p:nvSpPr>
            <p:cNvPr id="91" name="object 91" descr=""/>
            <p:cNvSpPr/>
            <p:nvPr/>
          </p:nvSpPr>
          <p:spPr>
            <a:xfrm>
              <a:off x="9437369" y="5523738"/>
              <a:ext cx="208915" cy="0"/>
            </a:xfrm>
            <a:custGeom>
              <a:avLst/>
              <a:gdLst/>
              <a:ahLst/>
              <a:cxnLst/>
              <a:rect l="l" t="t" r="r" b="b"/>
              <a:pathLst>
                <a:path w="208915" h="0">
                  <a:moveTo>
                    <a:pt x="0" y="0"/>
                  </a:moveTo>
                  <a:lnTo>
                    <a:pt x="208699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9627014" y="5466583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10681715" y="4864608"/>
              <a:ext cx="603885" cy="609600"/>
            </a:xfrm>
            <a:custGeom>
              <a:avLst/>
              <a:gdLst/>
              <a:ahLst/>
              <a:cxnLst/>
              <a:rect l="l" t="t" r="r" b="b"/>
              <a:pathLst>
                <a:path w="603884" h="609600">
                  <a:moveTo>
                    <a:pt x="0" y="304800"/>
                  </a:moveTo>
                  <a:lnTo>
                    <a:pt x="3949" y="255359"/>
                  </a:lnTo>
                  <a:lnTo>
                    <a:pt x="15383" y="208458"/>
                  </a:lnTo>
                  <a:lnTo>
                    <a:pt x="33681" y="164725"/>
                  </a:lnTo>
                  <a:lnTo>
                    <a:pt x="58221" y="124788"/>
                  </a:lnTo>
                  <a:lnTo>
                    <a:pt x="88382" y="89273"/>
                  </a:lnTo>
                  <a:lnTo>
                    <a:pt x="123542" y="58808"/>
                  </a:lnTo>
                  <a:lnTo>
                    <a:pt x="163081" y="34020"/>
                  </a:lnTo>
                  <a:lnTo>
                    <a:pt x="206376" y="15538"/>
                  </a:lnTo>
                  <a:lnTo>
                    <a:pt x="252807" y="3989"/>
                  </a:lnTo>
                  <a:lnTo>
                    <a:pt x="301752" y="0"/>
                  </a:lnTo>
                  <a:lnTo>
                    <a:pt x="350696" y="3989"/>
                  </a:lnTo>
                  <a:lnTo>
                    <a:pt x="397127" y="15538"/>
                  </a:lnTo>
                  <a:lnTo>
                    <a:pt x="440422" y="34020"/>
                  </a:lnTo>
                  <a:lnTo>
                    <a:pt x="479961" y="58808"/>
                  </a:lnTo>
                  <a:lnTo>
                    <a:pt x="515121" y="89273"/>
                  </a:lnTo>
                  <a:lnTo>
                    <a:pt x="545282" y="124788"/>
                  </a:lnTo>
                  <a:lnTo>
                    <a:pt x="569822" y="164725"/>
                  </a:lnTo>
                  <a:lnTo>
                    <a:pt x="588120" y="208458"/>
                  </a:lnTo>
                  <a:lnTo>
                    <a:pt x="599554" y="255359"/>
                  </a:lnTo>
                  <a:lnTo>
                    <a:pt x="603504" y="304800"/>
                  </a:lnTo>
                  <a:lnTo>
                    <a:pt x="599554" y="354240"/>
                  </a:lnTo>
                  <a:lnTo>
                    <a:pt x="588120" y="401141"/>
                  </a:lnTo>
                  <a:lnTo>
                    <a:pt x="569822" y="444874"/>
                  </a:lnTo>
                  <a:lnTo>
                    <a:pt x="545282" y="484811"/>
                  </a:lnTo>
                  <a:lnTo>
                    <a:pt x="515121" y="520326"/>
                  </a:lnTo>
                  <a:lnTo>
                    <a:pt x="479961" y="550791"/>
                  </a:lnTo>
                  <a:lnTo>
                    <a:pt x="440422" y="575579"/>
                  </a:lnTo>
                  <a:lnTo>
                    <a:pt x="397127" y="594061"/>
                  </a:lnTo>
                  <a:lnTo>
                    <a:pt x="350696" y="605610"/>
                  </a:lnTo>
                  <a:lnTo>
                    <a:pt x="301752" y="609600"/>
                  </a:lnTo>
                  <a:lnTo>
                    <a:pt x="252807" y="605610"/>
                  </a:lnTo>
                  <a:lnTo>
                    <a:pt x="206376" y="594061"/>
                  </a:lnTo>
                  <a:lnTo>
                    <a:pt x="163081" y="575579"/>
                  </a:lnTo>
                  <a:lnTo>
                    <a:pt x="123542" y="550791"/>
                  </a:lnTo>
                  <a:lnTo>
                    <a:pt x="88382" y="520326"/>
                  </a:lnTo>
                  <a:lnTo>
                    <a:pt x="58221" y="484811"/>
                  </a:lnTo>
                  <a:lnTo>
                    <a:pt x="33681" y="444874"/>
                  </a:lnTo>
                  <a:lnTo>
                    <a:pt x="15383" y="401141"/>
                  </a:lnTo>
                  <a:lnTo>
                    <a:pt x="3949" y="354240"/>
                  </a:lnTo>
                  <a:lnTo>
                    <a:pt x="0" y="3048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4" name="object 94" descr=""/>
          <p:cNvSpPr txBox="1"/>
          <p:nvPr/>
        </p:nvSpPr>
        <p:spPr>
          <a:xfrm>
            <a:off x="10816584" y="5028975"/>
            <a:ext cx="2730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𝑔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95" name="object 95" descr=""/>
          <p:cNvSpPr/>
          <p:nvPr/>
        </p:nvSpPr>
        <p:spPr>
          <a:xfrm>
            <a:off x="10672571" y="5558028"/>
            <a:ext cx="603885" cy="609600"/>
          </a:xfrm>
          <a:custGeom>
            <a:avLst/>
            <a:gdLst/>
            <a:ahLst/>
            <a:cxnLst/>
            <a:rect l="l" t="t" r="r" b="b"/>
            <a:pathLst>
              <a:path w="603884" h="609600">
                <a:moveTo>
                  <a:pt x="0" y="304800"/>
                </a:moveTo>
                <a:lnTo>
                  <a:pt x="3949" y="255359"/>
                </a:lnTo>
                <a:lnTo>
                  <a:pt x="15383" y="208458"/>
                </a:lnTo>
                <a:lnTo>
                  <a:pt x="33681" y="164725"/>
                </a:lnTo>
                <a:lnTo>
                  <a:pt x="58221" y="124788"/>
                </a:lnTo>
                <a:lnTo>
                  <a:pt x="88382" y="89273"/>
                </a:lnTo>
                <a:lnTo>
                  <a:pt x="123542" y="58808"/>
                </a:lnTo>
                <a:lnTo>
                  <a:pt x="163081" y="34020"/>
                </a:lnTo>
                <a:lnTo>
                  <a:pt x="206376" y="15538"/>
                </a:lnTo>
                <a:lnTo>
                  <a:pt x="252807" y="3989"/>
                </a:lnTo>
                <a:lnTo>
                  <a:pt x="301752" y="0"/>
                </a:lnTo>
                <a:lnTo>
                  <a:pt x="350696" y="3989"/>
                </a:lnTo>
                <a:lnTo>
                  <a:pt x="397127" y="15538"/>
                </a:lnTo>
                <a:lnTo>
                  <a:pt x="440422" y="34020"/>
                </a:lnTo>
                <a:lnTo>
                  <a:pt x="479961" y="58808"/>
                </a:lnTo>
                <a:lnTo>
                  <a:pt x="515121" y="89273"/>
                </a:lnTo>
                <a:lnTo>
                  <a:pt x="545282" y="124788"/>
                </a:lnTo>
                <a:lnTo>
                  <a:pt x="569822" y="164725"/>
                </a:lnTo>
                <a:lnTo>
                  <a:pt x="588120" y="208458"/>
                </a:lnTo>
                <a:lnTo>
                  <a:pt x="599554" y="255359"/>
                </a:lnTo>
                <a:lnTo>
                  <a:pt x="603504" y="304800"/>
                </a:lnTo>
                <a:lnTo>
                  <a:pt x="599554" y="354240"/>
                </a:lnTo>
                <a:lnTo>
                  <a:pt x="588120" y="401141"/>
                </a:lnTo>
                <a:lnTo>
                  <a:pt x="569822" y="444874"/>
                </a:lnTo>
                <a:lnTo>
                  <a:pt x="545282" y="484811"/>
                </a:lnTo>
                <a:lnTo>
                  <a:pt x="515121" y="520326"/>
                </a:lnTo>
                <a:lnTo>
                  <a:pt x="479961" y="550791"/>
                </a:lnTo>
                <a:lnTo>
                  <a:pt x="440422" y="575579"/>
                </a:lnTo>
                <a:lnTo>
                  <a:pt x="397127" y="594061"/>
                </a:lnTo>
                <a:lnTo>
                  <a:pt x="350696" y="605610"/>
                </a:lnTo>
                <a:lnTo>
                  <a:pt x="301752" y="609600"/>
                </a:lnTo>
                <a:lnTo>
                  <a:pt x="252807" y="605610"/>
                </a:lnTo>
                <a:lnTo>
                  <a:pt x="206376" y="594061"/>
                </a:lnTo>
                <a:lnTo>
                  <a:pt x="163081" y="575579"/>
                </a:lnTo>
                <a:lnTo>
                  <a:pt x="123542" y="550791"/>
                </a:lnTo>
                <a:lnTo>
                  <a:pt x="88382" y="520326"/>
                </a:lnTo>
                <a:lnTo>
                  <a:pt x="58221" y="484811"/>
                </a:lnTo>
                <a:lnTo>
                  <a:pt x="33681" y="444874"/>
                </a:lnTo>
                <a:lnTo>
                  <a:pt x="15383" y="401141"/>
                </a:lnTo>
                <a:lnTo>
                  <a:pt x="3949" y="354240"/>
                </a:lnTo>
                <a:lnTo>
                  <a:pt x="0" y="304800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 descr=""/>
          <p:cNvSpPr txBox="1"/>
          <p:nvPr/>
        </p:nvSpPr>
        <p:spPr>
          <a:xfrm>
            <a:off x="10804143" y="5722174"/>
            <a:ext cx="2781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𝑔</a:t>
            </a:r>
            <a:r>
              <a:rPr dirty="0" baseline="-14492" sz="1725" spc="-37">
                <a:latin typeface="Cambria Math"/>
                <a:cs typeface="Cambria Math"/>
              </a:rPr>
              <a:t>2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97" name="object 97" descr=""/>
          <p:cNvGrpSpPr/>
          <p:nvPr/>
        </p:nvGrpSpPr>
        <p:grpSpPr>
          <a:xfrm>
            <a:off x="10236707" y="5151149"/>
            <a:ext cx="445770" cy="735330"/>
            <a:chOff x="10236707" y="5151149"/>
            <a:chExt cx="445770" cy="735330"/>
          </a:xfrm>
        </p:grpSpPr>
        <p:sp>
          <p:nvSpPr>
            <p:cNvPr id="98" name="object 98" descr=""/>
            <p:cNvSpPr/>
            <p:nvPr/>
          </p:nvSpPr>
          <p:spPr>
            <a:xfrm>
              <a:off x="10255757" y="5199603"/>
              <a:ext cx="335915" cy="109220"/>
            </a:xfrm>
            <a:custGeom>
              <a:avLst/>
              <a:gdLst/>
              <a:ahLst/>
              <a:cxnLst/>
              <a:rect l="l" t="t" r="r" b="b"/>
              <a:pathLst>
                <a:path w="335915" h="109220">
                  <a:moveTo>
                    <a:pt x="0" y="109080"/>
                  </a:moveTo>
                  <a:lnTo>
                    <a:pt x="335699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10555672" y="5151149"/>
              <a:ext cx="127000" cy="109220"/>
            </a:xfrm>
            <a:custGeom>
              <a:avLst/>
              <a:gdLst/>
              <a:ahLst/>
              <a:cxnLst/>
              <a:rect l="l" t="t" r="r" b="b"/>
              <a:pathLst>
                <a:path w="127000" h="109220">
                  <a:moveTo>
                    <a:pt x="0" y="0"/>
                  </a:moveTo>
                  <a:lnTo>
                    <a:pt x="35331" y="108699"/>
                  </a:lnTo>
                  <a:lnTo>
                    <a:pt x="126377" y="19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10255757" y="5740145"/>
              <a:ext cx="325755" cy="97155"/>
            </a:xfrm>
            <a:custGeom>
              <a:avLst/>
              <a:gdLst/>
              <a:ahLst/>
              <a:cxnLst/>
              <a:rect l="l" t="t" r="r" b="b"/>
              <a:pathLst>
                <a:path w="325754" h="97154">
                  <a:moveTo>
                    <a:pt x="0" y="0"/>
                  </a:moveTo>
                  <a:lnTo>
                    <a:pt x="325602" y="97002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10546789" y="5776937"/>
              <a:ext cx="126364" cy="109855"/>
            </a:xfrm>
            <a:custGeom>
              <a:avLst/>
              <a:gdLst/>
              <a:ahLst/>
              <a:cxnLst/>
              <a:rect l="l" t="t" r="r" b="b"/>
              <a:pathLst>
                <a:path w="126365" h="109854">
                  <a:moveTo>
                    <a:pt x="32639" y="0"/>
                  </a:moveTo>
                  <a:lnTo>
                    <a:pt x="0" y="109537"/>
                  </a:lnTo>
                  <a:lnTo>
                    <a:pt x="125857" y="87414"/>
                  </a:lnTo>
                  <a:lnTo>
                    <a:pt x="326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2" name="object 102" descr=""/>
          <p:cNvSpPr txBox="1"/>
          <p:nvPr/>
        </p:nvSpPr>
        <p:spPr>
          <a:xfrm>
            <a:off x="10394850" y="5047470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03" name="object 103" descr=""/>
          <p:cNvSpPr txBox="1"/>
          <p:nvPr/>
        </p:nvSpPr>
        <p:spPr>
          <a:xfrm>
            <a:off x="10379027" y="5803990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104" name="object 104" descr=""/>
          <p:cNvGrpSpPr/>
          <p:nvPr/>
        </p:nvGrpSpPr>
        <p:grpSpPr>
          <a:xfrm>
            <a:off x="8208264" y="5103876"/>
            <a:ext cx="3007360" cy="1004569"/>
            <a:chOff x="8208264" y="5103876"/>
            <a:chExt cx="3007360" cy="1004569"/>
          </a:xfrm>
        </p:grpSpPr>
        <p:sp>
          <p:nvSpPr>
            <p:cNvPr id="105" name="object 105" descr=""/>
            <p:cNvSpPr/>
            <p:nvPr/>
          </p:nvSpPr>
          <p:spPr>
            <a:xfrm>
              <a:off x="10735056" y="5623560"/>
              <a:ext cx="474345" cy="478790"/>
            </a:xfrm>
            <a:custGeom>
              <a:avLst/>
              <a:gdLst/>
              <a:ahLst/>
              <a:cxnLst/>
              <a:rect l="l" t="t" r="r" b="b"/>
              <a:pathLst>
                <a:path w="474345" h="478789">
                  <a:moveTo>
                    <a:pt x="0" y="239267"/>
                  </a:moveTo>
                  <a:lnTo>
                    <a:pt x="4814" y="191047"/>
                  </a:lnTo>
                  <a:lnTo>
                    <a:pt x="18622" y="146134"/>
                  </a:lnTo>
                  <a:lnTo>
                    <a:pt x="40471" y="105491"/>
                  </a:lnTo>
                  <a:lnTo>
                    <a:pt x="69408" y="70080"/>
                  </a:lnTo>
                  <a:lnTo>
                    <a:pt x="104481" y="40863"/>
                  </a:lnTo>
                  <a:lnTo>
                    <a:pt x="144735" y="18802"/>
                  </a:lnTo>
                  <a:lnTo>
                    <a:pt x="189220" y="4861"/>
                  </a:lnTo>
                  <a:lnTo>
                    <a:pt x="236982" y="0"/>
                  </a:lnTo>
                  <a:lnTo>
                    <a:pt x="284743" y="4861"/>
                  </a:lnTo>
                  <a:lnTo>
                    <a:pt x="329228" y="18802"/>
                  </a:lnTo>
                  <a:lnTo>
                    <a:pt x="369482" y="40863"/>
                  </a:lnTo>
                  <a:lnTo>
                    <a:pt x="404555" y="70080"/>
                  </a:lnTo>
                  <a:lnTo>
                    <a:pt x="433492" y="105491"/>
                  </a:lnTo>
                  <a:lnTo>
                    <a:pt x="455341" y="146134"/>
                  </a:lnTo>
                  <a:lnTo>
                    <a:pt x="469149" y="191047"/>
                  </a:lnTo>
                  <a:lnTo>
                    <a:pt x="473964" y="239267"/>
                  </a:lnTo>
                  <a:lnTo>
                    <a:pt x="469149" y="287488"/>
                  </a:lnTo>
                  <a:lnTo>
                    <a:pt x="455341" y="332401"/>
                  </a:lnTo>
                  <a:lnTo>
                    <a:pt x="433492" y="373044"/>
                  </a:lnTo>
                  <a:lnTo>
                    <a:pt x="404555" y="408455"/>
                  </a:lnTo>
                  <a:lnTo>
                    <a:pt x="369482" y="437672"/>
                  </a:lnTo>
                  <a:lnTo>
                    <a:pt x="329228" y="459733"/>
                  </a:lnTo>
                  <a:lnTo>
                    <a:pt x="284743" y="473674"/>
                  </a:lnTo>
                  <a:lnTo>
                    <a:pt x="236982" y="478535"/>
                  </a:lnTo>
                  <a:lnTo>
                    <a:pt x="189220" y="473674"/>
                  </a:lnTo>
                  <a:lnTo>
                    <a:pt x="144735" y="459733"/>
                  </a:lnTo>
                  <a:lnTo>
                    <a:pt x="104481" y="437672"/>
                  </a:lnTo>
                  <a:lnTo>
                    <a:pt x="69408" y="408455"/>
                  </a:lnTo>
                  <a:lnTo>
                    <a:pt x="40471" y="373044"/>
                  </a:lnTo>
                  <a:lnTo>
                    <a:pt x="18622" y="332401"/>
                  </a:lnTo>
                  <a:lnTo>
                    <a:pt x="4814" y="287488"/>
                  </a:lnTo>
                  <a:lnTo>
                    <a:pt x="0" y="23926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8227314" y="5122926"/>
              <a:ext cx="1155065" cy="372110"/>
            </a:xfrm>
            <a:custGeom>
              <a:avLst/>
              <a:gdLst/>
              <a:ahLst/>
              <a:cxnLst/>
              <a:rect l="l" t="t" r="r" b="b"/>
              <a:pathLst>
                <a:path w="1155065" h="372110">
                  <a:moveTo>
                    <a:pt x="0" y="0"/>
                  </a:moveTo>
                  <a:lnTo>
                    <a:pt x="1154557" y="371602"/>
                  </a:lnTo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9346220" y="5434284"/>
              <a:ext cx="126364" cy="109220"/>
            </a:xfrm>
            <a:custGeom>
              <a:avLst/>
              <a:gdLst/>
              <a:ahLst/>
              <a:cxnLst/>
              <a:rect l="l" t="t" r="r" b="b"/>
              <a:pathLst>
                <a:path w="126365" h="109220">
                  <a:moveTo>
                    <a:pt x="35026" y="0"/>
                  </a:moveTo>
                  <a:lnTo>
                    <a:pt x="0" y="108800"/>
                  </a:lnTo>
                  <a:lnTo>
                    <a:pt x="126314" y="89420"/>
                  </a:lnTo>
                  <a:lnTo>
                    <a:pt x="3502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8" name="object 108" descr=""/>
          <p:cNvSpPr txBox="1"/>
          <p:nvPr/>
        </p:nvSpPr>
        <p:spPr>
          <a:xfrm>
            <a:off x="481583" y="3555491"/>
            <a:ext cx="1176655" cy="40132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73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05"/>
              </a:spcBef>
            </a:pPr>
            <a:r>
              <a:rPr dirty="0" sz="2000" spc="-10">
                <a:latin typeface="Franklin Gothic Medium"/>
                <a:cs typeface="Franklin Gothic Medium"/>
              </a:rPr>
              <a:t>Tentative</a:t>
            </a:r>
            <a:endParaRPr sz="2000">
              <a:latin typeface="Franklin Gothic Medium"/>
              <a:cs typeface="Franklin Gothic Medium"/>
            </a:endParaRPr>
          </a:p>
        </p:txBody>
      </p:sp>
      <p:sp>
        <p:nvSpPr>
          <p:cNvPr id="109" name="object 109" descr=""/>
          <p:cNvSpPr txBox="1"/>
          <p:nvPr/>
        </p:nvSpPr>
        <p:spPr>
          <a:xfrm>
            <a:off x="839226" y="2364271"/>
            <a:ext cx="53200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Franklin Gothic Medium"/>
                <a:cs typeface="Franklin Gothic Medium"/>
              </a:rPr>
              <a:t>Let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509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05">
                <a:latin typeface="Cambria Math"/>
                <a:cs typeface="Cambria Math"/>
              </a:rPr>
              <a:t> </a:t>
            </a:r>
            <a:r>
              <a:rPr dirty="0" sz="2400" spc="-365">
                <a:latin typeface="Cambria Math"/>
                <a:cs typeface="Cambria Math"/>
              </a:rPr>
              <a:t>(</a:t>
            </a:r>
            <a:r>
              <a:rPr dirty="0" sz="2400" spc="-36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547">
                <a:solidFill>
                  <a:srgbClr val="C55A11"/>
                </a:solidFill>
                <a:latin typeface="Cambria Math"/>
                <a:cs typeface="Cambria Math"/>
              </a:rPr>
              <a:t>1</a:t>
            </a:r>
            <a:r>
              <a:rPr dirty="0" sz="2400" spc="-365">
                <a:latin typeface="Cambria Math"/>
                <a:cs typeface="Cambria Math"/>
              </a:rPr>
              <a:t>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120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sz="2400" spc="120">
                <a:latin typeface="Cambria Math"/>
                <a:cs typeface="Cambria Math"/>
              </a:rPr>
              <a:t>,</a:t>
            </a:r>
            <a:r>
              <a:rPr dirty="0" sz="2400" spc="155">
                <a:latin typeface="Cambria Math"/>
                <a:cs typeface="Cambria Math"/>
              </a:rPr>
              <a:t> </a:t>
            </a:r>
            <a:r>
              <a:rPr dirty="0" sz="2400" spc="-509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baseline="-15873" sz="2625" spc="-765">
                <a:solidFill>
                  <a:srgbClr val="538235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-142">
                <a:solidFill>
                  <a:srgbClr val="538235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170">
                <a:latin typeface="Cambria Math"/>
                <a:cs typeface="Cambria Math"/>
              </a:rPr>
              <a:t> </a:t>
            </a:r>
            <a:r>
              <a:rPr dirty="0" sz="2400" spc="-45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15873" sz="2625" spc="-67">
                <a:solidFill>
                  <a:srgbClr val="BE9000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-157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165">
                <a:latin typeface="Cambria Math"/>
                <a:cs typeface="Cambria Math"/>
              </a:rPr>
              <a:t> </a:t>
            </a:r>
            <a:r>
              <a:rPr dirty="0" sz="2400" spc="-155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baseline="-15873" sz="2625" spc="-232">
                <a:solidFill>
                  <a:srgbClr val="8496AF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-142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)</a:t>
            </a:r>
            <a:r>
              <a:rPr dirty="0" sz="2400" spc="55">
                <a:latin typeface="Cambria Math"/>
                <a:cs typeface="Cambria Math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recognize</a:t>
            </a:r>
            <a:r>
              <a:rPr dirty="0" sz="2400" spc="-40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 spc="-37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10" name="object 110" descr=""/>
          <p:cNvSpPr txBox="1"/>
          <p:nvPr/>
        </p:nvSpPr>
        <p:spPr>
          <a:xfrm>
            <a:off x="6416890" y="2349602"/>
            <a:ext cx="48856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>
                <a:latin typeface="Cambria Math"/>
                <a:cs typeface="Cambria Math"/>
              </a:rPr>
              <a:t>2</a:t>
            </a:r>
            <a:r>
              <a:rPr dirty="0" baseline="-15873" sz="2625" spc="487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0">
                <a:latin typeface="Cambria Math"/>
                <a:cs typeface="Cambria Math"/>
              </a:rPr>
              <a:t> </a:t>
            </a:r>
            <a:r>
              <a:rPr dirty="0" sz="2400" spc="-325">
                <a:latin typeface="Cambria Math"/>
                <a:cs typeface="Cambria Math"/>
              </a:rPr>
              <a:t>(</a:t>
            </a:r>
            <a:r>
              <a:rPr dirty="0" sz="2400" spc="-32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487">
                <a:solidFill>
                  <a:srgbClr val="C55A11"/>
                </a:solidFill>
                <a:latin typeface="Cambria Math"/>
                <a:cs typeface="Cambria Math"/>
              </a:rPr>
              <a:t>2</a:t>
            </a:r>
            <a:r>
              <a:rPr dirty="0" sz="2400" spc="-325">
                <a:latin typeface="Cambria Math"/>
                <a:cs typeface="Cambria Math"/>
              </a:rPr>
              <a:t>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120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sz="2400" spc="120">
                <a:latin typeface="Cambria Math"/>
                <a:cs typeface="Cambria Math"/>
              </a:rPr>
              <a:t>,</a:t>
            </a:r>
            <a:r>
              <a:rPr dirty="0" sz="2400" spc="170">
                <a:latin typeface="Cambria Math"/>
                <a:cs typeface="Cambria Math"/>
              </a:rPr>
              <a:t> </a:t>
            </a:r>
            <a:r>
              <a:rPr dirty="0" sz="2400" spc="-445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baseline="-15873" sz="2625" spc="-667">
                <a:solidFill>
                  <a:srgbClr val="538235"/>
                </a:solidFill>
                <a:latin typeface="Cambria Math"/>
                <a:cs typeface="Cambria Math"/>
              </a:rPr>
              <a:t>2</a:t>
            </a:r>
            <a:r>
              <a:rPr dirty="0" baseline="-15873" sz="2625" spc="-142">
                <a:solidFill>
                  <a:srgbClr val="538235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175">
                <a:latin typeface="Cambria Math"/>
                <a:cs typeface="Cambria Math"/>
              </a:rPr>
              <a:t> </a:t>
            </a:r>
            <a:r>
              <a:rPr dirty="0" sz="2400" spc="-1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15873" sz="2625" spc="-15">
                <a:solidFill>
                  <a:srgbClr val="BE9000"/>
                </a:solidFill>
                <a:latin typeface="Cambria Math"/>
                <a:cs typeface="Cambria Math"/>
              </a:rPr>
              <a:t>2</a:t>
            </a:r>
            <a:r>
              <a:rPr dirty="0" baseline="-15873" sz="2625" spc="-157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180">
                <a:latin typeface="Cambria Math"/>
                <a:cs typeface="Cambria Math"/>
              </a:rPr>
              <a:t> </a:t>
            </a:r>
            <a:r>
              <a:rPr dirty="0" sz="2400" spc="-125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baseline="-15873" sz="2625" spc="-187">
                <a:solidFill>
                  <a:srgbClr val="8496AF"/>
                </a:solidFill>
                <a:latin typeface="Cambria Math"/>
                <a:cs typeface="Cambria Math"/>
              </a:rPr>
              <a:t>2</a:t>
            </a:r>
            <a:r>
              <a:rPr dirty="0" baseline="-15873" sz="2625" spc="-142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)</a:t>
            </a:r>
            <a:r>
              <a:rPr dirty="0" sz="2400" spc="55">
                <a:latin typeface="Cambria Math"/>
                <a:cs typeface="Cambria Math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recognize</a:t>
            </a:r>
            <a:r>
              <a:rPr dirty="0" sz="2400" spc="-2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11" name="object 111" descr=""/>
          <p:cNvSpPr txBox="1"/>
          <p:nvPr/>
        </p:nvSpPr>
        <p:spPr>
          <a:xfrm>
            <a:off x="6020352" y="4006325"/>
            <a:ext cx="54940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Franklin Gothic Medium"/>
                <a:cs typeface="Franklin Gothic Medium"/>
              </a:rPr>
              <a:t>Glue</a:t>
            </a:r>
            <a:r>
              <a:rPr dirty="0" sz="2000" spc="-7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the</a:t>
            </a:r>
            <a:r>
              <a:rPr dirty="0" sz="2000" spc="-10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accept</a:t>
            </a:r>
            <a:r>
              <a:rPr dirty="0" sz="2000" spc="-90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state</a:t>
            </a:r>
            <a:r>
              <a:rPr dirty="0" sz="2000" spc="-8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of</a:t>
            </a:r>
            <a:r>
              <a:rPr dirty="0" sz="2000" spc="-95">
                <a:latin typeface="Franklin Gothic Medium"/>
                <a:cs typeface="Franklin Gothic Medium"/>
              </a:rPr>
              <a:t> </a:t>
            </a:r>
            <a:r>
              <a:rPr dirty="0" sz="20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325" sz="2175">
                <a:latin typeface="Cambria Math"/>
                <a:cs typeface="Cambria Math"/>
              </a:rPr>
              <a:t>1</a:t>
            </a:r>
            <a:r>
              <a:rPr dirty="0" baseline="-15325" sz="2175" spc="262">
                <a:latin typeface="Cambria Math"/>
                <a:cs typeface="Cambria Math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to</a:t>
            </a:r>
            <a:r>
              <a:rPr dirty="0" sz="2000" spc="-9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the</a:t>
            </a:r>
            <a:r>
              <a:rPr dirty="0" sz="2000" spc="-9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start</a:t>
            </a:r>
            <a:r>
              <a:rPr dirty="0" sz="2000" spc="-85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state</a:t>
            </a:r>
            <a:r>
              <a:rPr dirty="0" sz="2000" spc="-8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of</a:t>
            </a:r>
            <a:r>
              <a:rPr dirty="0" sz="2000" spc="-95">
                <a:latin typeface="Franklin Gothic Medium"/>
                <a:cs typeface="Franklin Gothic Medium"/>
              </a:rPr>
              <a:t> </a:t>
            </a:r>
            <a:r>
              <a:rPr dirty="0" sz="20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325" sz="2175" spc="-37">
                <a:latin typeface="Cambria Math"/>
                <a:cs typeface="Cambria Math"/>
              </a:rPr>
              <a:t>2</a:t>
            </a:r>
            <a:endParaRPr baseline="-15325" sz="2175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456945" y="3524758"/>
            <a:ext cx="11465560" cy="3207385"/>
            <a:chOff x="456945" y="3524758"/>
            <a:chExt cx="11465560" cy="3207385"/>
          </a:xfrm>
        </p:grpSpPr>
        <p:sp>
          <p:nvSpPr>
            <p:cNvPr id="4" name="object 4" descr=""/>
            <p:cNvSpPr/>
            <p:nvPr/>
          </p:nvSpPr>
          <p:spPr>
            <a:xfrm>
              <a:off x="463295" y="3531108"/>
              <a:ext cx="11452860" cy="3194685"/>
            </a:xfrm>
            <a:custGeom>
              <a:avLst/>
              <a:gdLst/>
              <a:ahLst/>
              <a:cxnLst/>
              <a:rect l="l" t="t" r="r" b="b"/>
              <a:pathLst>
                <a:path w="11452860" h="3194684">
                  <a:moveTo>
                    <a:pt x="11452860" y="0"/>
                  </a:moveTo>
                  <a:lnTo>
                    <a:pt x="0" y="0"/>
                  </a:lnTo>
                  <a:lnTo>
                    <a:pt x="0" y="3194304"/>
                  </a:lnTo>
                  <a:lnTo>
                    <a:pt x="11452860" y="3194304"/>
                  </a:lnTo>
                  <a:lnTo>
                    <a:pt x="11452860" y="0"/>
                  </a:lnTo>
                  <a:close/>
                </a:path>
              </a:pathLst>
            </a:custGeom>
            <a:solidFill>
              <a:srgbClr val="FAE4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63295" y="3531108"/>
              <a:ext cx="11452860" cy="3194685"/>
            </a:xfrm>
            <a:custGeom>
              <a:avLst/>
              <a:gdLst/>
              <a:ahLst/>
              <a:cxnLst/>
              <a:rect l="l" t="t" r="r" b="b"/>
              <a:pathLst>
                <a:path w="11452860" h="3194684">
                  <a:moveTo>
                    <a:pt x="0" y="0"/>
                  </a:moveTo>
                  <a:lnTo>
                    <a:pt x="11452860" y="0"/>
                  </a:lnTo>
                  <a:lnTo>
                    <a:pt x="11452860" y="3194304"/>
                  </a:lnTo>
                  <a:lnTo>
                    <a:pt x="0" y="319430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0" y="0"/>
            <a:ext cx="12192000" cy="998219"/>
            <a:chOff x="0" y="0"/>
            <a:chExt cx="12192000" cy="998219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998220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Closure</a:t>
            </a:r>
            <a:r>
              <a:rPr dirty="0" sz="4000" spc="-150"/>
              <a:t> </a:t>
            </a:r>
            <a:r>
              <a:rPr dirty="0" sz="4000" spc="-20"/>
              <a:t>Properties</a:t>
            </a:r>
            <a:r>
              <a:rPr dirty="0" sz="4000" spc="-140"/>
              <a:t> </a:t>
            </a:r>
            <a:r>
              <a:rPr dirty="0" sz="4000"/>
              <a:t>for</a:t>
            </a:r>
            <a:r>
              <a:rPr dirty="0" sz="4000" spc="-155"/>
              <a:t> </a:t>
            </a:r>
            <a:r>
              <a:rPr dirty="0" sz="4000" spc="-35"/>
              <a:t>RegEx</a:t>
            </a:r>
            <a:r>
              <a:rPr dirty="0" sz="4000" spc="-135"/>
              <a:t> </a:t>
            </a:r>
            <a:r>
              <a:rPr dirty="0" sz="4000"/>
              <a:t>-</a:t>
            </a:r>
            <a:r>
              <a:rPr dirty="0" sz="4000" spc="-155"/>
              <a:t> </a:t>
            </a:r>
            <a:r>
              <a:rPr dirty="0" sz="4000" spc="-20"/>
              <a:t>Concatenation</a:t>
            </a:r>
            <a:endParaRPr sz="4000"/>
          </a:p>
        </p:txBody>
      </p:sp>
      <p:grpSp>
        <p:nvGrpSpPr>
          <p:cNvPr id="10" name="object 10" descr=""/>
          <p:cNvGrpSpPr/>
          <p:nvPr/>
        </p:nvGrpSpPr>
        <p:grpSpPr>
          <a:xfrm>
            <a:off x="5448109" y="3697033"/>
            <a:ext cx="456565" cy="380365"/>
            <a:chOff x="5448109" y="3697033"/>
            <a:chExt cx="456565" cy="380365"/>
          </a:xfrm>
        </p:grpSpPr>
        <p:sp>
          <p:nvSpPr>
            <p:cNvPr id="11" name="object 11" descr=""/>
            <p:cNvSpPr/>
            <p:nvPr/>
          </p:nvSpPr>
          <p:spPr>
            <a:xfrm>
              <a:off x="5452871" y="3701796"/>
              <a:ext cx="447040" cy="370840"/>
            </a:xfrm>
            <a:custGeom>
              <a:avLst/>
              <a:gdLst/>
              <a:ahLst/>
              <a:cxnLst/>
              <a:rect l="l" t="t" r="r" b="b"/>
              <a:pathLst>
                <a:path w="447039" h="370839">
                  <a:moveTo>
                    <a:pt x="446531" y="0"/>
                  </a:moveTo>
                  <a:lnTo>
                    <a:pt x="0" y="0"/>
                  </a:lnTo>
                  <a:lnTo>
                    <a:pt x="0" y="370331"/>
                  </a:lnTo>
                  <a:lnTo>
                    <a:pt x="446531" y="370331"/>
                  </a:lnTo>
                  <a:lnTo>
                    <a:pt x="446531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452871" y="3701796"/>
              <a:ext cx="447040" cy="370840"/>
            </a:xfrm>
            <a:custGeom>
              <a:avLst/>
              <a:gdLst/>
              <a:ahLst/>
              <a:cxnLst/>
              <a:rect l="l" t="t" r="r" b="b"/>
              <a:pathLst>
                <a:path w="447039" h="370839">
                  <a:moveTo>
                    <a:pt x="0" y="0"/>
                  </a:moveTo>
                  <a:lnTo>
                    <a:pt x="446531" y="0"/>
                  </a:lnTo>
                  <a:lnTo>
                    <a:pt x="446531" y="370331"/>
                  </a:lnTo>
                  <a:lnTo>
                    <a:pt x="0" y="37033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5562709" y="3729268"/>
            <a:ext cx="2203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2480817" y="4024629"/>
            <a:ext cx="616585" cy="622300"/>
            <a:chOff x="2480817" y="4024629"/>
            <a:chExt cx="616585" cy="622300"/>
          </a:xfrm>
        </p:grpSpPr>
        <p:sp>
          <p:nvSpPr>
            <p:cNvPr id="15" name="object 15" descr=""/>
            <p:cNvSpPr/>
            <p:nvPr/>
          </p:nvSpPr>
          <p:spPr>
            <a:xfrm>
              <a:off x="2487167" y="4030979"/>
              <a:ext cx="603885" cy="609600"/>
            </a:xfrm>
            <a:custGeom>
              <a:avLst/>
              <a:gdLst/>
              <a:ahLst/>
              <a:cxnLst/>
              <a:rect l="l" t="t" r="r" b="b"/>
              <a:pathLst>
                <a:path w="603885" h="609600">
                  <a:moveTo>
                    <a:pt x="301752" y="0"/>
                  </a:moveTo>
                  <a:lnTo>
                    <a:pt x="252807" y="3989"/>
                  </a:lnTo>
                  <a:lnTo>
                    <a:pt x="206376" y="15538"/>
                  </a:lnTo>
                  <a:lnTo>
                    <a:pt x="163081" y="34020"/>
                  </a:lnTo>
                  <a:lnTo>
                    <a:pt x="123542" y="58808"/>
                  </a:lnTo>
                  <a:lnTo>
                    <a:pt x="88382" y="89273"/>
                  </a:lnTo>
                  <a:lnTo>
                    <a:pt x="58221" y="124788"/>
                  </a:lnTo>
                  <a:lnTo>
                    <a:pt x="33681" y="164725"/>
                  </a:lnTo>
                  <a:lnTo>
                    <a:pt x="15383" y="208458"/>
                  </a:lnTo>
                  <a:lnTo>
                    <a:pt x="3949" y="255359"/>
                  </a:lnTo>
                  <a:lnTo>
                    <a:pt x="0" y="304800"/>
                  </a:lnTo>
                  <a:lnTo>
                    <a:pt x="3949" y="354240"/>
                  </a:lnTo>
                  <a:lnTo>
                    <a:pt x="15383" y="401141"/>
                  </a:lnTo>
                  <a:lnTo>
                    <a:pt x="33681" y="444874"/>
                  </a:lnTo>
                  <a:lnTo>
                    <a:pt x="58221" y="484811"/>
                  </a:lnTo>
                  <a:lnTo>
                    <a:pt x="88382" y="520326"/>
                  </a:lnTo>
                  <a:lnTo>
                    <a:pt x="123542" y="550791"/>
                  </a:lnTo>
                  <a:lnTo>
                    <a:pt x="163081" y="575579"/>
                  </a:lnTo>
                  <a:lnTo>
                    <a:pt x="206376" y="594061"/>
                  </a:lnTo>
                  <a:lnTo>
                    <a:pt x="252807" y="605610"/>
                  </a:lnTo>
                  <a:lnTo>
                    <a:pt x="301752" y="609600"/>
                  </a:lnTo>
                  <a:lnTo>
                    <a:pt x="350696" y="605610"/>
                  </a:lnTo>
                  <a:lnTo>
                    <a:pt x="397127" y="594061"/>
                  </a:lnTo>
                  <a:lnTo>
                    <a:pt x="440422" y="575579"/>
                  </a:lnTo>
                  <a:lnTo>
                    <a:pt x="479961" y="550791"/>
                  </a:lnTo>
                  <a:lnTo>
                    <a:pt x="515121" y="520326"/>
                  </a:lnTo>
                  <a:lnTo>
                    <a:pt x="545282" y="484811"/>
                  </a:lnTo>
                  <a:lnTo>
                    <a:pt x="569822" y="444874"/>
                  </a:lnTo>
                  <a:lnTo>
                    <a:pt x="588120" y="401141"/>
                  </a:lnTo>
                  <a:lnTo>
                    <a:pt x="599554" y="354240"/>
                  </a:lnTo>
                  <a:lnTo>
                    <a:pt x="603504" y="304800"/>
                  </a:lnTo>
                  <a:lnTo>
                    <a:pt x="599554" y="255359"/>
                  </a:lnTo>
                  <a:lnTo>
                    <a:pt x="588120" y="208458"/>
                  </a:lnTo>
                  <a:lnTo>
                    <a:pt x="569822" y="164725"/>
                  </a:lnTo>
                  <a:lnTo>
                    <a:pt x="545282" y="124788"/>
                  </a:lnTo>
                  <a:lnTo>
                    <a:pt x="515121" y="89273"/>
                  </a:lnTo>
                  <a:lnTo>
                    <a:pt x="479961" y="58808"/>
                  </a:lnTo>
                  <a:lnTo>
                    <a:pt x="440422" y="34020"/>
                  </a:lnTo>
                  <a:lnTo>
                    <a:pt x="397127" y="15538"/>
                  </a:lnTo>
                  <a:lnTo>
                    <a:pt x="350696" y="3989"/>
                  </a:lnTo>
                  <a:lnTo>
                    <a:pt x="3017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487167" y="4030979"/>
              <a:ext cx="603885" cy="609600"/>
            </a:xfrm>
            <a:custGeom>
              <a:avLst/>
              <a:gdLst/>
              <a:ahLst/>
              <a:cxnLst/>
              <a:rect l="l" t="t" r="r" b="b"/>
              <a:pathLst>
                <a:path w="603885" h="609600">
                  <a:moveTo>
                    <a:pt x="0" y="304800"/>
                  </a:moveTo>
                  <a:lnTo>
                    <a:pt x="3949" y="255359"/>
                  </a:lnTo>
                  <a:lnTo>
                    <a:pt x="15383" y="208458"/>
                  </a:lnTo>
                  <a:lnTo>
                    <a:pt x="33681" y="164725"/>
                  </a:lnTo>
                  <a:lnTo>
                    <a:pt x="58221" y="124788"/>
                  </a:lnTo>
                  <a:lnTo>
                    <a:pt x="88382" y="89273"/>
                  </a:lnTo>
                  <a:lnTo>
                    <a:pt x="123542" y="58808"/>
                  </a:lnTo>
                  <a:lnTo>
                    <a:pt x="163081" y="34020"/>
                  </a:lnTo>
                  <a:lnTo>
                    <a:pt x="206376" y="15538"/>
                  </a:lnTo>
                  <a:lnTo>
                    <a:pt x="252807" y="3989"/>
                  </a:lnTo>
                  <a:lnTo>
                    <a:pt x="301752" y="0"/>
                  </a:lnTo>
                  <a:lnTo>
                    <a:pt x="350696" y="3989"/>
                  </a:lnTo>
                  <a:lnTo>
                    <a:pt x="397127" y="15538"/>
                  </a:lnTo>
                  <a:lnTo>
                    <a:pt x="440422" y="34020"/>
                  </a:lnTo>
                  <a:lnTo>
                    <a:pt x="479961" y="58808"/>
                  </a:lnTo>
                  <a:lnTo>
                    <a:pt x="515121" y="89273"/>
                  </a:lnTo>
                  <a:lnTo>
                    <a:pt x="545282" y="124788"/>
                  </a:lnTo>
                  <a:lnTo>
                    <a:pt x="569822" y="164725"/>
                  </a:lnTo>
                  <a:lnTo>
                    <a:pt x="588120" y="208458"/>
                  </a:lnTo>
                  <a:lnTo>
                    <a:pt x="599554" y="255359"/>
                  </a:lnTo>
                  <a:lnTo>
                    <a:pt x="603504" y="304800"/>
                  </a:lnTo>
                  <a:lnTo>
                    <a:pt x="599554" y="354240"/>
                  </a:lnTo>
                  <a:lnTo>
                    <a:pt x="588120" y="401141"/>
                  </a:lnTo>
                  <a:lnTo>
                    <a:pt x="569822" y="444874"/>
                  </a:lnTo>
                  <a:lnTo>
                    <a:pt x="545282" y="484811"/>
                  </a:lnTo>
                  <a:lnTo>
                    <a:pt x="515121" y="520326"/>
                  </a:lnTo>
                  <a:lnTo>
                    <a:pt x="479961" y="550791"/>
                  </a:lnTo>
                  <a:lnTo>
                    <a:pt x="440422" y="575579"/>
                  </a:lnTo>
                  <a:lnTo>
                    <a:pt x="397127" y="594061"/>
                  </a:lnTo>
                  <a:lnTo>
                    <a:pt x="350696" y="605610"/>
                  </a:lnTo>
                  <a:lnTo>
                    <a:pt x="301752" y="609600"/>
                  </a:lnTo>
                  <a:lnTo>
                    <a:pt x="252807" y="605610"/>
                  </a:lnTo>
                  <a:lnTo>
                    <a:pt x="206376" y="594061"/>
                  </a:lnTo>
                  <a:lnTo>
                    <a:pt x="163081" y="575579"/>
                  </a:lnTo>
                  <a:lnTo>
                    <a:pt x="123542" y="550791"/>
                  </a:lnTo>
                  <a:lnTo>
                    <a:pt x="88382" y="520326"/>
                  </a:lnTo>
                  <a:lnTo>
                    <a:pt x="58221" y="484811"/>
                  </a:lnTo>
                  <a:lnTo>
                    <a:pt x="33681" y="444874"/>
                  </a:lnTo>
                  <a:lnTo>
                    <a:pt x="15383" y="401141"/>
                  </a:lnTo>
                  <a:lnTo>
                    <a:pt x="3949" y="354240"/>
                  </a:lnTo>
                  <a:lnTo>
                    <a:pt x="0" y="3048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2651527" y="4195394"/>
            <a:ext cx="2254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𝑡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2164079" y="3671061"/>
            <a:ext cx="1875155" cy="722630"/>
            <a:chOff x="2164079" y="3671061"/>
            <a:chExt cx="1875155" cy="722630"/>
          </a:xfrm>
        </p:grpSpPr>
        <p:sp>
          <p:nvSpPr>
            <p:cNvPr id="19" name="object 19" descr=""/>
            <p:cNvSpPr/>
            <p:nvPr/>
          </p:nvSpPr>
          <p:spPr>
            <a:xfrm>
              <a:off x="2183129" y="4336541"/>
              <a:ext cx="208915" cy="0"/>
            </a:xfrm>
            <a:custGeom>
              <a:avLst/>
              <a:gdLst/>
              <a:ahLst/>
              <a:cxnLst/>
              <a:rect l="l" t="t" r="r" b="b"/>
              <a:pathLst>
                <a:path w="208914" h="0">
                  <a:moveTo>
                    <a:pt x="0" y="0"/>
                  </a:moveTo>
                  <a:lnTo>
                    <a:pt x="208699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372776" y="4279386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299"/>
                  </a:lnTo>
                  <a:lnTo>
                    <a:pt x="114300" y="571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428999" y="3677411"/>
              <a:ext cx="603885" cy="609600"/>
            </a:xfrm>
            <a:custGeom>
              <a:avLst/>
              <a:gdLst/>
              <a:ahLst/>
              <a:cxnLst/>
              <a:rect l="l" t="t" r="r" b="b"/>
              <a:pathLst>
                <a:path w="603885" h="609600">
                  <a:moveTo>
                    <a:pt x="0" y="304800"/>
                  </a:moveTo>
                  <a:lnTo>
                    <a:pt x="3949" y="255359"/>
                  </a:lnTo>
                  <a:lnTo>
                    <a:pt x="15383" y="208458"/>
                  </a:lnTo>
                  <a:lnTo>
                    <a:pt x="33681" y="164725"/>
                  </a:lnTo>
                  <a:lnTo>
                    <a:pt x="58221" y="124788"/>
                  </a:lnTo>
                  <a:lnTo>
                    <a:pt x="88382" y="89273"/>
                  </a:lnTo>
                  <a:lnTo>
                    <a:pt x="123542" y="58808"/>
                  </a:lnTo>
                  <a:lnTo>
                    <a:pt x="163081" y="34020"/>
                  </a:lnTo>
                  <a:lnTo>
                    <a:pt x="206376" y="15538"/>
                  </a:lnTo>
                  <a:lnTo>
                    <a:pt x="252807" y="3989"/>
                  </a:lnTo>
                  <a:lnTo>
                    <a:pt x="301752" y="0"/>
                  </a:lnTo>
                  <a:lnTo>
                    <a:pt x="350696" y="3989"/>
                  </a:lnTo>
                  <a:lnTo>
                    <a:pt x="397127" y="15538"/>
                  </a:lnTo>
                  <a:lnTo>
                    <a:pt x="440422" y="34020"/>
                  </a:lnTo>
                  <a:lnTo>
                    <a:pt x="479961" y="58808"/>
                  </a:lnTo>
                  <a:lnTo>
                    <a:pt x="515121" y="89273"/>
                  </a:lnTo>
                  <a:lnTo>
                    <a:pt x="545282" y="124788"/>
                  </a:lnTo>
                  <a:lnTo>
                    <a:pt x="569822" y="164725"/>
                  </a:lnTo>
                  <a:lnTo>
                    <a:pt x="588120" y="208458"/>
                  </a:lnTo>
                  <a:lnTo>
                    <a:pt x="599554" y="255359"/>
                  </a:lnTo>
                  <a:lnTo>
                    <a:pt x="603504" y="304800"/>
                  </a:lnTo>
                  <a:lnTo>
                    <a:pt x="599554" y="354240"/>
                  </a:lnTo>
                  <a:lnTo>
                    <a:pt x="588120" y="401141"/>
                  </a:lnTo>
                  <a:lnTo>
                    <a:pt x="569822" y="444874"/>
                  </a:lnTo>
                  <a:lnTo>
                    <a:pt x="545282" y="484811"/>
                  </a:lnTo>
                  <a:lnTo>
                    <a:pt x="515121" y="520326"/>
                  </a:lnTo>
                  <a:lnTo>
                    <a:pt x="479961" y="550791"/>
                  </a:lnTo>
                  <a:lnTo>
                    <a:pt x="440422" y="575579"/>
                  </a:lnTo>
                  <a:lnTo>
                    <a:pt x="397127" y="594061"/>
                  </a:lnTo>
                  <a:lnTo>
                    <a:pt x="350696" y="605610"/>
                  </a:lnTo>
                  <a:lnTo>
                    <a:pt x="301752" y="609600"/>
                  </a:lnTo>
                  <a:lnTo>
                    <a:pt x="252807" y="605610"/>
                  </a:lnTo>
                  <a:lnTo>
                    <a:pt x="206376" y="594061"/>
                  </a:lnTo>
                  <a:lnTo>
                    <a:pt x="163081" y="575579"/>
                  </a:lnTo>
                  <a:lnTo>
                    <a:pt x="123542" y="550791"/>
                  </a:lnTo>
                  <a:lnTo>
                    <a:pt x="88382" y="520326"/>
                  </a:lnTo>
                  <a:lnTo>
                    <a:pt x="58221" y="484811"/>
                  </a:lnTo>
                  <a:lnTo>
                    <a:pt x="33681" y="444874"/>
                  </a:lnTo>
                  <a:lnTo>
                    <a:pt x="15383" y="401141"/>
                  </a:lnTo>
                  <a:lnTo>
                    <a:pt x="3949" y="354240"/>
                  </a:lnTo>
                  <a:lnTo>
                    <a:pt x="0" y="3048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2033016" y="3701796"/>
            <a:ext cx="414655" cy="279400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43180" rIns="0" bIns="0" rtlCol="0" vert="horz">
            <a:spAutoFit/>
          </a:bodyPr>
          <a:lstStyle/>
          <a:p>
            <a:pPr marL="111125">
              <a:lnSpc>
                <a:spcPct val="100000"/>
              </a:lnSpc>
              <a:spcBef>
                <a:spcPts val="340"/>
              </a:spcBef>
            </a:pPr>
            <a:r>
              <a:rPr dirty="0" sz="12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6339" sz="1275" spc="-37">
                <a:latin typeface="Cambria Math"/>
                <a:cs typeface="Cambria Math"/>
              </a:rPr>
              <a:t>1</a:t>
            </a:r>
            <a:endParaRPr baseline="-16339" sz="1275">
              <a:latin typeface="Cambria Math"/>
              <a:cs typeface="Cambria Math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3583400" y="3841638"/>
            <a:ext cx="23367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𝑡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3418332" y="4370832"/>
            <a:ext cx="605155" cy="609600"/>
          </a:xfrm>
          <a:custGeom>
            <a:avLst/>
            <a:gdLst/>
            <a:ahLst/>
            <a:cxnLst/>
            <a:rect l="l" t="t" r="r" b="b"/>
            <a:pathLst>
              <a:path w="605154" h="609600">
                <a:moveTo>
                  <a:pt x="0" y="304800"/>
                </a:moveTo>
                <a:lnTo>
                  <a:pt x="3959" y="255359"/>
                </a:lnTo>
                <a:lnTo>
                  <a:pt x="15422" y="208458"/>
                </a:lnTo>
                <a:lnTo>
                  <a:pt x="33767" y="164725"/>
                </a:lnTo>
                <a:lnTo>
                  <a:pt x="58369" y="124788"/>
                </a:lnTo>
                <a:lnTo>
                  <a:pt x="88606" y="89273"/>
                </a:lnTo>
                <a:lnTo>
                  <a:pt x="123855" y="58808"/>
                </a:lnTo>
                <a:lnTo>
                  <a:pt x="163493" y="34020"/>
                </a:lnTo>
                <a:lnTo>
                  <a:pt x="206898" y="15538"/>
                </a:lnTo>
                <a:lnTo>
                  <a:pt x="253445" y="3989"/>
                </a:lnTo>
                <a:lnTo>
                  <a:pt x="302514" y="0"/>
                </a:lnTo>
                <a:lnTo>
                  <a:pt x="351582" y="3989"/>
                </a:lnTo>
                <a:lnTo>
                  <a:pt x="398129" y="15538"/>
                </a:lnTo>
                <a:lnTo>
                  <a:pt x="441534" y="34020"/>
                </a:lnTo>
                <a:lnTo>
                  <a:pt x="481172" y="58808"/>
                </a:lnTo>
                <a:lnTo>
                  <a:pt x="516421" y="89273"/>
                </a:lnTo>
                <a:lnTo>
                  <a:pt x="546658" y="124788"/>
                </a:lnTo>
                <a:lnTo>
                  <a:pt x="571260" y="164725"/>
                </a:lnTo>
                <a:lnTo>
                  <a:pt x="589605" y="208458"/>
                </a:lnTo>
                <a:lnTo>
                  <a:pt x="601068" y="255359"/>
                </a:lnTo>
                <a:lnTo>
                  <a:pt x="605028" y="304800"/>
                </a:lnTo>
                <a:lnTo>
                  <a:pt x="601068" y="354240"/>
                </a:lnTo>
                <a:lnTo>
                  <a:pt x="589605" y="401141"/>
                </a:lnTo>
                <a:lnTo>
                  <a:pt x="571260" y="444874"/>
                </a:lnTo>
                <a:lnTo>
                  <a:pt x="546658" y="484811"/>
                </a:lnTo>
                <a:lnTo>
                  <a:pt x="516421" y="520326"/>
                </a:lnTo>
                <a:lnTo>
                  <a:pt x="481172" y="550791"/>
                </a:lnTo>
                <a:lnTo>
                  <a:pt x="441534" y="575579"/>
                </a:lnTo>
                <a:lnTo>
                  <a:pt x="398129" y="594061"/>
                </a:lnTo>
                <a:lnTo>
                  <a:pt x="351582" y="605610"/>
                </a:lnTo>
                <a:lnTo>
                  <a:pt x="302514" y="609600"/>
                </a:lnTo>
                <a:lnTo>
                  <a:pt x="253445" y="605610"/>
                </a:lnTo>
                <a:lnTo>
                  <a:pt x="206898" y="594061"/>
                </a:lnTo>
                <a:lnTo>
                  <a:pt x="163493" y="575579"/>
                </a:lnTo>
                <a:lnTo>
                  <a:pt x="123855" y="550791"/>
                </a:lnTo>
                <a:lnTo>
                  <a:pt x="88606" y="520326"/>
                </a:lnTo>
                <a:lnTo>
                  <a:pt x="58369" y="484811"/>
                </a:lnTo>
                <a:lnTo>
                  <a:pt x="33767" y="444874"/>
                </a:lnTo>
                <a:lnTo>
                  <a:pt x="15422" y="401141"/>
                </a:lnTo>
                <a:lnTo>
                  <a:pt x="3959" y="354240"/>
                </a:lnTo>
                <a:lnTo>
                  <a:pt x="0" y="304800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3583658" y="4534837"/>
            <a:ext cx="2254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𝑡</a:t>
            </a:r>
            <a:r>
              <a:rPr dirty="0" baseline="-14492" sz="1725" spc="-37">
                <a:latin typeface="Cambria Math"/>
                <a:cs typeface="Cambria Math"/>
              </a:rPr>
              <a:t>2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2983992" y="3963953"/>
            <a:ext cx="445770" cy="734060"/>
            <a:chOff x="2983992" y="3963953"/>
            <a:chExt cx="445770" cy="734060"/>
          </a:xfrm>
        </p:grpSpPr>
        <p:sp>
          <p:nvSpPr>
            <p:cNvPr id="27" name="object 27" descr=""/>
            <p:cNvSpPr/>
            <p:nvPr/>
          </p:nvSpPr>
          <p:spPr>
            <a:xfrm>
              <a:off x="3003042" y="4012407"/>
              <a:ext cx="335915" cy="109220"/>
            </a:xfrm>
            <a:custGeom>
              <a:avLst/>
              <a:gdLst/>
              <a:ahLst/>
              <a:cxnLst/>
              <a:rect l="l" t="t" r="r" b="b"/>
              <a:pathLst>
                <a:path w="335914" h="109220">
                  <a:moveTo>
                    <a:pt x="0" y="109080"/>
                  </a:moveTo>
                  <a:lnTo>
                    <a:pt x="335699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302957" y="3963953"/>
              <a:ext cx="127000" cy="109220"/>
            </a:xfrm>
            <a:custGeom>
              <a:avLst/>
              <a:gdLst/>
              <a:ahLst/>
              <a:cxnLst/>
              <a:rect l="l" t="t" r="r" b="b"/>
              <a:pathLst>
                <a:path w="127000" h="109220">
                  <a:moveTo>
                    <a:pt x="0" y="0"/>
                  </a:moveTo>
                  <a:lnTo>
                    <a:pt x="35331" y="108699"/>
                  </a:lnTo>
                  <a:lnTo>
                    <a:pt x="126377" y="19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003042" y="4551426"/>
              <a:ext cx="325755" cy="97155"/>
            </a:xfrm>
            <a:custGeom>
              <a:avLst/>
              <a:gdLst/>
              <a:ahLst/>
              <a:cxnLst/>
              <a:rect l="l" t="t" r="r" b="b"/>
              <a:pathLst>
                <a:path w="325754" h="97154">
                  <a:moveTo>
                    <a:pt x="0" y="0"/>
                  </a:moveTo>
                  <a:lnTo>
                    <a:pt x="325602" y="97002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294075" y="4588218"/>
              <a:ext cx="126364" cy="109855"/>
            </a:xfrm>
            <a:custGeom>
              <a:avLst/>
              <a:gdLst/>
              <a:ahLst/>
              <a:cxnLst/>
              <a:rect l="l" t="t" r="r" b="b"/>
              <a:pathLst>
                <a:path w="126364" h="109854">
                  <a:moveTo>
                    <a:pt x="32638" y="0"/>
                  </a:moveTo>
                  <a:lnTo>
                    <a:pt x="0" y="109537"/>
                  </a:lnTo>
                  <a:lnTo>
                    <a:pt x="125856" y="87414"/>
                  </a:lnTo>
                  <a:lnTo>
                    <a:pt x="326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3143473" y="3812918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3140353" y="4615573"/>
            <a:ext cx="952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2073973" y="5277421"/>
            <a:ext cx="427355" cy="287020"/>
            <a:chOff x="2073973" y="5277421"/>
            <a:chExt cx="427355" cy="287020"/>
          </a:xfrm>
        </p:grpSpPr>
        <p:sp>
          <p:nvSpPr>
            <p:cNvPr id="34" name="object 34" descr=""/>
            <p:cNvSpPr/>
            <p:nvPr/>
          </p:nvSpPr>
          <p:spPr>
            <a:xfrm>
              <a:off x="2078735" y="5282184"/>
              <a:ext cx="417830" cy="277495"/>
            </a:xfrm>
            <a:custGeom>
              <a:avLst/>
              <a:gdLst/>
              <a:ahLst/>
              <a:cxnLst/>
              <a:rect l="l" t="t" r="r" b="b"/>
              <a:pathLst>
                <a:path w="417830" h="277495">
                  <a:moveTo>
                    <a:pt x="417575" y="0"/>
                  </a:moveTo>
                  <a:lnTo>
                    <a:pt x="0" y="0"/>
                  </a:lnTo>
                  <a:lnTo>
                    <a:pt x="0" y="277367"/>
                  </a:lnTo>
                  <a:lnTo>
                    <a:pt x="417575" y="277367"/>
                  </a:lnTo>
                  <a:lnTo>
                    <a:pt x="41757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2078735" y="5282184"/>
              <a:ext cx="417830" cy="277495"/>
            </a:xfrm>
            <a:custGeom>
              <a:avLst/>
              <a:gdLst/>
              <a:ahLst/>
              <a:cxnLst/>
              <a:rect l="l" t="t" r="r" b="b"/>
              <a:pathLst>
                <a:path w="417830" h="277495">
                  <a:moveTo>
                    <a:pt x="0" y="0"/>
                  </a:moveTo>
                  <a:lnTo>
                    <a:pt x="417575" y="0"/>
                  </a:lnTo>
                  <a:lnTo>
                    <a:pt x="417575" y="277367"/>
                  </a:lnTo>
                  <a:lnTo>
                    <a:pt x="0" y="27736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2152523" y="5310601"/>
            <a:ext cx="2609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6339" sz="1275" spc="-37">
                <a:latin typeface="Cambria Math"/>
                <a:cs typeface="Cambria Math"/>
              </a:rPr>
              <a:t>2</a:t>
            </a:r>
            <a:endParaRPr baseline="-16339" sz="1275">
              <a:latin typeface="Cambria Math"/>
              <a:cs typeface="Cambria Math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2427477" y="5600446"/>
            <a:ext cx="616585" cy="621030"/>
            <a:chOff x="2427477" y="5600446"/>
            <a:chExt cx="616585" cy="621030"/>
          </a:xfrm>
        </p:grpSpPr>
        <p:sp>
          <p:nvSpPr>
            <p:cNvPr id="38" name="object 38" descr=""/>
            <p:cNvSpPr/>
            <p:nvPr/>
          </p:nvSpPr>
          <p:spPr>
            <a:xfrm>
              <a:off x="2433827" y="5606796"/>
              <a:ext cx="603885" cy="608330"/>
            </a:xfrm>
            <a:custGeom>
              <a:avLst/>
              <a:gdLst/>
              <a:ahLst/>
              <a:cxnLst/>
              <a:rect l="l" t="t" r="r" b="b"/>
              <a:pathLst>
                <a:path w="603885" h="608329">
                  <a:moveTo>
                    <a:pt x="301752" y="0"/>
                  </a:moveTo>
                  <a:lnTo>
                    <a:pt x="252807" y="3979"/>
                  </a:lnTo>
                  <a:lnTo>
                    <a:pt x="206376" y="15499"/>
                  </a:lnTo>
                  <a:lnTo>
                    <a:pt x="163081" y="33935"/>
                  </a:lnTo>
                  <a:lnTo>
                    <a:pt x="123542" y="58660"/>
                  </a:lnTo>
                  <a:lnTo>
                    <a:pt x="88382" y="89049"/>
                  </a:lnTo>
                  <a:lnTo>
                    <a:pt x="58221" y="124475"/>
                  </a:lnTo>
                  <a:lnTo>
                    <a:pt x="33681" y="164313"/>
                  </a:lnTo>
                  <a:lnTo>
                    <a:pt x="15383" y="207936"/>
                  </a:lnTo>
                  <a:lnTo>
                    <a:pt x="3949" y="254720"/>
                  </a:lnTo>
                  <a:lnTo>
                    <a:pt x="0" y="304037"/>
                  </a:lnTo>
                  <a:lnTo>
                    <a:pt x="3949" y="353355"/>
                  </a:lnTo>
                  <a:lnTo>
                    <a:pt x="15383" y="400139"/>
                  </a:lnTo>
                  <a:lnTo>
                    <a:pt x="33681" y="443762"/>
                  </a:lnTo>
                  <a:lnTo>
                    <a:pt x="58221" y="483600"/>
                  </a:lnTo>
                  <a:lnTo>
                    <a:pt x="88382" y="519026"/>
                  </a:lnTo>
                  <a:lnTo>
                    <a:pt x="123542" y="549415"/>
                  </a:lnTo>
                  <a:lnTo>
                    <a:pt x="163081" y="574140"/>
                  </a:lnTo>
                  <a:lnTo>
                    <a:pt x="206376" y="592576"/>
                  </a:lnTo>
                  <a:lnTo>
                    <a:pt x="252807" y="604096"/>
                  </a:lnTo>
                  <a:lnTo>
                    <a:pt x="301752" y="608075"/>
                  </a:lnTo>
                  <a:lnTo>
                    <a:pt x="350696" y="604096"/>
                  </a:lnTo>
                  <a:lnTo>
                    <a:pt x="397127" y="592576"/>
                  </a:lnTo>
                  <a:lnTo>
                    <a:pt x="440422" y="574140"/>
                  </a:lnTo>
                  <a:lnTo>
                    <a:pt x="479961" y="549415"/>
                  </a:lnTo>
                  <a:lnTo>
                    <a:pt x="515121" y="519026"/>
                  </a:lnTo>
                  <a:lnTo>
                    <a:pt x="545282" y="483600"/>
                  </a:lnTo>
                  <a:lnTo>
                    <a:pt x="569822" y="443762"/>
                  </a:lnTo>
                  <a:lnTo>
                    <a:pt x="588120" y="400139"/>
                  </a:lnTo>
                  <a:lnTo>
                    <a:pt x="599554" y="353355"/>
                  </a:lnTo>
                  <a:lnTo>
                    <a:pt x="603504" y="304037"/>
                  </a:lnTo>
                  <a:lnTo>
                    <a:pt x="599554" y="254720"/>
                  </a:lnTo>
                  <a:lnTo>
                    <a:pt x="588120" y="207936"/>
                  </a:lnTo>
                  <a:lnTo>
                    <a:pt x="569822" y="164313"/>
                  </a:lnTo>
                  <a:lnTo>
                    <a:pt x="545282" y="124475"/>
                  </a:lnTo>
                  <a:lnTo>
                    <a:pt x="515121" y="89049"/>
                  </a:lnTo>
                  <a:lnTo>
                    <a:pt x="479961" y="58660"/>
                  </a:lnTo>
                  <a:lnTo>
                    <a:pt x="440422" y="33935"/>
                  </a:lnTo>
                  <a:lnTo>
                    <a:pt x="397127" y="15499"/>
                  </a:lnTo>
                  <a:lnTo>
                    <a:pt x="350696" y="3979"/>
                  </a:lnTo>
                  <a:lnTo>
                    <a:pt x="3017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2433827" y="5606796"/>
              <a:ext cx="603885" cy="608330"/>
            </a:xfrm>
            <a:custGeom>
              <a:avLst/>
              <a:gdLst/>
              <a:ahLst/>
              <a:cxnLst/>
              <a:rect l="l" t="t" r="r" b="b"/>
              <a:pathLst>
                <a:path w="603885" h="608329">
                  <a:moveTo>
                    <a:pt x="0" y="304037"/>
                  </a:moveTo>
                  <a:lnTo>
                    <a:pt x="3949" y="254720"/>
                  </a:lnTo>
                  <a:lnTo>
                    <a:pt x="15383" y="207936"/>
                  </a:lnTo>
                  <a:lnTo>
                    <a:pt x="33681" y="164313"/>
                  </a:lnTo>
                  <a:lnTo>
                    <a:pt x="58221" y="124475"/>
                  </a:lnTo>
                  <a:lnTo>
                    <a:pt x="88382" y="89049"/>
                  </a:lnTo>
                  <a:lnTo>
                    <a:pt x="123542" y="58660"/>
                  </a:lnTo>
                  <a:lnTo>
                    <a:pt x="163081" y="33935"/>
                  </a:lnTo>
                  <a:lnTo>
                    <a:pt x="206376" y="15499"/>
                  </a:lnTo>
                  <a:lnTo>
                    <a:pt x="252807" y="3979"/>
                  </a:lnTo>
                  <a:lnTo>
                    <a:pt x="301752" y="0"/>
                  </a:lnTo>
                  <a:lnTo>
                    <a:pt x="350696" y="3979"/>
                  </a:lnTo>
                  <a:lnTo>
                    <a:pt x="397127" y="15499"/>
                  </a:lnTo>
                  <a:lnTo>
                    <a:pt x="440422" y="33935"/>
                  </a:lnTo>
                  <a:lnTo>
                    <a:pt x="479961" y="58660"/>
                  </a:lnTo>
                  <a:lnTo>
                    <a:pt x="515121" y="89049"/>
                  </a:lnTo>
                  <a:lnTo>
                    <a:pt x="545282" y="124475"/>
                  </a:lnTo>
                  <a:lnTo>
                    <a:pt x="569822" y="164313"/>
                  </a:lnTo>
                  <a:lnTo>
                    <a:pt x="588120" y="207936"/>
                  </a:lnTo>
                  <a:lnTo>
                    <a:pt x="599554" y="254720"/>
                  </a:lnTo>
                  <a:lnTo>
                    <a:pt x="603504" y="304037"/>
                  </a:lnTo>
                  <a:lnTo>
                    <a:pt x="599554" y="353355"/>
                  </a:lnTo>
                  <a:lnTo>
                    <a:pt x="588120" y="400139"/>
                  </a:lnTo>
                  <a:lnTo>
                    <a:pt x="569822" y="443762"/>
                  </a:lnTo>
                  <a:lnTo>
                    <a:pt x="545282" y="483600"/>
                  </a:lnTo>
                  <a:lnTo>
                    <a:pt x="515121" y="519026"/>
                  </a:lnTo>
                  <a:lnTo>
                    <a:pt x="479961" y="549415"/>
                  </a:lnTo>
                  <a:lnTo>
                    <a:pt x="440422" y="574140"/>
                  </a:lnTo>
                  <a:lnTo>
                    <a:pt x="397127" y="592576"/>
                  </a:lnTo>
                  <a:lnTo>
                    <a:pt x="350696" y="604096"/>
                  </a:lnTo>
                  <a:lnTo>
                    <a:pt x="301752" y="608075"/>
                  </a:lnTo>
                  <a:lnTo>
                    <a:pt x="252807" y="604096"/>
                  </a:lnTo>
                  <a:lnTo>
                    <a:pt x="206376" y="592576"/>
                  </a:lnTo>
                  <a:lnTo>
                    <a:pt x="163081" y="574140"/>
                  </a:lnTo>
                  <a:lnTo>
                    <a:pt x="123542" y="549415"/>
                  </a:lnTo>
                  <a:lnTo>
                    <a:pt x="88382" y="519026"/>
                  </a:lnTo>
                  <a:lnTo>
                    <a:pt x="58221" y="483600"/>
                  </a:lnTo>
                  <a:lnTo>
                    <a:pt x="33681" y="443762"/>
                  </a:lnTo>
                  <a:lnTo>
                    <a:pt x="15383" y="400139"/>
                  </a:lnTo>
                  <a:lnTo>
                    <a:pt x="3949" y="353355"/>
                  </a:lnTo>
                  <a:lnTo>
                    <a:pt x="0" y="3040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2565816" y="5769861"/>
            <a:ext cx="2781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𝑔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2110739" y="5245353"/>
            <a:ext cx="1875155" cy="722630"/>
            <a:chOff x="2110739" y="5245353"/>
            <a:chExt cx="1875155" cy="722630"/>
          </a:xfrm>
        </p:grpSpPr>
        <p:sp>
          <p:nvSpPr>
            <p:cNvPr id="42" name="object 42" descr=""/>
            <p:cNvSpPr/>
            <p:nvPr/>
          </p:nvSpPr>
          <p:spPr>
            <a:xfrm>
              <a:off x="2129789" y="5910833"/>
              <a:ext cx="208915" cy="0"/>
            </a:xfrm>
            <a:custGeom>
              <a:avLst/>
              <a:gdLst/>
              <a:ahLst/>
              <a:cxnLst/>
              <a:rect l="l" t="t" r="r" b="b"/>
              <a:pathLst>
                <a:path w="208914" h="0">
                  <a:moveTo>
                    <a:pt x="0" y="0"/>
                  </a:moveTo>
                  <a:lnTo>
                    <a:pt x="208699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2319436" y="5853678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3375659" y="5251703"/>
              <a:ext cx="603885" cy="609600"/>
            </a:xfrm>
            <a:custGeom>
              <a:avLst/>
              <a:gdLst/>
              <a:ahLst/>
              <a:cxnLst/>
              <a:rect l="l" t="t" r="r" b="b"/>
              <a:pathLst>
                <a:path w="603885" h="609600">
                  <a:moveTo>
                    <a:pt x="0" y="304800"/>
                  </a:moveTo>
                  <a:lnTo>
                    <a:pt x="3949" y="255359"/>
                  </a:lnTo>
                  <a:lnTo>
                    <a:pt x="15383" y="208458"/>
                  </a:lnTo>
                  <a:lnTo>
                    <a:pt x="33681" y="164725"/>
                  </a:lnTo>
                  <a:lnTo>
                    <a:pt x="58221" y="124788"/>
                  </a:lnTo>
                  <a:lnTo>
                    <a:pt x="88382" y="89273"/>
                  </a:lnTo>
                  <a:lnTo>
                    <a:pt x="123542" y="58808"/>
                  </a:lnTo>
                  <a:lnTo>
                    <a:pt x="163081" y="34020"/>
                  </a:lnTo>
                  <a:lnTo>
                    <a:pt x="206376" y="15538"/>
                  </a:lnTo>
                  <a:lnTo>
                    <a:pt x="252807" y="3989"/>
                  </a:lnTo>
                  <a:lnTo>
                    <a:pt x="301752" y="0"/>
                  </a:lnTo>
                  <a:lnTo>
                    <a:pt x="350696" y="3989"/>
                  </a:lnTo>
                  <a:lnTo>
                    <a:pt x="397127" y="15538"/>
                  </a:lnTo>
                  <a:lnTo>
                    <a:pt x="440422" y="34020"/>
                  </a:lnTo>
                  <a:lnTo>
                    <a:pt x="479961" y="58808"/>
                  </a:lnTo>
                  <a:lnTo>
                    <a:pt x="515121" y="89273"/>
                  </a:lnTo>
                  <a:lnTo>
                    <a:pt x="545282" y="124788"/>
                  </a:lnTo>
                  <a:lnTo>
                    <a:pt x="569822" y="164725"/>
                  </a:lnTo>
                  <a:lnTo>
                    <a:pt x="588120" y="208458"/>
                  </a:lnTo>
                  <a:lnTo>
                    <a:pt x="599554" y="255359"/>
                  </a:lnTo>
                  <a:lnTo>
                    <a:pt x="603504" y="304800"/>
                  </a:lnTo>
                  <a:lnTo>
                    <a:pt x="599554" y="354240"/>
                  </a:lnTo>
                  <a:lnTo>
                    <a:pt x="588120" y="401141"/>
                  </a:lnTo>
                  <a:lnTo>
                    <a:pt x="569822" y="444874"/>
                  </a:lnTo>
                  <a:lnTo>
                    <a:pt x="545282" y="484811"/>
                  </a:lnTo>
                  <a:lnTo>
                    <a:pt x="515121" y="520326"/>
                  </a:lnTo>
                  <a:lnTo>
                    <a:pt x="479961" y="550791"/>
                  </a:lnTo>
                  <a:lnTo>
                    <a:pt x="440422" y="575579"/>
                  </a:lnTo>
                  <a:lnTo>
                    <a:pt x="397127" y="594061"/>
                  </a:lnTo>
                  <a:lnTo>
                    <a:pt x="350696" y="605610"/>
                  </a:lnTo>
                  <a:lnTo>
                    <a:pt x="301752" y="609600"/>
                  </a:lnTo>
                  <a:lnTo>
                    <a:pt x="252807" y="605610"/>
                  </a:lnTo>
                  <a:lnTo>
                    <a:pt x="206376" y="594061"/>
                  </a:lnTo>
                  <a:lnTo>
                    <a:pt x="163081" y="575579"/>
                  </a:lnTo>
                  <a:lnTo>
                    <a:pt x="123542" y="550791"/>
                  </a:lnTo>
                  <a:lnTo>
                    <a:pt x="88382" y="520326"/>
                  </a:lnTo>
                  <a:lnTo>
                    <a:pt x="58221" y="484811"/>
                  </a:lnTo>
                  <a:lnTo>
                    <a:pt x="33681" y="444874"/>
                  </a:lnTo>
                  <a:lnTo>
                    <a:pt x="15383" y="401141"/>
                  </a:lnTo>
                  <a:lnTo>
                    <a:pt x="3949" y="354240"/>
                  </a:lnTo>
                  <a:lnTo>
                    <a:pt x="0" y="3048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 descr=""/>
          <p:cNvSpPr txBox="1"/>
          <p:nvPr/>
        </p:nvSpPr>
        <p:spPr>
          <a:xfrm>
            <a:off x="3535786" y="5416105"/>
            <a:ext cx="1498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𝑔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3647039" y="5512117"/>
            <a:ext cx="111125" cy="2032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150" spc="-50">
                <a:latin typeface="Cambria Math"/>
                <a:cs typeface="Cambria Math"/>
              </a:rPr>
              <a:t>1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47" name="object 47" descr=""/>
          <p:cNvSpPr/>
          <p:nvPr/>
        </p:nvSpPr>
        <p:spPr>
          <a:xfrm>
            <a:off x="3366515" y="5945123"/>
            <a:ext cx="603885" cy="609600"/>
          </a:xfrm>
          <a:custGeom>
            <a:avLst/>
            <a:gdLst/>
            <a:ahLst/>
            <a:cxnLst/>
            <a:rect l="l" t="t" r="r" b="b"/>
            <a:pathLst>
              <a:path w="603885" h="609600">
                <a:moveTo>
                  <a:pt x="0" y="304799"/>
                </a:moveTo>
                <a:lnTo>
                  <a:pt x="3949" y="255359"/>
                </a:lnTo>
                <a:lnTo>
                  <a:pt x="15383" y="208458"/>
                </a:lnTo>
                <a:lnTo>
                  <a:pt x="33681" y="164725"/>
                </a:lnTo>
                <a:lnTo>
                  <a:pt x="58221" y="124788"/>
                </a:lnTo>
                <a:lnTo>
                  <a:pt x="88382" y="89273"/>
                </a:lnTo>
                <a:lnTo>
                  <a:pt x="123542" y="58808"/>
                </a:lnTo>
                <a:lnTo>
                  <a:pt x="163081" y="34020"/>
                </a:lnTo>
                <a:lnTo>
                  <a:pt x="206376" y="15538"/>
                </a:lnTo>
                <a:lnTo>
                  <a:pt x="252807" y="3989"/>
                </a:lnTo>
                <a:lnTo>
                  <a:pt x="301752" y="0"/>
                </a:lnTo>
                <a:lnTo>
                  <a:pt x="350696" y="3989"/>
                </a:lnTo>
                <a:lnTo>
                  <a:pt x="397127" y="15538"/>
                </a:lnTo>
                <a:lnTo>
                  <a:pt x="440422" y="34020"/>
                </a:lnTo>
                <a:lnTo>
                  <a:pt x="479961" y="58808"/>
                </a:lnTo>
                <a:lnTo>
                  <a:pt x="515121" y="89273"/>
                </a:lnTo>
                <a:lnTo>
                  <a:pt x="545282" y="124788"/>
                </a:lnTo>
                <a:lnTo>
                  <a:pt x="569822" y="164725"/>
                </a:lnTo>
                <a:lnTo>
                  <a:pt x="588120" y="208458"/>
                </a:lnTo>
                <a:lnTo>
                  <a:pt x="599554" y="255359"/>
                </a:lnTo>
                <a:lnTo>
                  <a:pt x="603504" y="304799"/>
                </a:lnTo>
                <a:lnTo>
                  <a:pt x="599554" y="354240"/>
                </a:lnTo>
                <a:lnTo>
                  <a:pt x="588120" y="401141"/>
                </a:lnTo>
                <a:lnTo>
                  <a:pt x="569822" y="444874"/>
                </a:lnTo>
                <a:lnTo>
                  <a:pt x="545282" y="484811"/>
                </a:lnTo>
                <a:lnTo>
                  <a:pt x="515121" y="520326"/>
                </a:lnTo>
                <a:lnTo>
                  <a:pt x="479961" y="550791"/>
                </a:lnTo>
                <a:lnTo>
                  <a:pt x="440422" y="575579"/>
                </a:lnTo>
                <a:lnTo>
                  <a:pt x="397127" y="594061"/>
                </a:lnTo>
                <a:lnTo>
                  <a:pt x="350696" y="605610"/>
                </a:lnTo>
                <a:lnTo>
                  <a:pt x="301752" y="609599"/>
                </a:lnTo>
                <a:lnTo>
                  <a:pt x="252807" y="605610"/>
                </a:lnTo>
                <a:lnTo>
                  <a:pt x="206376" y="594061"/>
                </a:lnTo>
                <a:lnTo>
                  <a:pt x="163081" y="575579"/>
                </a:lnTo>
                <a:lnTo>
                  <a:pt x="123542" y="550791"/>
                </a:lnTo>
                <a:lnTo>
                  <a:pt x="88382" y="520326"/>
                </a:lnTo>
                <a:lnTo>
                  <a:pt x="58221" y="484811"/>
                </a:lnTo>
                <a:lnTo>
                  <a:pt x="33681" y="444874"/>
                </a:lnTo>
                <a:lnTo>
                  <a:pt x="15383" y="401141"/>
                </a:lnTo>
                <a:lnTo>
                  <a:pt x="3949" y="354240"/>
                </a:lnTo>
                <a:lnTo>
                  <a:pt x="0" y="304799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 txBox="1"/>
          <p:nvPr/>
        </p:nvSpPr>
        <p:spPr>
          <a:xfrm>
            <a:off x="3497945" y="6109305"/>
            <a:ext cx="2781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𝑔</a:t>
            </a:r>
            <a:r>
              <a:rPr dirty="0" baseline="-14492" sz="1725" spc="-37">
                <a:latin typeface="Cambria Math"/>
                <a:cs typeface="Cambria Math"/>
              </a:rPr>
              <a:t>2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49" name="object 49" descr=""/>
          <p:cNvGrpSpPr/>
          <p:nvPr/>
        </p:nvGrpSpPr>
        <p:grpSpPr>
          <a:xfrm>
            <a:off x="2930651" y="5538245"/>
            <a:ext cx="445770" cy="735330"/>
            <a:chOff x="2930651" y="5538245"/>
            <a:chExt cx="445770" cy="735330"/>
          </a:xfrm>
        </p:grpSpPr>
        <p:sp>
          <p:nvSpPr>
            <p:cNvPr id="50" name="object 50" descr=""/>
            <p:cNvSpPr/>
            <p:nvPr/>
          </p:nvSpPr>
          <p:spPr>
            <a:xfrm>
              <a:off x="2949701" y="5586699"/>
              <a:ext cx="335915" cy="109220"/>
            </a:xfrm>
            <a:custGeom>
              <a:avLst/>
              <a:gdLst/>
              <a:ahLst/>
              <a:cxnLst/>
              <a:rect l="l" t="t" r="r" b="b"/>
              <a:pathLst>
                <a:path w="335914" h="109220">
                  <a:moveTo>
                    <a:pt x="0" y="109080"/>
                  </a:moveTo>
                  <a:lnTo>
                    <a:pt x="335699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3249616" y="5538245"/>
              <a:ext cx="127000" cy="109220"/>
            </a:xfrm>
            <a:custGeom>
              <a:avLst/>
              <a:gdLst/>
              <a:ahLst/>
              <a:cxnLst/>
              <a:rect l="l" t="t" r="r" b="b"/>
              <a:pathLst>
                <a:path w="127000" h="109220">
                  <a:moveTo>
                    <a:pt x="0" y="0"/>
                  </a:moveTo>
                  <a:lnTo>
                    <a:pt x="35331" y="108699"/>
                  </a:lnTo>
                  <a:lnTo>
                    <a:pt x="126377" y="19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2949701" y="6127242"/>
              <a:ext cx="325755" cy="97155"/>
            </a:xfrm>
            <a:custGeom>
              <a:avLst/>
              <a:gdLst/>
              <a:ahLst/>
              <a:cxnLst/>
              <a:rect l="l" t="t" r="r" b="b"/>
              <a:pathLst>
                <a:path w="325754" h="97154">
                  <a:moveTo>
                    <a:pt x="0" y="0"/>
                  </a:moveTo>
                  <a:lnTo>
                    <a:pt x="325602" y="97002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3240735" y="6164033"/>
              <a:ext cx="126364" cy="109855"/>
            </a:xfrm>
            <a:custGeom>
              <a:avLst/>
              <a:gdLst/>
              <a:ahLst/>
              <a:cxnLst/>
              <a:rect l="l" t="t" r="r" b="b"/>
              <a:pathLst>
                <a:path w="126364" h="109854">
                  <a:moveTo>
                    <a:pt x="32638" y="0"/>
                  </a:moveTo>
                  <a:lnTo>
                    <a:pt x="0" y="109537"/>
                  </a:lnTo>
                  <a:lnTo>
                    <a:pt x="125856" y="87414"/>
                  </a:lnTo>
                  <a:lnTo>
                    <a:pt x="326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 descr=""/>
          <p:cNvSpPr txBox="1"/>
          <p:nvPr/>
        </p:nvSpPr>
        <p:spPr>
          <a:xfrm>
            <a:off x="3110838" y="5368982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3072831" y="6191120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56" name="object 56" descr=""/>
          <p:cNvGrpSpPr/>
          <p:nvPr/>
        </p:nvGrpSpPr>
        <p:grpSpPr>
          <a:xfrm>
            <a:off x="4638802" y="4929890"/>
            <a:ext cx="654685" cy="497840"/>
            <a:chOff x="4638802" y="4929890"/>
            <a:chExt cx="654685" cy="497840"/>
          </a:xfrm>
        </p:grpSpPr>
        <p:sp>
          <p:nvSpPr>
            <p:cNvPr id="57" name="object 57" descr=""/>
            <p:cNvSpPr/>
            <p:nvPr/>
          </p:nvSpPr>
          <p:spPr>
            <a:xfrm>
              <a:off x="4645152" y="4936240"/>
              <a:ext cx="641985" cy="485140"/>
            </a:xfrm>
            <a:custGeom>
              <a:avLst/>
              <a:gdLst/>
              <a:ahLst/>
              <a:cxnLst/>
              <a:rect l="l" t="t" r="r" b="b"/>
              <a:pathLst>
                <a:path w="641985" h="485139">
                  <a:moveTo>
                    <a:pt x="413804" y="0"/>
                  </a:moveTo>
                  <a:lnTo>
                    <a:pt x="413804" y="179209"/>
                  </a:lnTo>
                  <a:lnTo>
                    <a:pt x="0" y="179209"/>
                  </a:lnTo>
                  <a:lnTo>
                    <a:pt x="0" y="305409"/>
                  </a:lnTo>
                  <a:lnTo>
                    <a:pt x="413804" y="305409"/>
                  </a:lnTo>
                  <a:lnTo>
                    <a:pt x="413804" y="484631"/>
                  </a:lnTo>
                  <a:lnTo>
                    <a:pt x="641604" y="242315"/>
                  </a:lnTo>
                  <a:lnTo>
                    <a:pt x="4138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4645152" y="4936240"/>
              <a:ext cx="641985" cy="485140"/>
            </a:xfrm>
            <a:custGeom>
              <a:avLst/>
              <a:gdLst/>
              <a:ahLst/>
              <a:cxnLst/>
              <a:rect l="l" t="t" r="r" b="b"/>
              <a:pathLst>
                <a:path w="641985" h="485139">
                  <a:moveTo>
                    <a:pt x="0" y="179209"/>
                  </a:moveTo>
                  <a:lnTo>
                    <a:pt x="413804" y="179209"/>
                  </a:lnTo>
                  <a:lnTo>
                    <a:pt x="413804" y="0"/>
                  </a:lnTo>
                  <a:lnTo>
                    <a:pt x="641604" y="242315"/>
                  </a:lnTo>
                  <a:lnTo>
                    <a:pt x="413804" y="484631"/>
                  </a:lnTo>
                  <a:lnTo>
                    <a:pt x="413804" y="305409"/>
                  </a:lnTo>
                  <a:lnTo>
                    <a:pt x="0" y="305409"/>
                  </a:lnTo>
                  <a:lnTo>
                    <a:pt x="0" y="17920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 descr=""/>
          <p:cNvSpPr/>
          <p:nvPr/>
        </p:nvSpPr>
        <p:spPr>
          <a:xfrm>
            <a:off x="3483864" y="3741420"/>
            <a:ext cx="474345" cy="478790"/>
          </a:xfrm>
          <a:custGeom>
            <a:avLst/>
            <a:gdLst/>
            <a:ahLst/>
            <a:cxnLst/>
            <a:rect l="l" t="t" r="r" b="b"/>
            <a:pathLst>
              <a:path w="474345" h="478789">
                <a:moveTo>
                  <a:pt x="0" y="239267"/>
                </a:moveTo>
                <a:lnTo>
                  <a:pt x="4814" y="191047"/>
                </a:lnTo>
                <a:lnTo>
                  <a:pt x="18622" y="146134"/>
                </a:lnTo>
                <a:lnTo>
                  <a:pt x="40471" y="105491"/>
                </a:lnTo>
                <a:lnTo>
                  <a:pt x="69408" y="70080"/>
                </a:lnTo>
                <a:lnTo>
                  <a:pt x="104481" y="40863"/>
                </a:lnTo>
                <a:lnTo>
                  <a:pt x="144735" y="18802"/>
                </a:lnTo>
                <a:lnTo>
                  <a:pt x="189220" y="4861"/>
                </a:lnTo>
                <a:lnTo>
                  <a:pt x="236982" y="0"/>
                </a:lnTo>
                <a:lnTo>
                  <a:pt x="284743" y="4861"/>
                </a:lnTo>
                <a:lnTo>
                  <a:pt x="329228" y="18802"/>
                </a:lnTo>
                <a:lnTo>
                  <a:pt x="369482" y="40863"/>
                </a:lnTo>
                <a:lnTo>
                  <a:pt x="404555" y="70080"/>
                </a:lnTo>
                <a:lnTo>
                  <a:pt x="433492" y="105491"/>
                </a:lnTo>
                <a:lnTo>
                  <a:pt x="455341" y="146134"/>
                </a:lnTo>
                <a:lnTo>
                  <a:pt x="469149" y="191047"/>
                </a:lnTo>
                <a:lnTo>
                  <a:pt x="473964" y="239267"/>
                </a:lnTo>
                <a:lnTo>
                  <a:pt x="469149" y="287488"/>
                </a:lnTo>
                <a:lnTo>
                  <a:pt x="455341" y="332401"/>
                </a:lnTo>
                <a:lnTo>
                  <a:pt x="433492" y="373044"/>
                </a:lnTo>
                <a:lnTo>
                  <a:pt x="404555" y="408455"/>
                </a:lnTo>
                <a:lnTo>
                  <a:pt x="369482" y="437672"/>
                </a:lnTo>
                <a:lnTo>
                  <a:pt x="329228" y="459733"/>
                </a:lnTo>
                <a:lnTo>
                  <a:pt x="284743" y="473674"/>
                </a:lnTo>
                <a:lnTo>
                  <a:pt x="236982" y="478535"/>
                </a:lnTo>
                <a:lnTo>
                  <a:pt x="189220" y="473674"/>
                </a:lnTo>
                <a:lnTo>
                  <a:pt x="144735" y="459733"/>
                </a:lnTo>
                <a:lnTo>
                  <a:pt x="104481" y="437672"/>
                </a:lnTo>
                <a:lnTo>
                  <a:pt x="69408" y="408455"/>
                </a:lnTo>
                <a:lnTo>
                  <a:pt x="40471" y="373044"/>
                </a:lnTo>
                <a:lnTo>
                  <a:pt x="18622" y="332401"/>
                </a:lnTo>
                <a:lnTo>
                  <a:pt x="4814" y="287488"/>
                </a:lnTo>
                <a:lnTo>
                  <a:pt x="0" y="239267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/>
          <p:nvPr/>
        </p:nvSpPr>
        <p:spPr>
          <a:xfrm>
            <a:off x="3429000" y="6010655"/>
            <a:ext cx="474345" cy="478790"/>
          </a:xfrm>
          <a:custGeom>
            <a:avLst/>
            <a:gdLst/>
            <a:ahLst/>
            <a:cxnLst/>
            <a:rect l="l" t="t" r="r" b="b"/>
            <a:pathLst>
              <a:path w="474345" h="478789">
                <a:moveTo>
                  <a:pt x="0" y="239268"/>
                </a:moveTo>
                <a:lnTo>
                  <a:pt x="4814" y="191047"/>
                </a:lnTo>
                <a:lnTo>
                  <a:pt x="18622" y="146134"/>
                </a:lnTo>
                <a:lnTo>
                  <a:pt x="40471" y="105491"/>
                </a:lnTo>
                <a:lnTo>
                  <a:pt x="69408" y="70080"/>
                </a:lnTo>
                <a:lnTo>
                  <a:pt x="104481" y="40863"/>
                </a:lnTo>
                <a:lnTo>
                  <a:pt x="144735" y="18802"/>
                </a:lnTo>
                <a:lnTo>
                  <a:pt x="189220" y="4861"/>
                </a:lnTo>
                <a:lnTo>
                  <a:pt x="236982" y="0"/>
                </a:lnTo>
                <a:lnTo>
                  <a:pt x="284743" y="4861"/>
                </a:lnTo>
                <a:lnTo>
                  <a:pt x="329228" y="18802"/>
                </a:lnTo>
                <a:lnTo>
                  <a:pt x="369482" y="40863"/>
                </a:lnTo>
                <a:lnTo>
                  <a:pt x="404555" y="70080"/>
                </a:lnTo>
                <a:lnTo>
                  <a:pt x="433492" y="105491"/>
                </a:lnTo>
                <a:lnTo>
                  <a:pt x="455341" y="146134"/>
                </a:lnTo>
                <a:lnTo>
                  <a:pt x="469149" y="191047"/>
                </a:lnTo>
                <a:lnTo>
                  <a:pt x="473964" y="239268"/>
                </a:lnTo>
                <a:lnTo>
                  <a:pt x="469149" y="287488"/>
                </a:lnTo>
                <a:lnTo>
                  <a:pt x="455341" y="332401"/>
                </a:lnTo>
                <a:lnTo>
                  <a:pt x="433492" y="373044"/>
                </a:lnTo>
                <a:lnTo>
                  <a:pt x="404555" y="408455"/>
                </a:lnTo>
                <a:lnTo>
                  <a:pt x="369482" y="437672"/>
                </a:lnTo>
                <a:lnTo>
                  <a:pt x="329228" y="459733"/>
                </a:lnTo>
                <a:lnTo>
                  <a:pt x="284743" y="473674"/>
                </a:lnTo>
                <a:lnTo>
                  <a:pt x="236982" y="478536"/>
                </a:lnTo>
                <a:lnTo>
                  <a:pt x="189220" y="473674"/>
                </a:lnTo>
                <a:lnTo>
                  <a:pt x="144735" y="459733"/>
                </a:lnTo>
                <a:lnTo>
                  <a:pt x="104481" y="437672"/>
                </a:lnTo>
                <a:lnTo>
                  <a:pt x="69408" y="408455"/>
                </a:lnTo>
                <a:lnTo>
                  <a:pt x="40471" y="373044"/>
                </a:lnTo>
                <a:lnTo>
                  <a:pt x="18622" y="332401"/>
                </a:lnTo>
                <a:lnTo>
                  <a:pt x="4814" y="287488"/>
                </a:lnTo>
                <a:lnTo>
                  <a:pt x="0" y="239268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61" name="object 61" descr=""/>
          <p:cNvGrpSpPr/>
          <p:nvPr/>
        </p:nvGrpSpPr>
        <p:grpSpPr>
          <a:xfrm>
            <a:off x="6077458" y="3756405"/>
            <a:ext cx="2319020" cy="1660525"/>
            <a:chOff x="6077458" y="3756405"/>
            <a:chExt cx="2319020" cy="1660525"/>
          </a:xfrm>
        </p:grpSpPr>
        <p:sp>
          <p:nvSpPr>
            <p:cNvPr id="62" name="object 62" descr=""/>
            <p:cNvSpPr/>
            <p:nvPr/>
          </p:nvSpPr>
          <p:spPr>
            <a:xfrm>
              <a:off x="6083808" y="3762755"/>
              <a:ext cx="2306320" cy="1647825"/>
            </a:xfrm>
            <a:custGeom>
              <a:avLst/>
              <a:gdLst/>
              <a:ahLst/>
              <a:cxnLst/>
              <a:rect l="l" t="t" r="r" b="b"/>
              <a:pathLst>
                <a:path w="2306320" h="1647825">
                  <a:moveTo>
                    <a:pt x="2305812" y="0"/>
                  </a:moveTo>
                  <a:lnTo>
                    <a:pt x="0" y="0"/>
                  </a:lnTo>
                  <a:lnTo>
                    <a:pt x="0" y="1647444"/>
                  </a:lnTo>
                  <a:lnTo>
                    <a:pt x="2305812" y="1647444"/>
                  </a:lnTo>
                  <a:lnTo>
                    <a:pt x="230581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6083808" y="3762755"/>
              <a:ext cx="2306320" cy="1647825"/>
            </a:xfrm>
            <a:custGeom>
              <a:avLst/>
              <a:gdLst/>
              <a:ahLst/>
              <a:cxnLst/>
              <a:rect l="l" t="t" r="r" b="b"/>
              <a:pathLst>
                <a:path w="2306320" h="1647825">
                  <a:moveTo>
                    <a:pt x="0" y="0"/>
                  </a:moveTo>
                  <a:lnTo>
                    <a:pt x="2305812" y="0"/>
                  </a:lnTo>
                  <a:lnTo>
                    <a:pt x="2305812" y="1647444"/>
                  </a:lnTo>
                  <a:lnTo>
                    <a:pt x="0" y="164744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6681216" y="4319015"/>
              <a:ext cx="603885" cy="608330"/>
            </a:xfrm>
            <a:custGeom>
              <a:avLst/>
              <a:gdLst/>
              <a:ahLst/>
              <a:cxnLst/>
              <a:rect l="l" t="t" r="r" b="b"/>
              <a:pathLst>
                <a:path w="603884" h="608329">
                  <a:moveTo>
                    <a:pt x="301752" y="0"/>
                  </a:moveTo>
                  <a:lnTo>
                    <a:pt x="252807" y="3979"/>
                  </a:lnTo>
                  <a:lnTo>
                    <a:pt x="206376" y="15499"/>
                  </a:lnTo>
                  <a:lnTo>
                    <a:pt x="163081" y="33935"/>
                  </a:lnTo>
                  <a:lnTo>
                    <a:pt x="123542" y="58660"/>
                  </a:lnTo>
                  <a:lnTo>
                    <a:pt x="88382" y="89049"/>
                  </a:lnTo>
                  <a:lnTo>
                    <a:pt x="58221" y="124475"/>
                  </a:lnTo>
                  <a:lnTo>
                    <a:pt x="33681" y="164313"/>
                  </a:lnTo>
                  <a:lnTo>
                    <a:pt x="15383" y="207936"/>
                  </a:lnTo>
                  <a:lnTo>
                    <a:pt x="3949" y="254720"/>
                  </a:lnTo>
                  <a:lnTo>
                    <a:pt x="0" y="304037"/>
                  </a:lnTo>
                  <a:lnTo>
                    <a:pt x="3949" y="353355"/>
                  </a:lnTo>
                  <a:lnTo>
                    <a:pt x="15383" y="400139"/>
                  </a:lnTo>
                  <a:lnTo>
                    <a:pt x="33681" y="443762"/>
                  </a:lnTo>
                  <a:lnTo>
                    <a:pt x="58221" y="483600"/>
                  </a:lnTo>
                  <a:lnTo>
                    <a:pt x="88382" y="519026"/>
                  </a:lnTo>
                  <a:lnTo>
                    <a:pt x="123542" y="549415"/>
                  </a:lnTo>
                  <a:lnTo>
                    <a:pt x="163081" y="574140"/>
                  </a:lnTo>
                  <a:lnTo>
                    <a:pt x="206376" y="592576"/>
                  </a:lnTo>
                  <a:lnTo>
                    <a:pt x="252807" y="604096"/>
                  </a:lnTo>
                  <a:lnTo>
                    <a:pt x="301752" y="608075"/>
                  </a:lnTo>
                  <a:lnTo>
                    <a:pt x="350696" y="604096"/>
                  </a:lnTo>
                  <a:lnTo>
                    <a:pt x="397127" y="592576"/>
                  </a:lnTo>
                  <a:lnTo>
                    <a:pt x="440422" y="574140"/>
                  </a:lnTo>
                  <a:lnTo>
                    <a:pt x="479961" y="549415"/>
                  </a:lnTo>
                  <a:lnTo>
                    <a:pt x="515121" y="519026"/>
                  </a:lnTo>
                  <a:lnTo>
                    <a:pt x="545282" y="483600"/>
                  </a:lnTo>
                  <a:lnTo>
                    <a:pt x="569822" y="443762"/>
                  </a:lnTo>
                  <a:lnTo>
                    <a:pt x="588120" y="400139"/>
                  </a:lnTo>
                  <a:lnTo>
                    <a:pt x="599554" y="353355"/>
                  </a:lnTo>
                  <a:lnTo>
                    <a:pt x="603504" y="304037"/>
                  </a:lnTo>
                  <a:lnTo>
                    <a:pt x="599554" y="254720"/>
                  </a:lnTo>
                  <a:lnTo>
                    <a:pt x="588120" y="207936"/>
                  </a:lnTo>
                  <a:lnTo>
                    <a:pt x="569822" y="164313"/>
                  </a:lnTo>
                  <a:lnTo>
                    <a:pt x="545282" y="124475"/>
                  </a:lnTo>
                  <a:lnTo>
                    <a:pt x="515121" y="89049"/>
                  </a:lnTo>
                  <a:lnTo>
                    <a:pt x="479961" y="58660"/>
                  </a:lnTo>
                  <a:lnTo>
                    <a:pt x="440422" y="33935"/>
                  </a:lnTo>
                  <a:lnTo>
                    <a:pt x="397127" y="15499"/>
                  </a:lnTo>
                  <a:lnTo>
                    <a:pt x="350696" y="3979"/>
                  </a:lnTo>
                  <a:lnTo>
                    <a:pt x="3017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6681216" y="4319015"/>
              <a:ext cx="603885" cy="608330"/>
            </a:xfrm>
            <a:custGeom>
              <a:avLst/>
              <a:gdLst/>
              <a:ahLst/>
              <a:cxnLst/>
              <a:rect l="l" t="t" r="r" b="b"/>
              <a:pathLst>
                <a:path w="603884" h="608329">
                  <a:moveTo>
                    <a:pt x="0" y="304037"/>
                  </a:moveTo>
                  <a:lnTo>
                    <a:pt x="3949" y="254720"/>
                  </a:lnTo>
                  <a:lnTo>
                    <a:pt x="15383" y="207936"/>
                  </a:lnTo>
                  <a:lnTo>
                    <a:pt x="33681" y="164313"/>
                  </a:lnTo>
                  <a:lnTo>
                    <a:pt x="58221" y="124475"/>
                  </a:lnTo>
                  <a:lnTo>
                    <a:pt x="88382" y="89049"/>
                  </a:lnTo>
                  <a:lnTo>
                    <a:pt x="123542" y="58660"/>
                  </a:lnTo>
                  <a:lnTo>
                    <a:pt x="163081" y="33935"/>
                  </a:lnTo>
                  <a:lnTo>
                    <a:pt x="206376" y="15499"/>
                  </a:lnTo>
                  <a:lnTo>
                    <a:pt x="252807" y="3979"/>
                  </a:lnTo>
                  <a:lnTo>
                    <a:pt x="301752" y="0"/>
                  </a:lnTo>
                  <a:lnTo>
                    <a:pt x="350696" y="3979"/>
                  </a:lnTo>
                  <a:lnTo>
                    <a:pt x="397127" y="15499"/>
                  </a:lnTo>
                  <a:lnTo>
                    <a:pt x="440422" y="33935"/>
                  </a:lnTo>
                  <a:lnTo>
                    <a:pt x="479961" y="58660"/>
                  </a:lnTo>
                  <a:lnTo>
                    <a:pt x="515121" y="89049"/>
                  </a:lnTo>
                  <a:lnTo>
                    <a:pt x="545282" y="124475"/>
                  </a:lnTo>
                  <a:lnTo>
                    <a:pt x="569822" y="164313"/>
                  </a:lnTo>
                  <a:lnTo>
                    <a:pt x="588120" y="207936"/>
                  </a:lnTo>
                  <a:lnTo>
                    <a:pt x="599554" y="254720"/>
                  </a:lnTo>
                  <a:lnTo>
                    <a:pt x="603504" y="304037"/>
                  </a:lnTo>
                  <a:lnTo>
                    <a:pt x="599554" y="353355"/>
                  </a:lnTo>
                  <a:lnTo>
                    <a:pt x="588120" y="400139"/>
                  </a:lnTo>
                  <a:lnTo>
                    <a:pt x="569822" y="443762"/>
                  </a:lnTo>
                  <a:lnTo>
                    <a:pt x="545282" y="483600"/>
                  </a:lnTo>
                  <a:lnTo>
                    <a:pt x="515121" y="519026"/>
                  </a:lnTo>
                  <a:lnTo>
                    <a:pt x="479961" y="549415"/>
                  </a:lnTo>
                  <a:lnTo>
                    <a:pt x="440422" y="574140"/>
                  </a:lnTo>
                  <a:lnTo>
                    <a:pt x="397127" y="592576"/>
                  </a:lnTo>
                  <a:lnTo>
                    <a:pt x="350696" y="604096"/>
                  </a:lnTo>
                  <a:lnTo>
                    <a:pt x="301752" y="608075"/>
                  </a:lnTo>
                  <a:lnTo>
                    <a:pt x="252807" y="604096"/>
                  </a:lnTo>
                  <a:lnTo>
                    <a:pt x="206376" y="592576"/>
                  </a:lnTo>
                  <a:lnTo>
                    <a:pt x="163081" y="574140"/>
                  </a:lnTo>
                  <a:lnTo>
                    <a:pt x="123542" y="549415"/>
                  </a:lnTo>
                  <a:lnTo>
                    <a:pt x="88382" y="519026"/>
                  </a:lnTo>
                  <a:lnTo>
                    <a:pt x="58221" y="483600"/>
                  </a:lnTo>
                  <a:lnTo>
                    <a:pt x="33681" y="443762"/>
                  </a:lnTo>
                  <a:lnTo>
                    <a:pt x="15383" y="400139"/>
                  </a:lnTo>
                  <a:lnTo>
                    <a:pt x="3949" y="353355"/>
                  </a:lnTo>
                  <a:lnTo>
                    <a:pt x="0" y="3040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 descr=""/>
          <p:cNvSpPr txBox="1"/>
          <p:nvPr/>
        </p:nvSpPr>
        <p:spPr>
          <a:xfrm>
            <a:off x="6832889" y="4482599"/>
            <a:ext cx="2381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𝑡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67" name="object 67" descr=""/>
          <p:cNvGrpSpPr/>
          <p:nvPr/>
        </p:nvGrpSpPr>
        <p:grpSpPr>
          <a:xfrm>
            <a:off x="6358128" y="3959097"/>
            <a:ext cx="1875155" cy="722630"/>
            <a:chOff x="6358128" y="3959097"/>
            <a:chExt cx="1875155" cy="722630"/>
          </a:xfrm>
        </p:grpSpPr>
        <p:sp>
          <p:nvSpPr>
            <p:cNvPr id="68" name="object 68" descr=""/>
            <p:cNvSpPr/>
            <p:nvPr/>
          </p:nvSpPr>
          <p:spPr>
            <a:xfrm>
              <a:off x="6377178" y="4624577"/>
              <a:ext cx="208915" cy="0"/>
            </a:xfrm>
            <a:custGeom>
              <a:avLst/>
              <a:gdLst/>
              <a:ahLst/>
              <a:cxnLst/>
              <a:rect l="l" t="t" r="r" b="b"/>
              <a:pathLst>
                <a:path w="208915" h="0">
                  <a:moveTo>
                    <a:pt x="0" y="0"/>
                  </a:moveTo>
                  <a:lnTo>
                    <a:pt x="208699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6566824" y="4567422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7623048" y="3965447"/>
              <a:ext cx="603885" cy="608330"/>
            </a:xfrm>
            <a:custGeom>
              <a:avLst/>
              <a:gdLst/>
              <a:ahLst/>
              <a:cxnLst/>
              <a:rect l="l" t="t" r="r" b="b"/>
              <a:pathLst>
                <a:path w="603884" h="608329">
                  <a:moveTo>
                    <a:pt x="0" y="304038"/>
                  </a:moveTo>
                  <a:lnTo>
                    <a:pt x="3949" y="254720"/>
                  </a:lnTo>
                  <a:lnTo>
                    <a:pt x="15383" y="207936"/>
                  </a:lnTo>
                  <a:lnTo>
                    <a:pt x="33681" y="164313"/>
                  </a:lnTo>
                  <a:lnTo>
                    <a:pt x="58221" y="124475"/>
                  </a:lnTo>
                  <a:lnTo>
                    <a:pt x="88382" y="89049"/>
                  </a:lnTo>
                  <a:lnTo>
                    <a:pt x="123542" y="58660"/>
                  </a:lnTo>
                  <a:lnTo>
                    <a:pt x="163081" y="33935"/>
                  </a:lnTo>
                  <a:lnTo>
                    <a:pt x="206376" y="15499"/>
                  </a:lnTo>
                  <a:lnTo>
                    <a:pt x="252807" y="3979"/>
                  </a:lnTo>
                  <a:lnTo>
                    <a:pt x="301752" y="0"/>
                  </a:lnTo>
                  <a:lnTo>
                    <a:pt x="350696" y="3979"/>
                  </a:lnTo>
                  <a:lnTo>
                    <a:pt x="397127" y="15499"/>
                  </a:lnTo>
                  <a:lnTo>
                    <a:pt x="440422" y="33935"/>
                  </a:lnTo>
                  <a:lnTo>
                    <a:pt x="479961" y="58660"/>
                  </a:lnTo>
                  <a:lnTo>
                    <a:pt x="515121" y="89049"/>
                  </a:lnTo>
                  <a:lnTo>
                    <a:pt x="545282" y="124475"/>
                  </a:lnTo>
                  <a:lnTo>
                    <a:pt x="569822" y="164313"/>
                  </a:lnTo>
                  <a:lnTo>
                    <a:pt x="588120" y="207936"/>
                  </a:lnTo>
                  <a:lnTo>
                    <a:pt x="599554" y="254720"/>
                  </a:lnTo>
                  <a:lnTo>
                    <a:pt x="603504" y="304038"/>
                  </a:lnTo>
                  <a:lnTo>
                    <a:pt x="599554" y="353355"/>
                  </a:lnTo>
                  <a:lnTo>
                    <a:pt x="588120" y="400139"/>
                  </a:lnTo>
                  <a:lnTo>
                    <a:pt x="569822" y="443762"/>
                  </a:lnTo>
                  <a:lnTo>
                    <a:pt x="545282" y="483600"/>
                  </a:lnTo>
                  <a:lnTo>
                    <a:pt x="515121" y="519026"/>
                  </a:lnTo>
                  <a:lnTo>
                    <a:pt x="479961" y="549415"/>
                  </a:lnTo>
                  <a:lnTo>
                    <a:pt x="440422" y="574140"/>
                  </a:lnTo>
                  <a:lnTo>
                    <a:pt x="397127" y="592576"/>
                  </a:lnTo>
                  <a:lnTo>
                    <a:pt x="350696" y="604096"/>
                  </a:lnTo>
                  <a:lnTo>
                    <a:pt x="301752" y="608076"/>
                  </a:lnTo>
                  <a:lnTo>
                    <a:pt x="252807" y="604096"/>
                  </a:lnTo>
                  <a:lnTo>
                    <a:pt x="206376" y="592576"/>
                  </a:lnTo>
                  <a:lnTo>
                    <a:pt x="163081" y="574140"/>
                  </a:lnTo>
                  <a:lnTo>
                    <a:pt x="123542" y="549415"/>
                  </a:lnTo>
                  <a:lnTo>
                    <a:pt x="88382" y="519026"/>
                  </a:lnTo>
                  <a:lnTo>
                    <a:pt x="58221" y="483600"/>
                  </a:lnTo>
                  <a:lnTo>
                    <a:pt x="33681" y="443762"/>
                  </a:lnTo>
                  <a:lnTo>
                    <a:pt x="15383" y="400139"/>
                  </a:lnTo>
                  <a:lnTo>
                    <a:pt x="3949" y="353355"/>
                  </a:lnTo>
                  <a:lnTo>
                    <a:pt x="0" y="30403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 descr=""/>
          <p:cNvSpPr txBox="1"/>
          <p:nvPr/>
        </p:nvSpPr>
        <p:spPr>
          <a:xfrm>
            <a:off x="6227064" y="3991355"/>
            <a:ext cx="414655" cy="27749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111125">
              <a:lnSpc>
                <a:spcPct val="100000"/>
              </a:lnSpc>
              <a:spcBef>
                <a:spcPts val="320"/>
              </a:spcBef>
            </a:pPr>
            <a:r>
              <a:rPr dirty="0" sz="12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6339" sz="1275" spc="-37">
                <a:latin typeface="Cambria Math"/>
                <a:cs typeface="Cambria Math"/>
              </a:rPr>
              <a:t>1</a:t>
            </a:r>
            <a:endParaRPr baseline="-16339" sz="1275">
              <a:latin typeface="Cambria Math"/>
              <a:cs typeface="Cambria Math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7802862" y="4128843"/>
            <a:ext cx="105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𝑡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7874489" y="4224855"/>
            <a:ext cx="11112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latin typeface="Cambria Math"/>
                <a:cs typeface="Cambria Math"/>
              </a:rPr>
              <a:t>1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74" name="object 74" descr=""/>
          <p:cNvSpPr/>
          <p:nvPr/>
        </p:nvSpPr>
        <p:spPr>
          <a:xfrm>
            <a:off x="7612380" y="4658867"/>
            <a:ext cx="605155" cy="608330"/>
          </a:xfrm>
          <a:custGeom>
            <a:avLst/>
            <a:gdLst/>
            <a:ahLst/>
            <a:cxnLst/>
            <a:rect l="l" t="t" r="r" b="b"/>
            <a:pathLst>
              <a:path w="605154" h="608329">
                <a:moveTo>
                  <a:pt x="0" y="304037"/>
                </a:moveTo>
                <a:lnTo>
                  <a:pt x="3959" y="254720"/>
                </a:lnTo>
                <a:lnTo>
                  <a:pt x="15422" y="207936"/>
                </a:lnTo>
                <a:lnTo>
                  <a:pt x="33767" y="164313"/>
                </a:lnTo>
                <a:lnTo>
                  <a:pt x="58369" y="124475"/>
                </a:lnTo>
                <a:lnTo>
                  <a:pt x="88606" y="89049"/>
                </a:lnTo>
                <a:lnTo>
                  <a:pt x="123855" y="58660"/>
                </a:lnTo>
                <a:lnTo>
                  <a:pt x="163493" y="33935"/>
                </a:lnTo>
                <a:lnTo>
                  <a:pt x="206898" y="15499"/>
                </a:lnTo>
                <a:lnTo>
                  <a:pt x="253445" y="3979"/>
                </a:lnTo>
                <a:lnTo>
                  <a:pt x="302514" y="0"/>
                </a:lnTo>
                <a:lnTo>
                  <a:pt x="351582" y="3979"/>
                </a:lnTo>
                <a:lnTo>
                  <a:pt x="398129" y="15499"/>
                </a:lnTo>
                <a:lnTo>
                  <a:pt x="441534" y="33935"/>
                </a:lnTo>
                <a:lnTo>
                  <a:pt x="481172" y="58660"/>
                </a:lnTo>
                <a:lnTo>
                  <a:pt x="516421" y="89049"/>
                </a:lnTo>
                <a:lnTo>
                  <a:pt x="546658" y="124475"/>
                </a:lnTo>
                <a:lnTo>
                  <a:pt x="571260" y="164313"/>
                </a:lnTo>
                <a:lnTo>
                  <a:pt x="589605" y="207936"/>
                </a:lnTo>
                <a:lnTo>
                  <a:pt x="601068" y="254720"/>
                </a:lnTo>
                <a:lnTo>
                  <a:pt x="605028" y="304037"/>
                </a:lnTo>
                <a:lnTo>
                  <a:pt x="601068" y="353355"/>
                </a:lnTo>
                <a:lnTo>
                  <a:pt x="589605" y="400139"/>
                </a:lnTo>
                <a:lnTo>
                  <a:pt x="571260" y="443762"/>
                </a:lnTo>
                <a:lnTo>
                  <a:pt x="546658" y="483600"/>
                </a:lnTo>
                <a:lnTo>
                  <a:pt x="516421" y="519026"/>
                </a:lnTo>
                <a:lnTo>
                  <a:pt x="481172" y="549415"/>
                </a:lnTo>
                <a:lnTo>
                  <a:pt x="441534" y="574140"/>
                </a:lnTo>
                <a:lnTo>
                  <a:pt x="398129" y="592576"/>
                </a:lnTo>
                <a:lnTo>
                  <a:pt x="351582" y="604096"/>
                </a:lnTo>
                <a:lnTo>
                  <a:pt x="302514" y="608075"/>
                </a:lnTo>
                <a:lnTo>
                  <a:pt x="253445" y="604096"/>
                </a:lnTo>
                <a:lnTo>
                  <a:pt x="206898" y="592576"/>
                </a:lnTo>
                <a:lnTo>
                  <a:pt x="163493" y="574140"/>
                </a:lnTo>
                <a:lnTo>
                  <a:pt x="123855" y="549415"/>
                </a:lnTo>
                <a:lnTo>
                  <a:pt x="88606" y="519026"/>
                </a:lnTo>
                <a:lnTo>
                  <a:pt x="58369" y="483600"/>
                </a:lnTo>
                <a:lnTo>
                  <a:pt x="33767" y="443762"/>
                </a:lnTo>
                <a:lnTo>
                  <a:pt x="15422" y="400139"/>
                </a:lnTo>
                <a:lnTo>
                  <a:pt x="3959" y="353355"/>
                </a:lnTo>
                <a:lnTo>
                  <a:pt x="0" y="304037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 txBox="1"/>
          <p:nvPr/>
        </p:nvSpPr>
        <p:spPr>
          <a:xfrm>
            <a:off x="7765019" y="4822044"/>
            <a:ext cx="2381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𝑡</a:t>
            </a:r>
            <a:r>
              <a:rPr dirty="0" baseline="-14492" sz="1725" spc="-37">
                <a:latin typeface="Cambria Math"/>
                <a:cs typeface="Cambria Math"/>
              </a:rPr>
              <a:t>2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76" name="object 76" descr=""/>
          <p:cNvGrpSpPr/>
          <p:nvPr/>
        </p:nvGrpSpPr>
        <p:grpSpPr>
          <a:xfrm>
            <a:off x="7178040" y="4251989"/>
            <a:ext cx="445770" cy="734060"/>
            <a:chOff x="7178040" y="4251989"/>
            <a:chExt cx="445770" cy="734060"/>
          </a:xfrm>
        </p:grpSpPr>
        <p:sp>
          <p:nvSpPr>
            <p:cNvPr id="77" name="object 77" descr=""/>
            <p:cNvSpPr/>
            <p:nvPr/>
          </p:nvSpPr>
          <p:spPr>
            <a:xfrm>
              <a:off x="7197090" y="4300443"/>
              <a:ext cx="335915" cy="109220"/>
            </a:xfrm>
            <a:custGeom>
              <a:avLst/>
              <a:gdLst/>
              <a:ahLst/>
              <a:cxnLst/>
              <a:rect l="l" t="t" r="r" b="b"/>
              <a:pathLst>
                <a:path w="335915" h="109220">
                  <a:moveTo>
                    <a:pt x="0" y="109080"/>
                  </a:moveTo>
                  <a:lnTo>
                    <a:pt x="335699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7497005" y="4251989"/>
              <a:ext cx="127000" cy="109220"/>
            </a:xfrm>
            <a:custGeom>
              <a:avLst/>
              <a:gdLst/>
              <a:ahLst/>
              <a:cxnLst/>
              <a:rect l="l" t="t" r="r" b="b"/>
              <a:pathLst>
                <a:path w="127000" h="109220">
                  <a:moveTo>
                    <a:pt x="0" y="0"/>
                  </a:moveTo>
                  <a:lnTo>
                    <a:pt x="35331" y="108699"/>
                  </a:lnTo>
                  <a:lnTo>
                    <a:pt x="126377" y="19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7197090" y="4839462"/>
              <a:ext cx="325755" cy="97155"/>
            </a:xfrm>
            <a:custGeom>
              <a:avLst/>
              <a:gdLst/>
              <a:ahLst/>
              <a:cxnLst/>
              <a:rect l="l" t="t" r="r" b="b"/>
              <a:pathLst>
                <a:path w="325754" h="97154">
                  <a:moveTo>
                    <a:pt x="0" y="0"/>
                  </a:moveTo>
                  <a:lnTo>
                    <a:pt x="325602" y="97002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7488123" y="4876254"/>
              <a:ext cx="126364" cy="109855"/>
            </a:xfrm>
            <a:custGeom>
              <a:avLst/>
              <a:gdLst/>
              <a:ahLst/>
              <a:cxnLst/>
              <a:rect l="l" t="t" r="r" b="b"/>
              <a:pathLst>
                <a:path w="126365" h="109854">
                  <a:moveTo>
                    <a:pt x="32639" y="0"/>
                  </a:moveTo>
                  <a:lnTo>
                    <a:pt x="0" y="109537"/>
                  </a:lnTo>
                  <a:lnTo>
                    <a:pt x="125857" y="87414"/>
                  </a:lnTo>
                  <a:lnTo>
                    <a:pt x="326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1" name="object 81" descr=""/>
          <p:cNvSpPr txBox="1"/>
          <p:nvPr/>
        </p:nvSpPr>
        <p:spPr>
          <a:xfrm>
            <a:off x="7337535" y="4100124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82" name="object 82" descr=""/>
          <p:cNvSpPr txBox="1"/>
          <p:nvPr/>
        </p:nvSpPr>
        <p:spPr>
          <a:xfrm>
            <a:off x="7321715" y="4902780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83" name="object 83" descr=""/>
          <p:cNvGrpSpPr/>
          <p:nvPr/>
        </p:nvGrpSpPr>
        <p:grpSpPr>
          <a:xfrm>
            <a:off x="9197085" y="3756405"/>
            <a:ext cx="2319020" cy="1660525"/>
            <a:chOff x="9197085" y="3756405"/>
            <a:chExt cx="2319020" cy="1660525"/>
          </a:xfrm>
        </p:grpSpPr>
        <p:sp>
          <p:nvSpPr>
            <p:cNvPr id="84" name="object 84" descr=""/>
            <p:cNvSpPr/>
            <p:nvPr/>
          </p:nvSpPr>
          <p:spPr>
            <a:xfrm>
              <a:off x="9203435" y="3762755"/>
              <a:ext cx="2306320" cy="1647825"/>
            </a:xfrm>
            <a:custGeom>
              <a:avLst/>
              <a:gdLst/>
              <a:ahLst/>
              <a:cxnLst/>
              <a:rect l="l" t="t" r="r" b="b"/>
              <a:pathLst>
                <a:path w="2306320" h="1647825">
                  <a:moveTo>
                    <a:pt x="2305812" y="0"/>
                  </a:moveTo>
                  <a:lnTo>
                    <a:pt x="0" y="0"/>
                  </a:lnTo>
                  <a:lnTo>
                    <a:pt x="0" y="1647444"/>
                  </a:lnTo>
                  <a:lnTo>
                    <a:pt x="2305812" y="1647444"/>
                  </a:lnTo>
                  <a:lnTo>
                    <a:pt x="230581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9203435" y="3762755"/>
              <a:ext cx="2306320" cy="1647825"/>
            </a:xfrm>
            <a:custGeom>
              <a:avLst/>
              <a:gdLst/>
              <a:ahLst/>
              <a:cxnLst/>
              <a:rect l="l" t="t" r="r" b="b"/>
              <a:pathLst>
                <a:path w="2306320" h="1647825">
                  <a:moveTo>
                    <a:pt x="0" y="0"/>
                  </a:moveTo>
                  <a:lnTo>
                    <a:pt x="2305812" y="0"/>
                  </a:lnTo>
                  <a:lnTo>
                    <a:pt x="2305812" y="1647444"/>
                  </a:lnTo>
                  <a:lnTo>
                    <a:pt x="0" y="164744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6" name="object 86" descr=""/>
          <p:cNvSpPr txBox="1"/>
          <p:nvPr/>
        </p:nvSpPr>
        <p:spPr>
          <a:xfrm>
            <a:off x="9386316" y="4041647"/>
            <a:ext cx="417830" cy="277495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110489">
              <a:lnSpc>
                <a:spcPct val="100000"/>
              </a:lnSpc>
              <a:spcBef>
                <a:spcPts val="325"/>
              </a:spcBef>
            </a:pPr>
            <a:r>
              <a:rPr dirty="0" sz="12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6339" sz="1275" spc="-37">
                <a:latin typeface="Cambria Math"/>
                <a:cs typeface="Cambria Math"/>
              </a:rPr>
              <a:t>2</a:t>
            </a:r>
            <a:endParaRPr baseline="-16339" sz="1275">
              <a:latin typeface="Cambria Math"/>
              <a:cs typeface="Cambria Math"/>
            </a:endParaRPr>
          </a:p>
        </p:txBody>
      </p:sp>
      <p:grpSp>
        <p:nvGrpSpPr>
          <p:cNvPr id="87" name="object 87" descr=""/>
          <p:cNvGrpSpPr/>
          <p:nvPr/>
        </p:nvGrpSpPr>
        <p:grpSpPr>
          <a:xfrm>
            <a:off x="9733533" y="4359909"/>
            <a:ext cx="616585" cy="621030"/>
            <a:chOff x="9733533" y="4359909"/>
            <a:chExt cx="616585" cy="621030"/>
          </a:xfrm>
        </p:grpSpPr>
        <p:sp>
          <p:nvSpPr>
            <p:cNvPr id="88" name="object 88" descr=""/>
            <p:cNvSpPr/>
            <p:nvPr/>
          </p:nvSpPr>
          <p:spPr>
            <a:xfrm>
              <a:off x="9739883" y="4366259"/>
              <a:ext cx="603885" cy="608330"/>
            </a:xfrm>
            <a:custGeom>
              <a:avLst/>
              <a:gdLst/>
              <a:ahLst/>
              <a:cxnLst/>
              <a:rect l="l" t="t" r="r" b="b"/>
              <a:pathLst>
                <a:path w="603884" h="608329">
                  <a:moveTo>
                    <a:pt x="301752" y="0"/>
                  </a:moveTo>
                  <a:lnTo>
                    <a:pt x="252807" y="3979"/>
                  </a:lnTo>
                  <a:lnTo>
                    <a:pt x="206376" y="15499"/>
                  </a:lnTo>
                  <a:lnTo>
                    <a:pt x="163081" y="33935"/>
                  </a:lnTo>
                  <a:lnTo>
                    <a:pt x="123542" y="58660"/>
                  </a:lnTo>
                  <a:lnTo>
                    <a:pt x="88382" y="89049"/>
                  </a:lnTo>
                  <a:lnTo>
                    <a:pt x="58221" y="124475"/>
                  </a:lnTo>
                  <a:lnTo>
                    <a:pt x="33681" y="164313"/>
                  </a:lnTo>
                  <a:lnTo>
                    <a:pt x="15383" y="207936"/>
                  </a:lnTo>
                  <a:lnTo>
                    <a:pt x="3949" y="254720"/>
                  </a:lnTo>
                  <a:lnTo>
                    <a:pt x="0" y="304038"/>
                  </a:lnTo>
                  <a:lnTo>
                    <a:pt x="3949" y="353355"/>
                  </a:lnTo>
                  <a:lnTo>
                    <a:pt x="15383" y="400139"/>
                  </a:lnTo>
                  <a:lnTo>
                    <a:pt x="33681" y="443762"/>
                  </a:lnTo>
                  <a:lnTo>
                    <a:pt x="58221" y="483600"/>
                  </a:lnTo>
                  <a:lnTo>
                    <a:pt x="88382" y="519026"/>
                  </a:lnTo>
                  <a:lnTo>
                    <a:pt x="123542" y="549415"/>
                  </a:lnTo>
                  <a:lnTo>
                    <a:pt x="163081" y="574140"/>
                  </a:lnTo>
                  <a:lnTo>
                    <a:pt x="206376" y="592576"/>
                  </a:lnTo>
                  <a:lnTo>
                    <a:pt x="252807" y="604096"/>
                  </a:lnTo>
                  <a:lnTo>
                    <a:pt x="301752" y="608076"/>
                  </a:lnTo>
                  <a:lnTo>
                    <a:pt x="350696" y="604096"/>
                  </a:lnTo>
                  <a:lnTo>
                    <a:pt x="397127" y="592576"/>
                  </a:lnTo>
                  <a:lnTo>
                    <a:pt x="440422" y="574140"/>
                  </a:lnTo>
                  <a:lnTo>
                    <a:pt x="479961" y="549415"/>
                  </a:lnTo>
                  <a:lnTo>
                    <a:pt x="515121" y="519026"/>
                  </a:lnTo>
                  <a:lnTo>
                    <a:pt x="545282" y="483600"/>
                  </a:lnTo>
                  <a:lnTo>
                    <a:pt x="569822" y="443762"/>
                  </a:lnTo>
                  <a:lnTo>
                    <a:pt x="588120" y="400139"/>
                  </a:lnTo>
                  <a:lnTo>
                    <a:pt x="599554" y="353355"/>
                  </a:lnTo>
                  <a:lnTo>
                    <a:pt x="603504" y="304038"/>
                  </a:lnTo>
                  <a:lnTo>
                    <a:pt x="599554" y="254720"/>
                  </a:lnTo>
                  <a:lnTo>
                    <a:pt x="588120" y="207936"/>
                  </a:lnTo>
                  <a:lnTo>
                    <a:pt x="569822" y="164313"/>
                  </a:lnTo>
                  <a:lnTo>
                    <a:pt x="545282" y="124475"/>
                  </a:lnTo>
                  <a:lnTo>
                    <a:pt x="515121" y="89049"/>
                  </a:lnTo>
                  <a:lnTo>
                    <a:pt x="479961" y="58660"/>
                  </a:lnTo>
                  <a:lnTo>
                    <a:pt x="440422" y="33935"/>
                  </a:lnTo>
                  <a:lnTo>
                    <a:pt x="397127" y="15499"/>
                  </a:lnTo>
                  <a:lnTo>
                    <a:pt x="350696" y="3979"/>
                  </a:lnTo>
                  <a:lnTo>
                    <a:pt x="3017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9739883" y="4366259"/>
              <a:ext cx="603885" cy="608330"/>
            </a:xfrm>
            <a:custGeom>
              <a:avLst/>
              <a:gdLst/>
              <a:ahLst/>
              <a:cxnLst/>
              <a:rect l="l" t="t" r="r" b="b"/>
              <a:pathLst>
                <a:path w="603884" h="608329">
                  <a:moveTo>
                    <a:pt x="0" y="304038"/>
                  </a:moveTo>
                  <a:lnTo>
                    <a:pt x="3949" y="254720"/>
                  </a:lnTo>
                  <a:lnTo>
                    <a:pt x="15383" y="207936"/>
                  </a:lnTo>
                  <a:lnTo>
                    <a:pt x="33681" y="164313"/>
                  </a:lnTo>
                  <a:lnTo>
                    <a:pt x="58221" y="124475"/>
                  </a:lnTo>
                  <a:lnTo>
                    <a:pt x="88382" y="89049"/>
                  </a:lnTo>
                  <a:lnTo>
                    <a:pt x="123542" y="58660"/>
                  </a:lnTo>
                  <a:lnTo>
                    <a:pt x="163081" y="33935"/>
                  </a:lnTo>
                  <a:lnTo>
                    <a:pt x="206376" y="15499"/>
                  </a:lnTo>
                  <a:lnTo>
                    <a:pt x="252807" y="3979"/>
                  </a:lnTo>
                  <a:lnTo>
                    <a:pt x="301752" y="0"/>
                  </a:lnTo>
                  <a:lnTo>
                    <a:pt x="350696" y="3979"/>
                  </a:lnTo>
                  <a:lnTo>
                    <a:pt x="397127" y="15499"/>
                  </a:lnTo>
                  <a:lnTo>
                    <a:pt x="440422" y="33935"/>
                  </a:lnTo>
                  <a:lnTo>
                    <a:pt x="479961" y="58660"/>
                  </a:lnTo>
                  <a:lnTo>
                    <a:pt x="515121" y="89049"/>
                  </a:lnTo>
                  <a:lnTo>
                    <a:pt x="545282" y="124475"/>
                  </a:lnTo>
                  <a:lnTo>
                    <a:pt x="569822" y="164313"/>
                  </a:lnTo>
                  <a:lnTo>
                    <a:pt x="588120" y="207936"/>
                  </a:lnTo>
                  <a:lnTo>
                    <a:pt x="599554" y="254720"/>
                  </a:lnTo>
                  <a:lnTo>
                    <a:pt x="603504" y="304038"/>
                  </a:lnTo>
                  <a:lnTo>
                    <a:pt x="599554" y="353355"/>
                  </a:lnTo>
                  <a:lnTo>
                    <a:pt x="588120" y="400139"/>
                  </a:lnTo>
                  <a:lnTo>
                    <a:pt x="569822" y="443762"/>
                  </a:lnTo>
                  <a:lnTo>
                    <a:pt x="545282" y="483600"/>
                  </a:lnTo>
                  <a:lnTo>
                    <a:pt x="515121" y="519026"/>
                  </a:lnTo>
                  <a:lnTo>
                    <a:pt x="479961" y="549415"/>
                  </a:lnTo>
                  <a:lnTo>
                    <a:pt x="440422" y="574140"/>
                  </a:lnTo>
                  <a:lnTo>
                    <a:pt x="397127" y="592576"/>
                  </a:lnTo>
                  <a:lnTo>
                    <a:pt x="350696" y="604096"/>
                  </a:lnTo>
                  <a:lnTo>
                    <a:pt x="301752" y="608076"/>
                  </a:lnTo>
                  <a:lnTo>
                    <a:pt x="252807" y="604096"/>
                  </a:lnTo>
                  <a:lnTo>
                    <a:pt x="206376" y="592576"/>
                  </a:lnTo>
                  <a:lnTo>
                    <a:pt x="163081" y="574140"/>
                  </a:lnTo>
                  <a:lnTo>
                    <a:pt x="123542" y="549415"/>
                  </a:lnTo>
                  <a:lnTo>
                    <a:pt x="88382" y="519026"/>
                  </a:lnTo>
                  <a:lnTo>
                    <a:pt x="58221" y="483600"/>
                  </a:lnTo>
                  <a:lnTo>
                    <a:pt x="33681" y="443762"/>
                  </a:lnTo>
                  <a:lnTo>
                    <a:pt x="15383" y="400139"/>
                  </a:lnTo>
                  <a:lnTo>
                    <a:pt x="3949" y="353355"/>
                  </a:lnTo>
                  <a:lnTo>
                    <a:pt x="0" y="30403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0" name="object 90" descr=""/>
          <p:cNvSpPr txBox="1"/>
          <p:nvPr/>
        </p:nvSpPr>
        <p:spPr>
          <a:xfrm>
            <a:off x="9872014" y="4529626"/>
            <a:ext cx="2781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𝑔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91" name="object 91" descr=""/>
          <p:cNvGrpSpPr/>
          <p:nvPr/>
        </p:nvGrpSpPr>
        <p:grpSpPr>
          <a:xfrm>
            <a:off x="9418319" y="4006341"/>
            <a:ext cx="1873250" cy="722630"/>
            <a:chOff x="9418319" y="4006341"/>
            <a:chExt cx="1873250" cy="722630"/>
          </a:xfrm>
        </p:grpSpPr>
        <p:sp>
          <p:nvSpPr>
            <p:cNvPr id="92" name="object 92" descr=""/>
            <p:cNvSpPr/>
            <p:nvPr/>
          </p:nvSpPr>
          <p:spPr>
            <a:xfrm>
              <a:off x="9437369" y="4671821"/>
              <a:ext cx="208915" cy="0"/>
            </a:xfrm>
            <a:custGeom>
              <a:avLst/>
              <a:gdLst/>
              <a:ahLst/>
              <a:cxnLst/>
              <a:rect l="l" t="t" r="r" b="b"/>
              <a:pathLst>
                <a:path w="208915" h="0">
                  <a:moveTo>
                    <a:pt x="0" y="0"/>
                  </a:moveTo>
                  <a:lnTo>
                    <a:pt x="208699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9627014" y="4614666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10681715" y="4012691"/>
              <a:ext cx="603885" cy="608330"/>
            </a:xfrm>
            <a:custGeom>
              <a:avLst/>
              <a:gdLst/>
              <a:ahLst/>
              <a:cxnLst/>
              <a:rect l="l" t="t" r="r" b="b"/>
              <a:pathLst>
                <a:path w="603884" h="608329">
                  <a:moveTo>
                    <a:pt x="0" y="304037"/>
                  </a:moveTo>
                  <a:lnTo>
                    <a:pt x="3949" y="254720"/>
                  </a:lnTo>
                  <a:lnTo>
                    <a:pt x="15383" y="207936"/>
                  </a:lnTo>
                  <a:lnTo>
                    <a:pt x="33681" y="164313"/>
                  </a:lnTo>
                  <a:lnTo>
                    <a:pt x="58221" y="124475"/>
                  </a:lnTo>
                  <a:lnTo>
                    <a:pt x="88382" y="89049"/>
                  </a:lnTo>
                  <a:lnTo>
                    <a:pt x="123542" y="58660"/>
                  </a:lnTo>
                  <a:lnTo>
                    <a:pt x="163081" y="33935"/>
                  </a:lnTo>
                  <a:lnTo>
                    <a:pt x="206376" y="15499"/>
                  </a:lnTo>
                  <a:lnTo>
                    <a:pt x="252807" y="3979"/>
                  </a:lnTo>
                  <a:lnTo>
                    <a:pt x="301752" y="0"/>
                  </a:lnTo>
                  <a:lnTo>
                    <a:pt x="350696" y="3979"/>
                  </a:lnTo>
                  <a:lnTo>
                    <a:pt x="397127" y="15499"/>
                  </a:lnTo>
                  <a:lnTo>
                    <a:pt x="440422" y="33935"/>
                  </a:lnTo>
                  <a:lnTo>
                    <a:pt x="479961" y="58660"/>
                  </a:lnTo>
                  <a:lnTo>
                    <a:pt x="515121" y="89049"/>
                  </a:lnTo>
                  <a:lnTo>
                    <a:pt x="545282" y="124475"/>
                  </a:lnTo>
                  <a:lnTo>
                    <a:pt x="569822" y="164313"/>
                  </a:lnTo>
                  <a:lnTo>
                    <a:pt x="588120" y="207936"/>
                  </a:lnTo>
                  <a:lnTo>
                    <a:pt x="599554" y="254720"/>
                  </a:lnTo>
                  <a:lnTo>
                    <a:pt x="603504" y="304037"/>
                  </a:lnTo>
                  <a:lnTo>
                    <a:pt x="599554" y="353355"/>
                  </a:lnTo>
                  <a:lnTo>
                    <a:pt x="588120" y="400139"/>
                  </a:lnTo>
                  <a:lnTo>
                    <a:pt x="569822" y="443762"/>
                  </a:lnTo>
                  <a:lnTo>
                    <a:pt x="545282" y="483600"/>
                  </a:lnTo>
                  <a:lnTo>
                    <a:pt x="515121" y="519026"/>
                  </a:lnTo>
                  <a:lnTo>
                    <a:pt x="479961" y="549415"/>
                  </a:lnTo>
                  <a:lnTo>
                    <a:pt x="440422" y="574140"/>
                  </a:lnTo>
                  <a:lnTo>
                    <a:pt x="397127" y="592576"/>
                  </a:lnTo>
                  <a:lnTo>
                    <a:pt x="350696" y="604096"/>
                  </a:lnTo>
                  <a:lnTo>
                    <a:pt x="301752" y="608075"/>
                  </a:lnTo>
                  <a:lnTo>
                    <a:pt x="252807" y="604096"/>
                  </a:lnTo>
                  <a:lnTo>
                    <a:pt x="206376" y="592576"/>
                  </a:lnTo>
                  <a:lnTo>
                    <a:pt x="163081" y="574140"/>
                  </a:lnTo>
                  <a:lnTo>
                    <a:pt x="123542" y="549415"/>
                  </a:lnTo>
                  <a:lnTo>
                    <a:pt x="88382" y="519026"/>
                  </a:lnTo>
                  <a:lnTo>
                    <a:pt x="58221" y="483600"/>
                  </a:lnTo>
                  <a:lnTo>
                    <a:pt x="33681" y="443762"/>
                  </a:lnTo>
                  <a:lnTo>
                    <a:pt x="15383" y="400139"/>
                  </a:lnTo>
                  <a:lnTo>
                    <a:pt x="3949" y="353355"/>
                  </a:lnTo>
                  <a:lnTo>
                    <a:pt x="0" y="3040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5" name="object 95" descr=""/>
          <p:cNvSpPr txBox="1"/>
          <p:nvPr/>
        </p:nvSpPr>
        <p:spPr>
          <a:xfrm>
            <a:off x="10816584" y="4175870"/>
            <a:ext cx="2730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𝑔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96" name="object 96" descr=""/>
          <p:cNvSpPr/>
          <p:nvPr/>
        </p:nvSpPr>
        <p:spPr>
          <a:xfrm>
            <a:off x="10672571" y="4706111"/>
            <a:ext cx="603885" cy="608330"/>
          </a:xfrm>
          <a:custGeom>
            <a:avLst/>
            <a:gdLst/>
            <a:ahLst/>
            <a:cxnLst/>
            <a:rect l="l" t="t" r="r" b="b"/>
            <a:pathLst>
              <a:path w="603884" h="608329">
                <a:moveTo>
                  <a:pt x="0" y="304038"/>
                </a:moveTo>
                <a:lnTo>
                  <a:pt x="3949" y="254720"/>
                </a:lnTo>
                <a:lnTo>
                  <a:pt x="15383" y="207936"/>
                </a:lnTo>
                <a:lnTo>
                  <a:pt x="33681" y="164313"/>
                </a:lnTo>
                <a:lnTo>
                  <a:pt x="58221" y="124475"/>
                </a:lnTo>
                <a:lnTo>
                  <a:pt x="88382" y="89049"/>
                </a:lnTo>
                <a:lnTo>
                  <a:pt x="123542" y="58660"/>
                </a:lnTo>
                <a:lnTo>
                  <a:pt x="163081" y="33935"/>
                </a:lnTo>
                <a:lnTo>
                  <a:pt x="206376" y="15499"/>
                </a:lnTo>
                <a:lnTo>
                  <a:pt x="252807" y="3979"/>
                </a:lnTo>
                <a:lnTo>
                  <a:pt x="301752" y="0"/>
                </a:lnTo>
                <a:lnTo>
                  <a:pt x="350696" y="3979"/>
                </a:lnTo>
                <a:lnTo>
                  <a:pt x="397127" y="15499"/>
                </a:lnTo>
                <a:lnTo>
                  <a:pt x="440422" y="33935"/>
                </a:lnTo>
                <a:lnTo>
                  <a:pt x="479961" y="58660"/>
                </a:lnTo>
                <a:lnTo>
                  <a:pt x="515121" y="89049"/>
                </a:lnTo>
                <a:lnTo>
                  <a:pt x="545282" y="124475"/>
                </a:lnTo>
                <a:lnTo>
                  <a:pt x="569822" y="164313"/>
                </a:lnTo>
                <a:lnTo>
                  <a:pt x="588120" y="207936"/>
                </a:lnTo>
                <a:lnTo>
                  <a:pt x="599554" y="254720"/>
                </a:lnTo>
                <a:lnTo>
                  <a:pt x="603504" y="304038"/>
                </a:lnTo>
                <a:lnTo>
                  <a:pt x="599554" y="353355"/>
                </a:lnTo>
                <a:lnTo>
                  <a:pt x="588120" y="400139"/>
                </a:lnTo>
                <a:lnTo>
                  <a:pt x="569822" y="443762"/>
                </a:lnTo>
                <a:lnTo>
                  <a:pt x="545282" y="483600"/>
                </a:lnTo>
                <a:lnTo>
                  <a:pt x="515121" y="519026"/>
                </a:lnTo>
                <a:lnTo>
                  <a:pt x="479961" y="549415"/>
                </a:lnTo>
                <a:lnTo>
                  <a:pt x="440422" y="574140"/>
                </a:lnTo>
                <a:lnTo>
                  <a:pt x="397127" y="592576"/>
                </a:lnTo>
                <a:lnTo>
                  <a:pt x="350696" y="604096"/>
                </a:lnTo>
                <a:lnTo>
                  <a:pt x="301752" y="608076"/>
                </a:lnTo>
                <a:lnTo>
                  <a:pt x="252807" y="604096"/>
                </a:lnTo>
                <a:lnTo>
                  <a:pt x="206376" y="592576"/>
                </a:lnTo>
                <a:lnTo>
                  <a:pt x="163081" y="574140"/>
                </a:lnTo>
                <a:lnTo>
                  <a:pt x="123542" y="549415"/>
                </a:lnTo>
                <a:lnTo>
                  <a:pt x="88382" y="519026"/>
                </a:lnTo>
                <a:lnTo>
                  <a:pt x="58221" y="483600"/>
                </a:lnTo>
                <a:lnTo>
                  <a:pt x="33681" y="443762"/>
                </a:lnTo>
                <a:lnTo>
                  <a:pt x="15383" y="400139"/>
                </a:lnTo>
                <a:lnTo>
                  <a:pt x="3949" y="353355"/>
                </a:lnTo>
                <a:lnTo>
                  <a:pt x="0" y="304038"/>
                </a:lnTo>
                <a:close/>
              </a:path>
            </a:pathLst>
          </a:custGeom>
          <a:ln w="1270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 descr=""/>
          <p:cNvSpPr txBox="1"/>
          <p:nvPr/>
        </p:nvSpPr>
        <p:spPr>
          <a:xfrm>
            <a:off x="10804143" y="4869070"/>
            <a:ext cx="2781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𝑔</a:t>
            </a:r>
            <a:r>
              <a:rPr dirty="0" baseline="-14492" sz="1725" spc="-37">
                <a:latin typeface="Cambria Math"/>
                <a:cs typeface="Cambria Math"/>
              </a:rPr>
              <a:t>2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98" name="object 98" descr=""/>
          <p:cNvGrpSpPr/>
          <p:nvPr/>
        </p:nvGrpSpPr>
        <p:grpSpPr>
          <a:xfrm>
            <a:off x="10236707" y="4297709"/>
            <a:ext cx="445770" cy="735330"/>
            <a:chOff x="10236707" y="4297709"/>
            <a:chExt cx="445770" cy="735330"/>
          </a:xfrm>
        </p:grpSpPr>
        <p:sp>
          <p:nvSpPr>
            <p:cNvPr id="99" name="object 99" descr=""/>
            <p:cNvSpPr/>
            <p:nvPr/>
          </p:nvSpPr>
          <p:spPr>
            <a:xfrm>
              <a:off x="10255757" y="4346163"/>
              <a:ext cx="335915" cy="109220"/>
            </a:xfrm>
            <a:custGeom>
              <a:avLst/>
              <a:gdLst/>
              <a:ahLst/>
              <a:cxnLst/>
              <a:rect l="l" t="t" r="r" b="b"/>
              <a:pathLst>
                <a:path w="335915" h="109220">
                  <a:moveTo>
                    <a:pt x="0" y="109080"/>
                  </a:moveTo>
                  <a:lnTo>
                    <a:pt x="335699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10555672" y="4297709"/>
              <a:ext cx="127000" cy="109220"/>
            </a:xfrm>
            <a:custGeom>
              <a:avLst/>
              <a:gdLst/>
              <a:ahLst/>
              <a:cxnLst/>
              <a:rect l="l" t="t" r="r" b="b"/>
              <a:pathLst>
                <a:path w="127000" h="109220">
                  <a:moveTo>
                    <a:pt x="0" y="0"/>
                  </a:moveTo>
                  <a:lnTo>
                    <a:pt x="35331" y="108699"/>
                  </a:lnTo>
                  <a:lnTo>
                    <a:pt x="126377" y="19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10255757" y="4886706"/>
              <a:ext cx="325755" cy="97155"/>
            </a:xfrm>
            <a:custGeom>
              <a:avLst/>
              <a:gdLst/>
              <a:ahLst/>
              <a:cxnLst/>
              <a:rect l="l" t="t" r="r" b="b"/>
              <a:pathLst>
                <a:path w="325754" h="97154">
                  <a:moveTo>
                    <a:pt x="0" y="0"/>
                  </a:moveTo>
                  <a:lnTo>
                    <a:pt x="325602" y="97002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10546789" y="4923498"/>
              <a:ext cx="126364" cy="109855"/>
            </a:xfrm>
            <a:custGeom>
              <a:avLst/>
              <a:gdLst/>
              <a:ahLst/>
              <a:cxnLst/>
              <a:rect l="l" t="t" r="r" b="b"/>
              <a:pathLst>
                <a:path w="126365" h="109854">
                  <a:moveTo>
                    <a:pt x="32639" y="0"/>
                  </a:moveTo>
                  <a:lnTo>
                    <a:pt x="0" y="109537"/>
                  </a:lnTo>
                  <a:lnTo>
                    <a:pt x="125857" y="87414"/>
                  </a:lnTo>
                  <a:lnTo>
                    <a:pt x="326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3" name="object 103" descr=""/>
          <p:cNvSpPr txBox="1"/>
          <p:nvPr/>
        </p:nvSpPr>
        <p:spPr>
          <a:xfrm>
            <a:off x="10394850" y="4194365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04" name="object 104" descr=""/>
          <p:cNvSpPr txBox="1"/>
          <p:nvPr/>
        </p:nvSpPr>
        <p:spPr>
          <a:xfrm>
            <a:off x="10379027" y="4950886"/>
            <a:ext cx="10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 Math"/>
                <a:cs typeface="Cambria Math"/>
              </a:rPr>
              <a:t>𝑏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105" name="object 105" descr=""/>
          <p:cNvGrpSpPr/>
          <p:nvPr/>
        </p:nvGrpSpPr>
        <p:grpSpPr>
          <a:xfrm>
            <a:off x="8208264" y="4251959"/>
            <a:ext cx="3007360" cy="1003300"/>
            <a:chOff x="8208264" y="4251959"/>
            <a:chExt cx="3007360" cy="1003300"/>
          </a:xfrm>
        </p:grpSpPr>
        <p:sp>
          <p:nvSpPr>
            <p:cNvPr id="106" name="object 106" descr=""/>
            <p:cNvSpPr/>
            <p:nvPr/>
          </p:nvSpPr>
          <p:spPr>
            <a:xfrm>
              <a:off x="10735056" y="4770119"/>
              <a:ext cx="474345" cy="478790"/>
            </a:xfrm>
            <a:custGeom>
              <a:avLst/>
              <a:gdLst/>
              <a:ahLst/>
              <a:cxnLst/>
              <a:rect l="l" t="t" r="r" b="b"/>
              <a:pathLst>
                <a:path w="474345" h="478789">
                  <a:moveTo>
                    <a:pt x="0" y="239267"/>
                  </a:moveTo>
                  <a:lnTo>
                    <a:pt x="4814" y="191047"/>
                  </a:lnTo>
                  <a:lnTo>
                    <a:pt x="18622" y="146134"/>
                  </a:lnTo>
                  <a:lnTo>
                    <a:pt x="40471" y="105491"/>
                  </a:lnTo>
                  <a:lnTo>
                    <a:pt x="69408" y="70080"/>
                  </a:lnTo>
                  <a:lnTo>
                    <a:pt x="104481" y="40863"/>
                  </a:lnTo>
                  <a:lnTo>
                    <a:pt x="144735" y="18802"/>
                  </a:lnTo>
                  <a:lnTo>
                    <a:pt x="189220" y="4861"/>
                  </a:lnTo>
                  <a:lnTo>
                    <a:pt x="236982" y="0"/>
                  </a:lnTo>
                  <a:lnTo>
                    <a:pt x="284743" y="4861"/>
                  </a:lnTo>
                  <a:lnTo>
                    <a:pt x="329228" y="18802"/>
                  </a:lnTo>
                  <a:lnTo>
                    <a:pt x="369482" y="40863"/>
                  </a:lnTo>
                  <a:lnTo>
                    <a:pt x="404555" y="70080"/>
                  </a:lnTo>
                  <a:lnTo>
                    <a:pt x="433492" y="105491"/>
                  </a:lnTo>
                  <a:lnTo>
                    <a:pt x="455341" y="146134"/>
                  </a:lnTo>
                  <a:lnTo>
                    <a:pt x="469149" y="191047"/>
                  </a:lnTo>
                  <a:lnTo>
                    <a:pt x="473964" y="239267"/>
                  </a:lnTo>
                  <a:lnTo>
                    <a:pt x="469149" y="287488"/>
                  </a:lnTo>
                  <a:lnTo>
                    <a:pt x="455341" y="332401"/>
                  </a:lnTo>
                  <a:lnTo>
                    <a:pt x="433492" y="373044"/>
                  </a:lnTo>
                  <a:lnTo>
                    <a:pt x="404555" y="408455"/>
                  </a:lnTo>
                  <a:lnTo>
                    <a:pt x="369482" y="437672"/>
                  </a:lnTo>
                  <a:lnTo>
                    <a:pt x="329228" y="459733"/>
                  </a:lnTo>
                  <a:lnTo>
                    <a:pt x="284743" y="473674"/>
                  </a:lnTo>
                  <a:lnTo>
                    <a:pt x="236982" y="478535"/>
                  </a:lnTo>
                  <a:lnTo>
                    <a:pt x="189220" y="473674"/>
                  </a:lnTo>
                  <a:lnTo>
                    <a:pt x="144735" y="459733"/>
                  </a:lnTo>
                  <a:lnTo>
                    <a:pt x="104481" y="437672"/>
                  </a:lnTo>
                  <a:lnTo>
                    <a:pt x="69408" y="408455"/>
                  </a:lnTo>
                  <a:lnTo>
                    <a:pt x="40471" y="373044"/>
                  </a:lnTo>
                  <a:lnTo>
                    <a:pt x="18622" y="332401"/>
                  </a:lnTo>
                  <a:lnTo>
                    <a:pt x="4814" y="287488"/>
                  </a:lnTo>
                  <a:lnTo>
                    <a:pt x="0" y="23926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8227314" y="4271009"/>
              <a:ext cx="1155065" cy="372110"/>
            </a:xfrm>
            <a:custGeom>
              <a:avLst/>
              <a:gdLst/>
              <a:ahLst/>
              <a:cxnLst/>
              <a:rect l="l" t="t" r="r" b="b"/>
              <a:pathLst>
                <a:path w="1155065" h="372110">
                  <a:moveTo>
                    <a:pt x="0" y="0"/>
                  </a:moveTo>
                  <a:lnTo>
                    <a:pt x="1154557" y="37160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9346220" y="4582368"/>
              <a:ext cx="126364" cy="109220"/>
            </a:xfrm>
            <a:custGeom>
              <a:avLst/>
              <a:gdLst/>
              <a:ahLst/>
              <a:cxnLst/>
              <a:rect l="l" t="t" r="r" b="b"/>
              <a:pathLst>
                <a:path w="126365" h="109220">
                  <a:moveTo>
                    <a:pt x="35026" y="0"/>
                  </a:moveTo>
                  <a:lnTo>
                    <a:pt x="0" y="108800"/>
                  </a:lnTo>
                  <a:lnTo>
                    <a:pt x="126314" y="89420"/>
                  </a:lnTo>
                  <a:lnTo>
                    <a:pt x="350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9" name="object 109" descr=""/>
          <p:cNvSpPr txBox="1"/>
          <p:nvPr/>
        </p:nvSpPr>
        <p:spPr>
          <a:xfrm>
            <a:off x="6370247" y="5459284"/>
            <a:ext cx="47148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89530" algn="l"/>
                <a:tab pos="2910840" algn="l"/>
                <a:tab pos="4046220" algn="l"/>
              </a:tabLst>
            </a:pPr>
            <a:r>
              <a:rPr dirty="0" sz="20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000" spc="434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should</a:t>
            </a:r>
            <a:r>
              <a:rPr dirty="0" sz="2000" spc="-5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accept</a:t>
            </a:r>
            <a:r>
              <a:rPr dirty="0" sz="2000" spc="-55">
                <a:latin typeface="Franklin Gothic Medium"/>
                <a:cs typeface="Franklin Gothic Medium"/>
              </a:rPr>
              <a:t> </a:t>
            </a:r>
            <a:r>
              <a:rPr dirty="0" sz="2000" spc="-20">
                <a:latin typeface="Franklin Gothic Medium"/>
                <a:cs typeface="Franklin Gothic Medium"/>
              </a:rPr>
              <a:t>input</a:t>
            </a:r>
            <a:r>
              <a:rPr dirty="0" sz="2000">
                <a:latin typeface="Franklin Gothic Medium"/>
                <a:cs typeface="Franklin Gothic Medium"/>
              </a:rPr>
              <a:t>	</a:t>
            </a:r>
            <a:r>
              <a:rPr dirty="0" sz="2000" spc="-50">
                <a:latin typeface="Cambria Math"/>
                <a:cs typeface="Cambria Math"/>
              </a:rPr>
              <a:t>𝑤</a:t>
            </a:r>
            <a:r>
              <a:rPr dirty="0" sz="2000">
                <a:latin typeface="Cambria Math"/>
                <a:cs typeface="Cambria Math"/>
              </a:rPr>
              <a:t>	</a:t>
            </a:r>
            <a:r>
              <a:rPr dirty="0" sz="2000">
                <a:latin typeface="Franklin Gothic Medium"/>
                <a:cs typeface="Franklin Gothic Medium"/>
              </a:rPr>
              <a:t>if</a:t>
            </a:r>
            <a:r>
              <a:rPr dirty="0" sz="2000" spc="-3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Cambria Math"/>
                <a:cs typeface="Cambria Math"/>
              </a:rPr>
              <a:t>𝑤</a:t>
            </a:r>
            <a:r>
              <a:rPr dirty="0" sz="2000" spc="13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95">
                <a:latin typeface="Cambria Math"/>
                <a:cs typeface="Cambria Math"/>
              </a:rPr>
              <a:t> </a:t>
            </a:r>
            <a:r>
              <a:rPr dirty="0" sz="2000" spc="-25">
                <a:latin typeface="Cambria Math"/>
                <a:cs typeface="Cambria Math"/>
              </a:rPr>
              <a:t>𝑥𝑦</a:t>
            </a:r>
            <a:r>
              <a:rPr dirty="0" sz="2000">
                <a:latin typeface="Cambria Math"/>
                <a:cs typeface="Cambria Math"/>
              </a:rPr>
              <a:t>	</a:t>
            </a:r>
            <a:r>
              <a:rPr dirty="0" sz="2000" spc="-10">
                <a:latin typeface="Franklin Gothic Medium"/>
                <a:cs typeface="Franklin Gothic Medium"/>
              </a:rPr>
              <a:t>where</a:t>
            </a:r>
            <a:endParaRPr sz="2000">
              <a:latin typeface="Franklin Gothic Medium"/>
              <a:cs typeface="Franklin Gothic Medium"/>
            </a:endParaRPr>
          </a:p>
        </p:txBody>
      </p:sp>
      <p:sp>
        <p:nvSpPr>
          <p:cNvPr id="110" name="object 110" descr=""/>
          <p:cNvSpPr txBox="1"/>
          <p:nvPr/>
        </p:nvSpPr>
        <p:spPr>
          <a:xfrm>
            <a:off x="6344592" y="5764184"/>
            <a:ext cx="365315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584960" algn="l"/>
              </a:tabLst>
            </a:pPr>
            <a:r>
              <a:rPr dirty="0" sz="20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325" sz="2175">
                <a:latin typeface="Cambria Math"/>
                <a:cs typeface="Cambria Math"/>
              </a:rPr>
              <a:t>1</a:t>
            </a:r>
            <a:r>
              <a:rPr dirty="0" baseline="-15325" sz="2175" spc="225">
                <a:latin typeface="Cambria Math"/>
                <a:cs typeface="Cambria Math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accepts</a:t>
            </a:r>
            <a:r>
              <a:rPr dirty="0" sz="2000" spc="-120">
                <a:latin typeface="Franklin Gothic Medium"/>
                <a:cs typeface="Franklin Gothic Medium"/>
              </a:rPr>
              <a:t> </a:t>
            </a:r>
            <a:r>
              <a:rPr dirty="0" sz="2000" spc="-50">
                <a:latin typeface="Cambria Math"/>
                <a:cs typeface="Cambria Math"/>
              </a:rPr>
              <a:t>𝑥</a:t>
            </a:r>
            <a:r>
              <a:rPr dirty="0" sz="2000">
                <a:latin typeface="Cambria Math"/>
                <a:cs typeface="Cambria Math"/>
              </a:rPr>
              <a:t>	</a:t>
            </a:r>
            <a:r>
              <a:rPr dirty="0" sz="2000">
                <a:latin typeface="Franklin Gothic Medium"/>
                <a:cs typeface="Franklin Gothic Medium"/>
              </a:rPr>
              <a:t>and</a:t>
            </a:r>
            <a:r>
              <a:rPr dirty="0" sz="2000" spc="395">
                <a:latin typeface="Franklin Gothic Medium"/>
                <a:cs typeface="Franklin Gothic Medium"/>
              </a:rPr>
              <a:t> </a:t>
            </a:r>
            <a:r>
              <a:rPr dirty="0" sz="20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325" sz="2175">
                <a:latin typeface="Cambria Math"/>
                <a:cs typeface="Cambria Math"/>
              </a:rPr>
              <a:t>2</a:t>
            </a:r>
            <a:r>
              <a:rPr dirty="0" baseline="-15325" sz="2175" spc="315">
                <a:latin typeface="Cambria Math"/>
                <a:cs typeface="Cambria Math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accepts</a:t>
            </a:r>
            <a:r>
              <a:rPr dirty="0" sz="2000" spc="-55">
                <a:latin typeface="Franklin Gothic Medium"/>
                <a:cs typeface="Franklin Gothic Medium"/>
              </a:rPr>
              <a:t> </a:t>
            </a:r>
            <a:r>
              <a:rPr dirty="0" sz="2000" spc="-25">
                <a:latin typeface="Cambria Math"/>
                <a:cs typeface="Cambria Math"/>
              </a:rPr>
              <a:t>𝑦</a:t>
            </a:r>
            <a:r>
              <a:rPr dirty="0" sz="2000" spc="-25">
                <a:latin typeface="Franklin Gothic Medium"/>
                <a:cs typeface="Franklin Gothic Medium"/>
              </a:rPr>
              <a:t>.</a:t>
            </a:r>
            <a:endParaRPr sz="2000">
              <a:latin typeface="Franklin Gothic Medium"/>
              <a:cs typeface="Franklin Gothic Medium"/>
            </a:endParaRPr>
          </a:p>
        </p:txBody>
      </p:sp>
      <p:grpSp>
        <p:nvGrpSpPr>
          <p:cNvPr id="111" name="object 111" descr=""/>
          <p:cNvGrpSpPr/>
          <p:nvPr/>
        </p:nvGrpSpPr>
        <p:grpSpPr>
          <a:xfrm>
            <a:off x="6528816" y="6226873"/>
            <a:ext cx="2710815" cy="191135"/>
            <a:chOff x="6528816" y="6226873"/>
            <a:chExt cx="2710815" cy="191135"/>
          </a:xfrm>
        </p:grpSpPr>
        <p:sp>
          <p:nvSpPr>
            <p:cNvPr id="112" name="object 112" descr=""/>
            <p:cNvSpPr/>
            <p:nvPr/>
          </p:nvSpPr>
          <p:spPr>
            <a:xfrm>
              <a:off x="6528816" y="6324599"/>
              <a:ext cx="2710815" cy="0"/>
            </a:xfrm>
            <a:custGeom>
              <a:avLst/>
              <a:gdLst/>
              <a:ahLst/>
              <a:cxnLst/>
              <a:rect l="l" t="t" r="r" b="b"/>
              <a:pathLst>
                <a:path w="2710815" h="0">
                  <a:moveTo>
                    <a:pt x="0" y="0"/>
                  </a:moveTo>
                  <a:lnTo>
                    <a:pt x="2710548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7306053" y="6231635"/>
              <a:ext cx="635" cy="181610"/>
            </a:xfrm>
            <a:custGeom>
              <a:avLst/>
              <a:gdLst/>
              <a:ahLst/>
              <a:cxnLst/>
              <a:rect l="l" t="t" r="r" b="b"/>
              <a:pathLst>
                <a:path w="634" h="181610">
                  <a:moveTo>
                    <a:pt x="342" y="0"/>
                  </a:moveTo>
                  <a:lnTo>
                    <a:pt x="0" y="18111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4" name="object 114" descr=""/>
          <p:cNvSpPr txBox="1"/>
          <p:nvPr/>
        </p:nvSpPr>
        <p:spPr>
          <a:xfrm>
            <a:off x="6224348" y="6166378"/>
            <a:ext cx="1943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𝑤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5" name="object 115" descr=""/>
          <p:cNvSpPr txBox="1"/>
          <p:nvPr/>
        </p:nvSpPr>
        <p:spPr>
          <a:xfrm>
            <a:off x="6764211" y="6383310"/>
            <a:ext cx="17157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74165" algn="l"/>
              </a:tabLst>
            </a:pPr>
            <a:r>
              <a:rPr dirty="0" sz="1800" spc="-50">
                <a:latin typeface="Cambria Math"/>
                <a:cs typeface="Cambria Math"/>
              </a:rPr>
              <a:t>𝑥</a:t>
            </a:r>
            <a:r>
              <a:rPr dirty="0" sz="1800">
                <a:latin typeface="Cambria Math"/>
                <a:cs typeface="Cambria Math"/>
              </a:rPr>
              <a:t>	</a:t>
            </a:r>
            <a:r>
              <a:rPr dirty="0" sz="1800" spc="-50">
                <a:latin typeface="Cambria Math"/>
                <a:cs typeface="Cambria Math"/>
              </a:rPr>
              <a:t>𝑦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6" name="object 116" descr=""/>
          <p:cNvSpPr txBox="1"/>
          <p:nvPr/>
        </p:nvSpPr>
        <p:spPr>
          <a:xfrm>
            <a:off x="10073640" y="6041135"/>
            <a:ext cx="1739264" cy="58547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9369" rIns="0" bIns="0" rtlCol="0" vert="horz">
            <a:spAutoFit/>
          </a:bodyPr>
          <a:lstStyle/>
          <a:p>
            <a:pPr marL="140970" marR="100330" indent="-50800">
              <a:lnSpc>
                <a:spcPct val="100000"/>
              </a:lnSpc>
              <a:spcBef>
                <a:spcPts val="309"/>
              </a:spcBef>
            </a:pPr>
            <a:r>
              <a:rPr dirty="0" sz="1600">
                <a:latin typeface="Franklin Gothic Medium"/>
                <a:cs typeface="Franklin Gothic Medium"/>
              </a:rPr>
              <a:t>Doesn’t</a:t>
            </a:r>
            <a:r>
              <a:rPr dirty="0" sz="1600" spc="-70">
                <a:latin typeface="Franklin Gothic Medium"/>
                <a:cs typeface="Franklin Gothic Medium"/>
              </a:rPr>
              <a:t> </a:t>
            </a:r>
            <a:r>
              <a:rPr dirty="0" sz="1600" spc="-20">
                <a:latin typeface="Franklin Gothic Medium"/>
                <a:cs typeface="Franklin Gothic Medium"/>
              </a:rPr>
              <a:t>work: </a:t>
            </a:r>
            <a:r>
              <a:rPr dirty="0" sz="1600" spc="-10">
                <a:latin typeface="Franklin Gothic Medium"/>
                <a:cs typeface="Franklin Gothic Medium"/>
              </a:rPr>
              <a:t>Where</a:t>
            </a:r>
            <a:r>
              <a:rPr dirty="0" sz="1600" spc="-60">
                <a:latin typeface="Franklin Gothic Medium"/>
                <a:cs typeface="Franklin Gothic Medium"/>
              </a:rPr>
              <a:t> </a:t>
            </a:r>
            <a:r>
              <a:rPr dirty="0" sz="1600">
                <a:latin typeface="Franklin Gothic Medium"/>
                <a:cs typeface="Franklin Gothic Medium"/>
              </a:rPr>
              <a:t>to</a:t>
            </a:r>
            <a:r>
              <a:rPr dirty="0" sz="1600" spc="-60">
                <a:latin typeface="Franklin Gothic Medium"/>
                <a:cs typeface="Franklin Gothic Medium"/>
              </a:rPr>
              <a:t> </a:t>
            </a:r>
            <a:r>
              <a:rPr dirty="0" sz="1600" spc="-10">
                <a:latin typeface="Franklin Gothic Medium"/>
                <a:cs typeface="Franklin Gothic Medium"/>
              </a:rPr>
              <a:t>split</a:t>
            </a:r>
            <a:r>
              <a:rPr dirty="0" sz="1600" spc="-90">
                <a:latin typeface="Franklin Gothic Medium"/>
                <a:cs typeface="Franklin Gothic Medium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𝑤</a:t>
            </a:r>
            <a:r>
              <a:rPr dirty="0" sz="1600" spc="-25">
                <a:latin typeface="Franklin Gothic Medium"/>
                <a:cs typeface="Franklin Gothic Medium"/>
              </a:rPr>
              <a:t>?</a:t>
            </a:r>
            <a:endParaRPr sz="1600">
              <a:latin typeface="Franklin Gothic Medium"/>
              <a:cs typeface="Franklin Gothic Medium"/>
            </a:endParaRPr>
          </a:p>
        </p:txBody>
      </p:sp>
      <p:sp>
        <p:nvSpPr>
          <p:cNvPr id="117" name="object 117" descr=""/>
          <p:cNvSpPr txBox="1"/>
          <p:nvPr/>
        </p:nvSpPr>
        <p:spPr>
          <a:xfrm>
            <a:off x="584372" y="1246120"/>
            <a:ext cx="10610215" cy="1081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 marR="17780">
              <a:lnSpc>
                <a:spcPct val="123700"/>
              </a:lnSpc>
              <a:spcBef>
                <a:spcPts val="100"/>
              </a:spcBef>
              <a:tabLst>
                <a:tab pos="1619250" algn="l"/>
                <a:tab pos="8068945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Theorem:</a:t>
            </a:r>
            <a:r>
              <a:rPr dirty="0" sz="2800">
                <a:latin typeface="Franklin Gothic Medium"/>
                <a:cs typeface="Franklin Gothic Medium"/>
              </a:rPr>
              <a:t>	If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55"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2</a:t>
            </a:r>
            <a:r>
              <a:rPr dirty="0" baseline="-16260" sz="3075" spc="472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are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4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languages,</a:t>
            </a:r>
            <a:r>
              <a:rPr dirty="0" sz="2800" spc="-3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so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 spc="-30">
                <a:latin typeface="Cambria Math"/>
                <a:cs typeface="Cambria Math"/>
              </a:rPr>
              <a:t>1</a:t>
            </a:r>
            <a:r>
              <a:rPr dirty="0" sz="2800" spc="-2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 spc="-30">
                <a:latin typeface="Cambria Math"/>
                <a:cs typeface="Cambria Math"/>
              </a:rPr>
              <a:t>2</a:t>
            </a:r>
            <a:r>
              <a:rPr dirty="0" baseline="-16260" sz="3075">
                <a:latin typeface="Cambria Math"/>
                <a:cs typeface="Cambria Math"/>
              </a:rPr>
              <a:t>	</a:t>
            </a:r>
            <a:r>
              <a:rPr dirty="0" sz="2800">
                <a:latin typeface="Franklin Gothic Medium"/>
                <a:cs typeface="Franklin Gothic Medium"/>
              </a:rPr>
              <a:t>(closure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under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C00000"/>
                </a:solidFill>
                <a:latin typeface="Cambria Math"/>
                <a:cs typeface="Cambria Math"/>
              </a:rPr>
              <a:t>∘</a:t>
            </a:r>
            <a:r>
              <a:rPr dirty="0" sz="2800" spc="-25">
                <a:latin typeface="Franklin Gothic Medium"/>
                <a:cs typeface="Franklin Gothic Medium"/>
              </a:rPr>
              <a:t>) Proof:</a:t>
            </a:r>
            <a:r>
              <a:rPr dirty="0" sz="2800" spc="-15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by</a:t>
            </a:r>
            <a:r>
              <a:rPr dirty="0" sz="2800" spc="-13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Construction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118" name="object 118" descr=""/>
          <p:cNvSpPr txBox="1"/>
          <p:nvPr/>
        </p:nvSpPr>
        <p:spPr>
          <a:xfrm>
            <a:off x="885189" y="2895041"/>
            <a:ext cx="63684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dirty="0" sz="2400">
                <a:latin typeface="Franklin Gothic Medium"/>
                <a:cs typeface="Franklin Gothic Medium"/>
              </a:rPr>
              <a:t>Construct</a:t>
            </a:r>
            <a:r>
              <a:rPr dirty="0" sz="2400" spc="-145">
                <a:latin typeface="Franklin Gothic Medium"/>
                <a:cs typeface="Franklin Gothic Medium"/>
              </a:rPr>
              <a:t> </a:t>
            </a:r>
            <a:r>
              <a:rPr dirty="0" sz="2400" spc="-5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0">
                <a:latin typeface="Cambria Math"/>
                <a:cs typeface="Cambria Math"/>
              </a:rPr>
              <a:t> </a:t>
            </a:r>
            <a:r>
              <a:rPr dirty="0" sz="2400" spc="-560">
                <a:latin typeface="Cambria Math"/>
                <a:cs typeface="Cambria Math"/>
              </a:rPr>
              <a:t>(</a:t>
            </a:r>
            <a:r>
              <a:rPr dirty="0" sz="2400" spc="-560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sz="2400" spc="-26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65">
                <a:latin typeface="Cambria Math"/>
                <a:cs typeface="Cambria Math"/>
              </a:rPr>
              <a:t> </a:t>
            </a:r>
            <a:r>
              <a:rPr dirty="0" sz="2400" spc="215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sz="2400" spc="215">
                <a:latin typeface="Cambria Math"/>
                <a:cs typeface="Cambria Math"/>
              </a:rPr>
              <a:t>,</a:t>
            </a:r>
            <a:r>
              <a:rPr dirty="0" sz="2400" spc="60">
                <a:latin typeface="Cambria Math"/>
                <a:cs typeface="Cambria Math"/>
              </a:rPr>
              <a:t> </a:t>
            </a:r>
            <a:r>
              <a:rPr dirty="0" sz="2400" spc="-645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sz="2400" spc="-235">
                <a:solidFill>
                  <a:srgbClr val="538235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50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20833" sz="2400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50">
                <a:latin typeface="Cambria Math"/>
                <a:cs typeface="Cambria Math"/>
              </a:rPr>
              <a:t> </a:t>
            </a:r>
            <a:r>
              <a:rPr dirty="0" sz="2400" spc="14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sz="2400" spc="140">
                <a:latin typeface="Cambria Math"/>
                <a:cs typeface="Cambria Math"/>
              </a:rPr>
              <a:t>)</a:t>
            </a:r>
            <a:r>
              <a:rPr dirty="0" sz="2400" spc="250">
                <a:latin typeface="Cambria Math"/>
                <a:cs typeface="Cambria Math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recognizing</a:t>
            </a:r>
            <a:r>
              <a:rPr dirty="0" sz="2400" spc="-1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 spc="-30">
                <a:latin typeface="Cambria Math"/>
                <a:cs typeface="Cambria Math"/>
              </a:rPr>
              <a:t>1</a:t>
            </a:r>
            <a:r>
              <a:rPr dirty="0" sz="2400" spc="-2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 spc="-30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19" name="object 119" descr=""/>
          <p:cNvSpPr txBox="1"/>
          <p:nvPr/>
        </p:nvSpPr>
        <p:spPr>
          <a:xfrm>
            <a:off x="839226" y="2364271"/>
            <a:ext cx="53200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Franklin Gothic Medium"/>
                <a:cs typeface="Franklin Gothic Medium"/>
              </a:rPr>
              <a:t>Let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509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05">
                <a:latin typeface="Cambria Math"/>
                <a:cs typeface="Cambria Math"/>
              </a:rPr>
              <a:t> </a:t>
            </a:r>
            <a:r>
              <a:rPr dirty="0" sz="2400" spc="-365">
                <a:latin typeface="Cambria Math"/>
                <a:cs typeface="Cambria Math"/>
              </a:rPr>
              <a:t>(</a:t>
            </a:r>
            <a:r>
              <a:rPr dirty="0" sz="2400" spc="-36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547">
                <a:solidFill>
                  <a:srgbClr val="C55A11"/>
                </a:solidFill>
                <a:latin typeface="Cambria Math"/>
                <a:cs typeface="Cambria Math"/>
              </a:rPr>
              <a:t>1</a:t>
            </a:r>
            <a:r>
              <a:rPr dirty="0" sz="2400" spc="-365">
                <a:latin typeface="Cambria Math"/>
                <a:cs typeface="Cambria Math"/>
              </a:rPr>
              <a:t>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120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sz="2400" spc="120">
                <a:latin typeface="Cambria Math"/>
                <a:cs typeface="Cambria Math"/>
              </a:rPr>
              <a:t>,</a:t>
            </a:r>
            <a:r>
              <a:rPr dirty="0" sz="2400" spc="155">
                <a:latin typeface="Cambria Math"/>
                <a:cs typeface="Cambria Math"/>
              </a:rPr>
              <a:t> </a:t>
            </a:r>
            <a:r>
              <a:rPr dirty="0" sz="2400" spc="-509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baseline="-15873" sz="2625" spc="-765">
                <a:solidFill>
                  <a:srgbClr val="538235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-142">
                <a:solidFill>
                  <a:srgbClr val="538235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170">
                <a:latin typeface="Cambria Math"/>
                <a:cs typeface="Cambria Math"/>
              </a:rPr>
              <a:t> </a:t>
            </a:r>
            <a:r>
              <a:rPr dirty="0" sz="2400" spc="-45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15873" sz="2625" spc="-67">
                <a:solidFill>
                  <a:srgbClr val="BE9000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-157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165">
                <a:latin typeface="Cambria Math"/>
                <a:cs typeface="Cambria Math"/>
              </a:rPr>
              <a:t> </a:t>
            </a:r>
            <a:r>
              <a:rPr dirty="0" sz="2400" spc="-155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baseline="-15873" sz="2625" spc="-232">
                <a:solidFill>
                  <a:srgbClr val="8496AF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-142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)</a:t>
            </a:r>
            <a:r>
              <a:rPr dirty="0" sz="2400" spc="55">
                <a:latin typeface="Cambria Math"/>
                <a:cs typeface="Cambria Math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recognize</a:t>
            </a:r>
            <a:r>
              <a:rPr dirty="0" sz="2400" spc="-40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 spc="-37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20" name="object 120" descr=""/>
          <p:cNvSpPr txBox="1"/>
          <p:nvPr/>
        </p:nvSpPr>
        <p:spPr>
          <a:xfrm>
            <a:off x="6416890" y="2349602"/>
            <a:ext cx="48856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>
                <a:latin typeface="Cambria Math"/>
                <a:cs typeface="Cambria Math"/>
              </a:rPr>
              <a:t>2</a:t>
            </a:r>
            <a:r>
              <a:rPr dirty="0" baseline="-15873" sz="2625" spc="487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0">
                <a:latin typeface="Cambria Math"/>
                <a:cs typeface="Cambria Math"/>
              </a:rPr>
              <a:t> </a:t>
            </a:r>
            <a:r>
              <a:rPr dirty="0" sz="2400" spc="-325">
                <a:latin typeface="Cambria Math"/>
                <a:cs typeface="Cambria Math"/>
              </a:rPr>
              <a:t>(</a:t>
            </a:r>
            <a:r>
              <a:rPr dirty="0" sz="2400" spc="-32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487">
                <a:solidFill>
                  <a:srgbClr val="C55A11"/>
                </a:solidFill>
                <a:latin typeface="Cambria Math"/>
                <a:cs typeface="Cambria Math"/>
              </a:rPr>
              <a:t>2</a:t>
            </a:r>
            <a:r>
              <a:rPr dirty="0" sz="2400" spc="-325">
                <a:latin typeface="Cambria Math"/>
                <a:cs typeface="Cambria Math"/>
              </a:rPr>
              <a:t>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120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sz="2400" spc="120">
                <a:latin typeface="Cambria Math"/>
                <a:cs typeface="Cambria Math"/>
              </a:rPr>
              <a:t>,</a:t>
            </a:r>
            <a:r>
              <a:rPr dirty="0" sz="2400" spc="170">
                <a:latin typeface="Cambria Math"/>
                <a:cs typeface="Cambria Math"/>
              </a:rPr>
              <a:t> </a:t>
            </a:r>
            <a:r>
              <a:rPr dirty="0" sz="2400" spc="-445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baseline="-15873" sz="2625" spc="-667">
                <a:solidFill>
                  <a:srgbClr val="538235"/>
                </a:solidFill>
                <a:latin typeface="Cambria Math"/>
                <a:cs typeface="Cambria Math"/>
              </a:rPr>
              <a:t>2</a:t>
            </a:r>
            <a:r>
              <a:rPr dirty="0" baseline="-15873" sz="2625" spc="-142">
                <a:solidFill>
                  <a:srgbClr val="538235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175">
                <a:latin typeface="Cambria Math"/>
                <a:cs typeface="Cambria Math"/>
              </a:rPr>
              <a:t> </a:t>
            </a:r>
            <a:r>
              <a:rPr dirty="0" sz="2400" spc="-1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15873" sz="2625" spc="-15">
                <a:solidFill>
                  <a:srgbClr val="BE9000"/>
                </a:solidFill>
                <a:latin typeface="Cambria Math"/>
                <a:cs typeface="Cambria Math"/>
              </a:rPr>
              <a:t>2</a:t>
            </a:r>
            <a:r>
              <a:rPr dirty="0" baseline="-15873" sz="2625" spc="-157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180">
                <a:latin typeface="Cambria Math"/>
                <a:cs typeface="Cambria Math"/>
              </a:rPr>
              <a:t> </a:t>
            </a:r>
            <a:r>
              <a:rPr dirty="0" sz="2400" spc="-125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baseline="-15873" sz="2625" spc="-187">
                <a:solidFill>
                  <a:srgbClr val="8496AF"/>
                </a:solidFill>
                <a:latin typeface="Cambria Math"/>
                <a:cs typeface="Cambria Math"/>
              </a:rPr>
              <a:t>2</a:t>
            </a:r>
            <a:r>
              <a:rPr dirty="0" baseline="-15873" sz="2625" spc="-142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)</a:t>
            </a:r>
            <a:r>
              <a:rPr dirty="0" sz="2400" spc="55">
                <a:latin typeface="Cambria Math"/>
                <a:cs typeface="Cambria Math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recognize</a:t>
            </a:r>
            <a:r>
              <a:rPr dirty="0" sz="2400" spc="-2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21" name="object 121" descr=""/>
          <p:cNvSpPr txBox="1"/>
          <p:nvPr/>
        </p:nvSpPr>
        <p:spPr>
          <a:xfrm>
            <a:off x="481583" y="3555491"/>
            <a:ext cx="1176655" cy="40132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73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05"/>
              </a:spcBef>
            </a:pPr>
            <a:r>
              <a:rPr dirty="0" sz="2000" spc="-10">
                <a:latin typeface="Franklin Gothic Medium"/>
                <a:cs typeface="Franklin Gothic Medium"/>
              </a:rPr>
              <a:t>Tentative</a:t>
            </a:r>
            <a:endParaRPr sz="20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Closure</a:t>
            </a:r>
            <a:r>
              <a:rPr dirty="0" sz="4000" spc="-150"/>
              <a:t> </a:t>
            </a:r>
            <a:r>
              <a:rPr dirty="0" sz="4000" spc="-20"/>
              <a:t>Properties</a:t>
            </a:r>
            <a:r>
              <a:rPr dirty="0" sz="4000" spc="-140"/>
              <a:t> </a:t>
            </a:r>
            <a:r>
              <a:rPr dirty="0" sz="4000"/>
              <a:t>for</a:t>
            </a:r>
            <a:r>
              <a:rPr dirty="0" sz="4000" spc="-155"/>
              <a:t> </a:t>
            </a:r>
            <a:r>
              <a:rPr dirty="0" sz="4000" spc="-35"/>
              <a:t>RegEx</a:t>
            </a:r>
            <a:r>
              <a:rPr dirty="0" sz="4000" spc="-135"/>
              <a:t> </a:t>
            </a:r>
            <a:r>
              <a:rPr dirty="0" sz="4000"/>
              <a:t>-</a:t>
            </a:r>
            <a:r>
              <a:rPr dirty="0" sz="4000" spc="-155"/>
              <a:t> </a:t>
            </a:r>
            <a:r>
              <a:rPr dirty="0" sz="4000" spc="-20"/>
              <a:t>Concatenation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529667" y="3600765"/>
            <a:ext cx="11174730" cy="30746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705"/>
              </a:lnSpc>
            </a:pPr>
            <a:r>
              <a:rPr dirty="0" sz="2000" spc="-10">
                <a:latin typeface="Franklin Gothic Medium"/>
                <a:cs typeface="Franklin Gothic Medium"/>
              </a:rPr>
              <a:t>Tentative</a:t>
            </a:r>
            <a:endParaRPr sz="2000">
              <a:latin typeface="Franklin Gothic Medium"/>
              <a:cs typeface="Franklin Gothic Medium"/>
            </a:endParaRPr>
          </a:p>
          <a:p>
            <a:pPr marL="1614170">
              <a:lnSpc>
                <a:spcPts val="1320"/>
              </a:lnSpc>
              <a:tabLst>
                <a:tab pos="2626360" algn="l"/>
                <a:tab pos="3091180" algn="l"/>
                <a:tab pos="5045075" algn="l"/>
              </a:tabLst>
            </a:pPr>
            <a:r>
              <a:rPr dirty="0" baseline="30092" sz="1800" spc="-37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26143" sz="1275" spc="-37">
                <a:latin typeface="Cambria Math"/>
                <a:cs typeface="Cambria Math"/>
              </a:rPr>
              <a:t>1</a:t>
            </a:r>
            <a:r>
              <a:rPr dirty="0" baseline="26143" sz="1275">
                <a:latin typeface="Cambria Math"/>
                <a:cs typeface="Cambria Math"/>
              </a:rPr>
              <a:t>	</a:t>
            </a:r>
            <a:r>
              <a:rPr dirty="0" sz="1200" spc="-50">
                <a:latin typeface="Cambria Math"/>
                <a:cs typeface="Cambria Math"/>
              </a:rPr>
              <a:t>𝑎</a:t>
            </a:r>
            <a:r>
              <a:rPr dirty="0" sz="1200">
                <a:latin typeface="Cambria Math"/>
                <a:cs typeface="Cambria Math"/>
              </a:rPr>
              <a:t>	</a:t>
            </a:r>
            <a:r>
              <a:rPr dirty="0" baseline="-20833" sz="2400" spc="-75">
                <a:latin typeface="Cambria Math"/>
                <a:cs typeface="Cambria Math"/>
              </a:rPr>
              <a:t>𝑡</a:t>
            </a:r>
            <a:r>
              <a:rPr dirty="0" baseline="-20833" sz="2400">
                <a:latin typeface="Cambria Math"/>
                <a:cs typeface="Cambria Math"/>
              </a:rPr>
              <a:t>	</a:t>
            </a:r>
            <a:r>
              <a:rPr dirty="0" baseline="1543" sz="2700" spc="-7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endParaRPr baseline="1543" sz="2700">
              <a:latin typeface="Cambria Math"/>
              <a:cs typeface="Cambria Math"/>
            </a:endParaRPr>
          </a:p>
          <a:p>
            <a:pPr marL="3162935">
              <a:lnSpc>
                <a:spcPts val="1075"/>
              </a:lnSpc>
              <a:tabLst>
                <a:tab pos="5808345" algn="l"/>
                <a:tab pos="8966835" algn="l"/>
              </a:tabLst>
            </a:pPr>
            <a:r>
              <a:rPr dirty="0" sz="1150" spc="-50">
                <a:latin typeface="Cambria Math"/>
                <a:cs typeface="Cambria Math"/>
              </a:rPr>
              <a:t>1</a:t>
            </a:r>
            <a:r>
              <a:rPr dirty="0" sz="1150">
                <a:latin typeface="Cambria Math"/>
                <a:cs typeface="Cambria Math"/>
              </a:rPr>
              <a:t>	</a:t>
            </a:r>
            <a:r>
              <a:rPr dirty="0" baseline="-32407" sz="1800" spc="-37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58823" sz="1275" spc="-37">
                <a:latin typeface="Cambria Math"/>
                <a:cs typeface="Cambria Math"/>
              </a:rPr>
              <a:t>1</a:t>
            </a:r>
            <a:r>
              <a:rPr dirty="0" baseline="-58823" sz="1275">
                <a:latin typeface="Cambria Math"/>
                <a:cs typeface="Cambria Math"/>
              </a:rPr>
              <a:t>	</a:t>
            </a:r>
            <a:r>
              <a:rPr dirty="0" baseline="-50925" sz="1800" spc="-7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endParaRPr baseline="-50925" sz="1800">
              <a:latin typeface="Cambria Math"/>
              <a:cs typeface="Cambria Math"/>
            </a:endParaRPr>
          </a:p>
          <a:p>
            <a:pPr marL="6820534">
              <a:lnSpc>
                <a:spcPts val="955"/>
              </a:lnSpc>
              <a:tabLst>
                <a:tab pos="9087485" algn="l"/>
              </a:tabLst>
            </a:pPr>
            <a:r>
              <a:rPr dirty="0" sz="1200" spc="-50">
                <a:latin typeface="Cambria Math"/>
                <a:cs typeface="Cambria Math"/>
              </a:rPr>
              <a:t>𝑎</a:t>
            </a:r>
            <a:r>
              <a:rPr dirty="0" sz="1200">
                <a:latin typeface="Cambria Math"/>
                <a:cs typeface="Cambria Math"/>
              </a:rPr>
              <a:t>	</a:t>
            </a:r>
            <a:r>
              <a:rPr dirty="0" sz="850" spc="-50">
                <a:latin typeface="Cambria Math"/>
                <a:cs typeface="Cambria Math"/>
              </a:rPr>
              <a:t>2</a:t>
            </a:r>
            <a:endParaRPr sz="850">
              <a:latin typeface="Cambria Math"/>
              <a:cs typeface="Cambria Math"/>
            </a:endParaRPr>
          </a:p>
          <a:p>
            <a:pPr marL="2146935">
              <a:lnSpc>
                <a:spcPts val="1495"/>
              </a:lnSpc>
              <a:tabLst>
                <a:tab pos="7285355" algn="l"/>
                <a:tab pos="9877425" algn="l"/>
                <a:tab pos="10324465" algn="l"/>
              </a:tabLst>
            </a:pPr>
            <a:r>
              <a:rPr dirty="0" baseline="-5208" sz="2400" spc="-37">
                <a:latin typeface="Cambria Math"/>
                <a:cs typeface="Cambria Math"/>
              </a:rPr>
              <a:t>𝑡</a:t>
            </a:r>
            <a:r>
              <a:rPr dirty="0" baseline="-24154" sz="1725" spc="-37">
                <a:latin typeface="Cambria Math"/>
                <a:cs typeface="Cambria Math"/>
              </a:rPr>
              <a:t>0</a:t>
            </a:r>
            <a:r>
              <a:rPr dirty="0" baseline="-24154" sz="1725">
                <a:latin typeface="Cambria Math"/>
                <a:cs typeface="Cambria Math"/>
              </a:rPr>
              <a:t>	</a:t>
            </a:r>
            <a:r>
              <a:rPr dirty="0" baseline="12152" sz="2400" spc="-37">
                <a:latin typeface="Cambria Math"/>
                <a:cs typeface="Cambria Math"/>
              </a:rPr>
              <a:t>𝑡</a:t>
            </a:r>
            <a:r>
              <a:rPr dirty="0" baseline="2415" sz="1725" spc="-37">
                <a:latin typeface="Cambria Math"/>
                <a:cs typeface="Cambria Math"/>
              </a:rPr>
              <a:t>1</a:t>
            </a:r>
            <a:r>
              <a:rPr dirty="0" baseline="2415" sz="1725">
                <a:latin typeface="Cambria Math"/>
                <a:cs typeface="Cambria Math"/>
              </a:rPr>
              <a:t>	</a:t>
            </a:r>
            <a:r>
              <a:rPr dirty="0" baseline="11574" sz="1800" spc="-75">
                <a:latin typeface="Cambria Math"/>
                <a:cs typeface="Cambria Math"/>
              </a:rPr>
              <a:t>𝑎</a:t>
            </a:r>
            <a:r>
              <a:rPr dirty="0" baseline="11574" sz="1800">
                <a:latin typeface="Cambria Math"/>
                <a:cs typeface="Cambria Math"/>
              </a:rPr>
              <a:t>	</a:t>
            </a:r>
            <a:r>
              <a:rPr dirty="0" sz="1600" spc="-25">
                <a:latin typeface="Cambria Math"/>
                <a:cs typeface="Cambria Math"/>
              </a:rPr>
              <a:t>𝑔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  <a:p>
            <a:pPr marL="2610485">
              <a:lnSpc>
                <a:spcPct val="100000"/>
              </a:lnSpc>
              <a:spcBef>
                <a:spcPts val="905"/>
              </a:spcBef>
              <a:tabLst>
                <a:tab pos="3079115" algn="l"/>
                <a:tab pos="6341110" algn="l"/>
                <a:tab pos="9380220" algn="l"/>
              </a:tabLst>
            </a:pPr>
            <a:r>
              <a:rPr dirty="0" baseline="-11574" sz="1800" spc="-75">
                <a:latin typeface="Cambria Math"/>
                <a:cs typeface="Cambria Math"/>
              </a:rPr>
              <a:t>𝑏</a:t>
            </a:r>
            <a:r>
              <a:rPr dirty="0" baseline="-11574" sz="1800">
                <a:latin typeface="Cambria Math"/>
                <a:cs typeface="Cambria Math"/>
              </a:rPr>
              <a:t>	</a:t>
            </a:r>
            <a:r>
              <a:rPr dirty="0" sz="1600" spc="-25">
                <a:latin typeface="Cambria Math"/>
                <a:cs typeface="Cambria Math"/>
              </a:rPr>
              <a:t>𝑡</a:t>
            </a:r>
            <a:r>
              <a:rPr dirty="0" baseline="-14492" sz="1725" spc="-37">
                <a:latin typeface="Cambria Math"/>
                <a:cs typeface="Cambria Math"/>
              </a:rPr>
              <a:t>2</a:t>
            </a:r>
            <a:r>
              <a:rPr dirty="0" baseline="-14492" sz="1725">
                <a:latin typeface="Cambria Math"/>
                <a:cs typeface="Cambria Math"/>
              </a:rPr>
              <a:t>	</a:t>
            </a:r>
            <a:r>
              <a:rPr dirty="0" baseline="13888" sz="2400" spc="-37">
                <a:latin typeface="Cambria Math"/>
                <a:cs typeface="Cambria Math"/>
              </a:rPr>
              <a:t>𝑡</a:t>
            </a:r>
            <a:r>
              <a:rPr dirty="0" baseline="4830" sz="1725" spc="-37">
                <a:latin typeface="Cambria Math"/>
                <a:cs typeface="Cambria Math"/>
              </a:rPr>
              <a:t>0</a:t>
            </a:r>
            <a:r>
              <a:rPr dirty="0" baseline="4830" sz="1725">
                <a:latin typeface="Cambria Math"/>
                <a:cs typeface="Cambria Math"/>
              </a:rPr>
              <a:t>	</a:t>
            </a:r>
            <a:r>
              <a:rPr dirty="0" baseline="1736" sz="2400" spc="-37">
                <a:latin typeface="Cambria Math"/>
                <a:cs typeface="Cambria Math"/>
              </a:rPr>
              <a:t>𝑔</a:t>
            </a:r>
            <a:r>
              <a:rPr dirty="0" baseline="-14492" sz="1725" spc="-37">
                <a:latin typeface="Cambria Math"/>
                <a:cs typeface="Cambria Math"/>
              </a:rPr>
              <a:t>0</a:t>
            </a:r>
            <a:endParaRPr baseline="-14492" sz="1725">
              <a:latin typeface="Cambria Math"/>
              <a:cs typeface="Cambria Math"/>
            </a:endParaRPr>
          </a:p>
          <a:p>
            <a:pPr marL="6804659">
              <a:lnSpc>
                <a:spcPct val="100000"/>
              </a:lnSpc>
              <a:spcBef>
                <a:spcPts val="710"/>
              </a:spcBef>
              <a:tabLst>
                <a:tab pos="7273290" algn="l"/>
                <a:tab pos="9861550" algn="l"/>
                <a:tab pos="10312400" algn="l"/>
              </a:tabLst>
            </a:pPr>
            <a:r>
              <a:rPr dirty="0" baseline="6944" sz="1800" spc="-75">
                <a:latin typeface="Cambria Math"/>
                <a:cs typeface="Cambria Math"/>
              </a:rPr>
              <a:t>𝑏</a:t>
            </a:r>
            <a:r>
              <a:rPr dirty="0" baseline="6944" sz="1800">
                <a:latin typeface="Cambria Math"/>
                <a:cs typeface="Cambria Math"/>
              </a:rPr>
              <a:t>	</a:t>
            </a:r>
            <a:r>
              <a:rPr dirty="0" baseline="12152" sz="2400" spc="-37">
                <a:latin typeface="Cambria Math"/>
                <a:cs typeface="Cambria Math"/>
              </a:rPr>
              <a:t>𝑡</a:t>
            </a:r>
            <a:r>
              <a:rPr dirty="0" baseline="2415" sz="1725" spc="-37">
                <a:latin typeface="Cambria Math"/>
                <a:cs typeface="Cambria Math"/>
              </a:rPr>
              <a:t>2</a:t>
            </a:r>
            <a:r>
              <a:rPr dirty="0" baseline="2415" sz="1725">
                <a:latin typeface="Cambria Math"/>
                <a:cs typeface="Cambria Math"/>
              </a:rPr>
              <a:t>	</a:t>
            </a:r>
            <a:r>
              <a:rPr dirty="0" baseline="-11574" sz="1800" spc="-75">
                <a:latin typeface="Cambria Math"/>
                <a:cs typeface="Cambria Math"/>
              </a:rPr>
              <a:t>𝑏</a:t>
            </a:r>
            <a:r>
              <a:rPr dirty="0" baseline="-11574" sz="1800">
                <a:latin typeface="Cambria Math"/>
                <a:cs typeface="Cambria Math"/>
              </a:rPr>
              <a:t>	</a:t>
            </a:r>
            <a:r>
              <a:rPr dirty="0" sz="1600" spc="-25">
                <a:latin typeface="Cambria Math"/>
                <a:cs typeface="Cambria Math"/>
              </a:rPr>
              <a:t>𝑔</a:t>
            </a:r>
            <a:r>
              <a:rPr dirty="0" baseline="-14492" sz="1725" spc="-37">
                <a:latin typeface="Cambria Math"/>
                <a:cs typeface="Cambria Math"/>
              </a:rPr>
              <a:t>2</a:t>
            </a:r>
            <a:endParaRPr baseline="-14492" sz="1725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Cambria Math"/>
              <a:cs typeface="Cambria Math"/>
            </a:endParaRPr>
          </a:p>
          <a:p>
            <a:pPr marL="1660525">
              <a:lnSpc>
                <a:spcPts val="1305"/>
              </a:lnSpc>
            </a:pPr>
            <a:r>
              <a:rPr dirty="0" sz="1200" spc="-25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6339" sz="1275" spc="-37">
                <a:latin typeface="Cambria Math"/>
                <a:cs typeface="Cambria Math"/>
              </a:rPr>
              <a:t>2</a:t>
            </a:r>
            <a:endParaRPr baseline="-16339" sz="1275">
              <a:latin typeface="Cambria Math"/>
              <a:cs typeface="Cambria Math"/>
            </a:endParaRPr>
          </a:p>
          <a:p>
            <a:pPr algn="ctr" marL="1938655">
              <a:lnSpc>
                <a:spcPts val="2265"/>
              </a:lnSpc>
              <a:tabLst>
                <a:tab pos="2385695" algn="l"/>
                <a:tab pos="5220335" algn="l"/>
                <a:tab pos="7797165" algn="l"/>
                <a:tab pos="8118475" algn="l"/>
                <a:tab pos="9253855" algn="l"/>
              </a:tabLst>
            </a:pPr>
            <a:r>
              <a:rPr dirty="0" baseline="46296" sz="1800" spc="-75">
                <a:latin typeface="Cambria Math"/>
                <a:cs typeface="Cambria Math"/>
              </a:rPr>
              <a:t>𝑎</a:t>
            </a:r>
            <a:r>
              <a:rPr dirty="0" baseline="46296" sz="1800">
                <a:latin typeface="Cambria Math"/>
                <a:cs typeface="Cambria Math"/>
              </a:rPr>
              <a:t>	</a:t>
            </a:r>
            <a:r>
              <a:rPr dirty="0" baseline="26041" sz="2400" spc="-37">
                <a:latin typeface="Cambria Math"/>
                <a:cs typeface="Cambria Math"/>
              </a:rPr>
              <a:t>𝑔</a:t>
            </a:r>
            <a:r>
              <a:rPr dirty="0" baseline="19323" sz="1725" spc="-37">
                <a:latin typeface="Cambria Math"/>
                <a:cs typeface="Cambria Math"/>
              </a:rPr>
              <a:t>1</a:t>
            </a:r>
            <a:r>
              <a:rPr dirty="0" baseline="19323" sz="1725">
                <a:latin typeface="Cambria Math"/>
                <a:cs typeface="Cambria Math"/>
              </a:rPr>
              <a:t>	</a:t>
            </a:r>
            <a:r>
              <a:rPr dirty="0" sz="2000">
                <a:latin typeface="Cambria Math"/>
                <a:cs typeface="Cambria Math"/>
              </a:rPr>
              <a:t>𝑀</a:t>
            </a:r>
            <a:r>
              <a:rPr dirty="0" sz="2000" spc="434">
                <a:latin typeface="Cambria Math"/>
                <a:cs typeface="Cambria Math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should</a:t>
            </a:r>
            <a:r>
              <a:rPr dirty="0" sz="2000" spc="-5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accept</a:t>
            </a:r>
            <a:r>
              <a:rPr dirty="0" sz="2000" spc="-55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input</a:t>
            </a:r>
            <a:r>
              <a:rPr dirty="0" sz="2000">
                <a:latin typeface="Franklin Gothic Medium"/>
                <a:cs typeface="Franklin Gothic Medium"/>
              </a:rPr>
              <a:t>	</a:t>
            </a:r>
            <a:r>
              <a:rPr dirty="0" sz="2000" spc="-50">
                <a:latin typeface="Cambria Math"/>
                <a:cs typeface="Cambria Math"/>
              </a:rPr>
              <a:t>𝑤</a:t>
            </a:r>
            <a:r>
              <a:rPr dirty="0" sz="2000">
                <a:latin typeface="Cambria Math"/>
                <a:cs typeface="Cambria Math"/>
              </a:rPr>
              <a:t>	</a:t>
            </a:r>
            <a:r>
              <a:rPr dirty="0" sz="2000">
                <a:latin typeface="Franklin Gothic Medium"/>
                <a:cs typeface="Franklin Gothic Medium"/>
              </a:rPr>
              <a:t>if</a:t>
            </a:r>
            <a:r>
              <a:rPr dirty="0" sz="2000" spc="-3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Cambria Math"/>
                <a:cs typeface="Cambria Math"/>
              </a:rPr>
              <a:t>𝑤</a:t>
            </a:r>
            <a:r>
              <a:rPr dirty="0" sz="2000" spc="13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95">
                <a:latin typeface="Cambria Math"/>
                <a:cs typeface="Cambria Math"/>
              </a:rPr>
              <a:t> </a:t>
            </a:r>
            <a:r>
              <a:rPr dirty="0" sz="2000" spc="-25">
                <a:latin typeface="Cambria Math"/>
                <a:cs typeface="Cambria Math"/>
              </a:rPr>
              <a:t>𝑥𝑦</a:t>
            </a:r>
            <a:r>
              <a:rPr dirty="0" sz="2000">
                <a:latin typeface="Cambria Math"/>
                <a:cs typeface="Cambria Math"/>
              </a:rPr>
              <a:t>	</a:t>
            </a:r>
            <a:r>
              <a:rPr dirty="0" sz="2000" spc="-10">
                <a:latin typeface="Franklin Gothic Medium"/>
                <a:cs typeface="Franklin Gothic Medium"/>
              </a:rPr>
              <a:t>where</a:t>
            </a:r>
            <a:endParaRPr sz="2000">
              <a:latin typeface="Franklin Gothic Medium"/>
              <a:cs typeface="Franklin Gothic Medium"/>
            </a:endParaRPr>
          </a:p>
          <a:p>
            <a:pPr algn="ctr" marL="328930">
              <a:lnSpc>
                <a:spcPts val="2295"/>
              </a:lnSpc>
              <a:tabLst>
                <a:tab pos="4107815" algn="l"/>
                <a:tab pos="5654675" algn="l"/>
              </a:tabLst>
            </a:pPr>
            <a:r>
              <a:rPr dirty="0" baseline="12152" sz="2400" spc="-37">
                <a:latin typeface="Cambria Math"/>
                <a:cs typeface="Cambria Math"/>
              </a:rPr>
              <a:t>𝑔</a:t>
            </a:r>
            <a:r>
              <a:rPr dirty="0" baseline="2415" sz="1725" spc="-37">
                <a:latin typeface="Cambria Math"/>
                <a:cs typeface="Cambria Math"/>
              </a:rPr>
              <a:t>0</a:t>
            </a:r>
            <a:r>
              <a:rPr dirty="0" baseline="2415" sz="1725">
                <a:latin typeface="Cambria Math"/>
                <a:cs typeface="Cambria Math"/>
              </a:rPr>
              <a:t>	</a:t>
            </a:r>
            <a:r>
              <a:rPr dirty="0" sz="2000">
                <a:latin typeface="Cambria Math"/>
                <a:cs typeface="Cambria Math"/>
              </a:rPr>
              <a:t>𝑀</a:t>
            </a:r>
            <a:r>
              <a:rPr dirty="0" baseline="-15325" sz="2175">
                <a:latin typeface="Cambria Math"/>
                <a:cs typeface="Cambria Math"/>
              </a:rPr>
              <a:t>1</a:t>
            </a:r>
            <a:r>
              <a:rPr dirty="0" baseline="-15325" sz="2175" spc="225">
                <a:latin typeface="Cambria Math"/>
                <a:cs typeface="Cambria Math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accepts</a:t>
            </a:r>
            <a:r>
              <a:rPr dirty="0" sz="2000" spc="-120">
                <a:latin typeface="Franklin Gothic Medium"/>
                <a:cs typeface="Franklin Gothic Medium"/>
              </a:rPr>
              <a:t> </a:t>
            </a:r>
            <a:r>
              <a:rPr dirty="0" sz="2000" spc="-50">
                <a:latin typeface="Cambria Math"/>
                <a:cs typeface="Cambria Math"/>
              </a:rPr>
              <a:t>𝑥</a:t>
            </a:r>
            <a:r>
              <a:rPr dirty="0" sz="2000">
                <a:latin typeface="Cambria Math"/>
                <a:cs typeface="Cambria Math"/>
              </a:rPr>
              <a:t>	</a:t>
            </a:r>
            <a:r>
              <a:rPr dirty="0" sz="2000">
                <a:latin typeface="Franklin Gothic Medium"/>
                <a:cs typeface="Franklin Gothic Medium"/>
              </a:rPr>
              <a:t>and</a:t>
            </a:r>
            <a:r>
              <a:rPr dirty="0" sz="2000" spc="39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Cambria Math"/>
                <a:cs typeface="Cambria Math"/>
              </a:rPr>
              <a:t>𝑀</a:t>
            </a:r>
            <a:r>
              <a:rPr dirty="0" baseline="-15325" sz="2175">
                <a:latin typeface="Cambria Math"/>
                <a:cs typeface="Cambria Math"/>
              </a:rPr>
              <a:t>2</a:t>
            </a:r>
            <a:r>
              <a:rPr dirty="0" baseline="-15325" sz="2175" spc="315">
                <a:latin typeface="Cambria Math"/>
                <a:cs typeface="Cambria Math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accepts</a:t>
            </a:r>
            <a:r>
              <a:rPr dirty="0" sz="2000" spc="-55">
                <a:latin typeface="Franklin Gothic Medium"/>
                <a:cs typeface="Franklin Gothic Medium"/>
              </a:rPr>
              <a:t> </a:t>
            </a:r>
            <a:r>
              <a:rPr dirty="0" sz="2000" spc="-25">
                <a:latin typeface="Cambria Math"/>
                <a:cs typeface="Cambria Math"/>
              </a:rPr>
              <a:t>𝑦</a:t>
            </a:r>
            <a:r>
              <a:rPr dirty="0" sz="2000" spc="-25">
                <a:latin typeface="Franklin Gothic Medium"/>
                <a:cs typeface="Franklin Gothic Medium"/>
              </a:rPr>
              <a:t>.</a:t>
            </a:r>
            <a:endParaRPr sz="2000">
              <a:latin typeface="Franklin Gothic Medium"/>
              <a:cs typeface="Franklin Gothic Medium"/>
            </a:endParaRPr>
          </a:p>
          <a:p>
            <a:pPr algn="ctr" marL="2182495">
              <a:lnSpc>
                <a:spcPts val="1935"/>
              </a:lnSpc>
              <a:tabLst>
                <a:tab pos="2632710" algn="l"/>
                <a:tab pos="5334000" algn="l"/>
                <a:tab pos="9261475" algn="l"/>
              </a:tabLst>
            </a:pPr>
            <a:r>
              <a:rPr dirty="0" baseline="-25462" sz="1800" spc="-75">
                <a:latin typeface="Cambria Math"/>
                <a:cs typeface="Cambria Math"/>
              </a:rPr>
              <a:t>𝑏</a:t>
            </a:r>
            <a:r>
              <a:rPr dirty="0" baseline="-25462" sz="1800">
                <a:latin typeface="Cambria Math"/>
                <a:cs typeface="Cambria Math"/>
              </a:rPr>
              <a:t>	</a:t>
            </a:r>
            <a:r>
              <a:rPr dirty="0" baseline="-10416" sz="2400" spc="-37">
                <a:latin typeface="Cambria Math"/>
                <a:cs typeface="Cambria Math"/>
              </a:rPr>
              <a:t>𝑔</a:t>
            </a:r>
            <a:r>
              <a:rPr dirty="0" baseline="-31400" sz="1725" spc="-37">
                <a:latin typeface="Cambria Math"/>
                <a:cs typeface="Cambria Math"/>
              </a:rPr>
              <a:t>2</a:t>
            </a:r>
            <a:r>
              <a:rPr dirty="0" baseline="-31400" sz="1725">
                <a:latin typeface="Cambria Math"/>
                <a:cs typeface="Cambria Math"/>
              </a:rPr>
              <a:t>	</a:t>
            </a:r>
            <a:r>
              <a:rPr dirty="0" baseline="-30864" sz="2700" spc="-75">
                <a:latin typeface="Cambria Math"/>
                <a:cs typeface="Cambria Math"/>
              </a:rPr>
              <a:t>𝑤</a:t>
            </a:r>
            <a:r>
              <a:rPr dirty="0" baseline="-30864" sz="2700">
                <a:latin typeface="Cambria Math"/>
                <a:cs typeface="Cambria Math"/>
              </a:rPr>
              <a:t>	</a:t>
            </a:r>
            <a:r>
              <a:rPr dirty="0" sz="1600">
                <a:latin typeface="Franklin Gothic Medium"/>
                <a:cs typeface="Franklin Gothic Medium"/>
              </a:rPr>
              <a:t>Doesn’t</a:t>
            </a:r>
            <a:r>
              <a:rPr dirty="0" sz="1600" spc="-70">
                <a:latin typeface="Franklin Gothic Medium"/>
                <a:cs typeface="Franklin Gothic Medium"/>
              </a:rPr>
              <a:t> </a:t>
            </a:r>
            <a:r>
              <a:rPr dirty="0" sz="1600" spc="-10">
                <a:latin typeface="Franklin Gothic Medium"/>
                <a:cs typeface="Franklin Gothic Medium"/>
              </a:rPr>
              <a:t>work:</a:t>
            </a:r>
            <a:endParaRPr sz="1600">
              <a:latin typeface="Franklin Gothic Medium"/>
              <a:cs typeface="Franklin Gothic Medium"/>
            </a:endParaRPr>
          </a:p>
          <a:p>
            <a:pPr algn="ctr" marL="6247130">
              <a:lnSpc>
                <a:spcPts val="2039"/>
              </a:lnSpc>
              <a:tabLst>
                <a:tab pos="7808595" algn="l"/>
                <a:tab pos="9685020" algn="l"/>
              </a:tabLst>
            </a:pPr>
            <a:r>
              <a:rPr dirty="0" baseline="-23148" sz="2700" spc="-75">
                <a:latin typeface="Cambria Math"/>
                <a:cs typeface="Cambria Math"/>
              </a:rPr>
              <a:t>𝑥</a:t>
            </a:r>
            <a:r>
              <a:rPr dirty="0" baseline="-23148" sz="2700">
                <a:latin typeface="Cambria Math"/>
                <a:cs typeface="Cambria Math"/>
              </a:rPr>
              <a:t>	</a:t>
            </a:r>
            <a:r>
              <a:rPr dirty="0" baseline="-23148" sz="2700" spc="-75">
                <a:latin typeface="Cambria Math"/>
                <a:cs typeface="Cambria Math"/>
              </a:rPr>
              <a:t>𝑦</a:t>
            </a:r>
            <a:r>
              <a:rPr dirty="0" baseline="-23148" sz="2700">
                <a:latin typeface="Cambria Math"/>
                <a:cs typeface="Cambria Math"/>
              </a:rPr>
              <a:t>	</a:t>
            </a:r>
            <a:r>
              <a:rPr dirty="0" sz="1600" spc="-10">
                <a:latin typeface="Franklin Gothic Medium"/>
                <a:cs typeface="Franklin Gothic Medium"/>
              </a:rPr>
              <a:t>Where</a:t>
            </a:r>
            <a:r>
              <a:rPr dirty="0" sz="1600" spc="-60">
                <a:latin typeface="Franklin Gothic Medium"/>
                <a:cs typeface="Franklin Gothic Medium"/>
              </a:rPr>
              <a:t> </a:t>
            </a:r>
            <a:r>
              <a:rPr dirty="0" sz="1600">
                <a:latin typeface="Franklin Gothic Medium"/>
                <a:cs typeface="Franklin Gothic Medium"/>
              </a:rPr>
              <a:t>to</a:t>
            </a:r>
            <a:r>
              <a:rPr dirty="0" sz="1600" spc="-60">
                <a:latin typeface="Franklin Gothic Medium"/>
                <a:cs typeface="Franklin Gothic Medium"/>
              </a:rPr>
              <a:t> </a:t>
            </a:r>
            <a:r>
              <a:rPr dirty="0" sz="1600" spc="-10">
                <a:latin typeface="Franklin Gothic Medium"/>
                <a:cs typeface="Franklin Gothic Medium"/>
              </a:rPr>
              <a:t>split</a:t>
            </a:r>
            <a:r>
              <a:rPr dirty="0" sz="1600" spc="-90">
                <a:latin typeface="Franklin Gothic Medium"/>
                <a:cs typeface="Franklin Gothic Medium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𝑤</a:t>
            </a:r>
            <a:r>
              <a:rPr dirty="0" sz="1600" spc="-25">
                <a:latin typeface="Franklin Gothic Medium"/>
                <a:cs typeface="Franklin Gothic Medium"/>
              </a:rPr>
              <a:t>?</a:t>
            </a:r>
            <a:endParaRPr sz="1600">
              <a:latin typeface="Franklin Gothic Medium"/>
              <a:cs typeface="Franklin Gothic Medium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3524758"/>
            <a:ext cx="12192000" cy="3207385"/>
            <a:chOff x="0" y="3524758"/>
            <a:chExt cx="12192000" cy="3207385"/>
          </a:xfrm>
        </p:grpSpPr>
        <p:sp>
          <p:nvSpPr>
            <p:cNvPr id="5" name="object 5" descr=""/>
            <p:cNvSpPr/>
            <p:nvPr/>
          </p:nvSpPr>
          <p:spPr>
            <a:xfrm>
              <a:off x="463295" y="3531108"/>
              <a:ext cx="11452860" cy="3194685"/>
            </a:xfrm>
            <a:custGeom>
              <a:avLst/>
              <a:gdLst/>
              <a:ahLst/>
              <a:cxnLst/>
              <a:rect l="l" t="t" r="r" b="b"/>
              <a:pathLst>
                <a:path w="11452860" h="3194684">
                  <a:moveTo>
                    <a:pt x="11452860" y="0"/>
                  </a:moveTo>
                  <a:lnTo>
                    <a:pt x="0" y="0"/>
                  </a:lnTo>
                  <a:lnTo>
                    <a:pt x="0" y="3194304"/>
                  </a:lnTo>
                  <a:lnTo>
                    <a:pt x="11452860" y="3194304"/>
                  </a:lnTo>
                  <a:lnTo>
                    <a:pt x="11452860" y="0"/>
                  </a:lnTo>
                  <a:close/>
                </a:path>
              </a:pathLst>
            </a:custGeom>
            <a:solidFill>
              <a:srgbClr val="FAE4D5">
                <a:alpha val="9215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63295" y="3531108"/>
              <a:ext cx="11452860" cy="3194685"/>
            </a:xfrm>
            <a:custGeom>
              <a:avLst/>
              <a:gdLst/>
              <a:ahLst/>
              <a:cxnLst/>
              <a:rect l="l" t="t" r="r" b="b"/>
              <a:pathLst>
                <a:path w="11452860" h="3194684">
                  <a:moveTo>
                    <a:pt x="0" y="0"/>
                  </a:moveTo>
                  <a:lnTo>
                    <a:pt x="11452860" y="0"/>
                  </a:lnTo>
                  <a:lnTo>
                    <a:pt x="11452860" y="3194304"/>
                  </a:lnTo>
                  <a:lnTo>
                    <a:pt x="0" y="319430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686300"/>
              <a:ext cx="12192000" cy="1030223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8032" y="4628388"/>
              <a:ext cx="10239755" cy="1239011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0" y="470154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1265078" y="4723619"/>
            <a:ext cx="966089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02990" marR="5080" indent="-3590925">
              <a:lnSpc>
                <a:spcPct val="100000"/>
              </a:lnSpc>
              <a:spcBef>
                <a:spcPts val="100"/>
              </a:spcBef>
            </a:pPr>
            <a:r>
              <a:rPr dirty="0" sz="2700" spc="-45">
                <a:latin typeface="Franklin Gothic Medium"/>
                <a:cs typeface="Franklin Gothic Medium"/>
              </a:rPr>
              <a:t>To</a:t>
            </a:r>
            <a:r>
              <a:rPr dirty="0" sz="2700" spc="-105">
                <a:latin typeface="Franklin Gothic Medium"/>
                <a:cs typeface="Franklin Gothic Medium"/>
              </a:rPr>
              <a:t> </a:t>
            </a:r>
            <a:r>
              <a:rPr dirty="0" sz="2700">
                <a:latin typeface="Franklin Gothic Medium"/>
                <a:cs typeface="Franklin Gothic Medium"/>
              </a:rPr>
              <a:t>solve</a:t>
            </a:r>
            <a:r>
              <a:rPr dirty="0" sz="2700" spc="-114">
                <a:latin typeface="Franklin Gothic Medium"/>
                <a:cs typeface="Franklin Gothic Medium"/>
              </a:rPr>
              <a:t> </a:t>
            </a:r>
            <a:r>
              <a:rPr dirty="0" sz="2700">
                <a:latin typeface="Franklin Gothic Medium"/>
                <a:cs typeface="Franklin Gothic Medium"/>
              </a:rPr>
              <a:t>this</a:t>
            </a:r>
            <a:r>
              <a:rPr dirty="0" sz="2700" spc="-100">
                <a:latin typeface="Franklin Gothic Medium"/>
                <a:cs typeface="Franklin Gothic Medium"/>
              </a:rPr>
              <a:t> </a:t>
            </a:r>
            <a:r>
              <a:rPr dirty="0" sz="2700" spc="-30">
                <a:latin typeface="Franklin Gothic Medium"/>
                <a:cs typeface="Franklin Gothic Medium"/>
              </a:rPr>
              <a:t>problem,</a:t>
            </a:r>
            <a:r>
              <a:rPr dirty="0" sz="2700" spc="-114">
                <a:latin typeface="Franklin Gothic Medium"/>
                <a:cs typeface="Franklin Gothic Medium"/>
              </a:rPr>
              <a:t> </a:t>
            </a:r>
            <a:r>
              <a:rPr dirty="0" sz="2700" spc="-10">
                <a:latin typeface="Franklin Gothic Medium"/>
                <a:cs typeface="Franklin Gothic Medium"/>
              </a:rPr>
              <a:t>we</a:t>
            </a:r>
            <a:r>
              <a:rPr dirty="0" sz="2700" spc="-100">
                <a:latin typeface="Franklin Gothic Medium"/>
                <a:cs typeface="Franklin Gothic Medium"/>
              </a:rPr>
              <a:t> </a:t>
            </a:r>
            <a:r>
              <a:rPr dirty="0" sz="2700">
                <a:latin typeface="Franklin Gothic Medium"/>
                <a:cs typeface="Franklin Gothic Medium"/>
              </a:rPr>
              <a:t>need</a:t>
            </a:r>
            <a:r>
              <a:rPr dirty="0" sz="2700" spc="-114">
                <a:latin typeface="Franklin Gothic Medium"/>
                <a:cs typeface="Franklin Gothic Medium"/>
              </a:rPr>
              <a:t> </a:t>
            </a:r>
            <a:r>
              <a:rPr dirty="0" sz="2700">
                <a:latin typeface="Franklin Gothic Medium"/>
                <a:cs typeface="Franklin Gothic Medium"/>
              </a:rPr>
              <a:t>to</a:t>
            </a:r>
            <a:r>
              <a:rPr dirty="0" sz="2700" spc="-105">
                <a:latin typeface="Franklin Gothic Medium"/>
                <a:cs typeface="Franklin Gothic Medium"/>
              </a:rPr>
              <a:t> </a:t>
            </a:r>
            <a:r>
              <a:rPr dirty="0" sz="2700" spc="-20">
                <a:latin typeface="Franklin Gothic Medium"/>
                <a:cs typeface="Franklin Gothic Medium"/>
              </a:rPr>
              <a:t>introduce</a:t>
            </a:r>
            <a:r>
              <a:rPr dirty="0" sz="2700" spc="-114">
                <a:latin typeface="Franklin Gothic Medium"/>
                <a:cs typeface="Franklin Gothic Medium"/>
              </a:rPr>
              <a:t> </a:t>
            </a:r>
            <a:r>
              <a:rPr dirty="0" sz="2700">
                <a:latin typeface="Franklin Gothic Medium"/>
                <a:cs typeface="Franklin Gothic Medium"/>
              </a:rPr>
              <a:t>a</a:t>
            </a:r>
            <a:r>
              <a:rPr dirty="0" sz="2700" spc="-105">
                <a:latin typeface="Franklin Gothic Medium"/>
                <a:cs typeface="Franklin Gothic Medium"/>
              </a:rPr>
              <a:t> </a:t>
            </a:r>
            <a:r>
              <a:rPr dirty="0" sz="2700" spc="-20">
                <a:latin typeface="Franklin Gothic Medium"/>
                <a:cs typeface="Franklin Gothic Medium"/>
              </a:rPr>
              <a:t>new</a:t>
            </a:r>
            <a:r>
              <a:rPr dirty="0" sz="2700" spc="-105">
                <a:latin typeface="Franklin Gothic Medium"/>
                <a:cs typeface="Franklin Gothic Medium"/>
              </a:rPr>
              <a:t> </a:t>
            </a:r>
            <a:r>
              <a:rPr dirty="0" sz="2700" spc="-20">
                <a:latin typeface="Franklin Gothic Medium"/>
                <a:cs typeface="Franklin Gothic Medium"/>
              </a:rPr>
              <a:t>technique</a:t>
            </a:r>
            <a:r>
              <a:rPr dirty="0" sz="2700" spc="-114">
                <a:latin typeface="Franklin Gothic Medium"/>
                <a:cs typeface="Franklin Gothic Medium"/>
              </a:rPr>
              <a:t> </a:t>
            </a:r>
            <a:r>
              <a:rPr dirty="0" sz="2700" spc="-10">
                <a:latin typeface="Franklin Gothic Medium"/>
                <a:cs typeface="Franklin Gothic Medium"/>
              </a:rPr>
              <a:t>called </a:t>
            </a:r>
            <a:r>
              <a:rPr dirty="0" u="sng" sz="2700" spc="-1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nondeterminism</a:t>
            </a:r>
            <a:r>
              <a:rPr dirty="0" sz="2700" spc="-10">
                <a:latin typeface="Franklin Gothic Medium"/>
                <a:cs typeface="Franklin Gothic Medium"/>
              </a:rPr>
              <a:t>.</a:t>
            </a:r>
            <a:endParaRPr sz="2700">
              <a:latin typeface="Franklin Gothic Medium"/>
              <a:cs typeface="Franklin Gothic Medium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84372" y="1246120"/>
            <a:ext cx="10610215" cy="1081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 marR="17780">
              <a:lnSpc>
                <a:spcPct val="123700"/>
              </a:lnSpc>
              <a:spcBef>
                <a:spcPts val="100"/>
              </a:spcBef>
              <a:tabLst>
                <a:tab pos="1619250" algn="l"/>
                <a:tab pos="8068945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Theorem:</a:t>
            </a:r>
            <a:r>
              <a:rPr dirty="0" sz="2800">
                <a:latin typeface="Franklin Gothic Medium"/>
                <a:cs typeface="Franklin Gothic Medium"/>
              </a:rPr>
              <a:t>	If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55"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>
                <a:latin typeface="Cambria Math"/>
                <a:cs typeface="Cambria Math"/>
              </a:rPr>
              <a:t>2</a:t>
            </a:r>
            <a:r>
              <a:rPr dirty="0" baseline="-16260" sz="3075" spc="472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are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4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languages,</a:t>
            </a:r>
            <a:r>
              <a:rPr dirty="0" sz="2800" spc="-3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so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 spc="-30">
                <a:latin typeface="Cambria Math"/>
                <a:cs typeface="Cambria Math"/>
              </a:rPr>
              <a:t>1</a:t>
            </a:r>
            <a:r>
              <a:rPr dirty="0" sz="2800" spc="-2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6260" sz="3075" spc="-30">
                <a:latin typeface="Cambria Math"/>
                <a:cs typeface="Cambria Math"/>
              </a:rPr>
              <a:t>2</a:t>
            </a:r>
            <a:r>
              <a:rPr dirty="0" baseline="-16260" sz="3075">
                <a:latin typeface="Cambria Math"/>
                <a:cs typeface="Cambria Math"/>
              </a:rPr>
              <a:t>	</a:t>
            </a:r>
            <a:r>
              <a:rPr dirty="0" sz="2800">
                <a:latin typeface="Franklin Gothic Medium"/>
                <a:cs typeface="Franklin Gothic Medium"/>
              </a:rPr>
              <a:t>(closure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under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C00000"/>
                </a:solidFill>
                <a:latin typeface="Cambria Math"/>
                <a:cs typeface="Cambria Math"/>
              </a:rPr>
              <a:t>∘</a:t>
            </a:r>
            <a:r>
              <a:rPr dirty="0" sz="2800" spc="-25">
                <a:latin typeface="Franklin Gothic Medium"/>
                <a:cs typeface="Franklin Gothic Medium"/>
              </a:rPr>
              <a:t>) Proof:</a:t>
            </a:r>
            <a:r>
              <a:rPr dirty="0" sz="2800" spc="-15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by</a:t>
            </a:r>
            <a:r>
              <a:rPr dirty="0" sz="2800" spc="-13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Construction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85189" y="2895041"/>
            <a:ext cx="63684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dirty="0" sz="2400">
                <a:latin typeface="Franklin Gothic Medium"/>
                <a:cs typeface="Franklin Gothic Medium"/>
              </a:rPr>
              <a:t>Construct</a:t>
            </a:r>
            <a:r>
              <a:rPr dirty="0" sz="2400" spc="-145">
                <a:latin typeface="Franklin Gothic Medium"/>
                <a:cs typeface="Franklin Gothic Medium"/>
              </a:rPr>
              <a:t> </a:t>
            </a:r>
            <a:r>
              <a:rPr dirty="0" sz="2400" spc="-5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0">
                <a:latin typeface="Cambria Math"/>
                <a:cs typeface="Cambria Math"/>
              </a:rPr>
              <a:t> </a:t>
            </a:r>
            <a:r>
              <a:rPr dirty="0" sz="2400" spc="-560">
                <a:latin typeface="Cambria Math"/>
                <a:cs typeface="Cambria Math"/>
              </a:rPr>
              <a:t>(</a:t>
            </a:r>
            <a:r>
              <a:rPr dirty="0" sz="2400" spc="-560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sz="2400" spc="-26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65">
                <a:latin typeface="Cambria Math"/>
                <a:cs typeface="Cambria Math"/>
              </a:rPr>
              <a:t> </a:t>
            </a:r>
            <a:r>
              <a:rPr dirty="0" sz="2400" spc="215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sz="2400" spc="215">
                <a:latin typeface="Cambria Math"/>
                <a:cs typeface="Cambria Math"/>
              </a:rPr>
              <a:t>,</a:t>
            </a:r>
            <a:r>
              <a:rPr dirty="0" sz="2400" spc="60">
                <a:latin typeface="Cambria Math"/>
                <a:cs typeface="Cambria Math"/>
              </a:rPr>
              <a:t> </a:t>
            </a:r>
            <a:r>
              <a:rPr dirty="0" sz="2400" spc="-645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sz="2400" spc="-235">
                <a:solidFill>
                  <a:srgbClr val="538235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50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20833" sz="2400">
                <a:solidFill>
                  <a:srgbClr val="BE9000"/>
                </a:solidFill>
                <a:latin typeface="Cambria Math"/>
                <a:cs typeface="Cambria Math"/>
              </a:rPr>
              <a:t>0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50">
                <a:latin typeface="Cambria Math"/>
                <a:cs typeface="Cambria Math"/>
              </a:rPr>
              <a:t> </a:t>
            </a:r>
            <a:r>
              <a:rPr dirty="0" sz="2400" spc="140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sz="2400" spc="140">
                <a:latin typeface="Cambria Math"/>
                <a:cs typeface="Cambria Math"/>
              </a:rPr>
              <a:t>)</a:t>
            </a:r>
            <a:r>
              <a:rPr dirty="0" sz="2400" spc="250">
                <a:latin typeface="Cambria Math"/>
                <a:cs typeface="Cambria Math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recognizing</a:t>
            </a:r>
            <a:r>
              <a:rPr dirty="0" sz="2400" spc="-1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 spc="-30">
                <a:latin typeface="Cambria Math"/>
                <a:cs typeface="Cambria Math"/>
              </a:rPr>
              <a:t>1</a:t>
            </a:r>
            <a:r>
              <a:rPr dirty="0" sz="2400" spc="-2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 spc="-30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39226" y="2364271"/>
            <a:ext cx="53200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Franklin Gothic Medium"/>
                <a:cs typeface="Franklin Gothic Medium"/>
              </a:rPr>
              <a:t>Let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509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05">
                <a:latin typeface="Cambria Math"/>
                <a:cs typeface="Cambria Math"/>
              </a:rPr>
              <a:t> </a:t>
            </a:r>
            <a:r>
              <a:rPr dirty="0" sz="2400" spc="-365">
                <a:latin typeface="Cambria Math"/>
                <a:cs typeface="Cambria Math"/>
              </a:rPr>
              <a:t>(</a:t>
            </a:r>
            <a:r>
              <a:rPr dirty="0" sz="2400" spc="-36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547">
                <a:solidFill>
                  <a:srgbClr val="C55A11"/>
                </a:solidFill>
                <a:latin typeface="Cambria Math"/>
                <a:cs typeface="Cambria Math"/>
              </a:rPr>
              <a:t>1</a:t>
            </a:r>
            <a:r>
              <a:rPr dirty="0" sz="2400" spc="-365">
                <a:latin typeface="Cambria Math"/>
                <a:cs typeface="Cambria Math"/>
              </a:rPr>
              <a:t>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120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sz="2400" spc="120">
                <a:latin typeface="Cambria Math"/>
                <a:cs typeface="Cambria Math"/>
              </a:rPr>
              <a:t>,</a:t>
            </a:r>
            <a:r>
              <a:rPr dirty="0" sz="2400" spc="155">
                <a:latin typeface="Cambria Math"/>
                <a:cs typeface="Cambria Math"/>
              </a:rPr>
              <a:t> </a:t>
            </a:r>
            <a:r>
              <a:rPr dirty="0" sz="2400" spc="-509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baseline="-15873" sz="2625" spc="-765">
                <a:solidFill>
                  <a:srgbClr val="538235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-142">
                <a:solidFill>
                  <a:srgbClr val="538235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170">
                <a:latin typeface="Cambria Math"/>
                <a:cs typeface="Cambria Math"/>
              </a:rPr>
              <a:t> </a:t>
            </a:r>
            <a:r>
              <a:rPr dirty="0" sz="2400" spc="-45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15873" sz="2625" spc="-67">
                <a:solidFill>
                  <a:srgbClr val="BE9000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-157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165">
                <a:latin typeface="Cambria Math"/>
                <a:cs typeface="Cambria Math"/>
              </a:rPr>
              <a:t> </a:t>
            </a:r>
            <a:r>
              <a:rPr dirty="0" sz="2400" spc="-155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baseline="-15873" sz="2625" spc="-232">
                <a:solidFill>
                  <a:srgbClr val="8496AF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-142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)</a:t>
            </a:r>
            <a:r>
              <a:rPr dirty="0" sz="2400" spc="55">
                <a:latin typeface="Cambria Math"/>
                <a:cs typeface="Cambria Math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recognize</a:t>
            </a:r>
            <a:r>
              <a:rPr dirty="0" sz="2400" spc="-40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 spc="-37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416890" y="2349602"/>
            <a:ext cx="48856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𝑀</a:t>
            </a:r>
            <a:r>
              <a:rPr dirty="0" baseline="-15873" sz="2625">
                <a:latin typeface="Cambria Math"/>
                <a:cs typeface="Cambria Math"/>
              </a:rPr>
              <a:t>2</a:t>
            </a:r>
            <a:r>
              <a:rPr dirty="0" baseline="-15873" sz="2625" spc="487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0">
                <a:latin typeface="Cambria Math"/>
                <a:cs typeface="Cambria Math"/>
              </a:rPr>
              <a:t> </a:t>
            </a:r>
            <a:r>
              <a:rPr dirty="0" sz="2400" spc="-325">
                <a:latin typeface="Cambria Math"/>
                <a:cs typeface="Cambria Math"/>
              </a:rPr>
              <a:t>(</a:t>
            </a:r>
            <a:r>
              <a:rPr dirty="0" sz="2400" spc="-325">
                <a:solidFill>
                  <a:srgbClr val="C55A11"/>
                </a:solidFill>
                <a:latin typeface="Cambria Math"/>
                <a:cs typeface="Cambria Math"/>
              </a:rPr>
              <a:t>𝑄𝑄</a:t>
            </a:r>
            <a:r>
              <a:rPr dirty="0" baseline="-15873" sz="2625" spc="-487">
                <a:solidFill>
                  <a:srgbClr val="C55A11"/>
                </a:solidFill>
                <a:latin typeface="Cambria Math"/>
                <a:cs typeface="Cambria Math"/>
              </a:rPr>
              <a:t>2</a:t>
            </a:r>
            <a:r>
              <a:rPr dirty="0" sz="2400" spc="-325">
                <a:latin typeface="Cambria Math"/>
                <a:cs typeface="Cambria Math"/>
              </a:rPr>
              <a:t>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120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sz="2400" spc="120">
                <a:latin typeface="Cambria Math"/>
                <a:cs typeface="Cambria Math"/>
              </a:rPr>
              <a:t>,</a:t>
            </a:r>
            <a:r>
              <a:rPr dirty="0" sz="2400" spc="170">
                <a:latin typeface="Cambria Math"/>
                <a:cs typeface="Cambria Math"/>
              </a:rPr>
              <a:t> </a:t>
            </a:r>
            <a:r>
              <a:rPr dirty="0" sz="2400" spc="-445">
                <a:solidFill>
                  <a:srgbClr val="538235"/>
                </a:solidFill>
                <a:latin typeface="Cambria Math"/>
                <a:cs typeface="Cambria Math"/>
              </a:rPr>
              <a:t>𝛿𝛿</a:t>
            </a:r>
            <a:r>
              <a:rPr dirty="0" baseline="-15873" sz="2625" spc="-667">
                <a:solidFill>
                  <a:srgbClr val="538235"/>
                </a:solidFill>
                <a:latin typeface="Cambria Math"/>
                <a:cs typeface="Cambria Math"/>
              </a:rPr>
              <a:t>2</a:t>
            </a:r>
            <a:r>
              <a:rPr dirty="0" baseline="-15873" sz="2625" spc="-142">
                <a:solidFill>
                  <a:srgbClr val="538235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175">
                <a:latin typeface="Cambria Math"/>
                <a:cs typeface="Cambria Math"/>
              </a:rPr>
              <a:t> </a:t>
            </a:r>
            <a:r>
              <a:rPr dirty="0" sz="2400" spc="-10">
                <a:solidFill>
                  <a:srgbClr val="BE9000"/>
                </a:solidFill>
                <a:latin typeface="Cambria Math"/>
                <a:cs typeface="Cambria Math"/>
              </a:rPr>
              <a:t>𝑞</a:t>
            </a:r>
            <a:r>
              <a:rPr dirty="0" baseline="-15873" sz="2625" spc="-15">
                <a:solidFill>
                  <a:srgbClr val="BE9000"/>
                </a:solidFill>
                <a:latin typeface="Cambria Math"/>
                <a:cs typeface="Cambria Math"/>
              </a:rPr>
              <a:t>2</a:t>
            </a:r>
            <a:r>
              <a:rPr dirty="0" baseline="-15873" sz="2625" spc="-157">
                <a:solidFill>
                  <a:srgbClr val="BE9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180">
                <a:latin typeface="Cambria Math"/>
                <a:cs typeface="Cambria Math"/>
              </a:rPr>
              <a:t> </a:t>
            </a:r>
            <a:r>
              <a:rPr dirty="0" sz="2400" spc="-125">
                <a:solidFill>
                  <a:srgbClr val="8496AF"/>
                </a:solidFill>
                <a:latin typeface="Cambria Math"/>
                <a:cs typeface="Cambria Math"/>
              </a:rPr>
              <a:t>𝐹</a:t>
            </a:r>
            <a:r>
              <a:rPr dirty="0" baseline="-15873" sz="2625" spc="-187">
                <a:solidFill>
                  <a:srgbClr val="8496AF"/>
                </a:solidFill>
                <a:latin typeface="Cambria Math"/>
                <a:cs typeface="Cambria Math"/>
              </a:rPr>
              <a:t>2</a:t>
            </a:r>
            <a:r>
              <a:rPr dirty="0" baseline="-15873" sz="2625" spc="-142">
                <a:solidFill>
                  <a:srgbClr val="8496A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)</a:t>
            </a:r>
            <a:r>
              <a:rPr dirty="0" sz="2400" spc="55">
                <a:latin typeface="Cambria Math"/>
                <a:cs typeface="Cambria Math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recognize</a:t>
            </a:r>
            <a:r>
              <a:rPr dirty="0" sz="2400" spc="-2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643515" y="1214526"/>
            <a:ext cx="3352800" cy="104965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30">
                <a:latin typeface="Franklin Gothic Medium"/>
                <a:cs typeface="Franklin Gothic Medium"/>
              </a:rPr>
              <a:t>Regular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operations:</a:t>
            </a:r>
            <a:endParaRPr sz="2800">
              <a:latin typeface="Franklin Gothic Medium"/>
              <a:cs typeface="Franklin Gothic Medium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30">
                <a:latin typeface="Franklin Gothic Medium"/>
                <a:cs typeface="Franklin Gothic Medium"/>
              </a:rPr>
              <a:t>Regular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expressions: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43515" y="2290415"/>
            <a:ext cx="9611360" cy="1600835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Franklin Gothic Medium"/>
                <a:cs typeface="Franklin Gothic Medium"/>
              </a:rPr>
              <a:t>Closure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properties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for</a:t>
            </a:r>
            <a:r>
              <a:rPr dirty="0" sz="2800" spc="-14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expressions</a:t>
            </a:r>
            <a:endParaRPr sz="2800">
              <a:latin typeface="Franklin Gothic Medium"/>
              <a:cs typeface="Franklin Gothic Medium"/>
            </a:endParaRPr>
          </a:p>
          <a:p>
            <a:pPr lvl="1" marL="697230" indent="-227329">
              <a:lnSpc>
                <a:spcPct val="100000"/>
              </a:lnSpc>
              <a:spcBef>
                <a:spcPts val="220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 spc="-35">
                <a:latin typeface="Franklin Gothic Medium"/>
                <a:cs typeface="Franklin Gothic Medium"/>
              </a:rPr>
              <a:t>Proved</a:t>
            </a:r>
            <a:r>
              <a:rPr dirty="0" sz="2400" spc="-114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that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regular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languages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are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closed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under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Union</a:t>
            </a:r>
            <a:endParaRPr sz="2400">
              <a:latin typeface="Franklin Gothic Medium"/>
              <a:cs typeface="Franklin Gothic Medium"/>
            </a:endParaRPr>
          </a:p>
          <a:p>
            <a:pPr lvl="1" marL="697230" marR="5080" indent="-227329">
              <a:lnSpc>
                <a:spcPts val="2590"/>
              </a:lnSpc>
              <a:spcBef>
                <a:spcPts val="54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400" spc="-10">
                <a:latin typeface="Franklin Gothic Medium"/>
                <a:cs typeface="Franklin Gothic Medium"/>
              </a:rPr>
              <a:t>Started</a:t>
            </a:r>
            <a:r>
              <a:rPr dirty="0" sz="2400" spc="-12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trying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prove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closure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for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concatenations,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but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 spc="-35">
                <a:latin typeface="Franklin Gothic Medium"/>
                <a:cs typeface="Franklin Gothic Medium"/>
              </a:rPr>
              <a:t>something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was </a:t>
            </a:r>
            <a:r>
              <a:rPr dirty="0" sz="2400" spc="-25">
                <a:latin typeface="Franklin Gothic Medium"/>
                <a:cs typeface="Franklin Gothic Medium"/>
              </a:rPr>
              <a:t>	</a:t>
            </a:r>
            <a:r>
              <a:rPr dirty="0" sz="2400" spc="-10">
                <a:latin typeface="Franklin Gothic Medium"/>
                <a:cs typeface="Franklin Gothic Medium"/>
              </a:rPr>
              <a:t>missing.</a:t>
            </a:r>
            <a:endParaRPr sz="2400">
              <a:latin typeface="Franklin Gothic Medium"/>
              <a:cs typeface="Franklin Gothic Medium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0"/>
            <a:ext cx="12192000" cy="998219"/>
            <a:chOff x="0" y="0"/>
            <a:chExt cx="12192000" cy="998219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998220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10"/>
              <a:t>Wrap-</a:t>
            </a:r>
            <a:r>
              <a:rPr dirty="0" spc="-25"/>
              <a:t>up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4141932" y="1378078"/>
            <a:ext cx="64090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25525" algn="l"/>
                <a:tab pos="2113915" algn="l"/>
                <a:tab pos="4442460" algn="l"/>
                <a:tab pos="5400040" algn="l"/>
                <a:tab pos="6224270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Union</a:t>
            </a:r>
            <a:r>
              <a:rPr dirty="0" sz="2800">
                <a:latin typeface="Franklin Gothic Medium"/>
                <a:cs typeface="Franklin Gothic Medium"/>
              </a:rPr>
              <a:t>	</a:t>
            </a:r>
            <a:r>
              <a:rPr dirty="0" sz="2800" spc="-5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dirty="0" sz="2800" spc="-10">
                <a:latin typeface="Franklin Gothic Medium"/>
                <a:cs typeface="Franklin Gothic Medium"/>
              </a:rPr>
              <a:t>Concatenation</a:t>
            </a:r>
            <a:r>
              <a:rPr dirty="0" sz="2800">
                <a:latin typeface="Franklin Gothic Medium"/>
                <a:cs typeface="Franklin Gothic Medium"/>
              </a:rPr>
              <a:t>	</a:t>
            </a:r>
            <a:r>
              <a:rPr dirty="0" sz="2800" spc="-50">
                <a:solidFill>
                  <a:srgbClr val="C00000"/>
                </a:solidFill>
                <a:latin typeface="Cambria Math"/>
                <a:cs typeface="Cambria Math"/>
              </a:rPr>
              <a:t>∘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dirty="0" sz="2800" spc="-20">
                <a:latin typeface="Franklin Gothic Medium"/>
                <a:cs typeface="Franklin Gothic Medium"/>
              </a:rPr>
              <a:t>Star</a:t>
            </a:r>
            <a:r>
              <a:rPr dirty="0" sz="2800">
                <a:latin typeface="Franklin Gothic Medium"/>
                <a:cs typeface="Franklin Gothic Medium"/>
              </a:rPr>
              <a:t>	</a:t>
            </a:r>
            <a:r>
              <a:rPr dirty="0" sz="2800" spc="-50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191297" y="1870817"/>
            <a:ext cx="60915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659889" algn="l"/>
              </a:tabLst>
            </a:pPr>
            <a:r>
              <a:rPr dirty="0" sz="2800" spc="105">
                <a:solidFill>
                  <a:srgbClr val="2D75B6"/>
                </a:solidFill>
                <a:latin typeface="Cambria Math"/>
                <a:cs typeface="Cambria Math"/>
              </a:rPr>
              <a:t>Z</a:t>
            </a:r>
            <a:r>
              <a:rPr dirty="0" baseline="27100" sz="3075" spc="157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sz="2800" spc="105">
                <a:solidFill>
                  <a:srgbClr val="2D75B6"/>
                </a:solidFill>
                <a:latin typeface="Cambria Math"/>
                <a:cs typeface="Cambria Math"/>
              </a:rPr>
              <a:t>11Z</a:t>
            </a:r>
            <a:r>
              <a:rPr dirty="0" baseline="27100" sz="3075" spc="157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baseline="27100" sz="3075" spc="652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800" spc="-50">
                <a:latin typeface="Cambria Math"/>
                <a:cs typeface="Cambria Math"/>
              </a:rPr>
              <a:t>=</a:t>
            </a:r>
            <a:r>
              <a:rPr dirty="0" sz="2800">
                <a:latin typeface="Cambria Math"/>
                <a:cs typeface="Cambria Math"/>
              </a:rPr>
              <a:t>	</a:t>
            </a:r>
            <a:r>
              <a:rPr dirty="0" sz="2800">
                <a:latin typeface="Franklin Gothic Medium"/>
                <a:cs typeface="Franklin Gothic Medium"/>
              </a:rPr>
              <a:t>all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strings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that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contain</a:t>
            </a:r>
            <a:r>
              <a:rPr dirty="0" sz="2800" spc="-13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2D75B6"/>
                </a:solidFill>
                <a:latin typeface="Cambria Math"/>
                <a:cs typeface="Cambria Math"/>
              </a:rPr>
              <a:t>11</a:t>
            </a:r>
            <a:endParaRPr sz="2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Next</a:t>
            </a:r>
            <a:r>
              <a:rPr dirty="0" spc="-254"/>
              <a:t> </a:t>
            </a:r>
            <a:r>
              <a:rPr dirty="0" spc="-10"/>
              <a:t>class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43515" y="1214526"/>
            <a:ext cx="6778625" cy="104965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Non-determinism</a:t>
            </a:r>
            <a:endParaRPr sz="2800">
              <a:latin typeface="Franklin Gothic Medium"/>
              <a:cs typeface="Franklin Gothic Medium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35">
                <a:latin typeface="Franklin Gothic Medium"/>
                <a:cs typeface="Franklin Gothic Medium"/>
              </a:rPr>
              <a:t>Prove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closure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under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concatenation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and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star</a:t>
            </a:r>
            <a:endParaRPr sz="2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Jeronimo Grandi</dc:creator>
  <dc:title>PowerPoint Presentation</dc:title>
  <dcterms:created xsi:type="dcterms:W3CDTF">2025-02-25T14:56:33Z</dcterms:created>
  <dcterms:modified xsi:type="dcterms:W3CDTF">2025-02-25T14:56:33Z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2023-01-26T00:00:00Z</vt:filetime>
  </property>
  <property fmtid="{D5CDD505-2E9C-101B-9397-08002B2CF9AE}" pid="3" name="Creator">
    <vt:lpwstr>Acrobat PDFMaker 22 for PowerPoint</vt:lpwstr>
  </property>
  <property fmtid="{D5CDD505-2E9C-101B-9397-08002B2CF9AE}" pid="4" name="LastSaved">
    <vt:filetime>2025-02-25T00:00:00Z</vt:filetime>
  </property>
  <property fmtid="{D5CDD505-2E9C-101B-9397-08002B2CF9AE}" pid="5" name="Producer">
    <vt:lpwstr>Adobe PDF Library 22.3.90</vt:lpwstr>
  </property>
</Properties>
</file>