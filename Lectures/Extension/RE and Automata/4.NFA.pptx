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Default Extension="jpg" ContentType="image/jpg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2000" cy="9982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923925"/>
          </a:xfrm>
          <a:custGeom>
            <a:avLst/>
            <a:gdLst/>
            <a:ahLst/>
            <a:cxnLst/>
            <a:rect l="l" t="t" r="r" b="b"/>
            <a:pathLst>
              <a:path w="12192000" h="923925">
                <a:moveTo>
                  <a:pt x="12192000" y="0"/>
                </a:moveTo>
                <a:lnTo>
                  <a:pt x="0" y="0"/>
                </a:lnTo>
                <a:lnTo>
                  <a:pt x="0" y="923544"/>
                </a:lnTo>
                <a:lnTo>
                  <a:pt x="12192000" y="9235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76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38" y="63201"/>
            <a:ext cx="10510520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672" y="1246012"/>
            <a:ext cx="6704330" cy="2031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jpg"/><Relationship Id="rId8" Type="http://schemas.openxmlformats.org/officeDocument/2006/relationships/image" Target="../media/image34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Before</a:t>
            </a:r>
            <a:r>
              <a:rPr dirty="0" sz="4000" spc="-210"/>
              <a:t> </a:t>
            </a:r>
            <a:r>
              <a:rPr dirty="0" sz="4000"/>
              <a:t>we</a:t>
            </a:r>
            <a:r>
              <a:rPr dirty="0" sz="4000" spc="-200"/>
              <a:t> </a:t>
            </a:r>
            <a:r>
              <a:rPr dirty="0" sz="4000" spc="-30"/>
              <a:t>talk</a:t>
            </a:r>
            <a:r>
              <a:rPr dirty="0" sz="4000" spc="-220"/>
              <a:t> </a:t>
            </a:r>
            <a:r>
              <a:rPr dirty="0" sz="4000"/>
              <a:t>about</a:t>
            </a:r>
            <a:r>
              <a:rPr dirty="0" sz="4000" spc="-220"/>
              <a:t> </a:t>
            </a:r>
            <a:r>
              <a:rPr dirty="0" sz="4000" spc="-45"/>
              <a:t>Nondeterminism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518159" y="1325880"/>
            <a:ext cx="11398250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29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dirty="0" sz="2800" spc="-45">
                <a:latin typeface="Franklin Gothic Medium"/>
                <a:cs typeface="Franklin Gothic Medium"/>
              </a:rPr>
              <a:t>What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Determinism?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79778" y="2080478"/>
            <a:ext cx="9375775" cy="2042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0607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Every</a:t>
            </a:r>
            <a:r>
              <a:rPr dirty="0" sz="2800" spc="-7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step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computation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follows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in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unique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80">
                <a:latin typeface="Franklin Gothic Medium"/>
                <a:cs typeface="Franklin Gothic Medium"/>
              </a:rPr>
              <a:t>way </a:t>
            </a:r>
            <a:r>
              <a:rPr dirty="0" sz="2800" spc="-55">
                <a:latin typeface="Franklin Gothic Medium"/>
                <a:cs typeface="Franklin Gothic Medium"/>
              </a:rPr>
              <a:t>from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the </a:t>
            </a:r>
            <a:r>
              <a:rPr dirty="0" sz="2800" spc="-10">
                <a:latin typeface="Franklin Gothic Medium"/>
                <a:cs typeface="Franklin Gothic Medium"/>
              </a:rPr>
              <a:t>preceding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step.</a:t>
            </a:r>
            <a:endParaRPr sz="2800">
              <a:latin typeface="Franklin Gothic Medium"/>
              <a:cs typeface="Franklin Gothic Medium"/>
            </a:endParaRPr>
          </a:p>
          <a:p>
            <a:pPr marL="12700" marR="5080">
              <a:lnSpc>
                <a:spcPct val="100000"/>
              </a:lnSpc>
              <a:spcBef>
                <a:spcPts val="2440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When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machine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in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given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state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reads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next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input </a:t>
            </a:r>
            <a:r>
              <a:rPr dirty="0" sz="2800" spc="-35">
                <a:latin typeface="Franklin Gothic Medium"/>
                <a:cs typeface="Franklin Gothic Medium"/>
              </a:rPr>
              <a:t>symbol,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we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know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what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the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next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state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will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be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—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it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determined.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38066" y="4274591"/>
            <a:ext cx="2577465" cy="2259965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135"/>
              </a:spcBef>
              <a:buChar char="-"/>
              <a:tabLst>
                <a:tab pos="189865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No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choices</a:t>
            </a:r>
            <a:endParaRPr sz="2800">
              <a:latin typeface="Franklin Gothic Medium"/>
              <a:cs typeface="Franklin Gothic Medium"/>
            </a:endParaRPr>
          </a:p>
          <a:p>
            <a:pPr marL="189865" indent="-177165">
              <a:lnSpc>
                <a:spcPct val="100000"/>
              </a:lnSpc>
              <a:spcBef>
                <a:spcPts val="1040"/>
              </a:spcBef>
              <a:buChar char="-"/>
              <a:tabLst>
                <a:tab pos="189865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No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randomness</a:t>
            </a:r>
            <a:endParaRPr sz="2800">
              <a:latin typeface="Franklin Gothic Medium"/>
              <a:cs typeface="Franklin Gothic Medium"/>
            </a:endParaRPr>
          </a:p>
          <a:p>
            <a:pPr marL="189865" indent="-177165">
              <a:lnSpc>
                <a:spcPct val="100000"/>
              </a:lnSpc>
              <a:spcBef>
                <a:spcPts val="1040"/>
              </a:spcBef>
              <a:buChar char="-"/>
              <a:tabLst>
                <a:tab pos="189865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No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oracles</a:t>
            </a:r>
            <a:endParaRPr sz="2800">
              <a:latin typeface="Franklin Gothic Medium"/>
              <a:cs typeface="Franklin Gothic Medium"/>
            </a:endParaRPr>
          </a:p>
          <a:p>
            <a:pPr marL="189865" indent="-177165">
              <a:lnSpc>
                <a:spcPct val="100000"/>
              </a:lnSpc>
              <a:spcBef>
                <a:spcPts val="1035"/>
              </a:spcBef>
              <a:buChar char="-"/>
              <a:tabLst>
                <a:tab pos="189865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No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cheating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297679" y="4469891"/>
            <a:ext cx="4084320" cy="368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1800" spc="-70">
                <a:latin typeface="Franklin Gothic Medium"/>
                <a:cs typeface="Franklin Gothic Medium"/>
              </a:rPr>
              <a:t>DFA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tells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 spc="-30">
                <a:latin typeface="Franklin Gothic Medium"/>
                <a:cs typeface="Franklin Gothic Medium"/>
              </a:rPr>
              <a:t>exactly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to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each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to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go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next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297679" y="5017008"/>
            <a:ext cx="2225040" cy="368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937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Perfect</a:t>
            </a:r>
            <a:r>
              <a:rPr dirty="0" sz="1800" spc="-5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repeatability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297679" y="5586984"/>
            <a:ext cx="5074920" cy="368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1800">
                <a:latin typeface="Franklin Gothic Medium"/>
                <a:cs typeface="Franklin Gothic Medium"/>
              </a:rPr>
              <a:t>No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need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any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“magic”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to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know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choice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to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make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297679" y="6198108"/>
            <a:ext cx="2682240" cy="368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1800">
                <a:latin typeface="Franklin Gothic Medium"/>
                <a:cs typeface="Franklin Gothic Medium"/>
              </a:rPr>
              <a:t>No</a:t>
            </a:r>
            <a:r>
              <a:rPr dirty="0" sz="1800" spc="-3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errors</a:t>
            </a:r>
            <a:r>
              <a:rPr dirty="0" sz="1800" spc="-4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or</a:t>
            </a:r>
            <a:r>
              <a:rPr dirty="0" sz="1800" spc="-3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malfunctions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60"/>
              <a:t>Nondeterminism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92069" y="1355675"/>
            <a:ext cx="8397240" cy="1147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Several</a:t>
            </a:r>
            <a:r>
              <a:rPr dirty="0" sz="2800" spc="-1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choices</a:t>
            </a:r>
            <a:r>
              <a:rPr dirty="0" sz="2800" spc="-1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95">
                <a:latin typeface="Franklin Gothic Medium"/>
                <a:cs typeface="Franklin Gothic Medium"/>
              </a:rPr>
              <a:t>may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exist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for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next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any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point.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2800" spc="-40">
                <a:latin typeface="Franklin Gothic Medium"/>
                <a:cs typeface="Franklin Gothic Medium"/>
              </a:rPr>
              <a:t>Nondeterminism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generalization</a:t>
            </a:r>
            <a:r>
              <a:rPr dirty="0" sz="28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determinism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38983" y="2671572"/>
            <a:ext cx="925068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Franklin Gothic Medium"/>
                <a:cs typeface="Franklin Gothic Medium"/>
              </a:rPr>
              <a:t>Every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0">
                <a:latin typeface="Franklin Gothic Medium"/>
                <a:cs typeface="Franklin Gothic Medium"/>
              </a:rPr>
              <a:t>DFA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automatically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30">
                <a:latin typeface="Franklin Gothic Medium"/>
                <a:cs typeface="Franklin Gothic Medium"/>
              </a:rPr>
              <a:t> Nondeterministic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70">
                <a:latin typeface="Franklin Gothic Medium"/>
                <a:cs typeface="Franklin Gothic Medium"/>
              </a:rPr>
              <a:t>Automaton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(NFA).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60932" y="3845052"/>
            <a:ext cx="668020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29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270"/>
              </a:spcBef>
            </a:pP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baseline="-16260" sz="30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6260" sz="3075">
              <a:latin typeface="Cambria Math"/>
              <a:cs typeface="Cambria Math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701798" y="4443893"/>
            <a:ext cx="2246630" cy="1180465"/>
            <a:chOff x="2701798" y="4443893"/>
            <a:chExt cx="2246630" cy="1180465"/>
          </a:xfrm>
        </p:grpSpPr>
        <p:sp>
          <p:nvSpPr>
            <p:cNvPr id="7" name="object 7" descr=""/>
            <p:cNvSpPr/>
            <p:nvPr/>
          </p:nvSpPr>
          <p:spPr>
            <a:xfrm>
              <a:off x="3233195" y="4462943"/>
              <a:ext cx="1657350" cy="344805"/>
            </a:xfrm>
            <a:custGeom>
              <a:avLst/>
              <a:gdLst/>
              <a:ahLst/>
              <a:cxnLst/>
              <a:rect l="l" t="t" r="r" b="b"/>
              <a:pathLst>
                <a:path w="1657350" h="344804">
                  <a:moveTo>
                    <a:pt x="0" y="344531"/>
                  </a:moveTo>
                  <a:lnTo>
                    <a:pt x="32141" y="287923"/>
                  </a:lnTo>
                  <a:lnTo>
                    <a:pt x="78367" y="235191"/>
                  </a:lnTo>
                  <a:lnTo>
                    <a:pt x="137435" y="186736"/>
                  </a:lnTo>
                  <a:lnTo>
                    <a:pt x="171397" y="164238"/>
                  </a:lnTo>
                  <a:lnTo>
                    <a:pt x="208104" y="142958"/>
                  </a:lnTo>
                  <a:lnTo>
                    <a:pt x="247401" y="122948"/>
                  </a:lnTo>
                  <a:lnTo>
                    <a:pt x="289132" y="104256"/>
                  </a:lnTo>
                  <a:lnTo>
                    <a:pt x="333143" y="86934"/>
                  </a:lnTo>
                  <a:lnTo>
                    <a:pt x="379279" y="71030"/>
                  </a:lnTo>
                  <a:lnTo>
                    <a:pt x="427383" y="56596"/>
                  </a:lnTo>
                  <a:lnTo>
                    <a:pt x="477301" y="43680"/>
                  </a:lnTo>
                  <a:lnTo>
                    <a:pt x="528878" y="32334"/>
                  </a:lnTo>
                  <a:lnTo>
                    <a:pt x="581958" y="22606"/>
                  </a:lnTo>
                  <a:lnTo>
                    <a:pt x="636386" y="14547"/>
                  </a:lnTo>
                  <a:lnTo>
                    <a:pt x="692007" y="8207"/>
                  </a:lnTo>
                  <a:lnTo>
                    <a:pt x="748667" y="3636"/>
                  </a:lnTo>
                  <a:lnTo>
                    <a:pt x="806208" y="883"/>
                  </a:lnTo>
                  <a:lnTo>
                    <a:pt x="864478" y="0"/>
                  </a:lnTo>
                  <a:lnTo>
                    <a:pt x="923319" y="1035"/>
                  </a:lnTo>
                  <a:lnTo>
                    <a:pt x="982578" y="4038"/>
                  </a:lnTo>
                  <a:lnTo>
                    <a:pt x="1042098" y="9061"/>
                  </a:lnTo>
                  <a:lnTo>
                    <a:pt x="1103902" y="16480"/>
                  </a:lnTo>
                  <a:lnTo>
                    <a:pt x="1163915" y="25966"/>
                  </a:lnTo>
                  <a:lnTo>
                    <a:pt x="1221967" y="37440"/>
                  </a:lnTo>
                  <a:lnTo>
                    <a:pt x="1277888" y="50824"/>
                  </a:lnTo>
                  <a:lnTo>
                    <a:pt x="1331509" y="66038"/>
                  </a:lnTo>
                  <a:lnTo>
                    <a:pt x="1382658" y="83004"/>
                  </a:lnTo>
                  <a:lnTo>
                    <a:pt x="1431166" y="101645"/>
                  </a:lnTo>
                  <a:lnTo>
                    <a:pt x="1476863" y="121880"/>
                  </a:lnTo>
                  <a:lnTo>
                    <a:pt x="1519579" y="143631"/>
                  </a:lnTo>
                  <a:lnTo>
                    <a:pt x="1559142" y="166820"/>
                  </a:lnTo>
                  <a:lnTo>
                    <a:pt x="1595384" y="191368"/>
                  </a:lnTo>
                  <a:lnTo>
                    <a:pt x="1628134" y="217196"/>
                  </a:lnTo>
                  <a:lnTo>
                    <a:pt x="1657223" y="24422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833516" y="4657651"/>
              <a:ext cx="114935" cy="125730"/>
            </a:xfrm>
            <a:custGeom>
              <a:avLst/>
              <a:gdLst/>
              <a:ahLst/>
              <a:cxnLst/>
              <a:rect l="l" t="t" r="r" b="b"/>
              <a:pathLst>
                <a:path w="114935" h="125729">
                  <a:moveTo>
                    <a:pt x="91084" y="0"/>
                  </a:moveTo>
                  <a:lnTo>
                    <a:pt x="0" y="69049"/>
                  </a:lnTo>
                  <a:lnTo>
                    <a:pt x="114592" y="125615"/>
                  </a:lnTo>
                  <a:lnTo>
                    <a:pt x="910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708148" y="4754880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2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4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2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708148" y="4754880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2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2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4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2899492" y="4980962"/>
            <a:ext cx="356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655565" y="4748529"/>
            <a:ext cx="837565" cy="875665"/>
            <a:chOff x="4655565" y="4748529"/>
            <a:chExt cx="837565" cy="875665"/>
          </a:xfrm>
        </p:grpSpPr>
        <p:sp>
          <p:nvSpPr>
            <p:cNvPr id="13" name="object 13" descr=""/>
            <p:cNvSpPr/>
            <p:nvPr/>
          </p:nvSpPr>
          <p:spPr>
            <a:xfrm>
              <a:off x="4661915" y="4754879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2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4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2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661915" y="4754879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2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2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4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860028" y="4980962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2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9073642" y="4733290"/>
            <a:ext cx="838835" cy="876935"/>
            <a:chOff x="9073642" y="4733290"/>
            <a:chExt cx="838835" cy="876935"/>
          </a:xfrm>
        </p:grpSpPr>
        <p:sp>
          <p:nvSpPr>
            <p:cNvPr id="17" name="object 17" descr=""/>
            <p:cNvSpPr/>
            <p:nvPr/>
          </p:nvSpPr>
          <p:spPr>
            <a:xfrm>
              <a:off x="9079992" y="4739640"/>
              <a:ext cx="826135" cy="864235"/>
            </a:xfrm>
            <a:custGeom>
              <a:avLst/>
              <a:gdLst/>
              <a:ahLst/>
              <a:cxnLst/>
              <a:rect l="l" t="t" r="r" b="b"/>
              <a:pathLst>
                <a:path w="826134" h="864235">
                  <a:moveTo>
                    <a:pt x="413004" y="0"/>
                  </a:moveTo>
                  <a:lnTo>
                    <a:pt x="364839" y="2906"/>
                  </a:lnTo>
                  <a:lnTo>
                    <a:pt x="318307" y="11410"/>
                  </a:lnTo>
                  <a:lnTo>
                    <a:pt x="273716" y="25187"/>
                  </a:lnTo>
                  <a:lnTo>
                    <a:pt x="231376" y="43913"/>
                  </a:lnTo>
                  <a:lnTo>
                    <a:pt x="191599" y="67264"/>
                  </a:lnTo>
                  <a:lnTo>
                    <a:pt x="154692" y="94916"/>
                  </a:lnTo>
                  <a:lnTo>
                    <a:pt x="120967" y="126544"/>
                  </a:lnTo>
                  <a:lnTo>
                    <a:pt x="90733" y="161824"/>
                  </a:lnTo>
                  <a:lnTo>
                    <a:pt x="64300" y="200433"/>
                  </a:lnTo>
                  <a:lnTo>
                    <a:pt x="41978" y="242046"/>
                  </a:lnTo>
                  <a:lnTo>
                    <a:pt x="24077" y="286338"/>
                  </a:lnTo>
                  <a:lnTo>
                    <a:pt x="10907" y="332986"/>
                  </a:lnTo>
                  <a:lnTo>
                    <a:pt x="2778" y="381666"/>
                  </a:lnTo>
                  <a:lnTo>
                    <a:pt x="0" y="432054"/>
                  </a:lnTo>
                  <a:lnTo>
                    <a:pt x="2778" y="482441"/>
                  </a:lnTo>
                  <a:lnTo>
                    <a:pt x="10907" y="531121"/>
                  </a:lnTo>
                  <a:lnTo>
                    <a:pt x="24077" y="577769"/>
                  </a:lnTo>
                  <a:lnTo>
                    <a:pt x="41978" y="622061"/>
                  </a:lnTo>
                  <a:lnTo>
                    <a:pt x="64300" y="663674"/>
                  </a:lnTo>
                  <a:lnTo>
                    <a:pt x="90733" y="702283"/>
                  </a:lnTo>
                  <a:lnTo>
                    <a:pt x="120967" y="737563"/>
                  </a:lnTo>
                  <a:lnTo>
                    <a:pt x="154692" y="769191"/>
                  </a:lnTo>
                  <a:lnTo>
                    <a:pt x="191599" y="796843"/>
                  </a:lnTo>
                  <a:lnTo>
                    <a:pt x="231376" y="820194"/>
                  </a:lnTo>
                  <a:lnTo>
                    <a:pt x="273716" y="838920"/>
                  </a:lnTo>
                  <a:lnTo>
                    <a:pt x="318307" y="852697"/>
                  </a:lnTo>
                  <a:lnTo>
                    <a:pt x="364839" y="861201"/>
                  </a:lnTo>
                  <a:lnTo>
                    <a:pt x="413004" y="864108"/>
                  </a:lnTo>
                  <a:lnTo>
                    <a:pt x="461168" y="861201"/>
                  </a:lnTo>
                  <a:lnTo>
                    <a:pt x="507700" y="852697"/>
                  </a:lnTo>
                  <a:lnTo>
                    <a:pt x="552291" y="838920"/>
                  </a:lnTo>
                  <a:lnTo>
                    <a:pt x="594631" y="820194"/>
                  </a:lnTo>
                  <a:lnTo>
                    <a:pt x="634408" y="796843"/>
                  </a:lnTo>
                  <a:lnTo>
                    <a:pt x="671315" y="769191"/>
                  </a:lnTo>
                  <a:lnTo>
                    <a:pt x="705040" y="737563"/>
                  </a:lnTo>
                  <a:lnTo>
                    <a:pt x="735274" y="702283"/>
                  </a:lnTo>
                  <a:lnTo>
                    <a:pt x="761707" y="663674"/>
                  </a:lnTo>
                  <a:lnTo>
                    <a:pt x="784029" y="622061"/>
                  </a:lnTo>
                  <a:lnTo>
                    <a:pt x="801930" y="577769"/>
                  </a:lnTo>
                  <a:lnTo>
                    <a:pt x="815100" y="531121"/>
                  </a:lnTo>
                  <a:lnTo>
                    <a:pt x="823229" y="482441"/>
                  </a:lnTo>
                  <a:lnTo>
                    <a:pt x="826008" y="432054"/>
                  </a:lnTo>
                  <a:lnTo>
                    <a:pt x="823229" y="381666"/>
                  </a:lnTo>
                  <a:lnTo>
                    <a:pt x="815100" y="332986"/>
                  </a:lnTo>
                  <a:lnTo>
                    <a:pt x="801930" y="286338"/>
                  </a:lnTo>
                  <a:lnTo>
                    <a:pt x="784029" y="242046"/>
                  </a:lnTo>
                  <a:lnTo>
                    <a:pt x="761707" y="200433"/>
                  </a:lnTo>
                  <a:lnTo>
                    <a:pt x="735274" y="161824"/>
                  </a:lnTo>
                  <a:lnTo>
                    <a:pt x="705040" y="126544"/>
                  </a:lnTo>
                  <a:lnTo>
                    <a:pt x="671315" y="94916"/>
                  </a:lnTo>
                  <a:lnTo>
                    <a:pt x="634408" y="67264"/>
                  </a:lnTo>
                  <a:lnTo>
                    <a:pt x="594631" y="43913"/>
                  </a:lnTo>
                  <a:lnTo>
                    <a:pt x="552291" y="25187"/>
                  </a:lnTo>
                  <a:lnTo>
                    <a:pt x="507700" y="11410"/>
                  </a:lnTo>
                  <a:lnTo>
                    <a:pt x="461168" y="2906"/>
                  </a:lnTo>
                  <a:lnTo>
                    <a:pt x="413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079992" y="4739640"/>
              <a:ext cx="826135" cy="864235"/>
            </a:xfrm>
            <a:custGeom>
              <a:avLst/>
              <a:gdLst/>
              <a:ahLst/>
              <a:cxnLst/>
              <a:rect l="l" t="t" r="r" b="b"/>
              <a:pathLst>
                <a:path w="826134" h="864235">
                  <a:moveTo>
                    <a:pt x="0" y="432054"/>
                  </a:moveTo>
                  <a:lnTo>
                    <a:pt x="2778" y="381666"/>
                  </a:lnTo>
                  <a:lnTo>
                    <a:pt x="10907" y="332986"/>
                  </a:lnTo>
                  <a:lnTo>
                    <a:pt x="24077" y="286338"/>
                  </a:lnTo>
                  <a:lnTo>
                    <a:pt x="41978" y="242046"/>
                  </a:lnTo>
                  <a:lnTo>
                    <a:pt x="64300" y="200433"/>
                  </a:lnTo>
                  <a:lnTo>
                    <a:pt x="90733" y="161824"/>
                  </a:lnTo>
                  <a:lnTo>
                    <a:pt x="120967" y="126544"/>
                  </a:lnTo>
                  <a:lnTo>
                    <a:pt x="154692" y="94916"/>
                  </a:lnTo>
                  <a:lnTo>
                    <a:pt x="191599" y="67264"/>
                  </a:lnTo>
                  <a:lnTo>
                    <a:pt x="231376" y="43913"/>
                  </a:lnTo>
                  <a:lnTo>
                    <a:pt x="273716" y="25187"/>
                  </a:lnTo>
                  <a:lnTo>
                    <a:pt x="318307" y="11410"/>
                  </a:lnTo>
                  <a:lnTo>
                    <a:pt x="364839" y="2906"/>
                  </a:lnTo>
                  <a:lnTo>
                    <a:pt x="413004" y="0"/>
                  </a:lnTo>
                  <a:lnTo>
                    <a:pt x="461168" y="2906"/>
                  </a:lnTo>
                  <a:lnTo>
                    <a:pt x="507700" y="11410"/>
                  </a:lnTo>
                  <a:lnTo>
                    <a:pt x="552291" y="25187"/>
                  </a:lnTo>
                  <a:lnTo>
                    <a:pt x="594631" y="43913"/>
                  </a:lnTo>
                  <a:lnTo>
                    <a:pt x="634408" y="67264"/>
                  </a:lnTo>
                  <a:lnTo>
                    <a:pt x="671315" y="94916"/>
                  </a:lnTo>
                  <a:lnTo>
                    <a:pt x="705040" y="126544"/>
                  </a:lnTo>
                  <a:lnTo>
                    <a:pt x="735274" y="161824"/>
                  </a:lnTo>
                  <a:lnTo>
                    <a:pt x="761707" y="200433"/>
                  </a:lnTo>
                  <a:lnTo>
                    <a:pt x="784029" y="242046"/>
                  </a:lnTo>
                  <a:lnTo>
                    <a:pt x="801930" y="286338"/>
                  </a:lnTo>
                  <a:lnTo>
                    <a:pt x="815100" y="332986"/>
                  </a:lnTo>
                  <a:lnTo>
                    <a:pt x="823229" y="381666"/>
                  </a:lnTo>
                  <a:lnTo>
                    <a:pt x="826008" y="432054"/>
                  </a:lnTo>
                  <a:lnTo>
                    <a:pt x="823229" y="482441"/>
                  </a:lnTo>
                  <a:lnTo>
                    <a:pt x="815100" y="531121"/>
                  </a:lnTo>
                  <a:lnTo>
                    <a:pt x="801930" y="577769"/>
                  </a:lnTo>
                  <a:lnTo>
                    <a:pt x="784029" y="622061"/>
                  </a:lnTo>
                  <a:lnTo>
                    <a:pt x="761707" y="663674"/>
                  </a:lnTo>
                  <a:lnTo>
                    <a:pt x="735274" y="702283"/>
                  </a:lnTo>
                  <a:lnTo>
                    <a:pt x="705040" y="737563"/>
                  </a:lnTo>
                  <a:lnTo>
                    <a:pt x="671315" y="769191"/>
                  </a:lnTo>
                  <a:lnTo>
                    <a:pt x="634408" y="796843"/>
                  </a:lnTo>
                  <a:lnTo>
                    <a:pt x="594631" y="820194"/>
                  </a:lnTo>
                  <a:lnTo>
                    <a:pt x="552291" y="838920"/>
                  </a:lnTo>
                  <a:lnTo>
                    <a:pt x="507700" y="852697"/>
                  </a:lnTo>
                  <a:lnTo>
                    <a:pt x="461168" y="861201"/>
                  </a:lnTo>
                  <a:lnTo>
                    <a:pt x="413004" y="864108"/>
                  </a:lnTo>
                  <a:lnTo>
                    <a:pt x="364839" y="861201"/>
                  </a:lnTo>
                  <a:lnTo>
                    <a:pt x="318307" y="852697"/>
                  </a:lnTo>
                  <a:lnTo>
                    <a:pt x="273716" y="838920"/>
                  </a:lnTo>
                  <a:lnTo>
                    <a:pt x="231376" y="820194"/>
                  </a:lnTo>
                  <a:lnTo>
                    <a:pt x="191599" y="796843"/>
                  </a:lnTo>
                  <a:lnTo>
                    <a:pt x="154692" y="769191"/>
                  </a:lnTo>
                  <a:lnTo>
                    <a:pt x="120967" y="737563"/>
                  </a:lnTo>
                  <a:lnTo>
                    <a:pt x="90733" y="702283"/>
                  </a:lnTo>
                  <a:lnTo>
                    <a:pt x="64300" y="663674"/>
                  </a:lnTo>
                  <a:lnTo>
                    <a:pt x="41978" y="622061"/>
                  </a:lnTo>
                  <a:lnTo>
                    <a:pt x="24077" y="577769"/>
                  </a:lnTo>
                  <a:lnTo>
                    <a:pt x="10907" y="531121"/>
                  </a:lnTo>
                  <a:lnTo>
                    <a:pt x="2778" y="482441"/>
                  </a:lnTo>
                  <a:lnTo>
                    <a:pt x="0" y="4320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176004" y="4840224"/>
              <a:ext cx="634365" cy="662940"/>
            </a:xfrm>
            <a:custGeom>
              <a:avLst/>
              <a:gdLst/>
              <a:ahLst/>
              <a:cxnLst/>
              <a:rect l="l" t="t" r="r" b="b"/>
              <a:pathLst>
                <a:path w="634365" h="662939">
                  <a:moveTo>
                    <a:pt x="0" y="331469"/>
                  </a:moveTo>
                  <a:lnTo>
                    <a:pt x="3437" y="282486"/>
                  </a:lnTo>
                  <a:lnTo>
                    <a:pt x="13421" y="235735"/>
                  </a:lnTo>
                  <a:lnTo>
                    <a:pt x="29462" y="191728"/>
                  </a:lnTo>
                  <a:lnTo>
                    <a:pt x="51069" y="150979"/>
                  </a:lnTo>
                  <a:lnTo>
                    <a:pt x="77752" y="113999"/>
                  </a:lnTo>
                  <a:lnTo>
                    <a:pt x="109022" y="81302"/>
                  </a:lnTo>
                  <a:lnTo>
                    <a:pt x="144386" y="53400"/>
                  </a:lnTo>
                  <a:lnTo>
                    <a:pt x="183356" y="30806"/>
                  </a:lnTo>
                  <a:lnTo>
                    <a:pt x="225440" y="14033"/>
                  </a:lnTo>
                  <a:lnTo>
                    <a:pt x="270149" y="3593"/>
                  </a:lnTo>
                  <a:lnTo>
                    <a:pt x="316992" y="0"/>
                  </a:lnTo>
                  <a:lnTo>
                    <a:pt x="363834" y="3593"/>
                  </a:lnTo>
                  <a:lnTo>
                    <a:pt x="408543" y="14033"/>
                  </a:lnTo>
                  <a:lnTo>
                    <a:pt x="450627" y="30806"/>
                  </a:lnTo>
                  <a:lnTo>
                    <a:pt x="489597" y="53400"/>
                  </a:lnTo>
                  <a:lnTo>
                    <a:pt x="524961" y="81302"/>
                  </a:lnTo>
                  <a:lnTo>
                    <a:pt x="556231" y="113999"/>
                  </a:lnTo>
                  <a:lnTo>
                    <a:pt x="582914" y="150979"/>
                  </a:lnTo>
                  <a:lnTo>
                    <a:pt x="604521" y="191728"/>
                  </a:lnTo>
                  <a:lnTo>
                    <a:pt x="620562" y="235735"/>
                  </a:lnTo>
                  <a:lnTo>
                    <a:pt x="630546" y="282486"/>
                  </a:lnTo>
                  <a:lnTo>
                    <a:pt x="633984" y="331469"/>
                  </a:lnTo>
                  <a:lnTo>
                    <a:pt x="630546" y="380453"/>
                  </a:lnTo>
                  <a:lnTo>
                    <a:pt x="620562" y="427204"/>
                  </a:lnTo>
                  <a:lnTo>
                    <a:pt x="604521" y="471211"/>
                  </a:lnTo>
                  <a:lnTo>
                    <a:pt x="582914" y="511960"/>
                  </a:lnTo>
                  <a:lnTo>
                    <a:pt x="556231" y="548940"/>
                  </a:lnTo>
                  <a:lnTo>
                    <a:pt x="524961" y="581637"/>
                  </a:lnTo>
                  <a:lnTo>
                    <a:pt x="489597" y="609539"/>
                  </a:lnTo>
                  <a:lnTo>
                    <a:pt x="450627" y="632133"/>
                  </a:lnTo>
                  <a:lnTo>
                    <a:pt x="408543" y="648906"/>
                  </a:lnTo>
                  <a:lnTo>
                    <a:pt x="363834" y="659346"/>
                  </a:lnTo>
                  <a:lnTo>
                    <a:pt x="316992" y="662940"/>
                  </a:lnTo>
                  <a:lnTo>
                    <a:pt x="270149" y="659346"/>
                  </a:lnTo>
                  <a:lnTo>
                    <a:pt x="225440" y="648906"/>
                  </a:lnTo>
                  <a:lnTo>
                    <a:pt x="183356" y="632133"/>
                  </a:lnTo>
                  <a:lnTo>
                    <a:pt x="144386" y="609539"/>
                  </a:lnTo>
                  <a:lnTo>
                    <a:pt x="109022" y="581637"/>
                  </a:lnTo>
                  <a:lnTo>
                    <a:pt x="77752" y="548940"/>
                  </a:lnTo>
                  <a:lnTo>
                    <a:pt x="51069" y="511960"/>
                  </a:lnTo>
                  <a:lnTo>
                    <a:pt x="29462" y="471211"/>
                  </a:lnTo>
                  <a:lnTo>
                    <a:pt x="13421" y="427204"/>
                  </a:lnTo>
                  <a:lnTo>
                    <a:pt x="3437" y="380453"/>
                  </a:lnTo>
                  <a:lnTo>
                    <a:pt x="0" y="33146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9278732" y="4966779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4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2267711" y="5129778"/>
            <a:ext cx="4460875" cy="114300"/>
            <a:chOff x="2267711" y="5129778"/>
            <a:chExt cx="4460875" cy="114300"/>
          </a:xfrm>
        </p:grpSpPr>
        <p:sp>
          <p:nvSpPr>
            <p:cNvPr id="22" name="object 22" descr=""/>
            <p:cNvSpPr/>
            <p:nvPr/>
          </p:nvSpPr>
          <p:spPr>
            <a:xfrm>
              <a:off x="5487161" y="5186933"/>
              <a:ext cx="1146175" cy="0"/>
            </a:xfrm>
            <a:custGeom>
              <a:avLst/>
              <a:gdLst/>
              <a:ahLst/>
              <a:cxnLst/>
              <a:rect l="l" t="t" r="r" b="b"/>
              <a:pathLst>
                <a:path w="1146175" h="0">
                  <a:moveTo>
                    <a:pt x="0" y="0"/>
                  </a:moveTo>
                  <a:lnTo>
                    <a:pt x="1145806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613923" y="512977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286761" y="5186933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 h="0">
                  <a:moveTo>
                    <a:pt x="0" y="0"/>
                  </a:moveTo>
                  <a:lnTo>
                    <a:pt x="326656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594371" y="512977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002208" y="4662647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212501" y="4679124"/>
            <a:ext cx="3473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𝑎,</a:t>
            </a:r>
            <a:r>
              <a:rPr dirty="0" sz="1800" spc="-65">
                <a:latin typeface="Cambria Math"/>
                <a:cs typeface="Cambria Math"/>
              </a:rPr>
              <a:t> </a:t>
            </a: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009729" y="5983337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980869" y="410127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683403" y="407463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6720585" y="4748529"/>
            <a:ext cx="837565" cy="875665"/>
            <a:chOff x="6720585" y="4748529"/>
            <a:chExt cx="837565" cy="875665"/>
          </a:xfrm>
        </p:grpSpPr>
        <p:sp>
          <p:nvSpPr>
            <p:cNvPr id="32" name="object 32" descr=""/>
            <p:cNvSpPr/>
            <p:nvPr/>
          </p:nvSpPr>
          <p:spPr>
            <a:xfrm>
              <a:off x="6726935" y="4754879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2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4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2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726935" y="4754879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0" y="431292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2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4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6925722" y="4980962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3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2904746" y="3838702"/>
            <a:ext cx="303530" cy="304800"/>
            <a:chOff x="2904746" y="3838702"/>
            <a:chExt cx="303530" cy="304800"/>
          </a:xfrm>
        </p:grpSpPr>
        <p:sp>
          <p:nvSpPr>
            <p:cNvPr id="36" name="object 36" descr=""/>
            <p:cNvSpPr/>
            <p:nvPr/>
          </p:nvSpPr>
          <p:spPr>
            <a:xfrm>
              <a:off x="2949552" y="3845052"/>
              <a:ext cx="252729" cy="253365"/>
            </a:xfrm>
            <a:custGeom>
              <a:avLst/>
              <a:gdLst/>
              <a:ahLst/>
              <a:cxnLst/>
              <a:rect l="l" t="t" r="r" b="b"/>
              <a:pathLst>
                <a:path w="252730" h="253364">
                  <a:moveTo>
                    <a:pt x="252120" y="0"/>
                  </a:moveTo>
                  <a:lnTo>
                    <a:pt x="0" y="253136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904746" y="4062300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80" h="81279">
                  <a:moveTo>
                    <a:pt x="26771" y="0"/>
                  </a:moveTo>
                  <a:lnTo>
                    <a:pt x="0" y="80873"/>
                  </a:lnTo>
                  <a:lnTo>
                    <a:pt x="80759" y="53771"/>
                  </a:lnTo>
                  <a:lnTo>
                    <a:pt x="2677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 descr=""/>
          <p:cNvGrpSpPr/>
          <p:nvPr/>
        </p:nvGrpSpPr>
        <p:grpSpPr>
          <a:xfrm>
            <a:off x="3422650" y="3838702"/>
            <a:ext cx="539750" cy="304800"/>
            <a:chOff x="3422650" y="3838702"/>
            <a:chExt cx="539750" cy="304800"/>
          </a:xfrm>
        </p:grpSpPr>
        <p:sp>
          <p:nvSpPr>
            <p:cNvPr id="39" name="object 39" descr=""/>
            <p:cNvSpPr/>
            <p:nvPr/>
          </p:nvSpPr>
          <p:spPr>
            <a:xfrm>
              <a:off x="3429000" y="3845052"/>
              <a:ext cx="478155" cy="267335"/>
            </a:xfrm>
            <a:custGeom>
              <a:avLst/>
              <a:gdLst/>
              <a:ahLst/>
              <a:cxnLst/>
              <a:rect l="l" t="t" r="r" b="b"/>
              <a:pathLst>
                <a:path w="478154" h="267335">
                  <a:moveTo>
                    <a:pt x="0" y="0"/>
                  </a:moveTo>
                  <a:lnTo>
                    <a:pt x="477964" y="267144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877290" y="4072741"/>
              <a:ext cx="85725" cy="70485"/>
            </a:xfrm>
            <a:custGeom>
              <a:avLst/>
              <a:gdLst/>
              <a:ahLst/>
              <a:cxnLst/>
              <a:rect l="l" t="t" r="r" b="b"/>
              <a:pathLst>
                <a:path w="85725" h="70485">
                  <a:moveTo>
                    <a:pt x="37185" y="0"/>
                  </a:moveTo>
                  <a:lnTo>
                    <a:pt x="0" y="66509"/>
                  </a:lnTo>
                  <a:lnTo>
                    <a:pt x="85115" y="70434"/>
                  </a:lnTo>
                  <a:lnTo>
                    <a:pt x="3718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" name="object 41" descr=""/>
          <p:cNvGrpSpPr/>
          <p:nvPr/>
        </p:nvGrpSpPr>
        <p:grpSpPr>
          <a:xfrm>
            <a:off x="2508300" y="4183126"/>
            <a:ext cx="6572884" cy="1792605"/>
            <a:chOff x="2508300" y="4183126"/>
            <a:chExt cx="6572884" cy="1792605"/>
          </a:xfrm>
        </p:grpSpPr>
        <p:sp>
          <p:nvSpPr>
            <p:cNvPr id="42" name="object 42" descr=""/>
            <p:cNvSpPr/>
            <p:nvPr/>
          </p:nvSpPr>
          <p:spPr>
            <a:xfrm>
              <a:off x="7552182" y="5172580"/>
              <a:ext cx="1433830" cy="13335"/>
            </a:xfrm>
            <a:custGeom>
              <a:avLst/>
              <a:gdLst/>
              <a:ahLst/>
              <a:cxnLst/>
              <a:rect l="l" t="t" r="r" b="b"/>
              <a:pathLst>
                <a:path w="1433829" h="13335">
                  <a:moveTo>
                    <a:pt x="0" y="13296"/>
                  </a:moveTo>
                  <a:lnTo>
                    <a:pt x="143370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966300" y="5115607"/>
              <a:ext cx="114935" cy="114300"/>
            </a:xfrm>
            <a:custGeom>
              <a:avLst/>
              <a:gdLst/>
              <a:ahLst/>
              <a:cxnLst/>
              <a:rect l="l" t="t" r="r" b="b"/>
              <a:pathLst>
                <a:path w="114934" h="114300">
                  <a:moveTo>
                    <a:pt x="0" y="0"/>
                  </a:moveTo>
                  <a:lnTo>
                    <a:pt x="1066" y="114300"/>
                  </a:lnTo>
                  <a:lnTo>
                    <a:pt x="114833" y="560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290529" y="5612869"/>
              <a:ext cx="1657350" cy="344170"/>
            </a:xfrm>
            <a:custGeom>
              <a:avLst/>
              <a:gdLst/>
              <a:ahLst/>
              <a:cxnLst/>
              <a:rect l="l" t="t" r="r" b="b"/>
              <a:pathLst>
                <a:path w="1657350" h="344170">
                  <a:moveTo>
                    <a:pt x="1657045" y="0"/>
                  </a:moveTo>
                  <a:lnTo>
                    <a:pt x="1624863" y="56505"/>
                  </a:lnTo>
                  <a:lnTo>
                    <a:pt x="1578601" y="109137"/>
                  </a:lnTo>
                  <a:lnTo>
                    <a:pt x="1519498" y="157496"/>
                  </a:lnTo>
                  <a:lnTo>
                    <a:pt x="1485521" y="179950"/>
                  </a:lnTo>
                  <a:lnTo>
                    <a:pt x="1448799" y="201185"/>
                  </a:lnTo>
                  <a:lnTo>
                    <a:pt x="1409488" y="221154"/>
                  </a:lnTo>
                  <a:lnTo>
                    <a:pt x="1367743" y="239805"/>
                  </a:lnTo>
                  <a:lnTo>
                    <a:pt x="1323720" y="257089"/>
                  </a:lnTo>
                  <a:lnTo>
                    <a:pt x="1277573" y="272956"/>
                  </a:lnTo>
                  <a:lnTo>
                    <a:pt x="1229459" y="287356"/>
                  </a:lnTo>
                  <a:lnTo>
                    <a:pt x="1179532" y="300240"/>
                  </a:lnTo>
                  <a:lnTo>
                    <a:pt x="1127947" y="311557"/>
                  </a:lnTo>
                  <a:lnTo>
                    <a:pt x="1074860" y="321258"/>
                  </a:lnTo>
                  <a:lnTo>
                    <a:pt x="1020425" y="329292"/>
                  </a:lnTo>
                  <a:lnTo>
                    <a:pt x="964799" y="335611"/>
                  </a:lnTo>
                  <a:lnTo>
                    <a:pt x="908136" y="340164"/>
                  </a:lnTo>
                  <a:lnTo>
                    <a:pt x="850592" y="342901"/>
                  </a:lnTo>
                  <a:lnTo>
                    <a:pt x="792322" y="343773"/>
                  </a:lnTo>
                  <a:lnTo>
                    <a:pt x="733480" y="342729"/>
                  </a:lnTo>
                  <a:lnTo>
                    <a:pt x="674223" y="339720"/>
                  </a:lnTo>
                  <a:lnTo>
                    <a:pt x="614705" y="334695"/>
                  </a:lnTo>
                  <a:lnTo>
                    <a:pt x="552951" y="327288"/>
                  </a:lnTo>
                  <a:lnTo>
                    <a:pt x="492986" y="317820"/>
                  </a:lnTo>
                  <a:lnTo>
                    <a:pt x="434981" y="306370"/>
                  </a:lnTo>
                  <a:lnTo>
                    <a:pt x="379105" y="293016"/>
                  </a:lnTo>
                  <a:lnTo>
                    <a:pt x="325527" y="277837"/>
                  </a:lnTo>
                  <a:lnTo>
                    <a:pt x="274417" y="260910"/>
                  </a:lnTo>
                  <a:lnTo>
                    <a:pt x="225944" y="242316"/>
                  </a:lnTo>
                  <a:lnTo>
                    <a:pt x="180279" y="222131"/>
                  </a:lnTo>
                  <a:lnTo>
                    <a:pt x="137591" y="200435"/>
                  </a:lnTo>
                  <a:lnTo>
                    <a:pt x="98050" y="177305"/>
                  </a:lnTo>
                  <a:lnTo>
                    <a:pt x="61824" y="152821"/>
                  </a:lnTo>
                  <a:lnTo>
                    <a:pt x="29084" y="127060"/>
                  </a:lnTo>
                  <a:lnTo>
                    <a:pt x="0" y="100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232823" y="5637075"/>
              <a:ext cx="114935" cy="125730"/>
            </a:xfrm>
            <a:custGeom>
              <a:avLst/>
              <a:gdLst/>
              <a:ahLst/>
              <a:cxnLst/>
              <a:rect l="l" t="t" r="r" b="b"/>
              <a:pathLst>
                <a:path w="114935" h="125729">
                  <a:moveTo>
                    <a:pt x="0" y="0"/>
                  </a:moveTo>
                  <a:lnTo>
                    <a:pt x="23685" y="125577"/>
                  </a:lnTo>
                  <a:lnTo>
                    <a:pt x="114681" y="56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527350" y="4415243"/>
              <a:ext cx="580390" cy="581660"/>
            </a:xfrm>
            <a:custGeom>
              <a:avLst/>
              <a:gdLst/>
              <a:ahLst/>
              <a:cxnLst/>
              <a:rect l="l" t="t" r="r" b="b"/>
              <a:pathLst>
                <a:path w="580389" h="581660">
                  <a:moveTo>
                    <a:pt x="236423" y="581139"/>
                  </a:moveTo>
                  <a:lnTo>
                    <a:pt x="197181" y="575957"/>
                  </a:lnTo>
                  <a:lnTo>
                    <a:pt x="158912" y="561209"/>
                  </a:lnTo>
                  <a:lnTo>
                    <a:pt x="122589" y="538091"/>
                  </a:lnTo>
                  <a:lnTo>
                    <a:pt x="89185" y="507797"/>
                  </a:lnTo>
                  <a:lnTo>
                    <a:pt x="59673" y="471525"/>
                  </a:lnTo>
                  <a:lnTo>
                    <a:pt x="35025" y="430470"/>
                  </a:lnTo>
                  <a:lnTo>
                    <a:pt x="16215" y="385827"/>
                  </a:lnTo>
                  <a:lnTo>
                    <a:pt x="4216" y="338793"/>
                  </a:lnTo>
                  <a:lnTo>
                    <a:pt x="0" y="290563"/>
                  </a:lnTo>
                  <a:lnTo>
                    <a:pt x="4309" y="247125"/>
                  </a:lnTo>
                  <a:lnTo>
                    <a:pt x="16643" y="204559"/>
                  </a:lnTo>
                  <a:lnTo>
                    <a:pt x="36110" y="163735"/>
                  </a:lnTo>
                  <a:lnTo>
                    <a:pt x="61817" y="125526"/>
                  </a:lnTo>
                  <a:lnTo>
                    <a:pt x="92875" y="90803"/>
                  </a:lnTo>
                  <a:lnTo>
                    <a:pt x="128389" y="60438"/>
                  </a:lnTo>
                  <a:lnTo>
                    <a:pt x="167470" y="35304"/>
                  </a:lnTo>
                  <a:lnTo>
                    <a:pt x="209226" y="16272"/>
                  </a:lnTo>
                  <a:lnTo>
                    <a:pt x="252763" y="4213"/>
                  </a:lnTo>
                  <a:lnTo>
                    <a:pt x="297192" y="0"/>
                  </a:lnTo>
                  <a:lnTo>
                    <a:pt x="342342" y="5094"/>
                  </a:lnTo>
                  <a:lnTo>
                    <a:pt x="386556" y="19663"/>
                  </a:lnTo>
                  <a:lnTo>
                    <a:pt x="428898" y="42636"/>
                  </a:lnTo>
                  <a:lnTo>
                    <a:pt x="468433" y="72939"/>
                  </a:lnTo>
                  <a:lnTo>
                    <a:pt x="504224" y="109501"/>
                  </a:lnTo>
                  <a:lnTo>
                    <a:pt x="535336" y="151251"/>
                  </a:lnTo>
                  <a:lnTo>
                    <a:pt x="560833" y="197115"/>
                  </a:lnTo>
                  <a:lnTo>
                    <a:pt x="579780" y="24602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047772" y="4633939"/>
              <a:ext cx="113030" cy="121920"/>
            </a:xfrm>
            <a:custGeom>
              <a:avLst/>
              <a:gdLst/>
              <a:ahLst/>
              <a:cxnLst/>
              <a:rect l="l" t="t" r="r" b="b"/>
              <a:pathLst>
                <a:path w="113030" h="121920">
                  <a:moveTo>
                    <a:pt x="112953" y="0"/>
                  </a:moveTo>
                  <a:lnTo>
                    <a:pt x="0" y="17500"/>
                  </a:lnTo>
                  <a:lnTo>
                    <a:pt x="73977" y="121704"/>
                  </a:lnTo>
                  <a:lnTo>
                    <a:pt x="112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8243315" y="4189476"/>
              <a:ext cx="128270" cy="402590"/>
            </a:xfrm>
            <a:custGeom>
              <a:avLst/>
              <a:gdLst/>
              <a:ahLst/>
              <a:cxnLst/>
              <a:rect l="l" t="t" r="r" b="b"/>
              <a:pathLst>
                <a:path w="128270" h="402589">
                  <a:moveTo>
                    <a:pt x="0" y="0"/>
                  </a:moveTo>
                  <a:lnTo>
                    <a:pt x="127977" y="402145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8331131" y="4567970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72618" y="0"/>
                  </a:moveTo>
                  <a:lnTo>
                    <a:pt x="0" y="23101"/>
                  </a:lnTo>
                  <a:lnTo>
                    <a:pt x="59410" y="84162"/>
                  </a:lnTo>
                  <a:lnTo>
                    <a:pt x="7261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2773679" y="3546347"/>
            <a:ext cx="1600200" cy="33845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305"/>
              </a:spcBef>
            </a:pPr>
            <a:r>
              <a:rPr dirty="0" sz="1600" spc="-10">
                <a:latin typeface="Franklin Gothic Medium"/>
                <a:cs typeface="Franklin Gothic Medium"/>
              </a:rPr>
              <a:t>Several</a:t>
            </a:r>
            <a:r>
              <a:rPr dirty="0" sz="1600" spc="-60">
                <a:latin typeface="Franklin Gothic Medium"/>
                <a:cs typeface="Franklin Gothic Medium"/>
              </a:rPr>
              <a:t> </a:t>
            </a:r>
            <a:r>
              <a:rPr dirty="0" sz="1600" spc="-10">
                <a:latin typeface="Franklin Gothic Medium"/>
                <a:cs typeface="Franklin Gothic Medium"/>
              </a:rPr>
              <a:t>choices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7551419" y="3851147"/>
            <a:ext cx="1384300" cy="33845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dirty="0" sz="1600" spc="-10">
                <a:latin typeface="Franklin Gothic Medium"/>
                <a:cs typeface="Franklin Gothic Medium"/>
              </a:rPr>
              <a:t>alphabet</a:t>
            </a:r>
            <a:r>
              <a:rPr dirty="0" sz="1600" spc="-40">
                <a:latin typeface="Franklin Gothic Medium"/>
                <a:cs typeface="Franklin Gothic Medium"/>
              </a:rPr>
              <a:t> </a:t>
            </a:r>
            <a:r>
              <a:rPr dirty="0" sz="1600">
                <a:latin typeface="Franklin Gothic Medium"/>
                <a:cs typeface="Franklin Gothic Medium"/>
              </a:rPr>
              <a:t>or</a:t>
            </a:r>
            <a:r>
              <a:rPr dirty="0" sz="1600" spc="-65">
                <a:latin typeface="Franklin Gothic Medium"/>
                <a:cs typeface="Franklin Gothic Medium"/>
              </a:rPr>
              <a:t> </a:t>
            </a:r>
            <a:r>
              <a:rPr dirty="0" sz="1600" spc="-50">
                <a:latin typeface="Franklin Gothic Medium"/>
                <a:cs typeface="Franklin Gothic Medium"/>
              </a:rPr>
              <a:t>ε</a:t>
            </a:r>
            <a:endParaRPr sz="16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60"/>
              <a:t>Nondeterminism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92069" y="1355675"/>
            <a:ext cx="8397240" cy="1147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Several</a:t>
            </a:r>
            <a:r>
              <a:rPr dirty="0" sz="2800" spc="-1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choices</a:t>
            </a:r>
            <a:r>
              <a:rPr dirty="0" sz="2800" spc="-1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95">
                <a:latin typeface="Franklin Gothic Medium"/>
                <a:cs typeface="Franklin Gothic Medium"/>
              </a:rPr>
              <a:t>may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exist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for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next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any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point.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2800" spc="-40">
                <a:latin typeface="Franklin Gothic Medium"/>
                <a:cs typeface="Franklin Gothic Medium"/>
              </a:rPr>
              <a:t>Nondeterminism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generalization</a:t>
            </a:r>
            <a:r>
              <a:rPr dirty="0" sz="28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determinism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38983" y="2671572"/>
            <a:ext cx="925068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Franklin Gothic Medium"/>
                <a:cs typeface="Franklin Gothic Medium"/>
              </a:rPr>
              <a:t>Every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0">
                <a:latin typeface="Franklin Gothic Medium"/>
                <a:cs typeface="Franklin Gothic Medium"/>
              </a:rPr>
              <a:t>DFA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automatically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30">
                <a:latin typeface="Franklin Gothic Medium"/>
                <a:cs typeface="Franklin Gothic Medium"/>
              </a:rPr>
              <a:t> Nondeterministic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70">
                <a:latin typeface="Franklin Gothic Medium"/>
                <a:cs typeface="Franklin Gothic Medium"/>
              </a:rPr>
              <a:t>Automaton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(NFA).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2608" y="3558540"/>
            <a:ext cx="528955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3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80033" y="4500521"/>
            <a:ext cx="1593215" cy="1179830"/>
            <a:chOff x="780033" y="4500521"/>
            <a:chExt cx="1593215" cy="1179830"/>
          </a:xfrm>
        </p:grpSpPr>
        <p:sp>
          <p:nvSpPr>
            <p:cNvPr id="7" name="object 7" descr=""/>
            <p:cNvSpPr/>
            <p:nvPr/>
          </p:nvSpPr>
          <p:spPr>
            <a:xfrm>
              <a:off x="1297287" y="4519571"/>
              <a:ext cx="1028065" cy="378460"/>
            </a:xfrm>
            <a:custGeom>
              <a:avLst/>
              <a:gdLst/>
              <a:ahLst/>
              <a:cxnLst/>
              <a:rect l="l" t="t" r="r" b="b"/>
              <a:pathLst>
                <a:path w="1028064" h="378460">
                  <a:moveTo>
                    <a:pt x="0" y="378041"/>
                  </a:moveTo>
                  <a:lnTo>
                    <a:pt x="8852" y="337003"/>
                  </a:lnTo>
                  <a:lnTo>
                    <a:pt x="22242" y="297553"/>
                  </a:lnTo>
                  <a:lnTo>
                    <a:pt x="39920" y="259848"/>
                  </a:lnTo>
                  <a:lnTo>
                    <a:pt x="61636" y="224046"/>
                  </a:lnTo>
                  <a:lnTo>
                    <a:pt x="87139" y="190304"/>
                  </a:lnTo>
                  <a:lnTo>
                    <a:pt x="116179" y="158778"/>
                  </a:lnTo>
                  <a:lnTo>
                    <a:pt x="148505" y="129626"/>
                  </a:lnTo>
                  <a:lnTo>
                    <a:pt x="183868" y="103005"/>
                  </a:lnTo>
                  <a:lnTo>
                    <a:pt x="222015" y="79072"/>
                  </a:lnTo>
                  <a:lnTo>
                    <a:pt x="262698" y="57983"/>
                  </a:lnTo>
                  <a:lnTo>
                    <a:pt x="305666" y="39898"/>
                  </a:lnTo>
                  <a:lnTo>
                    <a:pt x="350669" y="24971"/>
                  </a:lnTo>
                  <a:lnTo>
                    <a:pt x="397455" y="13361"/>
                  </a:lnTo>
                  <a:lnTo>
                    <a:pt x="445775" y="5224"/>
                  </a:lnTo>
                  <a:lnTo>
                    <a:pt x="495378" y="718"/>
                  </a:lnTo>
                  <a:lnTo>
                    <a:pt x="546014" y="0"/>
                  </a:lnTo>
                  <a:lnTo>
                    <a:pt x="597433" y="3226"/>
                  </a:lnTo>
                  <a:lnTo>
                    <a:pt x="650118" y="10733"/>
                  </a:lnTo>
                  <a:lnTo>
                    <a:pt x="700893" y="22255"/>
                  </a:lnTo>
                  <a:lnTo>
                    <a:pt x="749492" y="37584"/>
                  </a:lnTo>
                  <a:lnTo>
                    <a:pt x="795646" y="56510"/>
                  </a:lnTo>
                  <a:lnTo>
                    <a:pt x="839090" y="78828"/>
                  </a:lnTo>
                  <a:lnTo>
                    <a:pt x="879556" y="104327"/>
                  </a:lnTo>
                  <a:lnTo>
                    <a:pt x="916777" y="132800"/>
                  </a:lnTo>
                  <a:lnTo>
                    <a:pt x="950486" y="164040"/>
                  </a:lnTo>
                  <a:lnTo>
                    <a:pt x="980417" y="197838"/>
                  </a:lnTo>
                  <a:lnTo>
                    <a:pt x="1006302" y="233985"/>
                  </a:lnTo>
                  <a:lnTo>
                    <a:pt x="1027874" y="27227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264981" y="4755502"/>
              <a:ext cx="108585" cy="127000"/>
            </a:xfrm>
            <a:custGeom>
              <a:avLst/>
              <a:gdLst/>
              <a:ahLst/>
              <a:cxnLst/>
              <a:rect l="l" t="t" r="r" b="b"/>
              <a:pathLst>
                <a:path w="108585" h="127000">
                  <a:moveTo>
                    <a:pt x="108153" y="0"/>
                  </a:moveTo>
                  <a:lnTo>
                    <a:pt x="0" y="36969"/>
                  </a:lnTo>
                  <a:lnTo>
                    <a:pt x="91046" y="126644"/>
                  </a:lnTo>
                  <a:lnTo>
                    <a:pt x="1081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977295" y="5037430"/>
            <a:ext cx="356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134870" y="4804917"/>
            <a:ext cx="837565" cy="875665"/>
            <a:chOff x="2134870" y="4804917"/>
            <a:chExt cx="837565" cy="875665"/>
          </a:xfrm>
        </p:grpSpPr>
        <p:sp>
          <p:nvSpPr>
            <p:cNvPr id="13" name="object 13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339996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2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004561" y="4789678"/>
            <a:ext cx="837565" cy="876935"/>
            <a:chOff x="5004561" y="4789678"/>
            <a:chExt cx="837565" cy="876935"/>
          </a:xfrm>
        </p:grpSpPr>
        <p:sp>
          <p:nvSpPr>
            <p:cNvPr id="17" name="object 17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412242" y="0"/>
                  </a:moveTo>
                  <a:lnTo>
                    <a:pt x="364166" y="2906"/>
                  </a:lnTo>
                  <a:lnTo>
                    <a:pt x="317719" y="11410"/>
                  </a:lnTo>
                  <a:lnTo>
                    <a:pt x="273210" y="25187"/>
                  </a:lnTo>
                  <a:lnTo>
                    <a:pt x="230949" y="43913"/>
                  </a:lnTo>
                  <a:lnTo>
                    <a:pt x="191244" y="67264"/>
                  </a:lnTo>
                  <a:lnTo>
                    <a:pt x="154406" y="94916"/>
                  </a:lnTo>
                  <a:lnTo>
                    <a:pt x="120743" y="126544"/>
                  </a:lnTo>
                  <a:lnTo>
                    <a:pt x="90565" y="161824"/>
                  </a:lnTo>
                  <a:lnTo>
                    <a:pt x="64181" y="200433"/>
                  </a:lnTo>
                  <a:lnTo>
                    <a:pt x="41901" y="242046"/>
                  </a:lnTo>
                  <a:lnTo>
                    <a:pt x="24033" y="286338"/>
                  </a:lnTo>
                  <a:lnTo>
                    <a:pt x="10887" y="332986"/>
                  </a:lnTo>
                  <a:lnTo>
                    <a:pt x="2773" y="381666"/>
                  </a:lnTo>
                  <a:lnTo>
                    <a:pt x="0" y="432054"/>
                  </a:lnTo>
                  <a:lnTo>
                    <a:pt x="2773" y="482441"/>
                  </a:lnTo>
                  <a:lnTo>
                    <a:pt x="10887" y="531121"/>
                  </a:lnTo>
                  <a:lnTo>
                    <a:pt x="24033" y="577769"/>
                  </a:lnTo>
                  <a:lnTo>
                    <a:pt x="41901" y="622061"/>
                  </a:lnTo>
                  <a:lnTo>
                    <a:pt x="64181" y="663674"/>
                  </a:lnTo>
                  <a:lnTo>
                    <a:pt x="90565" y="702283"/>
                  </a:lnTo>
                  <a:lnTo>
                    <a:pt x="120743" y="737563"/>
                  </a:lnTo>
                  <a:lnTo>
                    <a:pt x="154406" y="769191"/>
                  </a:lnTo>
                  <a:lnTo>
                    <a:pt x="191244" y="796843"/>
                  </a:lnTo>
                  <a:lnTo>
                    <a:pt x="230949" y="820194"/>
                  </a:lnTo>
                  <a:lnTo>
                    <a:pt x="273210" y="838920"/>
                  </a:lnTo>
                  <a:lnTo>
                    <a:pt x="317719" y="852697"/>
                  </a:lnTo>
                  <a:lnTo>
                    <a:pt x="364166" y="861201"/>
                  </a:lnTo>
                  <a:lnTo>
                    <a:pt x="412242" y="864108"/>
                  </a:lnTo>
                  <a:lnTo>
                    <a:pt x="460317" y="861201"/>
                  </a:lnTo>
                  <a:lnTo>
                    <a:pt x="506764" y="852697"/>
                  </a:lnTo>
                  <a:lnTo>
                    <a:pt x="551273" y="838920"/>
                  </a:lnTo>
                  <a:lnTo>
                    <a:pt x="593534" y="820194"/>
                  </a:lnTo>
                  <a:lnTo>
                    <a:pt x="633239" y="796843"/>
                  </a:lnTo>
                  <a:lnTo>
                    <a:pt x="670077" y="769191"/>
                  </a:lnTo>
                  <a:lnTo>
                    <a:pt x="703740" y="737563"/>
                  </a:lnTo>
                  <a:lnTo>
                    <a:pt x="733918" y="702283"/>
                  </a:lnTo>
                  <a:lnTo>
                    <a:pt x="760302" y="663674"/>
                  </a:lnTo>
                  <a:lnTo>
                    <a:pt x="782582" y="622061"/>
                  </a:lnTo>
                  <a:lnTo>
                    <a:pt x="800450" y="577769"/>
                  </a:lnTo>
                  <a:lnTo>
                    <a:pt x="813596" y="531121"/>
                  </a:lnTo>
                  <a:lnTo>
                    <a:pt x="821710" y="482441"/>
                  </a:lnTo>
                  <a:lnTo>
                    <a:pt x="824484" y="432054"/>
                  </a:lnTo>
                  <a:lnTo>
                    <a:pt x="821710" y="381666"/>
                  </a:lnTo>
                  <a:lnTo>
                    <a:pt x="813596" y="332986"/>
                  </a:lnTo>
                  <a:lnTo>
                    <a:pt x="800450" y="286338"/>
                  </a:lnTo>
                  <a:lnTo>
                    <a:pt x="782582" y="242046"/>
                  </a:lnTo>
                  <a:lnTo>
                    <a:pt x="760302" y="200433"/>
                  </a:lnTo>
                  <a:lnTo>
                    <a:pt x="733918" y="161824"/>
                  </a:lnTo>
                  <a:lnTo>
                    <a:pt x="703740" y="126544"/>
                  </a:lnTo>
                  <a:lnTo>
                    <a:pt x="670077" y="94916"/>
                  </a:lnTo>
                  <a:lnTo>
                    <a:pt x="633239" y="67264"/>
                  </a:lnTo>
                  <a:lnTo>
                    <a:pt x="593534" y="43913"/>
                  </a:lnTo>
                  <a:lnTo>
                    <a:pt x="551273" y="25187"/>
                  </a:lnTo>
                  <a:lnTo>
                    <a:pt x="506764" y="11410"/>
                  </a:lnTo>
                  <a:lnTo>
                    <a:pt x="460317" y="2906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0" y="432054"/>
                  </a:moveTo>
                  <a:lnTo>
                    <a:pt x="2773" y="381666"/>
                  </a:lnTo>
                  <a:lnTo>
                    <a:pt x="10887" y="332986"/>
                  </a:lnTo>
                  <a:lnTo>
                    <a:pt x="24033" y="286338"/>
                  </a:lnTo>
                  <a:lnTo>
                    <a:pt x="41901" y="242046"/>
                  </a:lnTo>
                  <a:lnTo>
                    <a:pt x="64181" y="200433"/>
                  </a:lnTo>
                  <a:lnTo>
                    <a:pt x="90565" y="161824"/>
                  </a:lnTo>
                  <a:lnTo>
                    <a:pt x="120743" y="126544"/>
                  </a:lnTo>
                  <a:lnTo>
                    <a:pt x="154406" y="94916"/>
                  </a:lnTo>
                  <a:lnTo>
                    <a:pt x="191244" y="67264"/>
                  </a:lnTo>
                  <a:lnTo>
                    <a:pt x="230949" y="43913"/>
                  </a:lnTo>
                  <a:lnTo>
                    <a:pt x="273210" y="25187"/>
                  </a:lnTo>
                  <a:lnTo>
                    <a:pt x="317719" y="11410"/>
                  </a:lnTo>
                  <a:lnTo>
                    <a:pt x="364166" y="2906"/>
                  </a:lnTo>
                  <a:lnTo>
                    <a:pt x="412242" y="0"/>
                  </a:lnTo>
                  <a:lnTo>
                    <a:pt x="460317" y="2906"/>
                  </a:lnTo>
                  <a:lnTo>
                    <a:pt x="506764" y="11410"/>
                  </a:lnTo>
                  <a:lnTo>
                    <a:pt x="551273" y="25187"/>
                  </a:lnTo>
                  <a:lnTo>
                    <a:pt x="593534" y="43913"/>
                  </a:lnTo>
                  <a:lnTo>
                    <a:pt x="633239" y="67264"/>
                  </a:lnTo>
                  <a:lnTo>
                    <a:pt x="670077" y="94916"/>
                  </a:lnTo>
                  <a:lnTo>
                    <a:pt x="703740" y="126544"/>
                  </a:lnTo>
                  <a:lnTo>
                    <a:pt x="733918" y="161824"/>
                  </a:lnTo>
                  <a:lnTo>
                    <a:pt x="760302" y="200433"/>
                  </a:lnTo>
                  <a:lnTo>
                    <a:pt x="782582" y="242046"/>
                  </a:lnTo>
                  <a:lnTo>
                    <a:pt x="800450" y="286338"/>
                  </a:lnTo>
                  <a:lnTo>
                    <a:pt x="813596" y="332986"/>
                  </a:lnTo>
                  <a:lnTo>
                    <a:pt x="821710" y="381666"/>
                  </a:lnTo>
                  <a:lnTo>
                    <a:pt x="824484" y="432054"/>
                  </a:lnTo>
                  <a:lnTo>
                    <a:pt x="821710" y="482441"/>
                  </a:lnTo>
                  <a:lnTo>
                    <a:pt x="813596" y="531121"/>
                  </a:lnTo>
                  <a:lnTo>
                    <a:pt x="800450" y="577769"/>
                  </a:lnTo>
                  <a:lnTo>
                    <a:pt x="782582" y="622061"/>
                  </a:lnTo>
                  <a:lnTo>
                    <a:pt x="760302" y="663674"/>
                  </a:lnTo>
                  <a:lnTo>
                    <a:pt x="733918" y="702283"/>
                  </a:lnTo>
                  <a:lnTo>
                    <a:pt x="703740" y="737563"/>
                  </a:lnTo>
                  <a:lnTo>
                    <a:pt x="670077" y="769191"/>
                  </a:lnTo>
                  <a:lnTo>
                    <a:pt x="633239" y="796843"/>
                  </a:lnTo>
                  <a:lnTo>
                    <a:pt x="593534" y="820194"/>
                  </a:lnTo>
                  <a:lnTo>
                    <a:pt x="551273" y="838920"/>
                  </a:lnTo>
                  <a:lnTo>
                    <a:pt x="506764" y="852697"/>
                  </a:lnTo>
                  <a:lnTo>
                    <a:pt x="460317" y="861201"/>
                  </a:lnTo>
                  <a:lnTo>
                    <a:pt x="412242" y="864108"/>
                  </a:lnTo>
                  <a:lnTo>
                    <a:pt x="364166" y="861201"/>
                  </a:lnTo>
                  <a:lnTo>
                    <a:pt x="317719" y="852697"/>
                  </a:lnTo>
                  <a:lnTo>
                    <a:pt x="273210" y="838920"/>
                  </a:lnTo>
                  <a:lnTo>
                    <a:pt x="230949" y="820194"/>
                  </a:lnTo>
                  <a:lnTo>
                    <a:pt x="191244" y="796843"/>
                  </a:lnTo>
                  <a:lnTo>
                    <a:pt x="154406" y="769191"/>
                  </a:lnTo>
                  <a:lnTo>
                    <a:pt x="120743" y="737563"/>
                  </a:lnTo>
                  <a:lnTo>
                    <a:pt x="90565" y="702283"/>
                  </a:lnTo>
                  <a:lnTo>
                    <a:pt x="64181" y="663674"/>
                  </a:lnTo>
                  <a:lnTo>
                    <a:pt x="41901" y="622061"/>
                  </a:lnTo>
                  <a:lnTo>
                    <a:pt x="24033" y="577769"/>
                  </a:lnTo>
                  <a:lnTo>
                    <a:pt x="10887" y="531121"/>
                  </a:lnTo>
                  <a:lnTo>
                    <a:pt x="2773" y="482441"/>
                  </a:lnTo>
                  <a:lnTo>
                    <a:pt x="0" y="4320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106923" y="4896612"/>
              <a:ext cx="634365" cy="662940"/>
            </a:xfrm>
            <a:custGeom>
              <a:avLst/>
              <a:gdLst/>
              <a:ahLst/>
              <a:cxnLst/>
              <a:rect l="l" t="t" r="r" b="b"/>
              <a:pathLst>
                <a:path w="634364" h="662939">
                  <a:moveTo>
                    <a:pt x="0" y="331469"/>
                  </a:moveTo>
                  <a:lnTo>
                    <a:pt x="3437" y="282486"/>
                  </a:lnTo>
                  <a:lnTo>
                    <a:pt x="13421" y="235735"/>
                  </a:lnTo>
                  <a:lnTo>
                    <a:pt x="29462" y="191728"/>
                  </a:lnTo>
                  <a:lnTo>
                    <a:pt x="51069" y="150979"/>
                  </a:lnTo>
                  <a:lnTo>
                    <a:pt x="77752" y="113999"/>
                  </a:lnTo>
                  <a:lnTo>
                    <a:pt x="109022" y="81302"/>
                  </a:lnTo>
                  <a:lnTo>
                    <a:pt x="144386" y="53400"/>
                  </a:lnTo>
                  <a:lnTo>
                    <a:pt x="183356" y="30806"/>
                  </a:lnTo>
                  <a:lnTo>
                    <a:pt x="225440" y="14033"/>
                  </a:lnTo>
                  <a:lnTo>
                    <a:pt x="270149" y="3593"/>
                  </a:lnTo>
                  <a:lnTo>
                    <a:pt x="316992" y="0"/>
                  </a:lnTo>
                  <a:lnTo>
                    <a:pt x="363834" y="3593"/>
                  </a:lnTo>
                  <a:lnTo>
                    <a:pt x="408543" y="14033"/>
                  </a:lnTo>
                  <a:lnTo>
                    <a:pt x="450627" y="30806"/>
                  </a:lnTo>
                  <a:lnTo>
                    <a:pt x="489597" y="53400"/>
                  </a:lnTo>
                  <a:lnTo>
                    <a:pt x="524961" y="81302"/>
                  </a:lnTo>
                  <a:lnTo>
                    <a:pt x="556231" y="113999"/>
                  </a:lnTo>
                  <a:lnTo>
                    <a:pt x="582914" y="150979"/>
                  </a:lnTo>
                  <a:lnTo>
                    <a:pt x="604521" y="191728"/>
                  </a:lnTo>
                  <a:lnTo>
                    <a:pt x="620562" y="235735"/>
                  </a:lnTo>
                  <a:lnTo>
                    <a:pt x="630546" y="282486"/>
                  </a:lnTo>
                  <a:lnTo>
                    <a:pt x="633984" y="331469"/>
                  </a:lnTo>
                  <a:lnTo>
                    <a:pt x="630546" y="380453"/>
                  </a:lnTo>
                  <a:lnTo>
                    <a:pt x="620562" y="427204"/>
                  </a:lnTo>
                  <a:lnTo>
                    <a:pt x="604521" y="471211"/>
                  </a:lnTo>
                  <a:lnTo>
                    <a:pt x="582914" y="511960"/>
                  </a:lnTo>
                  <a:lnTo>
                    <a:pt x="556231" y="548940"/>
                  </a:lnTo>
                  <a:lnTo>
                    <a:pt x="524961" y="581637"/>
                  </a:lnTo>
                  <a:lnTo>
                    <a:pt x="489597" y="609539"/>
                  </a:lnTo>
                  <a:lnTo>
                    <a:pt x="450627" y="632133"/>
                  </a:lnTo>
                  <a:lnTo>
                    <a:pt x="408543" y="648906"/>
                  </a:lnTo>
                  <a:lnTo>
                    <a:pt x="363834" y="659346"/>
                  </a:lnTo>
                  <a:lnTo>
                    <a:pt x="316992" y="662940"/>
                  </a:lnTo>
                  <a:lnTo>
                    <a:pt x="270149" y="659346"/>
                  </a:lnTo>
                  <a:lnTo>
                    <a:pt x="225440" y="648906"/>
                  </a:lnTo>
                  <a:lnTo>
                    <a:pt x="183356" y="632133"/>
                  </a:lnTo>
                  <a:lnTo>
                    <a:pt x="144386" y="609539"/>
                  </a:lnTo>
                  <a:lnTo>
                    <a:pt x="109022" y="581637"/>
                  </a:lnTo>
                  <a:lnTo>
                    <a:pt x="77752" y="548940"/>
                  </a:lnTo>
                  <a:lnTo>
                    <a:pt x="51069" y="511960"/>
                  </a:lnTo>
                  <a:lnTo>
                    <a:pt x="29462" y="471211"/>
                  </a:lnTo>
                  <a:lnTo>
                    <a:pt x="13421" y="427204"/>
                  </a:lnTo>
                  <a:lnTo>
                    <a:pt x="3437" y="380453"/>
                  </a:lnTo>
                  <a:lnTo>
                    <a:pt x="0" y="33146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209522" y="5023247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4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345947" y="5186166"/>
            <a:ext cx="3151505" cy="114300"/>
            <a:chOff x="345947" y="5186166"/>
            <a:chExt cx="3151505" cy="114300"/>
          </a:xfrm>
        </p:grpSpPr>
        <p:sp>
          <p:nvSpPr>
            <p:cNvPr id="22" name="object 22" descr=""/>
            <p:cNvSpPr/>
            <p:nvPr/>
          </p:nvSpPr>
          <p:spPr>
            <a:xfrm>
              <a:off x="2966465" y="5243321"/>
              <a:ext cx="435609" cy="0"/>
            </a:xfrm>
            <a:custGeom>
              <a:avLst/>
              <a:gdLst/>
              <a:ahLst/>
              <a:cxnLst/>
              <a:rect l="l" t="t" r="r" b="b"/>
              <a:pathLst>
                <a:path w="435610" h="0">
                  <a:moveTo>
                    <a:pt x="0" y="0"/>
                  </a:moveTo>
                  <a:lnTo>
                    <a:pt x="43519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82614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64997" y="5243321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 h="0">
                  <a:moveTo>
                    <a:pt x="0" y="0"/>
                  </a:moveTo>
                  <a:lnTo>
                    <a:pt x="326656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72607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3150978" y="4719116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484293" y="4735592"/>
            <a:ext cx="349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𝑎,</a:t>
            </a:r>
            <a:r>
              <a:rPr dirty="0" sz="1800" spc="-55">
                <a:latin typeface="Cambria Math"/>
                <a:cs typeface="Cambria Math"/>
              </a:rPr>
              <a:t> </a:t>
            </a: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757367" y="6027247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751329" y="420936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69766" y="413110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3489705" y="4804917"/>
            <a:ext cx="837565" cy="875665"/>
            <a:chOff x="3489705" y="4804917"/>
            <a:chExt cx="837565" cy="875665"/>
          </a:xfrm>
        </p:grpSpPr>
        <p:sp>
          <p:nvSpPr>
            <p:cNvPr id="32" name="object 32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3695077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3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586536" y="4452581"/>
            <a:ext cx="4425315" cy="1579245"/>
            <a:chOff x="586536" y="4452581"/>
            <a:chExt cx="4425315" cy="1579245"/>
          </a:xfrm>
        </p:grpSpPr>
        <p:sp>
          <p:nvSpPr>
            <p:cNvPr id="36" name="object 36" descr=""/>
            <p:cNvSpPr/>
            <p:nvPr/>
          </p:nvSpPr>
          <p:spPr>
            <a:xfrm>
              <a:off x="4321301" y="5230035"/>
              <a:ext cx="595630" cy="12700"/>
            </a:xfrm>
            <a:custGeom>
              <a:avLst/>
              <a:gdLst/>
              <a:ahLst/>
              <a:cxnLst/>
              <a:rect l="l" t="t" r="r" b="b"/>
              <a:pathLst>
                <a:path w="595629" h="12700">
                  <a:moveTo>
                    <a:pt x="0" y="12230"/>
                  </a:moveTo>
                  <a:lnTo>
                    <a:pt x="59514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896233" y="5173297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0" y="0"/>
                  </a:moveTo>
                  <a:lnTo>
                    <a:pt x="2349" y="114274"/>
                  </a:lnTo>
                  <a:lnTo>
                    <a:pt x="115443" y="54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321347" y="5637548"/>
              <a:ext cx="1066165" cy="375285"/>
            </a:xfrm>
            <a:custGeom>
              <a:avLst/>
              <a:gdLst/>
              <a:ahLst/>
              <a:cxnLst/>
              <a:rect l="l" t="t" r="r" b="b"/>
              <a:pathLst>
                <a:path w="1066164" h="375285">
                  <a:moveTo>
                    <a:pt x="1065885" y="0"/>
                  </a:moveTo>
                  <a:lnTo>
                    <a:pt x="1056430" y="40929"/>
                  </a:lnTo>
                  <a:lnTo>
                    <a:pt x="1042272" y="80254"/>
                  </a:lnTo>
                  <a:lnTo>
                    <a:pt x="1023672" y="117821"/>
                  </a:lnTo>
                  <a:lnTo>
                    <a:pt x="1000892" y="153472"/>
                  </a:lnTo>
                  <a:lnTo>
                    <a:pt x="974193" y="187052"/>
                  </a:lnTo>
                  <a:lnTo>
                    <a:pt x="943835" y="218405"/>
                  </a:lnTo>
                  <a:lnTo>
                    <a:pt x="910079" y="247375"/>
                  </a:lnTo>
                  <a:lnTo>
                    <a:pt x="873187" y="273807"/>
                  </a:lnTo>
                  <a:lnTo>
                    <a:pt x="833419" y="297545"/>
                  </a:lnTo>
                  <a:lnTo>
                    <a:pt x="791037" y="318432"/>
                  </a:lnTo>
                  <a:lnTo>
                    <a:pt x="746301" y="336314"/>
                  </a:lnTo>
                  <a:lnTo>
                    <a:pt x="699472" y="351034"/>
                  </a:lnTo>
                  <a:lnTo>
                    <a:pt x="650812" y="362436"/>
                  </a:lnTo>
                  <a:lnTo>
                    <a:pt x="600582" y="370365"/>
                  </a:lnTo>
                  <a:lnTo>
                    <a:pt x="549042" y="374665"/>
                  </a:lnTo>
                  <a:lnTo>
                    <a:pt x="496453" y="375180"/>
                  </a:lnTo>
                  <a:lnTo>
                    <a:pt x="443077" y="371754"/>
                  </a:lnTo>
                  <a:lnTo>
                    <a:pt x="388983" y="364147"/>
                  </a:lnTo>
                  <a:lnTo>
                    <a:pt x="336845" y="352620"/>
                  </a:lnTo>
                  <a:lnTo>
                    <a:pt x="286932" y="337375"/>
                  </a:lnTo>
                  <a:lnTo>
                    <a:pt x="239512" y="318613"/>
                  </a:lnTo>
                  <a:lnTo>
                    <a:pt x="194855" y="296535"/>
                  </a:lnTo>
                  <a:lnTo>
                    <a:pt x="153230" y="271343"/>
                  </a:lnTo>
                  <a:lnTo>
                    <a:pt x="114906" y="243238"/>
                  </a:lnTo>
                  <a:lnTo>
                    <a:pt x="80151" y="212421"/>
                  </a:lnTo>
                  <a:lnTo>
                    <a:pt x="49236" y="179094"/>
                  </a:lnTo>
                  <a:lnTo>
                    <a:pt x="22429" y="143458"/>
                  </a:lnTo>
                  <a:lnTo>
                    <a:pt x="0" y="10571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274094" y="5653577"/>
              <a:ext cx="107950" cy="127000"/>
            </a:xfrm>
            <a:custGeom>
              <a:avLst/>
              <a:gdLst/>
              <a:ahLst/>
              <a:cxnLst/>
              <a:rect l="l" t="t" r="r" b="b"/>
              <a:pathLst>
                <a:path w="107950" h="127000">
                  <a:moveTo>
                    <a:pt x="14604" y="0"/>
                  </a:moveTo>
                  <a:lnTo>
                    <a:pt x="0" y="126949"/>
                  </a:lnTo>
                  <a:lnTo>
                    <a:pt x="107403" y="87858"/>
                  </a:lnTo>
                  <a:lnTo>
                    <a:pt x="146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05586" y="4471631"/>
              <a:ext cx="580390" cy="581660"/>
            </a:xfrm>
            <a:custGeom>
              <a:avLst/>
              <a:gdLst/>
              <a:ahLst/>
              <a:cxnLst/>
              <a:rect l="l" t="t" r="r" b="b"/>
              <a:pathLst>
                <a:path w="580390" h="581660">
                  <a:moveTo>
                    <a:pt x="236423" y="581139"/>
                  </a:moveTo>
                  <a:lnTo>
                    <a:pt x="197181" y="575957"/>
                  </a:lnTo>
                  <a:lnTo>
                    <a:pt x="158912" y="561209"/>
                  </a:lnTo>
                  <a:lnTo>
                    <a:pt x="122589" y="538091"/>
                  </a:lnTo>
                  <a:lnTo>
                    <a:pt x="89185" y="507797"/>
                  </a:lnTo>
                  <a:lnTo>
                    <a:pt x="59673" y="471525"/>
                  </a:lnTo>
                  <a:lnTo>
                    <a:pt x="35025" y="430470"/>
                  </a:lnTo>
                  <a:lnTo>
                    <a:pt x="16215" y="385827"/>
                  </a:lnTo>
                  <a:lnTo>
                    <a:pt x="4216" y="338793"/>
                  </a:lnTo>
                  <a:lnTo>
                    <a:pt x="0" y="290563"/>
                  </a:lnTo>
                  <a:lnTo>
                    <a:pt x="4309" y="247125"/>
                  </a:lnTo>
                  <a:lnTo>
                    <a:pt x="16643" y="204559"/>
                  </a:lnTo>
                  <a:lnTo>
                    <a:pt x="36110" y="163735"/>
                  </a:lnTo>
                  <a:lnTo>
                    <a:pt x="61817" y="125526"/>
                  </a:lnTo>
                  <a:lnTo>
                    <a:pt x="92875" y="90803"/>
                  </a:lnTo>
                  <a:lnTo>
                    <a:pt x="128389" y="60438"/>
                  </a:lnTo>
                  <a:lnTo>
                    <a:pt x="167470" y="35304"/>
                  </a:lnTo>
                  <a:lnTo>
                    <a:pt x="209226" y="16272"/>
                  </a:lnTo>
                  <a:lnTo>
                    <a:pt x="252763" y="4213"/>
                  </a:lnTo>
                  <a:lnTo>
                    <a:pt x="297192" y="0"/>
                  </a:lnTo>
                  <a:lnTo>
                    <a:pt x="342342" y="5094"/>
                  </a:lnTo>
                  <a:lnTo>
                    <a:pt x="386556" y="19663"/>
                  </a:lnTo>
                  <a:lnTo>
                    <a:pt x="428898" y="42636"/>
                  </a:lnTo>
                  <a:lnTo>
                    <a:pt x="468433" y="72939"/>
                  </a:lnTo>
                  <a:lnTo>
                    <a:pt x="504224" y="109501"/>
                  </a:lnTo>
                  <a:lnTo>
                    <a:pt x="535336" y="151251"/>
                  </a:lnTo>
                  <a:lnTo>
                    <a:pt x="560833" y="197115"/>
                  </a:lnTo>
                  <a:lnTo>
                    <a:pt x="579780" y="24602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126008" y="4690326"/>
              <a:ext cx="113030" cy="121920"/>
            </a:xfrm>
            <a:custGeom>
              <a:avLst/>
              <a:gdLst/>
              <a:ahLst/>
              <a:cxnLst/>
              <a:rect l="l" t="t" r="r" b="b"/>
              <a:pathLst>
                <a:path w="113030" h="121920">
                  <a:moveTo>
                    <a:pt x="112953" y="0"/>
                  </a:moveTo>
                  <a:lnTo>
                    <a:pt x="0" y="17500"/>
                  </a:lnTo>
                  <a:lnTo>
                    <a:pt x="73977" y="121704"/>
                  </a:lnTo>
                  <a:lnTo>
                    <a:pt x="112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5981395" y="3603314"/>
            <a:ext cx="5437505" cy="1064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New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features</a:t>
            </a:r>
            <a:r>
              <a:rPr dirty="0" sz="2800" spc="-1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nondeterminism:</a:t>
            </a:r>
            <a:endParaRPr sz="2800">
              <a:latin typeface="Franklin Gothic Medium"/>
              <a:cs typeface="Franklin Gothic Medium"/>
            </a:endParaRPr>
          </a:p>
          <a:p>
            <a:pPr marL="416559">
              <a:lnSpc>
                <a:spcPct val="100000"/>
              </a:lnSpc>
              <a:spcBef>
                <a:spcPts val="1945"/>
              </a:spcBef>
            </a:pPr>
            <a:r>
              <a:rPr dirty="0" sz="2400">
                <a:latin typeface="Franklin Gothic Medium"/>
                <a:cs typeface="Franklin Gothic Medium"/>
              </a:rPr>
              <a:t>-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 spc="-35">
                <a:latin typeface="Franklin Gothic Medium"/>
                <a:cs typeface="Franklin Gothic Medium"/>
              </a:rPr>
              <a:t>multiple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paths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possible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(0,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1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or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many)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6385693" y="4832780"/>
            <a:ext cx="5335270" cy="17487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81660" indent="152400">
              <a:lnSpc>
                <a:spcPct val="100000"/>
              </a:lnSpc>
              <a:spcBef>
                <a:spcPts val="100"/>
              </a:spcBef>
              <a:buChar char="-"/>
              <a:tabLst>
                <a:tab pos="165100" algn="l"/>
              </a:tabLst>
            </a:pPr>
            <a:r>
              <a:rPr dirty="0" sz="2400" spc="-30">
                <a:latin typeface="Franklin Gothic Medium"/>
                <a:cs typeface="Franklin Gothic Medium"/>
              </a:rPr>
              <a:t>ε-</a:t>
            </a:r>
            <a:r>
              <a:rPr dirty="0" sz="2400" spc="-20">
                <a:latin typeface="Franklin Gothic Medium"/>
                <a:cs typeface="Franklin Gothic Medium"/>
              </a:rPr>
              <a:t>transition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“free”</a:t>
            </a:r>
            <a:r>
              <a:rPr dirty="0" sz="2400" spc="-20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latin typeface="Franklin Gothic Medium"/>
                <a:cs typeface="Franklin Gothic Medium"/>
              </a:rPr>
              <a:t>move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without </a:t>
            </a:r>
            <a:r>
              <a:rPr dirty="0" sz="2400" spc="-20">
                <a:latin typeface="Franklin Gothic Medium"/>
                <a:cs typeface="Franklin Gothic Medium"/>
              </a:rPr>
              <a:t>reading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input</a:t>
            </a:r>
            <a:endParaRPr sz="2400">
              <a:latin typeface="Franklin Gothic Medium"/>
              <a:cs typeface="Franklin Gothic Medium"/>
            </a:endParaRPr>
          </a:p>
          <a:p>
            <a:pPr marL="12700" marR="5080" indent="152400">
              <a:lnSpc>
                <a:spcPct val="100000"/>
              </a:lnSpc>
              <a:spcBef>
                <a:spcPts val="2050"/>
              </a:spcBef>
              <a:buChar char="-"/>
              <a:tabLst>
                <a:tab pos="165100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string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input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accepted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if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u="sng" sz="2400" spc="-2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some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path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leads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accept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981395" y="3603314"/>
            <a:ext cx="22593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Input</a:t>
            </a:r>
            <a:r>
              <a:rPr dirty="0" sz="2800" spc="-16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60"/>
              <a:t>Nondeterminism</a:t>
            </a:r>
            <a:endParaRPr sz="4000"/>
          </a:p>
        </p:txBody>
      </p:sp>
      <p:sp>
        <p:nvSpPr>
          <p:cNvPr id="8" name="object 8" descr=""/>
          <p:cNvSpPr txBox="1"/>
          <p:nvPr/>
        </p:nvSpPr>
        <p:spPr>
          <a:xfrm>
            <a:off x="492069" y="1355675"/>
            <a:ext cx="8397240" cy="1147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Several</a:t>
            </a:r>
            <a:r>
              <a:rPr dirty="0" sz="2800" spc="-1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choices</a:t>
            </a:r>
            <a:r>
              <a:rPr dirty="0" sz="2800" spc="-1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95">
                <a:latin typeface="Franklin Gothic Medium"/>
                <a:cs typeface="Franklin Gothic Medium"/>
              </a:rPr>
              <a:t>may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exist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for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next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any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point.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2800" spc="-40">
                <a:latin typeface="Franklin Gothic Medium"/>
                <a:cs typeface="Franklin Gothic Medium"/>
              </a:rPr>
              <a:t>Nondeterminism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generalization</a:t>
            </a:r>
            <a:r>
              <a:rPr dirty="0" sz="28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determinism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538983" y="2671572"/>
            <a:ext cx="925068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Franklin Gothic Medium"/>
                <a:cs typeface="Franklin Gothic Medium"/>
              </a:rPr>
              <a:t>Every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0">
                <a:latin typeface="Franklin Gothic Medium"/>
                <a:cs typeface="Franklin Gothic Medium"/>
              </a:rPr>
              <a:t>DFA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automatically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30">
                <a:latin typeface="Franklin Gothic Medium"/>
                <a:cs typeface="Franklin Gothic Medium"/>
              </a:rPr>
              <a:t> Nondeterministic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70">
                <a:latin typeface="Franklin Gothic Medium"/>
                <a:cs typeface="Franklin Gothic Medium"/>
              </a:rPr>
              <a:t>Automaton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(NFA).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92608" y="3558540"/>
            <a:ext cx="528955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3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780033" y="4500521"/>
            <a:ext cx="1593215" cy="1179830"/>
            <a:chOff x="780033" y="4500521"/>
            <a:chExt cx="1593215" cy="1179830"/>
          </a:xfrm>
        </p:grpSpPr>
        <p:sp>
          <p:nvSpPr>
            <p:cNvPr id="12" name="object 12" descr=""/>
            <p:cNvSpPr/>
            <p:nvPr/>
          </p:nvSpPr>
          <p:spPr>
            <a:xfrm>
              <a:off x="1297287" y="4519571"/>
              <a:ext cx="1028065" cy="378460"/>
            </a:xfrm>
            <a:custGeom>
              <a:avLst/>
              <a:gdLst/>
              <a:ahLst/>
              <a:cxnLst/>
              <a:rect l="l" t="t" r="r" b="b"/>
              <a:pathLst>
                <a:path w="1028064" h="378460">
                  <a:moveTo>
                    <a:pt x="0" y="378041"/>
                  </a:moveTo>
                  <a:lnTo>
                    <a:pt x="8852" y="337003"/>
                  </a:lnTo>
                  <a:lnTo>
                    <a:pt x="22242" y="297553"/>
                  </a:lnTo>
                  <a:lnTo>
                    <a:pt x="39920" y="259848"/>
                  </a:lnTo>
                  <a:lnTo>
                    <a:pt x="61636" y="224046"/>
                  </a:lnTo>
                  <a:lnTo>
                    <a:pt x="87139" y="190304"/>
                  </a:lnTo>
                  <a:lnTo>
                    <a:pt x="116179" y="158778"/>
                  </a:lnTo>
                  <a:lnTo>
                    <a:pt x="148505" y="129626"/>
                  </a:lnTo>
                  <a:lnTo>
                    <a:pt x="183868" y="103005"/>
                  </a:lnTo>
                  <a:lnTo>
                    <a:pt x="222015" y="79072"/>
                  </a:lnTo>
                  <a:lnTo>
                    <a:pt x="262698" y="57983"/>
                  </a:lnTo>
                  <a:lnTo>
                    <a:pt x="305666" y="39898"/>
                  </a:lnTo>
                  <a:lnTo>
                    <a:pt x="350669" y="24971"/>
                  </a:lnTo>
                  <a:lnTo>
                    <a:pt x="397455" y="13361"/>
                  </a:lnTo>
                  <a:lnTo>
                    <a:pt x="445775" y="5224"/>
                  </a:lnTo>
                  <a:lnTo>
                    <a:pt x="495378" y="718"/>
                  </a:lnTo>
                  <a:lnTo>
                    <a:pt x="546014" y="0"/>
                  </a:lnTo>
                  <a:lnTo>
                    <a:pt x="597433" y="3226"/>
                  </a:lnTo>
                  <a:lnTo>
                    <a:pt x="650118" y="10733"/>
                  </a:lnTo>
                  <a:lnTo>
                    <a:pt x="700893" y="22255"/>
                  </a:lnTo>
                  <a:lnTo>
                    <a:pt x="749492" y="37584"/>
                  </a:lnTo>
                  <a:lnTo>
                    <a:pt x="795646" y="56510"/>
                  </a:lnTo>
                  <a:lnTo>
                    <a:pt x="839090" y="78828"/>
                  </a:lnTo>
                  <a:lnTo>
                    <a:pt x="879556" y="104327"/>
                  </a:lnTo>
                  <a:lnTo>
                    <a:pt x="916777" y="132800"/>
                  </a:lnTo>
                  <a:lnTo>
                    <a:pt x="950486" y="164040"/>
                  </a:lnTo>
                  <a:lnTo>
                    <a:pt x="980417" y="197838"/>
                  </a:lnTo>
                  <a:lnTo>
                    <a:pt x="1006302" y="233985"/>
                  </a:lnTo>
                  <a:lnTo>
                    <a:pt x="1027874" y="27227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264981" y="4755502"/>
              <a:ext cx="108585" cy="127000"/>
            </a:xfrm>
            <a:custGeom>
              <a:avLst/>
              <a:gdLst/>
              <a:ahLst/>
              <a:cxnLst/>
              <a:rect l="l" t="t" r="r" b="b"/>
              <a:pathLst>
                <a:path w="108585" h="127000">
                  <a:moveTo>
                    <a:pt x="108153" y="0"/>
                  </a:moveTo>
                  <a:lnTo>
                    <a:pt x="0" y="36969"/>
                  </a:lnTo>
                  <a:lnTo>
                    <a:pt x="91046" y="126644"/>
                  </a:lnTo>
                  <a:lnTo>
                    <a:pt x="1081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977295" y="5037430"/>
            <a:ext cx="356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134870" y="4804917"/>
            <a:ext cx="837565" cy="875665"/>
            <a:chOff x="2134870" y="4804917"/>
            <a:chExt cx="837565" cy="875665"/>
          </a:xfrm>
        </p:grpSpPr>
        <p:sp>
          <p:nvSpPr>
            <p:cNvPr id="18" name="object 18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2339996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2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5004561" y="4789678"/>
            <a:ext cx="837565" cy="876935"/>
            <a:chOff x="5004561" y="4789678"/>
            <a:chExt cx="837565" cy="876935"/>
          </a:xfrm>
        </p:grpSpPr>
        <p:sp>
          <p:nvSpPr>
            <p:cNvPr id="22" name="object 22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412242" y="0"/>
                  </a:moveTo>
                  <a:lnTo>
                    <a:pt x="364166" y="2906"/>
                  </a:lnTo>
                  <a:lnTo>
                    <a:pt x="317719" y="11410"/>
                  </a:lnTo>
                  <a:lnTo>
                    <a:pt x="273210" y="25187"/>
                  </a:lnTo>
                  <a:lnTo>
                    <a:pt x="230949" y="43913"/>
                  </a:lnTo>
                  <a:lnTo>
                    <a:pt x="191244" y="67264"/>
                  </a:lnTo>
                  <a:lnTo>
                    <a:pt x="154406" y="94916"/>
                  </a:lnTo>
                  <a:lnTo>
                    <a:pt x="120743" y="126544"/>
                  </a:lnTo>
                  <a:lnTo>
                    <a:pt x="90565" y="161824"/>
                  </a:lnTo>
                  <a:lnTo>
                    <a:pt x="64181" y="200433"/>
                  </a:lnTo>
                  <a:lnTo>
                    <a:pt x="41901" y="242046"/>
                  </a:lnTo>
                  <a:lnTo>
                    <a:pt x="24033" y="286338"/>
                  </a:lnTo>
                  <a:lnTo>
                    <a:pt x="10887" y="332986"/>
                  </a:lnTo>
                  <a:lnTo>
                    <a:pt x="2773" y="381666"/>
                  </a:lnTo>
                  <a:lnTo>
                    <a:pt x="0" y="432054"/>
                  </a:lnTo>
                  <a:lnTo>
                    <a:pt x="2773" y="482441"/>
                  </a:lnTo>
                  <a:lnTo>
                    <a:pt x="10887" y="531121"/>
                  </a:lnTo>
                  <a:lnTo>
                    <a:pt x="24033" y="577769"/>
                  </a:lnTo>
                  <a:lnTo>
                    <a:pt x="41901" y="622061"/>
                  </a:lnTo>
                  <a:lnTo>
                    <a:pt x="64181" y="663674"/>
                  </a:lnTo>
                  <a:lnTo>
                    <a:pt x="90565" y="702283"/>
                  </a:lnTo>
                  <a:lnTo>
                    <a:pt x="120743" y="737563"/>
                  </a:lnTo>
                  <a:lnTo>
                    <a:pt x="154406" y="769191"/>
                  </a:lnTo>
                  <a:lnTo>
                    <a:pt x="191244" y="796843"/>
                  </a:lnTo>
                  <a:lnTo>
                    <a:pt x="230949" y="820194"/>
                  </a:lnTo>
                  <a:lnTo>
                    <a:pt x="273210" y="838920"/>
                  </a:lnTo>
                  <a:lnTo>
                    <a:pt x="317719" y="852697"/>
                  </a:lnTo>
                  <a:lnTo>
                    <a:pt x="364166" y="861201"/>
                  </a:lnTo>
                  <a:lnTo>
                    <a:pt x="412242" y="864108"/>
                  </a:lnTo>
                  <a:lnTo>
                    <a:pt x="460317" y="861201"/>
                  </a:lnTo>
                  <a:lnTo>
                    <a:pt x="506764" y="852697"/>
                  </a:lnTo>
                  <a:lnTo>
                    <a:pt x="551273" y="838920"/>
                  </a:lnTo>
                  <a:lnTo>
                    <a:pt x="593534" y="820194"/>
                  </a:lnTo>
                  <a:lnTo>
                    <a:pt x="633239" y="796843"/>
                  </a:lnTo>
                  <a:lnTo>
                    <a:pt x="670077" y="769191"/>
                  </a:lnTo>
                  <a:lnTo>
                    <a:pt x="703740" y="737563"/>
                  </a:lnTo>
                  <a:lnTo>
                    <a:pt x="733918" y="702283"/>
                  </a:lnTo>
                  <a:lnTo>
                    <a:pt x="760302" y="663674"/>
                  </a:lnTo>
                  <a:lnTo>
                    <a:pt x="782582" y="622061"/>
                  </a:lnTo>
                  <a:lnTo>
                    <a:pt x="800450" y="577769"/>
                  </a:lnTo>
                  <a:lnTo>
                    <a:pt x="813596" y="531121"/>
                  </a:lnTo>
                  <a:lnTo>
                    <a:pt x="821710" y="482441"/>
                  </a:lnTo>
                  <a:lnTo>
                    <a:pt x="824484" y="432054"/>
                  </a:lnTo>
                  <a:lnTo>
                    <a:pt x="821710" y="381666"/>
                  </a:lnTo>
                  <a:lnTo>
                    <a:pt x="813596" y="332986"/>
                  </a:lnTo>
                  <a:lnTo>
                    <a:pt x="800450" y="286338"/>
                  </a:lnTo>
                  <a:lnTo>
                    <a:pt x="782582" y="242046"/>
                  </a:lnTo>
                  <a:lnTo>
                    <a:pt x="760302" y="200433"/>
                  </a:lnTo>
                  <a:lnTo>
                    <a:pt x="733918" y="161824"/>
                  </a:lnTo>
                  <a:lnTo>
                    <a:pt x="703740" y="126544"/>
                  </a:lnTo>
                  <a:lnTo>
                    <a:pt x="670077" y="94916"/>
                  </a:lnTo>
                  <a:lnTo>
                    <a:pt x="633239" y="67264"/>
                  </a:lnTo>
                  <a:lnTo>
                    <a:pt x="593534" y="43913"/>
                  </a:lnTo>
                  <a:lnTo>
                    <a:pt x="551273" y="25187"/>
                  </a:lnTo>
                  <a:lnTo>
                    <a:pt x="506764" y="11410"/>
                  </a:lnTo>
                  <a:lnTo>
                    <a:pt x="460317" y="2906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0" y="432054"/>
                  </a:moveTo>
                  <a:lnTo>
                    <a:pt x="2773" y="381666"/>
                  </a:lnTo>
                  <a:lnTo>
                    <a:pt x="10887" y="332986"/>
                  </a:lnTo>
                  <a:lnTo>
                    <a:pt x="24033" y="286338"/>
                  </a:lnTo>
                  <a:lnTo>
                    <a:pt x="41901" y="242046"/>
                  </a:lnTo>
                  <a:lnTo>
                    <a:pt x="64181" y="200433"/>
                  </a:lnTo>
                  <a:lnTo>
                    <a:pt x="90565" y="161824"/>
                  </a:lnTo>
                  <a:lnTo>
                    <a:pt x="120743" y="126544"/>
                  </a:lnTo>
                  <a:lnTo>
                    <a:pt x="154406" y="94916"/>
                  </a:lnTo>
                  <a:lnTo>
                    <a:pt x="191244" y="67264"/>
                  </a:lnTo>
                  <a:lnTo>
                    <a:pt x="230949" y="43913"/>
                  </a:lnTo>
                  <a:lnTo>
                    <a:pt x="273210" y="25187"/>
                  </a:lnTo>
                  <a:lnTo>
                    <a:pt x="317719" y="11410"/>
                  </a:lnTo>
                  <a:lnTo>
                    <a:pt x="364166" y="2906"/>
                  </a:lnTo>
                  <a:lnTo>
                    <a:pt x="412242" y="0"/>
                  </a:lnTo>
                  <a:lnTo>
                    <a:pt x="460317" y="2906"/>
                  </a:lnTo>
                  <a:lnTo>
                    <a:pt x="506764" y="11410"/>
                  </a:lnTo>
                  <a:lnTo>
                    <a:pt x="551273" y="25187"/>
                  </a:lnTo>
                  <a:lnTo>
                    <a:pt x="593534" y="43913"/>
                  </a:lnTo>
                  <a:lnTo>
                    <a:pt x="633239" y="67264"/>
                  </a:lnTo>
                  <a:lnTo>
                    <a:pt x="670077" y="94916"/>
                  </a:lnTo>
                  <a:lnTo>
                    <a:pt x="703740" y="126544"/>
                  </a:lnTo>
                  <a:lnTo>
                    <a:pt x="733918" y="161824"/>
                  </a:lnTo>
                  <a:lnTo>
                    <a:pt x="760302" y="200433"/>
                  </a:lnTo>
                  <a:lnTo>
                    <a:pt x="782582" y="242046"/>
                  </a:lnTo>
                  <a:lnTo>
                    <a:pt x="800450" y="286338"/>
                  </a:lnTo>
                  <a:lnTo>
                    <a:pt x="813596" y="332986"/>
                  </a:lnTo>
                  <a:lnTo>
                    <a:pt x="821710" y="381666"/>
                  </a:lnTo>
                  <a:lnTo>
                    <a:pt x="824484" y="432054"/>
                  </a:lnTo>
                  <a:lnTo>
                    <a:pt x="821710" y="482441"/>
                  </a:lnTo>
                  <a:lnTo>
                    <a:pt x="813596" y="531121"/>
                  </a:lnTo>
                  <a:lnTo>
                    <a:pt x="800450" y="577769"/>
                  </a:lnTo>
                  <a:lnTo>
                    <a:pt x="782582" y="622061"/>
                  </a:lnTo>
                  <a:lnTo>
                    <a:pt x="760302" y="663674"/>
                  </a:lnTo>
                  <a:lnTo>
                    <a:pt x="733918" y="702283"/>
                  </a:lnTo>
                  <a:lnTo>
                    <a:pt x="703740" y="737563"/>
                  </a:lnTo>
                  <a:lnTo>
                    <a:pt x="670077" y="769191"/>
                  </a:lnTo>
                  <a:lnTo>
                    <a:pt x="633239" y="796843"/>
                  </a:lnTo>
                  <a:lnTo>
                    <a:pt x="593534" y="820194"/>
                  </a:lnTo>
                  <a:lnTo>
                    <a:pt x="551273" y="838920"/>
                  </a:lnTo>
                  <a:lnTo>
                    <a:pt x="506764" y="852697"/>
                  </a:lnTo>
                  <a:lnTo>
                    <a:pt x="460317" y="861201"/>
                  </a:lnTo>
                  <a:lnTo>
                    <a:pt x="412242" y="864108"/>
                  </a:lnTo>
                  <a:lnTo>
                    <a:pt x="364166" y="861201"/>
                  </a:lnTo>
                  <a:lnTo>
                    <a:pt x="317719" y="852697"/>
                  </a:lnTo>
                  <a:lnTo>
                    <a:pt x="273210" y="838920"/>
                  </a:lnTo>
                  <a:lnTo>
                    <a:pt x="230949" y="820194"/>
                  </a:lnTo>
                  <a:lnTo>
                    <a:pt x="191244" y="796843"/>
                  </a:lnTo>
                  <a:lnTo>
                    <a:pt x="154406" y="769191"/>
                  </a:lnTo>
                  <a:lnTo>
                    <a:pt x="120743" y="737563"/>
                  </a:lnTo>
                  <a:lnTo>
                    <a:pt x="90565" y="702283"/>
                  </a:lnTo>
                  <a:lnTo>
                    <a:pt x="64181" y="663674"/>
                  </a:lnTo>
                  <a:lnTo>
                    <a:pt x="41901" y="622061"/>
                  </a:lnTo>
                  <a:lnTo>
                    <a:pt x="24033" y="577769"/>
                  </a:lnTo>
                  <a:lnTo>
                    <a:pt x="10887" y="531121"/>
                  </a:lnTo>
                  <a:lnTo>
                    <a:pt x="2773" y="482441"/>
                  </a:lnTo>
                  <a:lnTo>
                    <a:pt x="0" y="4320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106923" y="4896612"/>
              <a:ext cx="634365" cy="662940"/>
            </a:xfrm>
            <a:custGeom>
              <a:avLst/>
              <a:gdLst/>
              <a:ahLst/>
              <a:cxnLst/>
              <a:rect l="l" t="t" r="r" b="b"/>
              <a:pathLst>
                <a:path w="634364" h="662939">
                  <a:moveTo>
                    <a:pt x="0" y="331469"/>
                  </a:moveTo>
                  <a:lnTo>
                    <a:pt x="3437" y="282486"/>
                  </a:lnTo>
                  <a:lnTo>
                    <a:pt x="13421" y="235735"/>
                  </a:lnTo>
                  <a:lnTo>
                    <a:pt x="29462" y="191728"/>
                  </a:lnTo>
                  <a:lnTo>
                    <a:pt x="51069" y="150979"/>
                  </a:lnTo>
                  <a:lnTo>
                    <a:pt x="77752" y="113999"/>
                  </a:lnTo>
                  <a:lnTo>
                    <a:pt x="109022" y="81302"/>
                  </a:lnTo>
                  <a:lnTo>
                    <a:pt x="144386" y="53400"/>
                  </a:lnTo>
                  <a:lnTo>
                    <a:pt x="183356" y="30806"/>
                  </a:lnTo>
                  <a:lnTo>
                    <a:pt x="225440" y="14033"/>
                  </a:lnTo>
                  <a:lnTo>
                    <a:pt x="270149" y="3593"/>
                  </a:lnTo>
                  <a:lnTo>
                    <a:pt x="316992" y="0"/>
                  </a:lnTo>
                  <a:lnTo>
                    <a:pt x="363834" y="3593"/>
                  </a:lnTo>
                  <a:lnTo>
                    <a:pt x="408543" y="14033"/>
                  </a:lnTo>
                  <a:lnTo>
                    <a:pt x="450627" y="30806"/>
                  </a:lnTo>
                  <a:lnTo>
                    <a:pt x="489597" y="53400"/>
                  </a:lnTo>
                  <a:lnTo>
                    <a:pt x="524961" y="81302"/>
                  </a:lnTo>
                  <a:lnTo>
                    <a:pt x="556231" y="113999"/>
                  </a:lnTo>
                  <a:lnTo>
                    <a:pt x="582914" y="150979"/>
                  </a:lnTo>
                  <a:lnTo>
                    <a:pt x="604521" y="191728"/>
                  </a:lnTo>
                  <a:lnTo>
                    <a:pt x="620562" y="235735"/>
                  </a:lnTo>
                  <a:lnTo>
                    <a:pt x="630546" y="282486"/>
                  </a:lnTo>
                  <a:lnTo>
                    <a:pt x="633984" y="331469"/>
                  </a:lnTo>
                  <a:lnTo>
                    <a:pt x="630546" y="380453"/>
                  </a:lnTo>
                  <a:lnTo>
                    <a:pt x="620562" y="427204"/>
                  </a:lnTo>
                  <a:lnTo>
                    <a:pt x="604521" y="471211"/>
                  </a:lnTo>
                  <a:lnTo>
                    <a:pt x="582914" y="511960"/>
                  </a:lnTo>
                  <a:lnTo>
                    <a:pt x="556231" y="548940"/>
                  </a:lnTo>
                  <a:lnTo>
                    <a:pt x="524961" y="581637"/>
                  </a:lnTo>
                  <a:lnTo>
                    <a:pt x="489597" y="609539"/>
                  </a:lnTo>
                  <a:lnTo>
                    <a:pt x="450627" y="632133"/>
                  </a:lnTo>
                  <a:lnTo>
                    <a:pt x="408543" y="648906"/>
                  </a:lnTo>
                  <a:lnTo>
                    <a:pt x="363834" y="659346"/>
                  </a:lnTo>
                  <a:lnTo>
                    <a:pt x="316992" y="662940"/>
                  </a:lnTo>
                  <a:lnTo>
                    <a:pt x="270149" y="659346"/>
                  </a:lnTo>
                  <a:lnTo>
                    <a:pt x="225440" y="648906"/>
                  </a:lnTo>
                  <a:lnTo>
                    <a:pt x="183356" y="632133"/>
                  </a:lnTo>
                  <a:lnTo>
                    <a:pt x="144386" y="609539"/>
                  </a:lnTo>
                  <a:lnTo>
                    <a:pt x="109022" y="581637"/>
                  </a:lnTo>
                  <a:lnTo>
                    <a:pt x="77752" y="548940"/>
                  </a:lnTo>
                  <a:lnTo>
                    <a:pt x="51069" y="511960"/>
                  </a:lnTo>
                  <a:lnTo>
                    <a:pt x="29462" y="471211"/>
                  </a:lnTo>
                  <a:lnTo>
                    <a:pt x="13421" y="427204"/>
                  </a:lnTo>
                  <a:lnTo>
                    <a:pt x="3437" y="380453"/>
                  </a:lnTo>
                  <a:lnTo>
                    <a:pt x="0" y="33146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5209522" y="5023247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4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345947" y="5186166"/>
            <a:ext cx="3151505" cy="114300"/>
            <a:chOff x="345947" y="5186166"/>
            <a:chExt cx="3151505" cy="114300"/>
          </a:xfrm>
        </p:grpSpPr>
        <p:sp>
          <p:nvSpPr>
            <p:cNvPr id="27" name="object 27" descr=""/>
            <p:cNvSpPr/>
            <p:nvPr/>
          </p:nvSpPr>
          <p:spPr>
            <a:xfrm>
              <a:off x="2966465" y="5243321"/>
              <a:ext cx="435609" cy="0"/>
            </a:xfrm>
            <a:custGeom>
              <a:avLst/>
              <a:gdLst/>
              <a:ahLst/>
              <a:cxnLst/>
              <a:rect l="l" t="t" r="r" b="b"/>
              <a:pathLst>
                <a:path w="435610" h="0">
                  <a:moveTo>
                    <a:pt x="0" y="0"/>
                  </a:moveTo>
                  <a:lnTo>
                    <a:pt x="43519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382614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64997" y="5243321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 h="0">
                  <a:moveTo>
                    <a:pt x="0" y="0"/>
                  </a:moveTo>
                  <a:lnTo>
                    <a:pt x="326656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72607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3150978" y="4719116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493680" y="4735592"/>
            <a:ext cx="349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𝑎,</a:t>
            </a:r>
            <a:r>
              <a:rPr dirty="0" sz="1800" spc="-55">
                <a:latin typeface="Cambria Math"/>
                <a:cs typeface="Cambria Math"/>
              </a:rPr>
              <a:t> </a:t>
            </a: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758762" y="6027247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751329" y="420936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69766" y="413110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3489705" y="4804917"/>
            <a:ext cx="837565" cy="875665"/>
            <a:chOff x="3489705" y="4804917"/>
            <a:chExt cx="837565" cy="875665"/>
          </a:xfrm>
        </p:grpSpPr>
        <p:sp>
          <p:nvSpPr>
            <p:cNvPr id="37" name="object 37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3695077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3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586536" y="4452581"/>
            <a:ext cx="4425315" cy="1579245"/>
            <a:chOff x="586536" y="4452581"/>
            <a:chExt cx="4425315" cy="1579245"/>
          </a:xfrm>
        </p:grpSpPr>
        <p:sp>
          <p:nvSpPr>
            <p:cNvPr id="41" name="object 41" descr=""/>
            <p:cNvSpPr/>
            <p:nvPr/>
          </p:nvSpPr>
          <p:spPr>
            <a:xfrm>
              <a:off x="4321301" y="5230035"/>
              <a:ext cx="595630" cy="12700"/>
            </a:xfrm>
            <a:custGeom>
              <a:avLst/>
              <a:gdLst/>
              <a:ahLst/>
              <a:cxnLst/>
              <a:rect l="l" t="t" r="r" b="b"/>
              <a:pathLst>
                <a:path w="595629" h="12700">
                  <a:moveTo>
                    <a:pt x="0" y="12230"/>
                  </a:moveTo>
                  <a:lnTo>
                    <a:pt x="59514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896233" y="5173297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0" y="0"/>
                  </a:moveTo>
                  <a:lnTo>
                    <a:pt x="2349" y="114274"/>
                  </a:lnTo>
                  <a:lnTo>
                    <a:pt x="115443" y="54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321347" y="5637548"/>
              <a:ext cx="1066165" cy="375285"/>
            </a:xfrm>
            <a:custGeom>
              <a:avLst/>
              <a:gdLst/>
              <a:ahLst/>
              <a:cxnLst/>
              <a:rect l="l" t="t" r="r" b="b"/>
              <a:pathLst>
                <a:path w="1066164" h="375285">
                  <a:moveTo>
                    <a:pt x="1065885" y="0"/>
                  </a:moveTo>
                  <a:lnTo>
                    <a:pt x="1056430" y="40929"/>
                  </a:lnTo>
                  <a:lnTo>
                    <a:pt x="1042272" y="80254"/>
                  </a:lnTo>
                  <a:lnTo>
                    <a:pt x="1023672" y="117821"/>
                  </a:lnTo>
                  <a:lnTo>
                    <a:pt x="1000892" y="153472"/>
                  </a:lnTo>
                  <a:lnTo>
                    <a:pt x="974193" y="187052"/>
                  </a:lnTo>
                  <a:lnTo>
                    <a:pt x="943835" y="218405"/>
                  </a:lnTo>
                  <a:lnTo>
                    <a:pt x="910079" y="247375"/>
                  </a:lnTo>
                  <a:lnTo>
                    <a:pt x="873187" y="273807"/>
                  </a:lnTo>
                  <a:lnTo>
                    <a:pt x="833419" y="297545"/>
                  </a:lnTo>
                  <a:lnTo>
                    <a:pt x="791037" y="318432"/>
                  </a:lnTo>
                  <a:lnTo>
                    <a:pt x="746301" y="336314"/>
                  </a:lnTo>
                  <a:lnTo>
                    <a:pt x="699472" y="351034"/>
                  </a:lnTo>
                  <a:lnTo>
                    <a:pt x="650812" y="362436"/>
                  </a:lnTo>
                  <a:lnTo>
                    <a:pt x="600582" y="370365"/>
                  </a:lnTo>
                  <a:lnTo>
                    <a:pt x="549042" y="374665"/>
                  </a:lnTo>
                  <a:lnTo>
                    <a:pt x="496453" y="375180"/>
                  </a:lnTo>
                  <a:lnTo>
                    <a:pt x="443077" y="371754"/>
                  </a:lnTo>
                  <a:lnTo>
                    <a:pt x="388983" y="364147"/>
                  </a:lnTo>
                  <a:lnTo>
                    <a:pt x="336845" y="352620"/>
                  </a:lnTo>
                  <a:lnTo>
                    <a:pt x="286932" y="337375"/>
                  </a:lnTo>
                  <a:lnTo>
                    <a:pt x="239512" y="318613"/>
                  </a:lnTo>
                  <a:lnTo>
                    <a:pt x="194855" y="296535"/>
                  </a:lnTo>
                  <a:lnTo>
                    <a:pt x="153230" y="271343"/>
                  </a:lnTo>
                  <a:lnTo>
                    <a:pt x="114906" y="243238"/>
                  </a:lnTo>
                  <a:lnTo>
                    <a:pt x="80151" y="212421"/>
                  </a:lnTo>
                  <a:lnTo>
                    <a:pt x="49236" y="179094"/>
                  </a:lnTo>
                  <a:lnTo>
                    <a:pt x="22429" y="143458"/>
                  </a:lnTo>
                  <a:lnTo>
                    <a:pt x="0" y="10571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274094" y="5653577"/>
              <a:ext cx="107950" cy="127000"/>
            </a:xfrm>
            <a:custGeom>
              <a:avLst/>
              <a:gdLst/>
              <a:ahLst/>
              <a:cxnLst/>
              <a:rect l="l" t="t" r="r" b="b"/>
              <a:pathLst>
                <a:path w="107950" h="127000">
                  <a:moveTo>
                    <a:pt x="14604" y="0"/>
                  </a:moveTo>
                  <a:lnTo>
                    <a:pt x="0" y="126949"/>
                  </a:lnTo>
                  <a:lnTo>
                    <a:pt x="107403" y="87858"/>
                  </a:lnTo>
                  <a:lnTo>
                    <a:pt x="146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05586" y="4471631"/>
              <a:ext cx="580390" cy="581660"/>
            </a:xfrm>
            <a:custGeom>
              <a:avLst/>
              <a:gdLst/>
              <a:ahLst/>
              <a:cxnLst/>
              <a:rect l="l" t="t" r="r" b="b"/>
              <a:pathLst>
                <a:path w="580390" h="581660">
                  <a:moveTo>
                    <a:pt x="236423" y="581139"/>
                  </a:moveTo>
                  <a:lnTo>
                    <a:pt x="197181" y="575957"/>
                  </a:lnTo>
                  <a:lnTo>
                    <a:pt x="158912" y="561209"/>
                  </a:lnTo>
                  <a:lnTo>
                    <a:pt x="122589" y="538091"/>
                  </a:lnTo>
                  <a:lnTo>
                    <a:pt x="89185" y="507797"/>
                  </a:lnTo>
                  <a:lnTo>
                    <a:pt x="59673" y="471525"/>
                  </a:lnTo>
                  <a:lnTo>
                    <a:pt x="35025" y="430470"/>
                  </a:lnTo>
                  <a:lnTo>
                    <a:pt x="16215" y="385827"/>
                  </a:lnTo>
                  <a:lnTo>
                    <a:pt x="4216" y="338793"/>
                  </a:lnTo>
                  <a:lnTo>
                    <a:pt x="0" y="290563"/>
                  </a:lnTo>
                  <a:lnTo>
                    <a:pt x="4309" y="247125"/>
                  </a:lnTo>
                  <a:lnTo>
                    <a:pt x="16643" y="204559"/>
                  </a:lnTo>
                  <a:lnTo>
                    <a:pt x="36110" y="163735"/>
                  </a:lnTo>
                  <a:lnTo>
                    <a:pt x="61817" y="125526"/>
                  </a:lnTo>
                  <a:lnTo>
                    <a:pt x="92875" y="90803"/>
                  </a:lnTo>
                  <a:lnTo>
                    <a:pt x="128389" y="60438"/>
                  </a:lnTo>
                  <a:lnTo>
                    <a:pt x="167470" y="35304"/>
                  </a:lnTo>
                  <a:lnTo>
                    <a:pt x="209226" y="16272"/>
                  </a:lnTo>
                  <a:lnTo>
                    <a:pt x="252763" y="4213"/>
                  </a:lnTo>
                  <a:lnTo>
                    <a:pt x="297192" y="0"/>
                  </a:lnTo>
                  <a:lnTo>
                    <a:pt x="342342" y="5094"/>
                  </a:lnTo>
                  <a:lnTo>
                    <a:pt x="386556" y="19663"/>
                  </a:lnTo>
                  <a:lnTo>
                    <a:pt x="428898" y="42636"/>
                  </a:lnTo>
                  <a:lnTo>
                    <a:pt x="468433" y="72939"/>
                  </a:lnTo>
                  <a:lnTo>
                    <a:pt x="504224" y="109501"/>
                  </a:lnTo>
                  <a:lnTo>
                    <a:pt x="535336" y="151251"/>
                  </a:lnTo>
                  <a:lnTo>
                    <a:pt x="560833" y="197115"/>
                  </a:lnTo>
                  <a:lnTo>
                    <a:pt x="579780" y="24602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126008" y="4690326"/>
              <a:ext cx="113030" cy="121920"/>
            </a:xfrm>
            <a:custGeom>
              <a:avLst/>
              <a:gdLst/>
              <a:ahLst/>
              <a:cxnLst/>
              <a:rect l="l" t="t" r="r" b="b"/>
              <a:pathLst>
                <a:path w="113030" h="121920">
                  <a:moveTo>
                    <a:pt x="112953" y="0"/>
                  </a:moveTo>
                  <a:lnTo>
                    <a:pt x="0" y="17500"/>
                  </a:lnTo>
                  <a:lnTo>
                    <a:pt x="73977" y="121704"/>
                  </a:lnTo>
                  <a:lnTo>
                    <a:pt x="112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6442955" y="4428948"/>
            <a:ext cx="13227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948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Input: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baseline="-2976" sz="4200" spc="-37">
                <a:latin typeface="Cambria Math"/>
                <a:cs typeface="Cambria Math"/>
              </a:rPr>
              <a:t>𝑎𝑏</a:t>
            </a:r>
            <a:endParaRPr baseline="-2976" sz="4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981395" y="3603314"/>
            <a:ext cx="22593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Input</a:t>
            </a:r>
            <a:r>
              <a:rPr dirty="0" sz="2800" spc="-16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60"/>
              <a:t>Nondeterminism</a:t>
            </a:r>
            <a:endParaRPr sz="4000"/>
          </a:p>
        </p:txBody>
      </p:sp>
      <p:sp>
        <p:nvSpPr>
          <p:cNvPr id="8" name="object 8" descr=""/>
          <p:cNvSpPr txBox="1"/>
          <p:nvPr/>
        </p:nvSpPr>
        <p:spPr>
          <a:xfrm>
            <a:off x="492069" y="1355675"/>
            <a:ext cx="8397240" cy="1147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Several</a:t>
            </a:r>
            <a:r>
              <a:rPr dirty="0" sz="2800" spc="-1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choices</a:t>
            </a:r>
            <a:r>
              <a:rPr dirty="0" sz="2800" spc="-1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95">
                <a:latin typeface="Franklin Gothic Medium"/>
                <a:cs typeface="Franklin Gothic Medium"/>
              </a:rPr>
              <a:t>may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exist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for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next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any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point.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2800" spc="-40">
                <a:latin typeface="Franklin Gothic Medium"/>
                <a:cs typeface="Franklin Gothic Medium"/>
              </a:rPr>
              <a:t>Nondeterminism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generalization</a:t>
            </a:r>
            <a:r>
              <a:rPr dirty="0" sz="28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determinism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538983" y="2671572"/>
            <a:ext cx="925068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Franklin Gothic Medium"/>
                <a:cs typeface="Franklin Gothic Medium"/>
              </a:rPr>
              <a:t>Every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0">
                <a:latin typeface="Franklin Gothic Medium"/>
                <a:cs typeface="Franklin Gothic Medium"/>
              </a:rPr>
              <a:t>DFA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automatically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30">
                <a:latin typeface="Franklin Gothic Medium"/>
                <a:cs typeface="Franklin Gothic Medium"/>
              </a:rPr>
              <a:t> Nondeterministic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70">
                <a:latin typeface="Franklin Gothic Medium"/>
                <a:cs typeface="Franklin Gothic Medium"/>
              </a:rPr>
              <a:t>Automaton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(NFA).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92608" y="3558540"/>
            <a:ext cx="528955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3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780033" y="4500521"/>
            <a:ext cx="1593215" cy="1179830"/>
            <a:chOff x="780033" y="4500521"/>
            <a:chExt cx="1593215" cy="1179830"/>
          </a:xfrm>
        </p:grpSpPr>
        <p:sp>
          <p:nvSpPr>
            <p:cNvPr id="12" name="object 12" descr=""/>
            <p:cNvSpPr/>
            <p:nvPr/>
          </p:nvSpPr>
          <p:spPr>
            <a:xfrm>
              <a:off x="1297287" y="4519571"/>
              <a:ext cx="1028065" cy="378460"/>
            </a:xfrm>
            <a:custGeom>
              <a:avLst/>
              <a:gdLst/>
              <a:ahLst/>
              <a:cxnLst/>
              <a:rect l="l" t="t" r="r" b="b"/>
              <a:pathLst>
                <a:path w="1028064" h="378460">
                  <a:moveTo>
                    <a:pt x="0" y="378041"/>
                  </a:moveTo>
                  <a:lnTo>
                    <a:pt x="8852" y="337003"/>
                  </a:lnTo>
                  <a:lnTo>
                    <a:pt x="22242" y="297553"/>
                  </a:lnTo>
                  <a:lnTo>
                    <a:pt x="39920" y="259848"/>
                  </a:lnTo>
                  <a:lnTo>
                    <a:pt x="61636" y="224046"/>
                  </a:lnTo>
                  <a:lnTo>
                    <a:pt x="87139" y="190304"/>
                  </a:lnTo>
                  <a:lnTo>
                    <a:pt x="116179" y="158778"/>
                  </a:lnTo>
                  <a:lnTo>
                    <a:pt x="148505" y="129626"/>
                  </a:lnTo>
                  <a:lnTo>
                    <a:pt x="183868" y="103005"/>
                  </a:lnTo>
                  <a:lnTo>
                    <a:pt x="222015" y="79072"/>
                  </a:lnTo>
                  <a:lnTo>
                    <a:pt x="262698" y="57983"/>
                  </a:lnTo>
                  <a:lnTo>
                    <a:pt x="305666" y="39898"/>
                  </a:lnTo>
                  <a:lnTo>
                    <a:pt x="350669" y="24971"/>
                  </a:lnTo>
                  <a:lnTo>
                    <a:pt x="397455" y="13361"/>
                  </a:lnTo>
                  <a:lnTo>
                    <a:pt x="445775" y="5224"/>
                  </a:lnTo>
                  <a:lnTo>
                    <a:pt x="495378" y="718"/>
                  </a:lnTo>
                  <a:lnTo>
                    <a:pt x="546014" y="0"/>
                  </a:lnTo>
                  <a:lnTo>
                    <a:pt x="597433" y="3226"/>
                  </a:lnTo>
                  <a:lnTo>
                    <a:pt x="650118" y="10733"/>
                  </a:lnTo>
                  <a:lnTo>
                    <a:pt x="700893" y="22255"/>
                  </a:lnTo>
                  <a:lnTo>
                    <a:pt x="749492" y="37584"/>
                  </a:lnTo>
                  <a:lnTo>
                    <a:pt x="795646" y="56510"/>
                  </a:lnTo>
                  <a:lnTo>
                    <a:pt x="839090" y="78828"/>
                  </a:lnTo>
                  <a:lnTo>
                    <a:pt x="879556" y="104327"/>
                  </a:lnTo>
                  <a:lnTo>
                    <a:pt x="916777" y="132800"/>
                  </a:lnTo>
                  <a:lnTo>
                    <a:pt x="950486" y="164040"/>
                  </a:lnTo>
                  <a:lnTo>
                    <a:pt x="980417" y="197838"/>
                  </a:lnTo>
                  <a:lnTo>
                    <a:pt x="1006302" y="233985"/>
                  </a:lnTo>
                  <a:lnTo>
                    <a:pt x="1027874" y="27227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264981" y="4755502"/>
              <a:ext cx="108585" cy="127000"/>
            </a:xfrm>
            <a:custGeom>
              <a:avLst/>
              <a:gdLst/>
              <a:ahLst/>
              <a:cxnLst/>
              <a:rect l="l" t="t" r="r" b="b"/>
              <a:pathLst>
                <a:path w="108585" h="127000">
                  <a:moveTo>
                    <a:pt x="108153" y="0"/>
                  </a:moveTo>
                  <a:lnTo>
                    <a:pt x="0" y="36969"/>
                  </a:lnTo>
                  <a:lnTo>
                    <a:pt x="91046" y="126644"/>
                  </a:lnTo>
                  <a:lnTo>
                    <a:pt x="1081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977295" y="5037430"/>
            <a:ext cx="356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134870" y="4804917"/>
            <a:ext cx="837565" cy="875665"/>
            <a:chOff x="2134870" y="4804917"/>
            <a:chExt cx="837565" cy="875665"/>
          </a:xfrm>
        </p:grpSpPr>
        <p:sp>
          <p:nvSpPr>
            <p:cNvPr id="18" name="object 18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2339996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2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5004561" y="4789678"/>
            <a:ext cx="837565" cy="876935"/>
            <a:chOff x="5004561" y="4789678"/>
            <a:chExt cx="837565" cy="876935"/>
          </a:xfrm>
        </p:grpSpPr>
        <p:sp>
          <p:nvSpPr>
            <p:cNvPr id="22" name="object 22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412242" y="0"/>
                  </a:moveTo>
                  <a:lnTo>
                    <a:pt x="364166" y="2906"/>
                  </a:lnTo>
                  <a:lnTo>
                    <a:pt x="317719" y="11410"/>
                  </a:lnTo>
                  <a:lnTo>
                    <a:pt x="273210" y="25187"/>
                  </a:lnTo>
                  <a:lnTo>
                    <a:pt x="230949" y="43913"/>
                  </a:lnTo>
                  <a:lnTo>
                    <a:pt x="191244" y="67264"/>
                  </a:lnTo>
                  <a:lnTo>
                    <a:pt x="154406" y="94916"/>
                  </a:lnTo>
                  <a:lnTo>
                    <a:pt x="120743" y="126544"/>
                  </a:lnTo>
                  <a:lnTo>
                    <a:pt x="90565" y="161824"/>
                  </a:lnTo>
                  <a:lnTo>
                    <a:pt x="64181" y="200433"/>
                  </a:lnTo>
                  <a:lnTo>
                    <a:pt x="41901" y="242046"/>
                  </a:lnTo>
                  <a:lnTo>
                    <a:pt x="24033" y="286338"/>
                  </a:lnTo>
                  <a:lnTo>
                    <a:pt x="10887" y="332986"/>
                  </a:lnTo>
                  <a:lnTo>
                    <a:pt x="2773" y="381666"/>
                  </a:lnTo>
                  <a:lnTo>
                    <a:pt x="0" y="432054"/>
                  </a:lnTo>
                  <a:lnTo>
                    <a:pt x="2773" y="482441"/>
                  </a:lnTo>
                  <a:lnTo>
                    <a:pt x="10887" y="531121"/>
                  </a:lnTo>
                  <a:lnTo>
                    <a:pt x="24033" y="577769"/>
                  </a:lnTo>
                  <a:lnTo>
                    <a:pt x="41901" y="622061"/>
                  </a:lnTo>
                  <a:lnTo>
                    <a:pt x="64181" y="663674"/>
                  </a:lnTo>
                  <a:lnTo>
                    <a:pt x="90565" y="702283"/>
                  </a:lnTo>
                  <a:lnTo>
                    <a:pt x="120743" y="737563"/>
                  </a:lnTo>
                  <a:lnTo>
                    <a:pt x="154406" y="769191"/>
                  </a:lnTo>
                  <a:lnTo>
                    <a:pt x="191244" y="796843"/>
                  </a:lnTo>
                  <a:lnTo>
                    <a:pt x="230949" y="820194"/>
                  </a:lnTo>
                  <a:lnTo>
                    <a:pt x="273210" y="838920"/>
                  </a:lnTo>
                  <a:lnTo>
                    <a:pt x="317719" y="852697"/>
                  </a:lnTo>
                  <a:lnTo>
                    <a:pt x="364166" y="861201"/>
                  </a:lnTo>
                  <a:lnTo>
                    <a:pt x="412242" y="864108"/>
                  </a:lnTo>
                  <a:lnTo>
                    <a:pt x="460317" y="861201"/>
                  </a:lnTo>
                  <a:lnTo>
                    <a:pt x="506764" y="852697"/>
                  </a:lnTo>
                  <a:lnTo>
                    <a:pt x="551273" y="838920"/>
                  </a:lnTo>
                  <a:lnTo>
                    <a:pt x="593534" y="820194"/>
                  </a:lnTo>
                  <a:lnTo>
                    <a:pt x="633239" y="796843"/>
                  </a:lnTo>
                  <a:lnTo>
                    <a:pt x="670077" y="769191"/>
                  </a:lnTo>
                  <a:lnTo>
                    <a:pt x="703740" y="737563"/>
                  </a:lnTo>
                  <a:lnTo>
                    <a:pt x="733918" y="702283"/>
                  </a:lnTo>
                  <a:lnTo>
                    <a:pt x="760302" y="663674"/>
                  </a:lnTo>
                  <a:lnTo>
                    <a:pt x="782582" y="622061"/>
                  </a:lnTo>
                  <a:lnTo>
                    <a:pt x="800450" y="577769"/>
                  </a:lnTo>
                  <a:lnTo>
                    <a:pt x="813596" y="531121"/>
                  </a:lnTo>
                  <a:lnTo>
                    <a:pt x="821710" y="482441"/>
                  </a:lnTo>
                  <a:lnTo>
                    <a:pt x="824484" y="432054"/>
                  </a:lnTo>
                  <a:lnTo>
                    <a:pt x="821710" y="381666"/>
                  </a:lnTo>
                  <a:lnTo>
                    <a:pt x="813596" y="332986"/>
                  </a:lnTo>
                  <a:lnTo>
                    <a:pt x="800450" y="286338"/>
                  </a:lnTo>
                  <a:lnTo>
                    <a:pt x="782582" y="242046"/>
                  </a:lnTo>
                  <a:lnTo>
                    <a:pt x="760302" y="200433"/>
                  </a:lnTo>
                  <a:lnTo>
                    <a:pt x="733918" y="161824"/>
                  </a:lnTo>
                  <a:lnTo>
                    <a:pt x="703740" y="126544"/>
                  </a:lnTo>
                  <a:lnTo>
                    <a:pt x="670077" y="94916"/>
                  </a:lnTo>
                  <a:lnTo>
                    <a:pt x="633239" y="67264"/>
                  </a:lnTo>
                  <a:lnTo>
                    <a:pt x="593534" y="43913"/>
                  </a:lnTo>
                  <a:lnTo>
                    <a:pt x="551273" y="25187"/>
                  </a:lnTo>
                  <a:lnTo>
                    <a:pt x="506764" y="11410"/>
                  </a:lnTo>
                  <a:lnTo>
                    <a:pt x="460317" y="2906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0" y="432054"/>
                  </a:moveTo>
                  <a:lnTo>
                    <a:pt x="2773" y="381666"/>
                  </a:lnTo>
                  <a:lnTo>
                    <a:pt x="10887" y="332986"/>
                  </a:lnTo>
                  <a:lnTo>
                    <a:pt x="24033" y="286338"/>
                  </a:lnTo>
                  <a:lnTo>
                    <a:pt x="41901" y="242046"/>
                  </a:lnTo>
                  <a:lnTo>
                    <a:pt x="64181" y="200433"/>
                  </a:lnTo>
                  <a:lnTo>
                    <a:pt x="90565" y="161824"/>
                  </a:lnTo>
                  <a:lnTo>
                    <a:pt x="120743" y="126544"/>
                  </a:lnTo>
                  <a:lnTo>
                    <a:pt x="154406" y="94916"/>
                  </a:lnTo>
                  <a:lnTo>
                    <a:pt x="191244" y="67264"/>
                  </a:lnTo>
                  <a:lnTo>
                    <a:pt x="230949" y="43913"/>
                  </a:lnTo>
                  <a:lnTo>
                    <a:pt x="273210" y="25187"/>
                  </a:lnTo>
                  <a:lnTo>
                    <a:pt x="317719" y="11410"/>
                  </a:lnTo>
                  <a:lnTo>
                    <a:pt x="364166" y="2906"/>
                  </a:lnTo>
                  <a:lnTo>
                    <a:pt x="412242" y="0"/>
                  </a:lnTo>
                  <a:lnTo>
                    <a:pt x="460317" y="2906"/>
                  </a:lnTo>
                  <a:lnTo>
                    <a:pt x="506764" y="11410"/>
                  </a:lnTo>
                  <a:lnTo>
                    <a:pt x="551273" y="25187"/>
                  </a:lnTo>
                  <a:lnTo>
                    <a:pt x="593534" y="43913"/>
                  </a:lnTo>
                  <a:lnTo>
                    <a:pt x="633239" y="67264"/>
                  </a:lnTo>
                  <a:lnTo>
                    <a:pt x="670077" y="94916"/>
                  </a:lnTo>
                  <a:lnTo>
                    <a:pt x="703740" y="126544"/>
                  </a:lnTo>
                  <a:lnTo>
                    <a:pt x="733918" y="161824"/>
                  </a:lnTo>
                  <a:lnTo>
                    <a:pt x="760302" y="200433"/>
                  </a:lnTo>
                  <a:lnTo>
                    <a:pt x="782582" y="242046"/>
                  </a:lnTo>
                  <a:lnTo>
                    <a:pt x="800450" y="286338"/>
                  </a:lnTo>
                  <a:lnTo>
                    <a:pt x="813596" y="332986"/>
                  </a:lnTo>
                  <a:lnTo>
                    <a:pt x="821710" y="381666"/>
                  </a:lnTo>
                  <a:lnTo>
                    <a:pt x="824484" y="432054"/>
                  </a:lnTo>
                  <a:lnTo>
                    <a:pt x="821710" y="482441"/>
                  </a:lnTo>
                  <a:lnTo>
                    <a:pt x="813596" y="531121"/>
                  </a:lnTo>
                  <a:lnTo>
                    <a:pt x="800450" y="577769"/>
                  </a:lnTo>
                  <a:lnTo>
                    <a:pt x="782582" y="622061"/>
                  </a:lnTo>
                  <a:lnTo>
                    <a:pt x="760302" y="663674"/>
                  </a:lnTo>
                  <a:lnTo>
                    <a:pt x="733918" y="702283"/>
                  </a:lnTo>
                  <a:lnTo>
                    <a:pt x="703740" y="737563"/>
                  </a:lnTo>
                  <a:lnTo>
                    <a:pt x="670077" y="769191"/>
                  </a:lnTo>
                  <a:lnTo>
                    <a:pt x="633239" y="796843"/>
                  </a:lnTo>
                  <a:lnTo>
                    <a:pt x="593534" y="820194"/>
                  </a:lnTo>
                  <a:lnTo>
                    <a:pt x="551273" y="838920"/>
                  </a:lnTo>
                  <a:lnTo>
                    <a:pt x="506764" y="852697"/>
                  </a:lnTo>
                  <a:lnTo>
                    <a:pt x="460317" y="861201"/>
                  </a:lnTo>
                  <a:lnTo>
                    <a:pt x="412242" y="864108"/>
                  </a:lnTo>
                  <a:lnTo>
                    <a:pt x="364166" y="861201"/>
                  </a:lnTo>
                  <a:lnTo>
                    <a:pt x="317719" y="852697"/>
                  </a:lnTo>
                  <a:lnTo>
                    <a:pt x="273210" y="838920"/>
                  </a:lnTo>
                  <a:lnTo>
                    <a:pt x="230949" y="820194"/>
                  </a:lnTo>
                  <a:lnTo>
                    <a:pt x="191244" y="796843"/>
                  </a:lnTo>
                  <a:lnTo>
                    <a:pt x="154406" y="769191"/>
                  </a:lnTo>
                  <a:lnTo>
                    <a:pt x="120743" y="737563"/>
                  </a:lnTo>
                  <a:lnTo>
                    <a:pt x="90565" y="702283"/>
                  </a:lnTo>
                  <a:lnTo>
                    <a:pt x="64181" y="663674"/>
                  </a:lnTo>
                  <a:lnTo>
                    <a:pt x="41901" y="622061"/>
                  </a:lnTo>
                  <a:lnTo>
                    <a:pt x="24033" y="577769"/>
                  </a:lnTo>
                  <a:lnTo>
                    <a:pt x="10887" y="531121"/>
                  </a:lnTo>
                  <a:lnTo>
                    <a:pt x="2773" y="482441"/>
                  </a:lnTo>
                  <a:lnTo>
                    <a:pt x="0" y="4320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106923" y="4896612"/>
              <a:ext cx="634365" cy="662940"/>
            </a:xfrm>
            <a:custGeom>
              <a:avLst/>
              <a:gdLst/>
              <a:ahLst/>
              <a:cxnLst/>
              <a:rect l="l" t="t" r="r" b="b"/>
              <a:pathLst>
                <a:path w="634364" h="662939">
                  <a:moveTo>
                    <a:pt x="0" y="331469"/>
                  </a:moveTo>
                  <a:lnTo>
                    <a:pt x="3437" y="282486"/>
                  </a:lnTo>
                  <a:lnTo>
                    <a:pt x="13421" y="235735"/>
                  </a:lnTo>
                  <a:lnTo>
                    <a:pt x="29462" y="191728"/>
                  </a:lnTo>
                  <a:lnTo>
                    <a:pt x="51069" y="150979"/>
                  </a:lnTo>
                  <a:lnTo>
                    <a:pt x="77752" y="113999"/>
                  </a:lnTo>
                  <a:lnTo>
                    <a:pt x="109022" y="81302"/>
                  </a:lnTo>
                  <a:lnTo>
                    <a:pt x="144386" y="53400"/>
                  </a:lnTo>
                  <a:lnTo>
                    <a:pt x="183356" y="30806"/>
                  </a:lnTo>
                  <a:lnTo>
                    <a:pt x="225440" y="14033"/>
                  </a:lnTo>
                  <a:lnTo>
                    <a:pt x="270149" y="3593"/>
                  </a:lnTo>
                  <a:lnTo>
                    <a:pt x="316992" y="0"/>
                  </a:lnTo>
                  <a:lnTo>
                    <a:pt x="363834" y="3593"/>
                  </a:lnTo>
                  <a:lnTo>
                    <a:pt x="408543" y="14033"/>
                  </a:lnTo>
                  <a:lnTo>
                    <a:pt x="450627" y="30806"/>
                  </a:lnTo>
                  <a:lnTo>
                    <a:pt x="489597" y="53400"/>
                  </a:lnTo>
                  <a:lnTo>
                    <a:pt x="524961" y="81302"/>
                  </a:lnTo>
                  <a:lnTo>
                    <a:pt x="556231" y="113999"/>
                  </a:lnTo>
                  <a:lnTo>
                    <a:pt x="582914" y="150979"/>
                  </a:lnTo>
                  <a:lnTo>
                    <a:pt x="604521" y="191728"/>
                  </a:lnTo>
                  <a:lnTo>
                    <a:pt x="620562" y="235735"/>
                  </a:lnTo>
                  <a:lnTo>
                    <a:pt x="630546" y="282486"/>
                  </a:lnTo>
                  <a:lnTo>
                    <a:pt x="633984" y="331469"/>
                  </a:lnTo>
                  <a:lnTo>
                    <a:pt x="630546" y="380453"/>
                  </a:lnTo>
                  <a:lnTo>
                    <a:pt x="620562" y="427204"/>
                  </a:lnTo>
                  <a:lnTo>
                    <a:pt x="604521" y="471211"/>
                  </a:lnTo>
                  <a:lnTo>
                    <a:pt x="582914" y="511960"/>
                  </a:lnTo>
                  <a:lnTo>
                    <a:pt x="556231" y="548940"/>
                  </a:lnTo>
                  <a:lnTo>
                    <a:pt x="524961" y="581637"/>
                  </a:lnTo>
                  <a:lnTo>
                    <a:pt x="489597" y="609539"/>
                  </a:lnTo>
                  <a:lnTo>
                    <a:pt x="450627" y="632133"/>
                  </a:lnTo>
                  <a:lnTo>
                    <a:pt x="408543" y="648906"/>
                  </a:lnTo>
                  <a:lnTo>
                    <a:pt x="363834" y="659346"/>
                  </a:lnTo>
                  <a:lnTo>
                    <a:pt x="316992" y="662940"/>
                  </a:lnTo>
                  <a:lnTo>
                    <a:pt x="270149" y="659346"/>
                  </a:lnTo>
                  <a:lnTo>
                    <a:pt x="225440" y="648906"/>
                  </a:lnTo>
                  <a:lnTo>
                    <a:pt x="183356" y="632133"/>
                  </a:lnTo>
                  <a:lnTo>
                    <a:pt x="144386" y="609539"/>
                  </a:lnTo>
                  <a:lnTo>
                    <a:pt x="109022" y="581637"/>
                  </a:lnTo>
                  <a:lnTo>
                    <a:pt x="77752" y="548940"/>
                  </a:lnTo>
                  <a:lnTo>
                    <a:pt x="51069" y="511960"/>
                  </a:lnTo>
                  <a:lnTo>
                    <a:pt x="29462" y="471211"/>
                  </a:lnTo>
                  <a:lnTo>
                    <a:pt x="13421" y="427204"/>
                  </a:lnTo>
                  <a:lnTo>
                    <a:pt x="3437" y="380453"/>
                  </a:lnTo>
                  <a:lnTo>
                    <a:pt x="0" y="33146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5209522" y="5023247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4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345947" y="5186166"/>
            <a:ext cx="3151505" cy="114300"/>
            <a:chOff x="345947" y="5186166"/>
            <a:chExt cx="3151505" cy="114300"/>
          </a:xfrm>
        </p:grpSpPr>
        <p:sp>
          <p:nvSpPr>
            <p:cNvPr id="27" name="object 27" descr=""/>
            <p:cNvSpPr/>
            <p:nvPr/>
          </p:nvSpPr>
          <p:spPr>
            <a:xfrm>
              <a:off x="2966465" y="5243321"/>
              <a:ext cx="435609" cy="0"/>
            </a:xfrm>
            <a:custGeom>
              <a:avLst/>
              <a:gdLst/>
              <a:ahLst/>
              <a:cxnLst/>
              <a:rect l="l" t="t" r="r" b="b"/>
              <a:pathLst>
                <a:path w="435610" h="0">
                  <a:moveTo>
                    <a:pt x="0" y="0"/>
                  </a:moveTo>
                  <a:lnTo>
                    <a:pt x="43519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382614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64997" y="5243321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 h="0">
                  <a:moveTo>
                    <a:pt x="0" y="0"/>
                  </a:moveTo>
                  <a:lnTo>
                    <a:pt x="326656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72607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3150978" y="4719116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493680" y="4735592"/>
            <a:ext cx="349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𝑎,</a:t>
            </a:r>
            <a:r>
              <a:rPr dirty="0" sz="1800" spc="-55">
                <a:latin typeface="Cambria Math"/>
                <a:cs typeface="Cambria Math"/>
              </a:rPr>
              <a:t> </a:t>
            </a: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758762" y="6027247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751329" y="420936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69766" y="413110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3489705" y="4804917"/>
            <a:ext cx="837565" cy="875665"/>
            <a:chOff x="3489705" y="4804917"/>
            <a:chExt cx="837565" cy="875665"/>
          </a:xfrm>
        </p:grpSpPr>
        <p:sp>
          <p:nvSpPr>
            <p:cNvPr id="37" name="object 37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3695077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3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586536" y="4452581"/>
            <a:ext cx="4425315" cy="1579245"/>
            <a:chOff x="586536" y="4452581"/>
            <a:chExt cx="4425315" cy="1579245"/>
          </a:xfrm>
        </p:grpSpPr>
        <p:sp>
          <p:nvSpPr>
            <p:cNvPr id="41" name="object 41" descr=""/>
            <p:cNvSpPr/>
            <p:nvPr/>
          </p:nvSpPr>
          <p:spPr>
            <a:xfrm>
              <a:off x="4321301" y="5230035"/>
              <a:ext cx="595630" cy="12700"/>
            </a:xfrm>
            <a:custGeom>
              <a:avLst/>
              <a:gdLst/>
              <a:ahLst/>
              <a:cxnLst/>
              <a:rect l="l" t="t" r="r" b="b"/>
              <a:pathLst>
                <a:path w="595629" h="12700">
                  <a:moveTo>
                    <a:pt x="0" y="12230"/>
                  </a:moveTo>
                  <a:lnTo>
                    <a:pt x="59514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896233" y="5173297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0" y="0"/>
                  </a:moveTo>
                  <a:lnTo>
                    <a:pt x="2349" y="114274"/>
                  </a:lnTo>
                  <a:lnTo>
                    <a:pt x="115443" y="54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321347" y="5637548"/>
              <a:ext cx="1066165" cy="375285"/>
            </a:xfrm>
            <a:custGeom>
              <a:avLst/>
              <a:gdLst/>
              <a:ahLst/>
              <a:cxnLst/>
              <a:rect l="l" t="t" r="r" b="b"/>
              <a:pathLst>
                <a:path w="1066164" h="375285">
                  <a:moveTo>
                    <a:pt x="1065885" y="0"/>
                  </a:moveTo>
                  <a:lnTo>
                    <a:pt x="1056430" y="40929"/>
                  </a:lnTo>
                  <a:lnTo>
                    <a:pt x="1042272" y="80254"/>
                  </a:lnTo>
                  <a:lnTo>
                    <a:pt x="1023672" y="117821"/>
                  </a:lnTo>
                  <a:lnTo>
                    <a:pt x="1000892" y="153472"/>
                  </a:lnTo>
                  <a:lnTo>
                    <a:pt x="974193" y="187052"/>
                  </a:lnTo>
                  <a:lnTo>
                    <a:pt x="943835" y="218405"/>
                  </a:lnTo>
                  <a:lnTo>
                    <a:pt x="910079" y="247375"/>
                  </a:lnTo>
                  <a:lnTo>
                    <a:pt x="873187" y="273807"/>
                  </a:lnTo>
                  <a:lnTo>
                    <a:pt x="833419" y="297545"/>
                  </a:lnTo>
                  <a:lnTo>
                    <a:pt x="791037" y="318432"/>
                  </a:lnTo>
                  <a:lnTo>
                    <a:pt x="746301" y="336314"/>
                  </a:lnTo>
                  <a:lnTo>
                    <a:pt x="699472" y="351034"/>
                  </a:lnTo>
                  <a:lnTo>
                    <a:pt x="650812" y="362436"/>
                  </a:lnTo>
                  <a:lnTo>
                    <a:pt x="600582" y="370365"/>
                  </a:lnTo>
                  <a:lnTo>
                    <a:pt x="549042" y="374665"/>
                  </a:lnTo>
                  <a:lnTo>
                    <a:pt x="496453" y="375180"/>
                  </a:lnTo>
                  <a:lnTo>
                    <a:pt x="443077" y="371754"/>
                  </a:lnTo>
                  <a:lnTo>
                    <a:pt x="388983" y="364147"/>
                  </a:lnTo>
                  <a:lnTo>
                    <a:pt x="336845" y="352620"/>
                  </a:lnTo>
                  <a:lnTo>
                    <a:pt x="286932" y="337375"/>
                  </a:lnTo>
                  <a:lnTo>
                    <a:pt x="239512" y="318613"/>
                  </a:lnTo>
                  <a:lnTo>
                    <a:pt x="194855" y="296535"/>
                  </a:lnTo>
                  <a:lnTo>
                    <a:pt x="153230" y="271343"/>
                  </a:lnTo>
                  <a:lnTo>
                    <a:pt x="114906" y="243238"/>
                  </a:lnTo>
                  <a:lnTo>
                    <a:pt x="80151" y="212421"/>
                  </a:lnTo>
                  <a:lnTo>
                    <a:pt x="49236" y="179094"/>
                  </a:lnTo>
                  <a:lnTo>
                    <a:pt x="22429" y="143458"/>
                  </a:lnTo>
                  <a:lnTo>
                    <a:pt x="0" y="10571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274094" y="5653577"/>
              <a:ext cx="107950" cy="127000"/>
            </a:xfrm>
            <a:custGeom>
              <a:avLst/>
              <a:gdLst/>
              <a:ahLst/>
              <a:cxnLst/>
              <a:rect l="l" t="t" r="r" b="b"/>
              <a:pathLst>
                <a:path w="107950" h="127000">
                  <a:moveTo>
                    <a:pt x="14604" y="0"/>
                  </a:moveTo>
                  <a:lnTo>
                    <a:pt x="0" y="126949"/>
                  </a:lnTo>
                  <a:lnTo>
                    <a:pt x="107403" y="87858"/>
                  </a:lnTo>
                  <a:lnTo>
                    <a:pt x="146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05586" y="4471631"/>
              <a:ext cx="580390" cy="581660"/>
            </a:xfrm>
            <a:custGeom>
              <a:avLst/>
              <a:gdLst/>
              <a:ahLst/>
              <a:cxnLst/>
              <a:rect l="l" t="t" r="r" b="b"/>
              <a:pathLst>
                <a:path w="580390" h="581660">
                  <a:moveTo>
                    <a:pt x="236423" y="581139"/>
                  </a:moveTo>
                  <a:lnTo>
                    <a:pt x="197181" y="575957"/>
                  </a:lnTo>
                  <a:lnTo>
                    <a:pt x="158912" y="561209"/>
                  </a:lnTo>
                  <a:lnTo>
                    <a:pt x="122589" y="538091"/>
                  </a:lnTo>
                  <a:lnTo>
                    <a:pt x="89185" y="507797"/>
                  </a:lnTo>
                  <a:lnTo>
                    <a:pt x="59673" y="471525"/>
                  </a:lnTo>
                  <a:lnTo>
                    <a:pt x="35025" y="430470"/>
                  </a:lnTo>
                  <a:lnTo>
                    <a:pt x="16215" y="385827"/>
                  </a:lnTo>
                  <a:lnTo>
                    <a:pt x="4216" y="338793"/>
                  </a:lnTo>
                  <a:lnTo>
                    <a:pt x="0" y="290563"/>
                  </a:lnTo>
                  <a:lnTo>
                    <a:pt x="4309" y="247125"/>
                  </a:lnTo>
                  <a:lnTo>
                    <a:pt x="16643" y="204559"/>
                  </a:lnTo>
                  <a:lnTo>
                    <a:pt x="36110" y="163735"/>
                  </a:lnTo>
                  <a:lnTo>
                    <a:pt x="61817" y="125526"/>
                  </a:lnTo>
                  <a:lnTo>
                    <a:pt x="92875" y="90803"/>
                  </a:lnTo>
                  <a:lnTo>
                    <a:pt x="128389" y="60438"/>
                  </a:lnTo>
                  <a:lnTo>
                    <a:pt x="167470" y="35304"/>
                  </a:lnTo>
                  <a:lnTo>
                    <a:pt x="209226" y="16272"/>
                  </a:lnTo>
                  <a:lnTo>
                    <a:pt x="252763" y="4213"/>
                  </a:lnTo>
                  <a:lnTo>
                    <a:pt x="297192" y="0"/>
                  </a:lnTo>
                  <a:lnTo>
                    <a:pt x="342342" y="5094"/>
                  </a:lnTo>
                  <a:lnTo>
                    <a:pt x="386556" y="19663"/>
                  </a:lnTo>
                  <a:lnTo>
                    <a:pt x="428898" y="42636"/>
                  </a:lnTo>
                  <a:lnTo>
                    <a:pt x="468433" y="72939"/>
                  </a:lnTo>
                  <a:lnTo>
                    <a:pt x="504224" y="109501"/>
                  </a:lnTo>
                  <a:lnTo>
                    <a:pt x="535336" y="151251"/>
                  </a:lnTo>
                  <a:lnTo>
                    <a:pt x="560833" y="197115"/>
                  </a:lnTo>
                  <a:lnTo>
                    <a:pt x="579780" y="24602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126008" y="4690326"/>
              <a:ext cx="113030" cy="121920"/>
            </a:xfrm>
            <a:custGeom>
              <a:avLst/>
              <a:gdLst/>
              <a:ahLst/>
              <a:cxnLst/>
              <a:rect l="l" t="t" r="r" b="b"/>
              <a:pathLst>
                <a:path w="113030" h="121920">
                  <a:moveTo>
                    <a:pt x="112953" y="0"/>
                  </a:moveTo>
                  <a:lnTo>
                    <a:pt x="0" y="17500"/>
                  </a:lnTo>
                  <a:lnTo>
                    <a:pt x="73977" y="121704"/>
                  </a:lnTo>
                  <a:lnTo>
                    <a:pt x="112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6442955" y="4428948"/>
            <a:ext cx="13227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948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Input: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baseline="-2976" sz="4200" spc="-37">
                <a:latin typeface="Cambria Math"/>
                <a:cs typeface="Cambria Math"/>
              </a:rPr>
              <a:t>𝑎𝑏</a:t>
            </a:r>
            <a:endParaRPr baseline="-2976" sz="4200">
              <a:latin typeface="Cambria Math"/>
              <a:cs typeface="Cambria Math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7370064" y="5373623"/>
            <a:ext cx="220726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285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25"/>
              </a:spcBef>
            </a:pPr>
            <a:r>
              <a:rPr dirty="0" sz="2400">
                <a:latin typeface="Calibri"/>
                <a:cs typeface="Calibri"/>
              </a:rPr>
              <a:t>Start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state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60"/>
              <a:t>Nondeterminism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92069" y="1355675"/>
            <a:ext cx="8397240" cy="1147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Several</a:t>
            </a:r>
            <a:r>
              <a:rPr dirty="0" sz="2800" spc="-1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choices</a:t>
            </a:r>
            <a:r>
              <a:rPr dirty="0" sz="2800" spc="-1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95">
                <a:latin typeface="Franklin Gothic Medium"/>
                <a:cs typeface="Franklin Gothic Medium"/>
              </a:rPr>
              <a:t>may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exist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for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next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any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point.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2800" spc="-40">
                <a:latin typeface="Franklin Gothic Medium"/>
                <a:cs typeface="Franklin Gothic Medium"/>
              </a:rPr>
              <a:t>Nondeterminism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generalization</a:t>
            </a:r>
            <a:r>
              <a:rPr dirty="0" sz="28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determinism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38983" y="2671572"/>
            <a:ext cx="925068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Franklin Gothic Medium"/>
                <a:cs typeface="Franklin Gothic Medium"/>
              </a:rPr>
              <a:t>Every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0">
                <a:latin typeface="Franklin Gothic Medium"/>
                <a:cs typeface="Franklin Gothic Medium"/>
              </a:rPr>
              <a:t>DFA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automatically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30">
                <a:latin typeface="Franklin Gothic Medium"/>
                <a:cs typeface="Franklin Gothic Medium"/>
              </a:rPr>
              <a:t> Nondeterministic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70">
                <a:latin typeface="Franklin Gothic Medium"/>
                <a:cs typeface="Franklin Gothic Medium"/>
              </a:rPr>
              <a:t>Automaton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(NFA).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2608" y="3558540"/>
            <a:ext cx="528955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3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80033" y="4500521"/>
            <a:ext cx="1593215" cy="1179830"/>
            <a:chOff x="780033" y="4500521"/>
            <a:chExt cx="1593215" cy="1179830"/>
          </a:xfrm>
        </p:grpSpPr>
        <p:sp>
          <p:nvSpPr>
            <p:cNvPr id="7" name="object 7" descr=""/>
            <p:cNvSpPr/>
            <p:nvPr/>
          </p:nvSpPr>
          <p:spPr>
            <a:xfrm>
              <a:off x="1297287" y="4519571"/>
              <a:ext cx="1028065" cy="378460"/>
            </a:xfrm>
            <a:custGeom>
              <a:avLst/>
              <a:gdLst/>
              <a:ahLst/>
              <a:cxnLst/>
              <a:rect l="l" t="t" r="r" b="b"/>
              <a:pathLst>
                <a:path w="1028064" h="378460">
                  <a:moveTo>
                    <a:pt x="0" y="378041"/>
                  </a:moveTo>
                  <a:lnTo>
                    <a:pt x="8852" y="337003"/>
                  </a:lnTo>
                  <a:lnTo>
                    <a:pt x="22242" y="297553"/>
                  </a:lnTo>
                  <a:lnTo>
                    <a:pt x="39920" y="259848"/>
                  </a:lnTo>
                  <a:lnTo>
                    <a:pt x="61636" y="224046"/>
                  </a:lnTo>
                  <a:lnTo>
                    <a:pt x="87139" y="190304"/>
                  </a:lnTo>
                  <a:lnTo>
                    <a:pt x="116179" y="158778"/>
                  </a:lnTo>
                  <a:lnTo>
                    <a:pt x="148505" y="129626"/>
                  </a:lnTo>
                  <a:lnTo>
                    <a:pt x="183868" y="103005"/>
                  </a:lnTo>
                  <a:lnTo>
                    <a:pt x="222015" y="79072"/>
                  </a:lnTo>
                  <a:lnTo>
                    <a:pt x="262698" y="57983"/>
                  </a:lnTo>
                  <a:lnTo>
                    <a:pt x="305666" y="39898"/>
                  </a:lnTo>
                  <a:lnTo>
                    <a:pt x="350669" y="24971"/>
                  </a:lnTo>
                  <a:lnTo>
                    <a:pt x="397455" y="13361"/>
                  </a:lnTo>
                  <a:lnTo>
                    <a:pt x="445775" y="5224"/>
                  </a:lnTo>
                  <a:lnTo>
                    <a:pt x="495378" y="718"/>
                  </a:lnTo>
                  <a:lnTo>
                    <a:pt x="546014" y="0"/>
                  </a:lnTo>
                  <a:lnTo>
                    <a:pt x="597433" y="3226"/>
                  </a:lnTo>
                  <a:lnTo>
                    <a:pt x="650118" y="10733"/>
                  </a:lnTo>
                  <a:lnTo>
                    <a:pt x="700893" y="22255"/>
                  </a:lnTo>
                  <a:lnTo>
                    <a:pt x="749492" y="37584"/>
                  </a:lnTo>
                  <a:lnTo>
                    <a:pt x="795646" y="56510"/>
                  </a:lnTo>
                  <a:lnTo>
                    <a:pt x="839090" y="78828"/>
                  </a:lnTo>
                  <a:lnTo>
                    <a:pt x="879556" y="104327"/>
                  </a:lnTo>
                  <a:lnTo>
                    <a:pt x="916777" y="132800"/>
                  </a:lnTo>
                  <a:lnTo>
                    <a:pt x="950486" y="164040"/>
                  </a:lnTo>
                  <a:lnTo>
                    <a:pt x="980417" y="197838"/>
                  </a:lnTo>
                  <a:lnTo>
                    <a:pt x="1006302" y="233985"/>
                  </a:lnTo>
                  <a:lnTo>
                    <a:pt x="1027874" y="272275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264981" y="4755502"/>
              <a:ext cx="108585" cy="127000"/>
            </a:xfrm>
            <a:custGeom>
              <a:avLst/>
              <a:gdLst/>
              <a:ahLst/>
              <a:cxnLst/>
              <a:rect l="l" t="t" r="r" b="b"/>
              <a:pathLst>
                <a:path w="108585" h="127000">
                  <a:moveTo>
                    <a:pt x="108153" y="0"/>
                  </a:moveTo>
                  <a:lnTo>
                    <a:pt x="0" y="36969"/>
                  </a:lnTo>
                  <a:lnTo>
                    <a:pt x="91046" y="126644"/>
                  </a:lnTo>
                  <a:lnTo>
                    <a:pt x="10815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977295" y="5037430"/>
            <a:ext cx="356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134870" y="4804917"/>
            <a:ext cx="837565" cy="875665"/>
            <a:chOff x="2134870" y="4804917"/>
            <a:chExt cx="837565" cy="875665"/>
          </a:xfrm>
        </p:grpSpPr>
        <p:sp>
          <p:nvSpPr>
            <p:cNvPr id="13" name="object 13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339996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2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004561" y="4789678"/>
            <a:ext cx="837565" cy="876935"/>
            <a:chOff x="5004561" y="4789678"/>
            <a:chExt cx="837565" cy="876935"/>
          </a:xfrm>
        </p:grpSpPr>
        <p:sp>
          <p:nvSpPr>
            <p:cNvPr id="17" name="object 17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412242" y="0"/>
                  </a:moveTo>
                  <a:lnTo>
                    <a:pt x="364166" y="2906"/>
                  </a:lnTo>
                  <a:lnTo>
                    <a:pt x="317719" y="11410"/>
                  </a:lnTo>
                  <a:lnTo>
                    <a:pt x="273210" y="25187"/>
                  </a:lnTo>
                  <a:lnTo>
                    <a:pt x="230949" y="43913"/>
                  </a:lnTo>
                  <a:lnTo>
                    <a:pt x="191244" y="67264"/>
                  </a:lnTo>
                  <a:lnTo>
                    <a:pt x="154406" y="94916"/>
                  </a:lnTo>
                  <a:lnTo>
                    <a:pt x="120743" y="126544"/>
                  </a:lnTo>
                  <a:lnTo>
                    <a:pt x="90565" y="161824"/>
                  </a:lnTo>
                  <a:lnTo>
                    <a:pt x="64181" y="200433"/>
                  </a:lnTo>
                  <a:lnTo>
                    <a:pt x="41901" y="242046"/>
                  </a:lnTo>
                  <a:lnTo>
                    <a:pt x="24033" y="286338"/>
                  </a:lnTo>
                  <a:lnTo>
                    <a:pt x="10887" y="332986"/>
                  </a:lnTo>
                  <a:lnTo>
                    <a:pt x="2773" y="381666"/>
                  </a:lnTo>
                  <a:lnTo>
                    <a:pt x="0" y="432054"/>
                  </a:lnTo>
                  <a:lnTo>
                    <a:pt x="2773" y="482441"/>
                  </a:lnTo>
                  <a:lnTo>
                    <a:pt x="10887" y="531121"/>
                  </a:lnTo>
                  <a:lnTo>
                    <a:pt x="24033" y="577769"/>
                  </a:lnTo>
                  <a:lnTo>
                    <a:pt x="41901" y="622061"/>
                  </a:lnTo>
                  <a:lnTo>
                    <a:pt x="64181" y="663674"/>
                  </a:lnTo>
                  <a:lnTo>
                    <a:pt x="90565" y="702283"/>
                  </a:lnTo>
                  <a:lnTo>
                    <a:pt x="120743" y="737563"/>
                  </a:lnTo>
                  <a:lnTo>
                    <a:pt x="154406" y="769191"/>
                  </a:lnTo>
                  <a:lnTo>
                    <a:pt x="191244" y="796843"/>
                  </a:lnTo>
                  <a:lnTo>
                    <a:pt x="230949" y="820194"/>
                  </a:lnTo>
                  <a:lnTo>
                    <a:pt x="273210" y="838920"/>
                  </a:lnTo>
                  <a:lnTo>
                    <a:pt x="317719" y="852697"/>
                  </a:lnTo>
                  <a:lnTo>
                    <a:pt x="364166" y="861201"/>
                  </a:lnTo>
                  <a:lnTo>
                    <a:pt x="412242" y="864108"/>
                  </a:lnTo>
                  <a:lnTo>
                    <a:pt x="460317" y="861201"/>
                  </a:lnTo>
                  <a:lnTo>
                    <a:pt x="506764" y="852697"/>
                  </a:lnTo>
                  <a:lnTo>
                    <a:pt x="551273" y="838920"/>
                  </a:lnTo>
                  <a:lnTo>
                    <a:pt x="593534" y="820194"/>
                  </a:lnTo>
                  <a:lnTo>
                    <a:pt x="633239" y="796843"/>
                  </a:lnTo>
                  <a:lnTo>
                    <a:pt x="670077" y="769191"/>
                  </a:lnTo>
                  <a:lnTo>
                    <a:pt x="703740" y="737563"/>
                  </a:lnTo>
                  <a:lnTo>
                    <a:pt x="733918" y="702283"/>
                  </a:lnTo>
                  <a:lnTo>
                    <a:pt x="760302" y="663674"/>
                  </a:lnTo>
                  <a:lnTo>
                    <a:pt x="782582" y="622061"/>
                  </a:lnTo>
                  <a:lnTo>
                    <a:pt x="800450" y="577769"/>
                  </a:lnTo>
                  <a:lnTo>
                    <a:pt x="813596" y="531121"/>
                  </a:lnTo>
                  <a:lnTo>
                    <a:pt x="821710" y="482441"/>
                  </a:lnTo>
                  <a:lnTo>
                    <a:pt x="824484" y="432054"/>
                  </a:lnTo>
                  <a:lnTo>
                    <a:pt x="821710" y="381666"/>
                  </a:lnTo>
                  <a:lnTo>
                    <a:pt x="813596" y="332986"/>
                  </a:lnTo>
                  <a:lnTo>
                    <a:pt x="800450" y="286338"/>
                  </a:lnTo>
                  <a:lnTo>
                    <a:pt x="782582" y="242046"/>
                  </a:lnTo>
                  <a:lnTo>
                    <a:pt x="760302" y="200433"/>
                  </a:lnTo>
                  <a:lnTo>
                    <a:pt x="733918" y="161824"/>
                  </a:lnTo>
                  <a:lnTo>
                    <a:pt x="703740" y="126544"/>
                  </a:lnTo>
                  <a:lnTo>
                    <a:pt x="670077" y="94916"/>
                  </a:lnTo>
                  <a:lnTo>
                    <a:pt x="633239" y="67264"/>
                  </a:lnTo>
                  <a:lnTo>
                    <a:pt x="593534" y="43913"/>
                  </a:lnTo>
                  <a:lnTo>
                    <a:pt x="551273" y="25187"/>
                  </a:lnTo>
                  <a:lnTo>
                    <a:pt x="506764" y="11410"/>
                  </a:lnTo>
                  <a:lnTo>
                    <a:pt x="460317" y="2906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0" y="432054"/>
                  </a:moveTo>
                  <a:lnTo>
                    <a:pt x="2773" y="381666"/>
                  </a:lnTo>
                  <a:lnTo>
                    <a:pt x="10887" y="332986"/>
                  </a:lnTo>
                  <a:lnTo>
                    <a:pt x="24033" y="286338"/>
                  </a:lnTo>
                  <a:lnTo>
                    <a:pt x="41901" y="242046"/>
                  </a:lnTo>
                  <a:lnTo>
                    <a:pt x="64181" y="200433"/>
                  </a:lnTo>
                  <a:lnTo>
                    <a:pt x="90565" y="161824"/>
                  </a:lnTo>
                  <a:lnTo>
                    <a:pt x="120743" y="126544"/>
                  </a:lnTo>
                  <a:lnTo>
                    <a:pt x="154406" y="94916"/>
                  </a:lnTo>
                  <a:lnTo>
                    <a:pt x="191244" y="67264"/>
                  </a:lnTo>
                  <a:lnTo>
                    <a:pt x="230949" y="43913"/>
                  </a:lnTo>
                  <a:lnTo>
                    <a:pt x="273210" y="25187"/>
                  </a:lnTo>
                  <a:lnTo>
                    <a:pt x="317719" y="11410"/>
                  </a:lnTo>
                  <a:lnTo>
                    <a:pt x="364166" y="2906"/>
                  </a:lnTo>
                  <a:lnTo>
                    <a:pt x="412242" y="0"/>
                  </a:lnTo>
                  <a:lnTo>
                    <a:pt x="460317" y="2906"/>
                  </a:lnTo>
                  <a:lnTo>
                    <a:pt x="506764" y="11410"/>
                  </a:lnTo>
                  <a:lnTo>
                    <a:pt x="551273" y="25187"/>
                  </a:lnTo>
                  <a:lnTo>
                    <a:pt x="593534" y="43913"/>
                  </a:lnTo>
                  <a:lnTo>
                    <a:pt x="633239" y="67264"/>
                  </a:lnTo>
                  <a:lnTo>
                    <a:pt x="670077" y="94916"/>
                  </a:lnTo>
                  <a:lnTo>
                    <a:pt x="703740" y="126544"/>
                  </a:lnTo>
                  <a:lnTo>
                    <a:pt x="733918" y="161824"/>
                  </a:lnTo>
                  <a:lnTo>
                    <a:pt x="760302" y="200433"/>
                  </a:lnTo>
                  <a:lnTo>
                    <a:pt x="782582" y="242046"/>
                  </a:lnTo>
                  <a:lnTo>
                    <a:pt x="800450" y="286338"/>
                  </a:lnTo>
                  <a:lnTo>
                    <a:pt x="813596" y="332986"/>
                  </a:lnTo>
                  <a:lnTo>
                    <a:pt x="821710" y="381666"/>
                  </a:lnTo>
                  <a:lnTo>
                    <a:pt x="824484" y="432054"/>
                  </a:lnTo>
                  <a:lnTo>
                    <a:pt x="821710" y="482441"/>
                  </a:lnTo>
                  <a:lnTo>
                    <a:pt x="813596" y="531121"/>
                  </a:lnTo>
                  <a:lnTo>
                    <a:pt x="800450" y="577769"/>
                  </a:lnTo>
                  <a:lnTo>
                    <a:pt x="782582" y="622061"/>
                  </a:lnTo>
                  <a:lnTo>
                    <a:pt x="760302" y="663674"/>
                  </a:lnTo>
                  <a:lnTo>
                    <a:pt x="733918" y="702283"/>
                  </a:lnTo>
                  <a:lnTo>
                    <a:pt x="703740" y="737563"/>
                  </a:lnTo>
                  <a:lnTo>
                    <a:pt x="670077" y="769191"/>
                  </a:lnTo>
                  <a:lnTo>
                    <a:pt x="633239" y="796843"/>
                  </a:lnTo>
                  <a:lnTo>
                    <a:pt x="593534" y="820194"/>
                  </a:lnTo>
                  <a:lnTo>
                    <a:pt x="551273" y="838920"/>
                  </a:lnTo>
                  <a:lnTo>
                    <a:pt x="506764" y="852697"/>
                  </a:lnTo>
                  <a:lnTo>
                    <a:pt x="460317" y="861201"/>
                  </a:lnTo>
                  <a:lnTo>
                    <a:pt x="412242" y="864108"/>
                  </a:lnTo>
                  <a:lnTo>
                    <a:pt x="364166" y="861201"/>
                  </a:lnTo>
                  <a:lnTo>
                    <a:pt x="317719" y="852697"/>
                  </a:lnTo>
                  <a:lnTo>
                    <a:pt x="273210" y="838920"/>
                  </a:lnTo>
                  <a:lnTo>
                    <a:pt x="230949" y="820194"/>
                  </a:lnTo>
                  <a:lnTo>
                    <a:pt x="191244" y="796843"/>
                  </a:lnTo>
                  <a:lnTo>
                    <a:pt x="154406" y="769191"/>
                  </a:lnTo>
                  <a:lnTo>
                    <a:pt x="120743" y="737563"/>
                  </a:lnTo>
                  <a:lnTo>
                    <a:pt x="90565" y="702283"/>
                  </a:lnTo>
                  <a:lnTo>
                    <a:pt x="64181" y="663674"/>
                  </a:lnTo>
                  <a:lnTo>
                    <a:pt x="41901" y="622061"/>
                  </a:lnTo>
                  <a:lnTo>
                    <a:pt x="24033" y="577769"/>
                  </a:lnTo>
                  <a:lnTo>
                    <a:pt x="10887" y="531121"/>
                  </a:lnTo>
                  <a:lnTo>
                    <a:pt x="2773" y="482441"/>
                  </a:lnTo>
                  <a:lnTo>
                    <a:pt x="0" y="4320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106923" y="4896612"/>
              <a:ext cx="634365" cy="662940"/>
            </a:xfrm>
            <a:custGeom>
              <a:avLst/>
              <a:gdLst/>
              <a:ahLst/>
              <a:cxnLst/>
              <a:rect l="l" t="t" r="r" b="b"/>
              <a:pathLst>
                <a:path w="634364" h="662939">
                  <a:moveTo>
                    <a:pt x="0" y="331469"/>
                  </a:moveTo>
                  <a:lnTo>
                    <a:pt x="3437" y="282486"/>
                  </a:lnTo>
                  <a:lnTo>
                    <a:pt x="13421" y="235735"/>
                  </a:lnTo>
                  <a:lnTo>
                    <a:pt x="29462" y="191728"/>
                  </a:lnTo>
                  <a:lnTo>
                    <a:pt x="51069" y="150979"/>
                  </a:lnTo>
                  <a:lnTo>
                    <a:pt x="77752" y="113999"/>
                  </a:lnTo>
                  <a:lnTo>
                    <a:pt x="109022" y="81302"/>
                  </a:lnTo>
                  <a:lnTo>
                    <a:pt x="144386" y="53400"/>
                  </a:lnTo>
                  <a:lnTo>
                    <a:pt x="183356" y="30806"/>
                  </a:lnTo>
                  <a:lnTo>
                    <a:pt x="225440" y="14033"/>
                  </a:lnTo>
                  <a:lnTo>
                    <a:pt x="270149" y="3593"/>
                  </a:lnTo>
                  <a:lnTo>
                    <a:pt x="316992" y="0"/>
                  </a:lnTo>
                  <a:lnTo>
                    <a:pt x="363834" y="3593"/>
                  </a:lnTo>
                  <a:lnTo>
                    <a:pt x="408543" y="14033"/>
                  </a:lnTo>
                  <a:lnTo>
                    <a:pt x="450627" y="30806"/>
                  </a:lnTo>
                  <a:lnTo>
                    <a:pt x="489597" y="53400"/>
                  </a:lnTo>
                  <a:lnTo>
                    <a:pt x="524961" y="81302"/>
                  </a:lnTo>
                  <a:lnTo>
                    <a:pt x="556231" y="113999"/>
                  </a:lnTo>
                  <a:lnTo>
                    <a:pt x="582914" y="150979"/>
                  </a:lnTo>
                  <a:lnTo>
                    <a:pt x="604521" y="191728"/>
                  </a:lnTo>
                  <a:lnTo>
                    <a:pt x="620562" y="235735"/>
                  </a:lnTo>
                  <a:lnTo>
                    <a:pt x="630546" y="282486"/>
                  </a:lnTo>
                  <a:lnTo>
                    <a:pt x="633984" y="331469"/>
                  </a:lnTo>
                  <a:lnTo>
                    <a:pt x="630546" y="380453"/>
                  </a:lnTo>
                  <a:lnTo>
                    <a:pt x="620562" y="427204"/>
                  </a:lnTo>
                  <a:lnTo>
                    <a:pt x="604521" y="471211"/>
                  </a:lnTo>
                  <a:lnTo>
                    <a:pt x="582914" y="511960"/>
                  </a:lnTo>
                  <a:lnTo>
                    <a:pt x="556231" y="548940"/>
                  </a:lnTo>
                  <a:lnTo>
                    <a:pt x="524961" y="581637"/>
                  </a:lnTo>
                  <a:lnTo>
                    <a:pt x="489597" y="609539"/>
                  </a:lnTo>
                  <a:lnTo>
                    <a:pt x="450627" y="632133"/>
                  </a:lnTo>
                  <a:lnTo>
                    <a:pt x="408543" y="648906"/>
                  </a:lnTo>
                  <a:lnTo>
                    <a:pt x="363834" y="659346"/>
                  </a:lnTo>
                  <a:lnTo>
                    <a:pt x="316992" y="662940"/>
                  </a:lnTo>
                  <a:lnTo>
                    <a:pt x="270149" y="659346"/>
                  </a:lnTo>
                  <a:lnTo>
                    <a:pt x="225440" y="648906"/>
                  </a:lnTo>
                  <a:lnTo>
                    <a:pt x="183356" y="632133"/>
                  </a:lnTo>
                  <a:lnTo>
                    <a:pt x="144386" y="609539"/>
                  </a:lnTo>
                  <a:lnTo>
                    <a:pt x="109022" y="581637"/>
                  </a:lnTo>
                  <a:lnTo>
                    <a:pt x="77752" y="548940"/>
                  </a:lnTo>
                  <a:lnTo>
                    <a:pt x="51069" y="511960"/>
                  </a:lnTo>
                  <a:lnTo>
                    <a:pt x="29462" y="471211"/>
                  </a:lnTo>
                  <a:lnTo>
                    <a:pt x="13421" y="427204"/>
                  </a:lnTo>
                  <a:lnTo>
                    <a:pt x="3437" y="380453"/>
                  </a:lnTo>
                  <a:lnTo>
                    <a:pt x="0" y="33146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209522" y="5023247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4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345947" y="5186166"/>
            <a:ext cx="3151505" cy="114300"/>
            <a:chOff x="345947" y="5186166"/>
            <a:chExt cx="3151505" cy="114300"/>
          </a:xfrm>
        </p:grpSpPr>
        <p:sp>
          <p:nvSpPr>
            <p:cNvPr id="22" name="object 22" descr=""/>
            <p:cNvSpPr/>
            <p:nvPr/>
          </p:nvSpPr>
          <p:spPr>
            <a:xfrm>
              <a:off x="2966465" y="5243321"/>
              <a:ext cx="435609" cy="0"/>
            </a:xfrm>
            <a:custGeom>
              <a:avLst/>
              <a:gdLst/>
              <a:ahLst/>
              <a:cxnLst/>
              <a:rect l="l" t="t" r="r" b="b"/>
              <a:pathLst>
                <a:path w="435610" h="0">
                  <a:moveTo>
                    <a:pt x="0" y="0"/>
                  </a:moveTo>
                  <a:lnTo>
                    <a:pt x="43519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82614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64997" y="5243321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 h="0">
                  <a:moveTo>
                    <a:pt x="0" y="0"/>
                  </a:moveTo>
                  <a:lnTo>
                    <a:pt x="326656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72607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3150978" y="4719116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490187" y="4735592"/>
            <a:ext cx="349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𝑎,</a:t>
            </a:r>
            <a:r>
              <a:rPr dirty="0" sz="1800" spc="-55">
                <a:latin typeface="Cambria Math"/>
                <a:cs typeface="Cambria Math"/>
              </a:rPr>
              <a:t> </a:t>
            </a: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758762" y="6027247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751329" y="420936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69766" y="413110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3489705" y="4804917"/>
            <a:ext cx="837565" cy="875665"/>
            <a:chOff x="3489705" y="4804917"/>
            <a:chExt cx="837565" cy="875665"/>
          </a:xfrm>
        </p:grpSpPr>
        <p:sp>
          <p:nvSpPr>
            <p:cNvPr id="32" name="object 32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3695077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3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586536" y="4452581"/>
            <a:ext cx="4425315" cy="1579245"/>
            <a:chOff x="586536" y="4452581"/>
            <a:chExt cx="4425315" cy="1579245"/>
          </a:xfrm>
        </p:grpSpPr>
        <p:sp>
          <p:nvSpPr>
            <p:cNvPr id="36" name="object 36" descr=""/>
            <p:cNvSpPr/>
            <p:nvPr/>
          </p:nvSpPr>
          <p:spPr>
            <a:xfrm>
              <a:off x="4321301" y="5230035"/>
              <a:ext cx="595630" cy="12700"/>
            </a:xfrm>
            <a:custGeom>
              <a:avLst/>
              <a:gdLst/>
              <a:ahLst/>
              <a:cxnLst/>
              <a:rect l="l" t="t" r="r" b="b"/>
              <a:pathLst>
                <a:path w="595629" h="12700">
                  <a:moveTo>
                    <a:pt x="0" y="12230"/>
                  </a:moveTo>
                  <a:lnTo>
                    <a:pt x="59514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896233" y="5173297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0" y="0"/>
                  </a:moveTo>
                  <a:lnTo>
                    <a:pt x="2349" y="114274"/>
                  </a:lnTo>
                  <a:lnTo>
                    <a:pt x="115443" y="54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321347" y="5637548"/>
              <a:ext cx="1066165" cy="375285"/>
            </a:xfrm>
            <a:custGeom>
              <a:avLst/>
              <a:gdLst/>
              <a:ahLst/>
              <a:cxnLst/>
              <a:rect l="l" t="t" r="r" b="b"/>
              <a:pathLst>
                <a:path w="1066164" h="375285">
                  <a:moveTo>
                    <a:pt x="1065885" y="0"/>
                  </a:moveTo>
                  <a:lnTo>
                    <a:pt x="1056430" y="40929"/>
                  </a:lnTo>
                  <a:lnTo>
                    <a:pt x="1042272" y="80254"/>
                  </a:lnTo>
                  <a:lnTo>
                    <a:pt x="1023672" y="117821"/>
                  </a:lnTo>
                  <a:lnTo>
                    <a:pt x="1000892" y="153472"/>
                  </a:lnTo>
                  <a:lnTo>
                    <a:pt x="974193" y="187052"/>
                  </a:lnTo>
                  <a:lnTo>
                    <a:pt x="943835" y="218405"/>
                  </a:lnTo>
                  <a:lnTo>
                    <a:pt x="910079" y="247375"/>
                  </a:lnTo>
                  <a:lnTo>
                    <a:pt x="873187" y="273807"/>
                  </a:lnTo>
                  <a:lnTo>
                    <a:pt x="833419" y="297545"/>
                  </a:lnTo>
                  <a:lnTo>
                    <a:pt x="791037" y="318432"/>
                  </a:lnTo>
                  <a:lnTo>
                    <a:pt x="746301" y="336314"/>
                  </a:lnTo>
                  <a:lnTo>
                    <a:pt x="699472" y="351034"/>
                  </a:lnTo>
                  <a:lnTo>
                    <a:pt x="650812" y="362436"/>
                  </a:lnTo>
                  <a:lnTo>
                    <a:pt x="600582" y="370365"/>
                  </a:lnTo>
                  <a:lnTo>
                    <a:pt x="549042" y="374665"/>
                  </a:lnTo>
                  <a:lnTo>
                    <a:pt x="496453" y="375180"/>
                  </a:lnTo>
                  <a:lnTo>
                    <a:pt x="443077" y="371754"/>
                  </a:lnTo>
                  <a:lnTo>
                    <a:pt x="388983" y="364147"/>
                  </a:lnTo>
                  <a:lnTo>
                    <a:pt x="336845" y="352620"/>
                  </a:lnTo>
                  <a:lnTo>
                    <a:pt x="286932" y="337375"/>
                  </a:lnTo>
                  <a:lnTo>
                    <a:pt x="239512" y="318613"/>
                  </a:lnTo>
                  <a:lnTo>
                    <a:pt x="194855" y="296535"/>
                  </a:lnTo>
                  <a:lnTo>
                    <a:pt x="153230" y="271343"/>
                  </a:lnTo>
                  <a:lnTo>
                    <a:pt x="114906" y="243238"/>
                  </a:lnTo>
                  <a:lnTo>
                    <a:pt x="80151" y="212421"/>
                  </a:lnTo>
                  <a:lnTo>
                    <a:pt x="49236" y="179094"/>
                  </a:lnTo>
                  <a:lnTo>
                    <a:pt x="22429" y="143458"/>
                  </a:lnTo>
                  <a:lnTo>
                    <a:pt x="0" y="10571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274094" y="5653577"/>
              <a:ext cx="107950" cy="127000"/>
            </a:xfrm>
            <a:custGeom>
              <a:avLst/>
              <a:gdLst/>
              <a:ahLst/>
              <a:cxnLst/>
              <a:rect l="l" t="t" r="r" b="b"/>
              <a:pathLst>
                <a:path w="107950" h="127000">
                  <a:moveTo>
                    <a:pt x="14604" y="0"/>
                  </a:moveTo>
                  <a:lnTo>
                    <a:pt x="0" y="126949"/>
                  </a:lnTo>
                  <a:lnTo>
                    <a:pt x="107403" y="87858"/>
                  </a:lnTo>
                  <a:lnTo>
                    <a:pt x="146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05586" y="4471631"/>
              <a:ext cx="580390" cy="581660"/>
            </a:xfrm>
            <a:custGeom>
              <a:avLst/>
              <a:gdLst/>
              <a:ahLst/>
              <a:cxnLst/>
              <a:rect l="l" t="t" r="r" b="b"/>
              <a:pathLst>
                <a:path w="580390" h="581660">
                  <a:moveTo>
                    <a:pt x="236423" y="581139"/>
                  </a:moveTo>
                  <a:lnTo>
                    <a:pt x="197181" y="575957"/>
                  </a:lnTo>
                  <a:lnTo>
                    <a:pt x="158912" y="561209"/>
                  </a:lnTo>
                  <a:lnTo>
                    <a:pt x="122589" y="538091"/>
                  </a:lnTo>
                  <a:lnTo>
                    <a:pt x="89185" y="507797"/>
                  </a:lnTo>
                  <a:lnTo>
                    <a:pt x="59673" y="471525"/>
                  </a:lnTo>
                  <a:lnTo>
                    <a:pt x="35025" y="430470"/>
                  </a:lnTo>
                  <a:lnTo>
                    <a:pt x="16215" y="385827"/>
                  </a:lnTo>
                  <a:lnTo>
                    <a:pt x="4216" y="338793"/>
                  </a:lnTo>
                  <a:lnTo>
                    <a:pt x="0" y="290563"/>
                  </a:lnTo>
                  <a:lnTo>
                    <a:pt x="4309" y="247125"/>
                  </a:lnTo>
                  <a:lnTo>
                    <a:pt x="16643" y="204559"/>
                  </a:lnTo>
                  <a:lnTo>
                    <a:pt x="36110" y="163735"/>
                  </a:lnTo>
                  <a:lnTo>
                    <a:pt x="61817" y="125526"/>
                  </a:lnTo>
                  <a:lnTo>
                    <a:pt x="92875" y="90803"/>
                  </a:lnTo>
                  <a:lnTo>
                    <a:pt x="128389" y="60438"/>
                  </a:lnTo>
                  <a:lnTo>
                    <a:pt x="167470" y="35304"/>
                  </a:lnTo>
                  <a:lnTo>
                    <a:pt x="209226" y="16272"/>
                  </a:lnTo>
                  <a:lnTo>
                    <a:pt x="252763" y="4213"/>
                  </a:lnTo>
                  <a:lnTo>
                    <a:pt x="297192" y="0"/>
                  </a:lnTo>
                  <a:lnTo>
                    <a:pt x="342342" y="5094"/>
                  </a:lnTo>
                  <a:lnTo>
                    <a:pt x="386556" y="19663"/>
                  </a:lnTo>
                  <a:lnTo>
                    <a:pt x="428898" y="42636"/>
                  </a:lnTo>
                  <a:lnTo>
                    <a:pt x="468433" y="72939"/>
                  </a:lnTo>
                  <a:lnTo>
                    <a:pt x="504224" y="109501"/>
                  </a:lnTo>
                  <a:lnTo>
                    <a:pt x="535336" y="151251"/>
                  </a:lnTo>
                  <a:lnTo>
                    <a:pt x="560833" y="197115"/>
                  </a:lnTo>
                  <a:lnTo>
                    <a:pt x="579780" y="246024"/>
                  </a:lnTo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126008" y="4690326"/>
              <a:ext cx="113030" cy="121920"/>
            </a:xfrm>
            <a:custGeom>
              <a:avLst/>
              <a:gdLst/>
              <a:ahLst/>
              <a:cxnLst/>
              <a:rect l="l" t="t" r="r" b="b"/>
              <a:pathLst>
                <a:path w="113030" h="121920">
                  <a:moveTo>
                    <a:pt x="112953" y="0"/>
                  </a:moveTo>
                  <a:lnTo>
                    <a:pt x="0" y="17500"/>
                  </a:lnTo>
                  <a:lnTo>
                    <a:pt x="73977" y="121704"/>
                  </a:lnTo>
                  <a:lnTo>
                    <a:pt x="11295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 descr=""/>
          <p:cNvGrpSpPr/>
          <p:nvPr/>
        </p:nvGrpSpPr>
        <p:grpSpPr>
          <a:xfrm>
            <a:off x="7386573" y="4859782"/>
            <a:ext cx="118110" cy="398780"/>
            <a:chOff x="7386573" y="4859782"/>
            <a:chExt cx="118110" cy="398780"/>
          </a:xfrm>
        </p:grpSpPr>
        <p:sp>
          <p:nvSpPr>
            <p:cNvPr id="43" name="object 43" descr=""/>
            <p:cNvSpPr/>
            <p:nvPr/>
          </p:nvSpPr>
          <p:spPr>
            <a:xfrm>
              <a:off x="7392923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105155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105155" y="385572"/>
                  </a:lnTo>
                  <a:lnTo>
                    <a:pt x="10515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392923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0" y="0"/>
                  </a:moveTo>
                  <a:lnTo>
                    <a:pt x="105155" y="0"/>
                  </a:lnTo>
                  <a:lnTo>
                    <a:pt x="105155" y="385572"/>
                  </a:lnTo>
                  <a:lnTo>
                    <a:pt x="0" y="38557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6356603" y="5379720"/>
            <a:ext cx="4023360" cy="8305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285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Read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𝑎</a:t>
            </a:r>
            <a:r>
              <a:rPr dirty="0" sz="2400">
                <a:latin typeface="Franklin Gothic Medium"/>
                <a:cs typeface="Franklin Gothic Medium"/>
              </a:rPr>
              <a:t>,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follow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transition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from</a:t>
            </a:r>
            <a:endParaRPr sz="2400">
              <a:latin typeface="Franklin Gothic Medium"/>
              <a:cs typeface="Franklin Gothic Medium"/>
            </a:endParaRPr>
          </a:p>
          <a:p>
            <a:pPr marL="90170">
              <a:lnSpc>
                <a:spcPct val="100000"/>
              </a:lnSpc>
            </a:pPr>
            <a:r>
              <a:rPr dirty="0" sz="2400">
                <a:latin typeface="Cambria Math"/>
                <a:cs typeface="Cambria Math"/>
              </a:rPr>
              <a:t>𝑞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7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𝑞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sz="2400">
                <a:latin typeface="Franklin Gothic Medium"/>
                <a:cs typeface="Franklin Gothic Medium"/>
              </a:rPr>
              <a:t>,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𝑞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7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10725656" y="3744214"/>
            <a:ext cx="316230" cy="316230"/>
            <a:chOff x="10725656" y="3744214"/>
            <a:chExt cx="316230" cy="316230"/>
          </a:xfrm>
        </p:grpSpPr>
        <p:sp>
          <p:nvSpPr>
            <p:cNvPr id="47" name="object 47" descr=""/>
            <p:cNvSpPr/>
            <p:nvPr/>
          </p:nvSpPr>
          <p:spPr>
            <a:xfrm>
              <a:off x="10732008" y="37505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0732006" y="37505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10761364" y="3801643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10420856" y="4003294"/>
            <a:ext cx="767715" cy="549275"/>
            <a:chOff x="10420856" y="4003294"/>
            <a:chExt cx="767715" cy="549275"/>
          </a:xfrm>
        </p:grpSpPr>
        <p:sp>
          <p:nvSpPr>
            <p:cNvPr id="51" name="object 51" descr=""/>
            <p:cNvSpPr/>
            <p:nvPr/>
          </p:nvSpPr>
          <p:spPr>
            <a:xfrm>
              <a:off x="10619145" y="4009644"/>
              <a:ext cx="156845" cy="184785"/>
            </a:xfrm>
            <a:custGeom>
              <a:avLst/>
              <a:gdLst/>
              <a:ahLst/>
              <a:cxnLst/>
              <a:rect l="l" t="t" r="r" b="b"/>
              <a:pathLst>
                <a:path w="156845" h="184785">
                  <a:moveTo>
                    <a:pt x="156349" y="0"/>
                  </a:moveTo>
                  <a:lnTo>
                    <a:pt x="0" y="184442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0578084" y="4159759"/>
              <a:ext cx="78740" cy="83185"/>
            </a:xfrm>
            <a:custGeom>
              <a:avLst/>
              <a:gdLst/>
              <a:ahLst/>
              <a:cxnLst/>
              <a:rect l="l" t="t" r="r" b="b"/>
              <a:pathLst>
                <a:path w="78740" h="83185">
                  <a:moveTo>
                    <a:pt x="20205" y="0"/>
                  </a:moveTo>
                  <a:lnTo>
                    <a:pt x="0" y="82765"/>
                  </a:lnTo>
                  <a:lnTo>
                    <a:pt x="78333" y="49276"/>
                  </a:lnTo>
                  <a:lnTo>
                    <a:pt x="2020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0991088" y="4009644"/>
              <a:ext cx="157480" cy="190500"/>
            </a:xfrm>
            <a:custGeom>
              <a:avLst/>
              <a:gdLst/>
              <a:ahLst/>
              <a:cxnLst/>
              <a:rect l="l" t="t" r="r" b="b"/>
              <a:pathLst>
                <a:path w="157479" h="190500">
                  <a:moveTo>
                    <a:pt x="0" y="0"/>
                  </a:moveTo>
                  <a:lnTo>
                    <a:pt x="156997" y="190258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1110616" y="4165857"/>
              <a:ext cx="78105" cy="83185"/>
            </a:xfrm>
            <a:custGeom>
              <a:avLst/>
              <a:gdLst/>
              <a:ahLst/>
              <a:cxnLst/>
              <a:rect l="l" t="t" r="r" b="b"/>
              <a:pathLst>
                <a:path w="78104" h="83185">
                  <a:moveTo>
                    <a:pt x="58775" y="0"/>
                  </a:moveTo>
                  <a:lnTo>
                    <a:pt x="0" y="48501"/>
                  </a:lnTo>
                  <a:lnTo>
                    <a:pt x="77889" y="83019"/>
                  </a:lnTo>
                  <a:lnTo>
                    <a:pt x="5877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0427208" y="4242816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0427206" y="4242816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10456671" y="4293522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11030456" y="4242561"/>
            <a:ext cx="316230" cy="316230"/>
            <a:chOff x="11030456" y="4242561"/>
            <a:chExt cx="316230" cy="316230"/>
          </a:xfrm>
        </p:grpSpPr>
        <p:sp>
          <p:nvSpPr>
            <p:cNvPr id="59" name="object 59" descr=""/>
            <p:cNvSpPr/>
            <p:nvPr/>
          </p:nvSpPr>
          <p:spPr>
            <a:xfrm>
              <a:off x="11036808" y="4248911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1036806" y="4248911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11064439" y="4299882"/>
            <a:ext cx="2089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latin typeface="Cambria Math"/>
                <a:cs typeface="Cambria Math"/>
              </a:rPr>
              <a:t>2</a:t>
            </a:r>
            <a:endParaRPr baseline="-17361" sz="1200">
              <a:latin typeface="Cambria Math"/>
              <a:cs typeface="Cambria Math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9563402" y="3889625"/>
            <a:ext cx="709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Read</a:t>
            </a:r>
            <a:r>
              <a:rPr dirty="0" sz="1800" spc="-7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6442955" y="4428948"/>
            <a:ext cx="13227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948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Input: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baseline="-2976" sz="4200" spc="-37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r>
              <a:rPr dirty="0" baseline="-2976" sz="4200" spc="-37">
                <a:latin typeface="Cambria Math"/>
                <a:cs typeface="Cambria Math"/>
              </a:rPr>
              <a:t>𝑏</a:t>
            </a:r>
            <a:endParaRPr baseline="-2976" sz="4200">
              <a:latin typeface="Cambria Math"/>
              <a:cs typeface="Cambria Math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5981395" y="3603314"/>
            <a:ext cx="22593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Input</a:t>
            </a:r>
            <a:r>
              <a:rPr dirty="0" sz="2800" spc="-16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60"/>
              <a:t>Nondeterminism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92069" y="1355675"/>
            <a:ext cx="8397240" cy="1147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Several</a:t>
            </a:r>
            <a:r>
              <a:rPr dirty="0" sz="2800" spc="-1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choices</a:t>
            </a:r>
            <a:r>
              <a:rPr dirty="0" sz="2800" spc="-1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95">
                <a:latin typeface="Franklin Gothic Medium"/>
                <a:cs typeface="Franklin Gothic Medium"/>
              </a:rPr>
              <a:t>may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exist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for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next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any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point.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2800" spc="-40">
                <a:latin typeface="Franklin Gothic Medium"/>
                <a:cs typeface="Franklin Gothic Medium"/>
              </a:rPr>
              <a:t>Nondeterminism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generalization</a:t>
            </a:r>
            <a:r>
              <a:rPr dirty="0" sz="28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determinism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38983" y="2671572"/>
            <a:ext cx="925068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Franklin Gothic Medium"/>
                <a:cs typeface="Franklin Gothic Medium"/>
              </a:rPr>
              <a:t>Every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0">
                <a:latin typeface="Franklin Gothic Medium"/>
                <a:cs typeface="Franklin Gothic Medium"/>
              </a:rPr>
              <a:t>DFA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automatically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30">
                <a:latin typeface="Franklin Gothic Medium"/>
                <a:cs typeface="Franklin Gothic Medium"/>
              </a:rPr>
              <a:t> Nondeterministic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70">
                <a:latin typeface="Franklin Gothic Medium"/>
                <a:cs typeface="Franklin Gothic Medium"/>
              </a:rPr>
              <a:t>Automaton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(NFA).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2608" y="3558540"/>
            <a:ext cx="528955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3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80033" y="4500521"/>
            <a:ext cx="1593215" cy="1179830"/>
            <a:chOff x="780033" y="4500521"/>
            <a:chExt cx="1593215" cy="1179830"/>
          </a:xfrm>
        </p:grpSpPr>
        <p:sp>
          <p:nvSpPr>
            <p:cNvPr id="7" name="object 7" descr=""/>
            <p:cNvSpPr/>
            <p:nvPr/>
          </p:nvSpPr>
          <p:spPr>
            <a:xfrm>
              <a:off x="1297287" y="4519571"/>
              <a:ext cx="1028065" cy="378460"/>
            </a:xfrm>
            <a:custGeom>
              <a:avLst/>
              <a:gdLst/>
              <a:ahLst/>
              <a:cxnLst/>
              <a:rect l="l" t="t" r="r" b="b"/>
              <a:pathLst>
                <a:path w="1028064" h="378460">
                  <a:moveTo>
                    <a:pt x="0" y="378041"/>
                  </a:moveTo>
                  <a:lnTo>
                    <a:pt x="8852" y="337003"/>
                  </a:lnTo>
                  <a:lnTo>
                    <a:pt x="22242" y="297553"/>
                  </a:lnTo>
                  <a:lnTo>
                    <a:pt x="39920" y="259848"/>
                  </a:lnTo>
                  <a:lnTo>
                    <a:pt x="61636" y="224046"/>
                  </a:lnTo>
                  <a:lnTo>
                    <a:pt x="87139" y="190304"/>
                  </a:lnTo>
                  <a:lnTo>
                    <a:pt x="116179" y="158778"/>
                  </a:lnTo>
                  <a:lnTo>
                    <a:pt x="148505" y="129626"/>
                  </a:lnTo>
                  <a:lnTo>
                    <a:pt x="183868" y="103005"/>
                  </a:lnTo>
                  <a:lnTo>
                    <a:pt x="222015" y="79072"/>
                  </a:lnTo>
                  <a:lnTo>
                    <a:pt x="262698" y="57983"/>
                  </a:lnTo>
                  <a:lnTo>
                    <a:pt x="305666" y="39898"/>
                  </a:lnTo>
                  <a:lnTo>
                    <a:pt x="350669" y="24971"/>
                  </a:lnTo>
                  <a:lnTo>
                    <a:pt x="397455" y="13361"/>
                  </a:lnTo>
                  <a:lnTo>
                    <a:pt x="445775" y="5224"/>
                  </a:lnTo>
                  <a:lnTo>
                    <a:pt x="495378" y="718"/>
                  </a:lnTo>
                  <a:lnTo>
                    <a:pt x="546014" y="0"/>
                  </a:lnTo>
                  <a:lnTo>
                    <a:pt x="597433" y="3226"/>
                  </a:lnTo>
                  <a:lnTo>
                    <a:pt x="650118" y="10733"/>
                  </a:lnTo>
                  <a:lnTo>
                    <a:pt x="700893" y="22255"/>
                  </a:lnTo>
                  <a:lnTo>
                    <a:pt x="749492" y="37584"/>
                  </a:lnTo>
                  <a:lnTo>
                    <a:pt x="795646" y="56510"/>
                  </a:lnTo>
                  <a:lnTo>
                    <a:pt x="839090" y="78828"/>
                  </a:lnTo>
                  <a:lnTo>
                    <a:pt x="879556" y="104327"/>
                  </a:lnTo>
                  <a:lnTo>
                    <a:pt x="916777" y="132800"/>
                  </a:lnTo>
                  <a:lnTo>
                    <a:pt x="950486" y="164040"/>
                  </a:lnTo>
                  <a:lnTo>
                    <a:pt x="980417" y="197838"/>
                  </a:lnTo>
                  <a:lnTo>
                    <a:pt x="1006302" y="233985"/>
                  </a:lnTo>
                  <a:lnTo>
                    <a:pt x="1027874" y="27227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264981" y="4755502"/>
              <a:ext cx="108585" cy="127000"/>
            </a:xfrm>
            <a:custGeom>
              <a:avLst/>
              <a:gdLst/>
              <a:ahLst/>
              <a:cxnLst/>
              <a:rect l="l" t="t" r="r" b="b"/>
              <a:pathLst>
                <a:path w="108585" h="127000">
                  <a:moveTo>
                    <a:pt x="108153" y="0"/>
                  </a:moveTo>
                  <a:lnTo>
                    <a:pt x="0" y="36969"/>
                  </a:lnTo>
                  <a:lnTo>
                    <a:pt x="91046" y="126644"/>
                  </a:lnTo>
                  <a:lnTo>
                    <a:pt x="1081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977295" y="5037430"/>
            <a:ext cx="356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134870" y="4804917"/>
            <a:ext cx="837565" cy="875665"/>
            <a:chOff x="2134870" y="4804917"/>
            <a:chExt cx="837565" cy="875665"/>
          </a:xfrm>
        </p:grpSpPr>
        <p:sp>
          <p:nvSpPr>
            <p:cNvPr id="13" name="object 13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339996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2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004561" y="4789678"/>
            <a:ext cx="837565" cy="876935"/>
            <a:chOff x="5004561" y="4789678"/>
            <a:chExt cx="837565" cy="876935"/>
          </a:xfrm>
        </p:grpSpPr>
        <p:sp>
          <p:nvSpPr>
            <p:cNvPr id="17" name="object 17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412242" y="0"/>
                  </a:moveTo>
                  <a:lnTo>
                    <a:pt x="364166" y="2906"/>
                  </a:lnTo>
                  <a:lnTo>
                    <a:pt x="317719" y="11410"/>
                  </a:lnTo>
                  <a:lnTo>
                    <a:pt x="273210" y="25187"/>
                  </a:lnTo>
                  <a:lnTo>
                    <a:pt x="230949" y="43913"/>
                  </a:lnTo>
                  <a:lnTo>
                    <a:pt x="191244" y="67264"/>
                  </a:lnTo>
                  <a:lnTo>
                    <a:pt x="154406" y="94916"/>
                  </a:lnTo>
                  <a:lnTo>
                    <a:pt x="120743" y="126544"/>
                  </a:lnTo>
                  <a:lnTo>
                    <a:pt x="90565" y="161824"/>
                  </a:lnTo>
                  <a:lnTo>
                    <a:pt x="64181" y="200433"/>
                  </a:lnTo>
                  <a:lnTo>
                    <a:pt x="41901" y="242046"/>
                  </a:lnTo>
                  <a:lnTo>
                    <a:pt x="24033" y="286338"/>
                  </a:lnTo>
                  <a:lnTo>
                    <a:pt x="10887" y="332986"/>
                  </a:lnTo>
                  <a:lnTo>
                    <a:pt x="2773" y="381666"/>
                  </a:lnTo>
                  <a:lnTo>
                    <a:pt x="0" y="432054"/>
                  </a:lnTo>
                  <a:lnTo>
                    <a:pt x="2773" y="482441"/>
                  </a:lnTo>
                  <a:lnTo>
                    <a:pt x="10887" y="531121"/>
                  </a:lnTo>
                  <a:lnTo>
                    <a:pt x="24033" y="577769"/>
                  </a:lnTo>
                  <a:lnTo>
                    <a:pt x="41901" y="622061"/>
                  </a:lnTo>
                  <a:lnTo>
                    <a:pt x="64181" y="663674"/>
                  </a:lnTo>
                  <a:lnTo>
                    <a:pt x="90565" y="702283"/>
                  </a:lnTo>
                  <a:lnTo>
                    <a:pt x="120743" y="737563"/>
                  </a:lnTo>
                  <a:lnTo>
                    <a:pt x="154406" y="769191"/>
                  </a:lnTo>
                  <a:lnTo>
                    <a:pt x="191244" y="796843"/>
                  </a:lnTo>
                  <a:lnTo>
                    <a:pt x="230949" y="820194"/>
                  </a:lnTo>
                  <a:lnTo>
                    <a:pt x="273210" y="838920"/>
                  </a:lnTo>
                  <a:lnTo>
                    <a:pt x="317719" y="852697"/>
                  </a:lnTo>
                  <a:lnTo>
                    <a:pt x="364166" y="861201"/>
                  </a:lnTo>
                  <a:lnTo>
                    <a:pt x="412242" y="864108"/>
                  </a:lnTo>
                  <a:lnTo>
                    <a:pt x="460317" y="861201"/>
                  </a:lnTo>
                  <a:lnTo>
                    <a:pt x="506764" y="852697"/>
                  </a:lnTo>
                  <a:lnTo>
                    <a:pt x="551273" y="838920"/>
                  </a:lnTo>
                  <a:lnTo>
                    <a:pt x="593534" y="820194"/>
                  </a:lnTo>
                  <a:lnTo>
                    <a:pt x="633239" y="796843"/>
                  </a:lnTo>
                  <a:lnTo>
                    <a:pt x="670077" y="769191"/>
                  </a:lnTo>
                  <a:lnTo>
                    <a:pt x="703740" y="737563"/>
                  </a:lnTo>
                  <a:lnTo>
                    <a:pt x="733918" y="702283"/>
                  </a:lnTo>
                  <a:lnTo>
                    <a:pt x="760302" y="663674"/>
                  </a:lnTo>
                  <a:lnTo>
                    <a:pt x="782582" y="622061"/>
                  </a:lnTo>
                  <a:lnTo>
                    <a:pt x="800450" y="577769"/>
                  </a:lnTo>
                  <a:lnTo>
                    <a:pt x="813596" y="531121"/>
                  </a:lnTo>
                  <a:lnTo>
                    <a:pt x="821710" y="482441"/>
                  </a:lnTo>
                  <a:lnTo>
                    <a:pt x="824484" y="432054"/>
                  </a:lnTo>
                  <a:lnTo>
                    <a:pt x="821710" y="381666"/>
                  </a:lnTo>
                  <a:lnTo>
                    <a:pt x="813596" y="332986"/>
                  </a:lnTo>
                  <a:lnTo>
                    <a:pt x="800450" y="286338"/>
                  </a:lnTo>
                  <a:lnTo>
                    <a:pt x="782582" y="242046"/>
                  </a:lnTo>
                  <a:lnTo>
                    <a:pt x="760302" y="200433"/>
                  </a:lnTo>
                  <a:lnTo>
                    <a:pt x="733918" y="161824"/>
                  </a:lnTo>
                  <a:lnTo>
                    <a:pt x="703740" y="126544"/>
                  </a:lnTo>
                  <a:lnTo>
                    <a:pt x="670077" y="94916"/>
                  </a:lnTo>
                  <a:lnTo>
                    <a:pt x="633239" y="67264"/>
                  </a:lnTo>
                  <a:lnTo>
                    <a:pt x="593534" y="43913"/>
                  </a:lnTo>
                  <a:lnTo>
                    <a:pt x="551273" y="25187"/>
                  </a:lnTo>
                  <a:lnTo>
                    <a:pt x="506764" y="11410"/>
                  </a:lnTo>
                  <a:lnTo>
                    <a:pt x="460317" y="2906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0" y="432054"/>
                  </a:moveTo>
                  <a:lnTo>
                    <a:pt x="2773" y="381666"/>
                  </a:lnTo>
                  <a:lnTo>
                    <a:pt x="10887" y="332986"/>
                  </a:lnTo>
                  <a:lnTo>
                    <a:pt x="24033" y="286338"/>
                  </a:lnTo>
                  <a:lnTo>
                    <a:pt x="41901" y="242046"/>
                  </a:lnTo>
                  <a:lnTo>
                    <a:pt x="64181" y="200433"/>
                  </a:lnTo>
                  <a:lnTo>
                    <a:pt x="90565" y="161824"/>
                  </a:lnTo>
                  <a:lnTo>
                    <a:pt x="120743" y="126544"/>
                  </a:lnTo>
                  <a:lnTo>
                    <a:pt x="154406" y="94916"/>
                  </a:lnTo>
                  <a:lnTo>
                    <a:pt x="191244" y="67264"/>
                  </a:lnTo>
                  <a:lnTo>
                    <a:pt x="230949" y="43913"/>
                  </a:lnTo>
                  <a:lnTo>
                    <a:pt x="273210" y="25187"/>
                  </a:lnTo>
                  <a:lnTo>
                    <a:pt x="317719" y="11410"/>
                  </a:lnTo>
                  <a:lnTo>
                    <a:pt x="364166" y="2906"/>
                  </a:lnTo>
                  <a:lnTo>
                    <a:pt x="412242" y="0"/>
                  </a:lnTo>
                  <a:lnTo>
                    <a:pt x="460317" y="2906"/>
                  </a:lnTo>
                  <a:lnTo>
                    <a:pt x="506764" y="11410"/>
                  </a:lnTo>
                  <a:lnTo>
                    <a:pt x="551273" y="25187"/>
                  </a:lnTo>
                  <a:lnTo>
                    <a:pt x="593534" y="43913"/>
                  </a:lnTo>
                  <a:lnTo>
                    <a:pt x="633239" y="67264"/>
                  </a:lnTo>
                  <a:lnTo>
                    <a:pt x="670077" y="94916"/>
                  </a:lnTo>
                  <a:lnTo>
                    <a:pt x="703740" y="126544"/>
                  </a:lnTo>
                  <a:lnTo>
                    <a:pt x="733918" y="161824"/>
                  </a:lnTo>
                  <a:lnTo>
                    <a:pt x="760302" y="200433"/>
                  </a:lnTo>
                  <a:lnTo>
                    <a:pt x="782582" y="242046"/>
                  </a:lnTo>
                  <a:lnTo>
                    <a:pt x="800450" y="286338"/>
                  </a:lnTo>
                  <a:lnTo>
                    <a:pt x="813596" y="332986"/>
                  </a:lnTo>
                  <a:lnTo>
                    <a:pt x="821710" y="381666"/>
                  </a:lnTo>
                  <a:lnTo>
                    <a:pt x="824484" y="432054"/>
                  </a:lnTo>
                  <a:lnTo>
                    <a:pt x="821710" y="482441"/>
                  </a:lnTo>
                  <a:lnTo>
                    <a:pt x="813596" y="531121"/>
                  </a:lnTo>
                  <a:lnTo>
                    <a:pt x="800450" y="577769"/>
                  </a:lnTo>
                  <a:lnTo>
                    <a:pt x="782582" y="622061"/>
                  </a:lnTo>
                  <a:lnTo>
                    <a:pt x="760302" y="663674"/>
                  </a:lnTo>
                  <a:lnTo>
                    <a:pt x="733918" y="702283"/>
                  </a:lnTo>
                  <a:lnTo>
                    <a:pt x="703740" y="737563"/>
                  </a:lnTo>
                  <a:lnTo>
                    <a:pt x="670077" y="769191"/>
                  </a:lnTo>
                  <a:lnTo>
                    <a:pt x="633239" y="796843"/>
                  </a:lnTo>
                  <a:lnTo>
                    <a:pt x="593534" y="820194"/>
                  </a:lnTo>
                  <a:lnTo>
                    <a:pt x="551273" y="838920"/>
                  </a:lnTo>
                  <a:lnTo>
                    <a:pt x="506764" y="852697"/>
                  </a:lnTo>
                  <a:lnTo>
                    <a:pt x="460317" y="861201"/>
                  </a:lnTo>
                  <a:lnTo>
                    <a:pt x="412242" y="864108"/>
                  </a:lnTo>
                  <a:lnTo>
                    <a:pt x="364166" y="861201"/>
                  </a:lnTo>
                  <a:lnTo>
                    <a:pt x="317719" y="852697"/>
                  </a:lnTo>
                  <a:lnTo>
                    <a:pt x="273210" y="838920"/>
                  </a:lnTo>
                  <a:lnTo>
                    <a:pt x="230949" y="820194"/>
                  </a:lnTo>
                  <a:lnTo>
                    <a:pt x="191244" y="796843"/>
                  </a:lnTo>
                  <a:lnTo>
                    <a:pt x="154406" y="769191"/>
                  </a:lnTo>
                  <a:lnTo>
                    <a:pt x="120743" y="737563"/>
                  </a:lnTo>
                  <a:lnTo>
                    <a:pt x="90565" y="702283"/>
                  </a:lnTo>
                  <a:lnTo>
                    <a:pt x="64181" y="663674"/>
                  </a:lnTo>
                  <a:lnTo>
                    <a:pt x="41901" y="622061"/>
                  </a:lnTo>
                  <a:lnTo>
                    <a:pt x="24033" y="577769"/>
                  </a:lnTo>
                  <a:lnTo>
                    <a:pt x="10887" y="531121"/>
                  </a:lnTo>
                  <a:lnTo>
                    <a:pt x="2773" y="482441"/>
                  </a:lnTo>
                  <a:lnTo>
                    <a:pt x="0" y="4320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106923" y="4896612"/>
              <a:ext cx="634365" cy="662940"/>
            </a:xfrm>
            <a:custGeom>
              <a:avLst/>
              <a:gdLst/>
              <a:ahLst/>
              <a:cxnLst/>
              <a:rect l="l" t="t" r="r" b="b"/>
              <a:pathLst>
                <a:path w="634364" h="662939">
                  <a:moveTo>
                    <a:pt x="0" y="331469"/>
                  </a:moveTo>
                  <a:lnTo>
                    <a:pt x="3437" y="282486"/>
                  </a:lnTo>
                  <a:lnTo>
                    <a:pt x="13421" y="235735"/>
                  </a:lnTo>
                  <a:lnTo>
                    <a:pt x="29462" y="191728"/>
                  </a:lnTo>
                  <a:lnTo>
                    <a:pt x="51069" y="150979"/>
                  </a:lnTo>
                  <a:lnTo>
                    <a:pt x="77752" y="113999"/>
                  </a:lnTo>
                  <a:lnTo>
                    <a:pt x="109022" y="81302"/>
                  </a:lnTo>
                  <a:lnTo>
                    <a:pt x="144386" y="53400"/>
                  </a:lnTo>
                  <a:lnTo>
                    <a:pt x="183356" y="30806"/>
                  </a:lnTo>
                  <a:lnTo>
                    <a:pt x="225440" y="14033"/>
                  </a:lnTo>
                  <a:lnTo>
                    <a:pt x="270149" y="3593"/>
                  </a:lnTo>
                  <a:lnTo>
                    <a:pt x="316992" y="0"/>
                  </a:lnTo>
                  <a:lnTo>
                    <a:pt x="363834" y="3593"/>
                  </a:lnTo>
                  <a:lnTo>
                    <a:pt x="408543" y="14033"/>
                  </a:lnTo>
                  <a:lnTo>
                    <a:pt x="450627" y="30806"/>
                  </a:lnTo>
                  <a:lnTo>
                    <a:pt x="489597" y="53400"/>
                  </a:lnTo>
                  <a:lnTo>
                    <a:pt x="524961" y="81302"/>
                  </a:lnTo>
                  <a:lnTo>
                    <a:pt x="556231" y="113999"/>
                  </a:lnTo>
                  <a:lnTo>
                    <a:pt x="582914" y="150979"/>
                  </a:lnTo>
                  <a:lnTo>
                    <a:pt x="604521" y="191728"/>
                  </a:lnTo>
                  <a:lnTo>
                    <a:pt x="620562" y="235735"/>
                  </a:lnTo>
                  <a:lnTo>
                    <a:pt x="630546" y="282486"/>
                  </a:lnTo>
                  <a:lnTo>
                    <a:pt x="633984" y="331469"/>
                  </a:lnTo>
                  <a:lnTo>
                    <a:pt x="630546" y="380453"/>
                  </a:lnTo>
                  <a:lnTo>
                    <a:pt x="620562" y="427204"/>
                  </a:lnTo>
                  <a:lnTo>
                    <a:pt x="604521" y="471211"/>
                  </a:lnTo>
                  <a:lnTo>
                    <a:pt x="582914" y="511960"/>
                  </a:lnTo>
                  <a:lnTo>
                    <a:pt x="556231" y="548940"/>
                  </a:lnTo>
                  <a:lnTo>
                    <a:pt x="524961" y="581637"/>
                  </a:lnTo>
                  <a:lnTo>
                    <a:pt x="489597" y="609539"/>
                  </a:lnTo>
                  <a:lnTo>
                    <a:pt x="450627" y="632133"/>
                  </a:lnTo>
                  <a:lnTo>
                    <a:pt x="408543" y="648906"/>
                  </a:lnTo>
                  <a:lnTo>
                    <a:pt x="363834" y="659346"/>
                  </a:lnTo>
                  <a:lnTo>
                    <a:pt x="316992" y="662940"/>
                  </a:lnTo>
                  <a:lnTo>
                    <a:pt x="270149" y="659346"/>
                  </a:lnTo>
                  <a:lnTo>
                    <a:pt x="225440" y="648906"/>
                  </a:lnTo>
                  <a:lnTo>
                    <a:pt x="183356" y="632133"/>
                  </a:lnTo>
                  <a:lnTo>
                    <a:pt x="144386" y="609539"/>
                  </a:lnTo>
                  <a:lnTo>
                    <a:pt x="109022" y="581637"/>
                  </a:lnTo>
                  <a:lnTo>
                    <a:pt x="77752" y="548940"/>
                  </a:lnTo>
                  <a:lnTo>
                    <a:pt x="51069" y="511960"/>
                  </a:lnTo>
                  <a:lnTo>
                    <a:pt x="29462" y="471211"/>
                  </a:lnTo>
                  <a:lnTo>
                    <a:pt x="13421" y="427204"/>
                  </a:lnTo>
                  <a:lnTo>
                    <a:pt x="3437" y="380453"/>
                  </a:lnTo>
                  <a:lnTo>
                    <a:pt x="0" y="33146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209522" y="5023247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4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345947" y="5186166"/>
            <a:ext cx="3151505" cy="114300"/>
            <a:chOff x="345947" y="5186166"/>
            <a:chExt cx="3151505" cy="114300"/>
          </a:xfrm>
        </p:grpSpPr>
        <p:sp>
          <p:nvSpPr>
            <p:cNvPr id="22" name="object 22" descr=""/>
            <p:cNvSpPr/>
            <p:nvPr/>
          </p:nvSpPr>
          <p:spPr>
            <a:xfrm>
              <a:off x="2966465" y="5243321"/>
              <a:ext cx="435609" cy="0"/>
            </a:xfrm>
            <a:custGeom>
              <a:avLst/>
              <a:gdLst/>
              <a:ahLst/>
              <a:cxnLst/>
              <a:rect l="l" t="t" r="r" b="b"/>
              <a:pathLst>
                <a:path w="435610" h="0">
                  <a:moveTo>
                    <a:pt x="0" y="0"/>
                  </a:moveTo>
                  <a:lnTo>
                    <a:pt x="43519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82614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64997" y="5243321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 h="0">
                  <a:moveTo>
                    <a:pt x="0" y="0"/>
                  </a:moveTo>
                  <a:lnTo>
                    <a:pt x="326656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72607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3155454" y="4719116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486620" y="4735592"/>
            <a:ext cx="349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𝑎,</a:t>
            </a:r>
            <a:r>
              <a:rPr dirty="0" sz="1800" spc="-55">
                <a:latin typeface="Cambria Math"/>
                <a:cs typeface="Cambria Math"/>
              </a:rPr>
              <a:t> </a:t>
            </a: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758762" y="6027247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751329" y="420936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69766" y="413110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3489705" y="4804917"/>
            <a:ext cx="837565" cy="875665"/>
            <a:chOff x="3489705" y="4804917"/>
            <a:chExt cx="837565" cy="875665"/>
          </a:xfrm>
        </p:grpSpPr>
        <p:sp>
          <p:nvSpPr>
            <p:cNvPr id="32" name="object 32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3695077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3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7593838" y="4859782"/>
            <a:ext cx="118110" cy="398780"/>
            <a:chOff x="7593838" y="4859782"/>
            <a:chExt cx="118110" cy="398780"/>
          </a:xfrm>
        </p:grpSpPr>
        <p:sp>
          <p:nvSpPr>
            <p:cNvPr id="36" name="object 36" descr=""/>
            <p:cNvSpPr/>
            <p:nvPr/>
          </p:nvSpPr>
          <p:spPr>
            <a:xfrm>
              <a:off x="7600188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105155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105155" y="385572"/>
                  </a:lnTo>
                  <a:lnTo>
                    <a:pt x="10515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600188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0" y="0"/>
                  </a:moveTo>
                  <a:lnTo>
                    <a:pt x="105155" y="0"/>
                  </a:lnTo>
                  <a:lnTo>
                    <a:pt x="105155" y="385572"/>
                  </a:lnTo>
                  <a:lnTo>
                    <a:pt x="0" y="38557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 descr=""/>
          <p:cNvGrpSpPr/>
          <p:nvPr/>
        </p:nvGrpSpPr>
        <p:grpSpPr>
          <a:xfrm>
            <a:off x="561600" y="4452581"/>
            <a:ext cx="4450080" cy="1778000"/>
            <a:chOff x="561600" y="4452581"/>
            <a:chExt cx="4450080" cy="1778000"/>
          </a:xfrm>
        </p:grpSpPr>
        <p:sp>
          <p:nvSpPr>
            <p:cNvPr id="39" name="object 39" descr=""/>
            <p:cNvSpPr/>
            <p:nvPr/>
          </p:nvSpPr>
          <p:spPr>
            <a:xfrm>
              <a:off x="4321301" y="5230035"/>
              <a:ext cx="595630" cy="12700"/>
            </a:xfrm>
            <a:custGeom>
              <a:avLst/>
              <a:gdLst/>
              <a:ahLst/>
              <a:cxnLst/>
              <a:rect l="l" t="t" r="r" b="b"/>
              <a:pathLst>
                <a:path w="595629" h="12700">
                  <a:moveTo>
                    <a:pt x="0" y="12230"/>
                  </a:moveTo>
                  <a:lnTo>
                    <a:pt x="59514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896233" y="5173297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0" y="0"/>
                  </a:moveTo>
                  <a:lnTo>
                    <a:pt x="2349" y="114274"/>
                  </a:lnTo>
                  <a:lnTo>
                    <a:pt x="115443" y="54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321347" y="5637548"/>
              <a:ext cx="1066165" cy="375285"/>
            </a:xfrm>
            <a:custGeom>
              <a:avLst/>
              <a:gdLst/>
              <a:ahLst/>
              <a:cxnLst/>
              <a:rect l="l" t="t" r="r" b="b"/>
              <a:pathLst>
                <a:path w="1066164" h="375285">
                  <a:moveTo>
                    <a:pt x="1065885" y="0"/>
                  </a:moveTo>
                  <a:lnTo>
                    <a:pt x="1056430" y="40929"/>
                  </a:lnTo>
                  <a:lnTo>
                    <a:pt x="1042272" y="80254"/>
                  </a:lnTo>
                  <a:lnTo>
                    <a:pt x="1023672" y="117821"/>
                  </a:lnTo>
                  <a:lnTo>
                    <a:pt x="1000892" y="153472"/>
                  </a:lnTo>
                  <a:lnTo>
                    <a:pt x="974193" y="187052"/>
                  </a:lnTo>
                  <a:lnTo>
                    <a:pt x="943835" y="218405"/>
                  </a:lnTo>
                  <a:lnTo>
                    <a:pt x="910079" y="247375"/>
                  </a:lnTo>
                  <a:lnTo>
                    <a:pt x="873187" y="273807"/>
                  </a:lnTo>
                  <a:lnTo>
                    <a:pt x="833419" y="297545"/>
                  </a:lnTo>
                  <a:lnTo>
                    <a:pt x="791037" y="318432"/>
                  </a:lnTo>
                  <a:lnTo>
                    <a:pt x="746301" y="336314"/>
                  </a:lnTo>
                  <a:lnTo>
                    <a:pt x="699472" y="351034"/>
                  </a:lnTo>
                  <a:lnTo>
                    <a:pt x="650812" y="362436"/>
                  </a:lnTo>
                  <a:lnTo>
                    <a:pt x="600582" y="370365"/>
                  </a:lnTo>
                  <a:lnTo>
                    <a:pt x="549042" y="374665"/>
                  </a:lnTo>
                  <a:lnTo>
                    <a:pt x="496453" y="375180"/>
                  </a:lnTo>
                  <a:lnTo>
                    <a:pt x="443077" y="371754"/>
                  </a:lnTo>
                  <a:lnTo>
                    <a:pt x="388983" y="364147"/>
                  </a:lnTo>
                  <a:lnTo>
                    <a:pt x="336845" y="352620"/>
                  </a:lnTo>
                  <a:lnTo>
                    <a:pt x="286932" y="337375"/>
                  </a:lnTo>
                  <a:lnTo>
                    <a:pt x="239512" y="318613"/>
                  </a:lnTo>
                  <a:lnTo>
                    <a:pt x="194855" y="296535"/>
                  </a:lnTo>
                  <a:lnTo>
                    <a:pt x="153230" y="271343"/>
                  </a:lnTo>
                  <a:lnTo>
                    <a:pt x="114906" y="243238"/>
                  </a:lnTo>
                  <a:lnTo>
                    <a:pt x="80151" y="212421"/>
                  </a:lnTo>
                  <a:lnTo>
                    <a:pt x="49236" y="179094"/>
                  </a:lnTo>
                  <a:lnTo>
                    <a:pt x="22429" y="143458"/>
                  </a:lnTo>
                  <a:lnTo>
                    <a:pt x="0" y="10571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274094" y="5653577"/>
              <a:ext cx="107950" cy="127000"/>
            </a:xfrm>
            <a:custGeom>
              <a:avLst/>
              <a:gdLst/>
              <a:ahLst/>
              <a:cxnLst/>
              <a:rect l="l" t="t" r="r" b="b"/>
              <a:pathLst>
                <a:path w="107950" h="127000">
                  <a:moveTo>
                    <a:pt x="14604" y="0"/>
                  </a:moveTo>
                  <a:lnTo>
                    <a:pt x="0" y="126949"/>
                  </a:lnTo>
                  <a:lnTo>
                    <a:pt x="107403" y="87858"/>
                  </a:lnTo>
                  <a:lnTo>
                    <a:pt x="146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05586" y="4471631"/>
              <a:ext cx="580390" cy="581660"/>
            </a:xfrm>
            <a:custGeom>
              <a:avLst/>
              <a:gdLst/>
              <a:ahLst/>
              <a:cxnLst/>
              <a:rect l="l" t="t" r="r" b="b"/>
              <a:pathLst>
                <a:path w="580390" h="581660">
                  <a:moveTo>
                    <a:pt x="236423" y="581139"/>
                  </a:moveTo>
                  <a:lnTo>
                    <a:pt x="197181" y="575957"/>
                  </a:lnTo>
                  <a:lnTo>
                    <a:pt x="158912" y="561209"/>
                  </a:lnTo>
                  <a:lnTo>
                    <a:pt x="122589" y="538091"/>
                  </a:lnTo>
                  <a:lnTo>
                    <a:pt x="89185" y="507797"/>
                  </a:lnTo>
                  <a:lnTo>
                    <a:pt x="59673" y="471525"/>
                  </a:lnTo>
                  <a:lnTo>
                    <a:pt x="35025" y="430470"/>
                  </a:lnTo>
                  <a:lnTo>
                    <a:pt x="16215" y="385827"/>
                  </a:lnTo>
                  <a:lnTo>
                    <a:pt x="4216" y="338793"/>
                  </a:lnTo>
                  <a:lnTo>
                    <a:pt x="0" y="290563"/>
                  </a:lnTo>
                  <a:lnTo>
                    <a:pt x="4309" y="247125"/>
                  </a:lnTo>
                  <a:lnTo>
                    <a:pt x="16643" y="204559"/>
                  </a:lnTo>
                  <a:lnTo>
                    <a:pt x="36110" y="163735"/>
                  </a:lnTo>
                  <a:lnTo>
                    <a:pt x="61817" y="125526"/>
                  </a:lnTo>
                  <a:lnTo>
                    <a:pt x="92875" y="90803"/>
                  </a:lnTo>
                  <a:lnTo>
                    <a:pt x="128389" y="60438"/>
                  </a:lnTo>
                  <a:lnTo>
                    <a:pt x="167470" y="35304"/>
                  </a:lnTo>
                  <a:lnTo>
                    <a:pt x="209226" y="16272"/>
                  </a:lnTo>
                  <a:lnTo>
                    <a:pt x="252763" y="4213"/>
                  </a:lnTo>
                  <a:lnTo>
                    <a:pt x="297192" y="0"/>
                  </a:lnTo>
                  <a:lnTo>
                    <a:pt x="342342" y="5094"/>
                  </a:lnTo>
                  <a:lnTo>
                    <a:pt x="386556" y="19663"/>
                  </a:lnTo>
                  <a:lnTo>
                    <a:pt x="428898" y="42636"/>
                  </a:lnTo>
                  <a:lnTo>
                    <a:pt x="468433" y="72939"/>
                  </a:lnTo>
                  <a:lnTo>
                    <a:pt x="504224" y="109501"/>
                  </a:lnTo>
                  <a:lnTo>
                    <a:pt x="535336" y="151251"/>
                  </a:lnTo>
                  <a:lnTo>
                    <a:pt x="560833" y="197115"/>
                  </a:lnTo>
                  <a:lnTo>
                    <a:pt x="579780" y="24602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126008" y="4690326"/>
              <a:ext cx="113030" cy="121920"/>
            </a:xfrm>
            <a:custGeom>
              <a:avLst/>
              <a:gdLst/>
              <a:ahLst/>
              <a:cxnLst/>
              <a:rect l="l" t="t" r="r" b="b"/>
              <a:pathLst>
                <a:path w="113030" h="121920">
                  <a:moveTo>
                    <a:pt x="112953" y="0"/>
                  </a:moveTo>
                  <a:lnTo>
                    <a:pt x="0" y="17500"/>
                  </a:lnTo>
                  <a:lnTo>
                    <a:pt x="73977" y="121704"/>
                  </a:lnTo>
                  <a:lnTo>
                    <a:pt x="112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04737" y="5548121"/>
              <a:ext cx="303530" cy="597535"/>
            </a:xfrm>
            <a:custGeom>
              <a:avLst/>
              <a:gdLst/>
              <a:ahLst/>
              <a:cxnLst/>
              <a:rect l="l" t="t" r="r" b="b"/>
              <a:pathLst>
                <a:path w="303530" h="597535">
                  <a:moveTo>
                    <a:pt x="303415" y="0"/>
                  </a:moveTo>
                  <a:lnTo>
                    <a:pt x="0" y="597166"/>
                  </a:lnTo>
                </a:path>
              </a:pathLst>
            </a:custGeom>
            <a:ln w="381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61600" y="6102414"/>
              <a:ext cx="102870" cy="128270"/>
            </a:xfrm>
            <a:custGeom>
              <a:avLst/>
              <a:gdLst/>
              <a:ahLst/>
              <a:cxnLst/>
              <a:rect l="l" t="t" r="r" b="b"/>
              <a:pathLst>
                <a:path w="102870" h="128270">
                  <a:moveTo>
                    <a:pt x="812" y="0"/>
                  </a:moveTo>
                  <a:lnTo>
                    <a:pt x="0" y="127787"/>
                  </a:lnTo>
                  <a:lnTo>
                    <a:pt x="102717" y="51765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6356603" y="5693664"/>
            <a:ext cx="402336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4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284"/>
              </a:spcBef>
            </a:pPr>
            <a:r>
              <a:rPr dirty="0" sz="2400">
                <a:latin typeface="Franklin Gothic Medium"/>
                <a:cs typeface="Franklin Gothic Medium"/>
              </a:rPr>
              <a:t>No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where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go: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Reject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10725656" y="3744214"/>
            <a:ext cx="316230" cy="316230"/>
            <a:chOff x="10725656" y="3744214"/>
            <a:chExt cx="316230" cy="316230"/>
          </a:xfrm>
        </p:grpSpPr>
        <p:sp>
          <p:nvSpPr>
            <p:cNvPr id="49" name="object 49" descr=""/>
            <p:cNvSpPr/>
            <p:nvPr/>
          </p:nvSpPr>
          <p:spPr>
            <a:xfrm>
              <a:off x="10732008" y="37505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0732006" y="37505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10761364" y="3801643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10420856" y="4003294"/>
            <a:ext cx="767715" cy="549275"/>
            <a:chOff x="10420856" y="4003294"/>
            <a:chExt cx="767715" cy="549275"/>
          </a:xfrm>
        </p:grpSpPr>
        <p:sp>
          <p:nvSpPr>
            <p:cNvPr id="53" name="object 53" descr=""/>
            <p:cNvSpPr/>
            <p:nvPr/>
          </p:nvSpPr>
          <p:spPr>
            <a:xfrm>
              <a:off x="10619145" y="4009644"/>
              <a:ext cx="156845" cy="184785"/>
            </a:xfrm>
            <a:custGeom>
              <a:avLst/>
              <a:gdLst/>
              <a:ahLst/>
              <a:cxnLst/>
              <a:rect l="l" t="t" r="r" b="b"/>
              <a:pathLst>
                <a:path w="156845" h="184785">
                  <a:moveTo>
                    <a:pt x="156349" y="0"/>
                  </a:moveTo>
                  <a:lnTo>
                    <a:pt x="0" y="18444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0578084" y="4159759"/>
              <a:ext cx="78740" cy="83185"/>
            </a:xfrm>
            <a:custGeom>
              <a:avLst/>
              <a:gdLst/>
              <a:ahLst/>
              <a:cxnLst/>
              <a:rect l="l" t="t" r="r" b="b"/>
              <a:pathLst>
                <a:path w="78740" h="83185">
                  <a:moveTo>
                    <a:pt x="20205" y="0"/>
                  </a:moveTo>
                  <a:lnTo>
                    <a:pt x="0" y="82765"/>
                  </a:lnTo>
                  <a:lnTo>
                    <a:pt x="78333" y="49276"/>
                  </a:lnTo>
                  <a:lnTo>
                    <a:pt x="20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0991088" y="4009644"/>
              <a:ext cx="157480" cy="190500"/>
            </a:xfrm>
            <a:custGeom>
              <a:avLst/>
              <a:gdLst/>
              <a:ahLst/>
              <a:cxnLst/>
              <a:rect l="l" t="t" r="r" b="b"/>
              <a:pathLst>
                <a:path w="157479" h="190500">
                  <a:moveTo>
                    <a:pt x="0" y="0"/>
                  </a:moveTo>
                  <a:lnTo>
                    <a:pt x="156997" y="19025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1110616" y="4165857"/>
              <a:ext cx="78105" cy="83185"/>
            </a:xfrm>
            <a:custGeom>
              <a:avLst/>
              <a:gdLst/>
              <a:ahLst/>
              <a:cxnLst/>
              <a:rect l="l" t="t" r="r" b="b"/>
              <a:pathLst>
                <a:path w="78104" h="83185">
                  <a:moveTo>
                    <a:pt x="58775" y="0"/>
                  </a:moveTo>
                  <a:lnTo>
                    <a:pt x="0" y="48501"/>
                  </a:lnTo>
                  <a:lnTo>
                    <a:pt x="77889" y="83019"/>
                  </a:lnTo>
                  <a:lnTo>
                    <a:pt x="587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0427208" y="4242816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0427206" y="4242816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10456671" y="4293522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11030456" y="4242561"/>
            <a:ext cx="316230" cy="316230"/>
            <a:chOff x="11030456" y="4242561"/>
            <a:chExt cx="316230" cy="316230"/>
          </a:xfrm>
        </p:grpSpPr>
        <p:sp>
          <p:nvSpPr>
            <p:cNvPr id="61" name="object 61" descr=""/>
            <p:cNvSpPr/>
            <p:nvPr/>
          </p:nvSpPr>
          <p:spPr>
            <a:xfrm>
              <a:off x="11036808" y="4248911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1036806" y="4248911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11064439" y="4299882"/>
            <a:ext cx="2089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latin typeface="Cambria Math"/>
                <a:cs typeface="Cambria Math"/>
              </a:rPr>
              <a:t>2</a:t>
            </a:r>
            <a:endParaRPr baseline="-17361" sz="1200">
              <a:latin typeface="Cambria Math"/>
              <a:cs typeface="Cambria Math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6442955" y="4428948"/>
            <a:ext cx="13227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948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Input: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baseline="-2976" sz="4200" spc="-37">
                <a:latin typeface="Cambria Math"/>
                <a:cs typeface="Cambria Math"/>
              </a:rPr>
              <a:t>𝑎</a:t>
            </a:r>
            <a:r>
              <a:rPr dirty="0" baseline="-2976" sz="4200" spc="-37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baseline="-2976" sz="4200">
              <a:latin typeface="Cambria Math"/>
              <a:cs typeface="Cambria Math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10283949" y="4495546"/>
            <a:ext cx="194945" cy="298450"/>
            <a:chOff x="10283949" y="4495546"/>
            <a:chExt cx="194945" cy="298450"/>
          </a:xfrm>
        </p:grpSpPr>
        <p:sp>
          <p:nvSpPr>
            <p:cNvPr id="66" name="object 66" descr=""/>
            <p:cNvSpPr/>
            <p:nvPr/>
          </p:nvSpPr>
          <p:spPr>
            <a:xfrm>
              <a:off x="10318355" y="4501896"/>
              <a:ext cx="153670" cy="238760"/>
            </a:xfrm>
            <a:custGeom>
              <a:avLst/>
              <a:gdLst/>
              <a:ahLst/>
              <a:cxnLst/>
              <a:rect l="l" t="t" r="r" b="b"/>
              <a:pathLst>
                <a:path w="153670" h="238760">
                  <a:moveTo>
                    <a:pt x="153581" y="0"/>
                  </a:moveTo>
                  <a:lnTo>
                    <a:pt x="0" y="238264"/>
                  </a:lnTo>
                </a:path>
              </a:pathLst>
            </a:custGeom>
            <a:ln w="127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0283949" y="4708841"/>
              <a:ext cx="73660" cy="85090"/>
            </a:xfrm>
            <a:custGeom>
              <a:avLst/>
              <a:gdLst/>
              <a:ahLst/>
              <a:cxnLst/>
              <a:rect l="l" t="t" r="r" b="b"/>
              <a:pathLst>
                <a:path w="73659" h="85089">
                  <a:moveTo>
                    <a:pt x="9258" y="0"/>
                  </a:moveTo>
                  <a:lnTo>
                    <a:pt x="0" y="84683"/>
                  </a:lnTo>
                  <a:lnTo>
                    <a:pt x="73304" y="41275"/>
                  </a:lnTo>
                  <a:lnTo>
                    <a:pt x="925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10074322" y="4821774"/>
            <a:ext cx="3587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Franklin Gothic Medium"/>
                <a:cs typeface="Franklin Gothic Medium"/>
              </a:rPr>
              <a:t>reject</a:t>
            </a:r>
            <a:endParaRPr sz="1100">
              <a:latin typeface="Franklin Gothic Medium"/>
              <a:cs typeface="Franklin Gothic Medium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9191869" y="3889625"/>
            <a:ext cx="709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Read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9191869" y="4500439"/>
            <a:ext cx="704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Read</a:t>
            </a:r>
            <a:r>
              <a:rPr dirty="0" sz="1800" spc="-7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6356603" y="5251703"/>
            <a:ext cx="935990" cy="441959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285"/>
              </a:spcBef>
            </a:pP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r>
              <a:rPr dirty="0" sz="2400" spc="-25">
                <a:latin typeface="Franklin Gothic Medium"/>
                <a:cs typeface="Franklin Gothic Medium"/>
              </a:rPr>
              <a:t>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5981395" y="3603314"/>
            <a:ext cx="22593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Input</a:t>
            </a:r>
            <a:r>
              <a:rPr dirty="0" sz="2800" spc="-16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60"/>
              <a:t>Nondeterminism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92069" y="1355675"/>
            <a:ext cx="8397240" cy="1147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Several</a:t>
            </a:r>
            <a:r>
              <a:rPr dirty="0" sz="2800" spc="-1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choices</a:t>
            </a:r>
            <a:r>
              <a:rPr dirty="0" sz="2800" spc="-1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95">
                <a:latin typeface="Franklin Gothic Medium"/>
                <a:cs typeface="Franklin Gothic Medium"/>
              </a:rPr>
              <a:t>may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exist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for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next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any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point.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2800" spc="-40">
                <a:latin typeface="Franklin Gothic Medium"/>
                <a:cs typeface="Franklin Gothic Medium"/>
              </a:rPr>
              <a:t>Nondeterminism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generalization</a:t>
            </a:r>
            <a:r>
              <a:rPr dirty="0" sz="28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determinism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38983" y="2671572"/>
            <a:ext cx="925068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Franklin Gothic Medium"/>
                <a:cs typeface="Franklin Gothic Medium"/>
              </a:rPr>
              <a:t>Every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0">
                <a:latin typeface="Franklin Gothic Medium"/>
                <a:cs typeface="Franklin Gothic Medium"/>
              </a:rPr>
              <a:t>DFA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automatically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30">
                <a:latin typeface="Franklin Gothic Medium"/>
                <a:cs typeface="Franklin Gothic Medium"/>
              </a:rPr>
              <a:t> Nondeterministic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70">
                <a:latin typeface="Franklin Gothic Medium"/>
                <a:cs typeface="Franklin Gothic Medium"/>
              </a:rPr>
              <a:t>Automaton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(NFA).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2608" y="3558540"/>
            <a:ext cx="528955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3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80033" y="4500521"/>
            <a:ext cx="1593215" cy="1179830"/>
            <a:chOff x="780033" y="4500521"/>
            <a:chExt cx="1593215" cy="1179830"/>
          </a:xfrm>
        </p:grpSpPr>
        <p:sp>
          <p:nvSpPr>
            <p:cNvPr id="7" name="object 7" descr=""/>
            <p:cNvSpPr/>
            <p:nvPr/>
          </p:nvSpPr>
          <p:spPr>
            <a:xfrm>
              <a:off x="1297287" y="4519571"/>
              <a:ext cx="1028065" cy="378460"/>
            </a:xfrm>
            <a:custGeom>
              <a:avLst/>
              <a:gdLst/>
              <a:ahLst/>
              <a:cxnLst/>
              <a:rect l="l" t="t" r="r" b="b"/>
              <a:pathLst>
                <a:path w="1028064" h="378460">
                  <a:moveTo>
                    <a:pt x="0" y="378041"/>
                  </a:moveTo>
                  <a:lnTo>
                    <a:pt x="8852" y="337003"/>
                  </a:lnTo>
                  <a:lnTo>
                    <a:pt x="22242" y="297553"/>
                  </a:lnTo>
                  <a:lnTo>
                    <a:pt x="39920" y="259848"/>
                  </a:lnTo>
                  <a:lnTo>
                    <a:pt x="61636" y="224046"/>
                  </a:lnTo>
                  <a:lnTo>
                    <a:pt x="87139" y="190304"/>
                  </a:lnTo>
                  <a:lnTo>
                    <a:pt x="116179" y="158778"/>
                  </a:lnTo>
                  <a:lnTo>
                    <a:pt x="148505" y="129626"/>
                  </a:lnTo>
                  <a:lnTo>
                    <a:pt x="183868" y="103005"/>
                  </a:lnTo>
                  <a:lnTo>
                    <a:pt x="222015" y="79072"/>
                  </a:lnTo>
                  <a:lnTo>
                    <a:pt x="262698" y="57983"/>
                  </a:lnTo>
                  <a:lnTo>
                    <a:pt x="305666" y="39898"/>
                  </a:lnTo>
                  <a:lnTo>
                    <a:pt x="350669" y="24971"/>
                  </a:lnTo>
                  <a:lnTo>
                    <a:pt x="397455" y="13361"/>
                  </a:lnTo>
                  <a:lnTo>
                    <a:pt x="445775" y="5224"/>
                  </a:lnTo>
                  <a:lnTo>
                    <a:pt x="495378" y="718"/>
                  </a:lnTo>
                  <a:lnTo>
                    <a:pt x="546014" y="0"/>
                  </a:lnTo>
                  <a:lnTo>
                    <a:pt x="597433" y="3226"/>
                  </a:lnTo>
                  <a:lnTo>
                    <a:pt x="650118" y="10733"/>
                  </a:lnTo>
                  <a:lnTo>
                    <a:pt x="700893" y="22255"/>
                  </a:lnTo>
                  <a:lnTo>
                    <a:pt x="749492" y="37584"/>
                  </a:lnTo>
                  <a:lnTo>
                    <a:pt x="795646" y="56510"/>
                  </a:lnTo>
                  <a:lnTo>
                    <a:pt x="839090" y="78828"/>
                  </a:lnTo>
                  <a:lnTo>
                    <a:pt x="879556" y="104327"/>
                  </a:lnTo>
                  <a:lnTo>
                    <a:pt x="916777" y="132800"/>
                  </a:lnTo>
                  <a:lnTo>
                    <a:pt x="950486" y="164040"/>
                  </a:lnTo>
                  <a:lnTo>
                    <a:pt x="980417" y="197838"/>
                  </a:lnTo>
                  <a:lnTo>
                    <a:pt x="1006302" y="233985"/>
                  </a:lnTo>
                  <a:lnTo>
                    <a:pt x="1027874" y="27227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264981" y="4755502"/>
              <a:ext cx="108585" cy="127000"/>
            </a:xfrm>
            <a:custGeom>
              <a:avLst/>
              <a:gdLst/>
              <a:ahLst/>
              <a:cxnLst/>
              <a:rect l="l" t="t" r="r" b="b"/>
              <a:pathLst>
                <a:path w="108585" h="127000">
                  <a:moveTo>
                    <a:pt x="108153" y="0"/>
                  </a:moveTo>
                  <a:lnTo>
                    <a:pt x="0" y="36969"/>
                  </a:lnTo>
                  <a:lnTo>
                    <a:pt x="91046" y="126644"/>
                  </a:lnTo>
                  <a:lnTo>
                    <a:pt x="1081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977295" y="5037430"/>
            <a:ext cx="356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134870" y="4804917"/>
            <a:ext cx="837565" cy="875665"/>
            <a:chOff x="2134870" y="4804917"/>
            <a:chExt cx="837565" cy="875665"/>
          </a:xfrm>
        </p:grpSpPr>
        <p:sp>
          <p:nvSpPr>
            <p:cNvPr id="13" name="object 13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339996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2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004561" y="4789678"/>
            <a:ext cx="837565" cy="876935"/>
            <a:chOff x="5004561" y="4789678"/>
            <a:chExt cx="837565" cy="876935"/>
          </a:xfrm>
        </p:grpSpPr>
        <p:sp>
          <p:nvSpPr>
            <p:cNvPr id="17" name="object 17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412242" y="0"/>
                  </a:moveTo>
                  <a:lnTo>
                    <a:pt x="364166" y="2906"/>
                  </a:lnTo>
                  <a:lnTo>
                    <a:pt x="317719" y="11410"/>
                  </a:lnTo>
                  <a:lnTo>
                    <a:pt x="273210" y="25187"/>
                  </a:lnTo>
                  <a:lnTo>
                    <a:pt x="230949" y="43913"/>
                  </a:lnTo>
                  <a:lnTo>
                    <a:pt x="191244" y="67264"/>
                  </a:lnTo>
                  <a:lnTo>
                    <a:pt x="154406" y="94916"/>
                  </a:lnTo>
                  <a:lnTo>
                    <a:pt x="120743" y="126544"/>
                  </a:lnTo>
                  <a:lnTo>
                    <a:pt x="90565" y="161824"/>
                  </a:lnTo>
                  <a:lnTo>
                    <a:pt x="64181" y="200433"/>
                  </a:lnTo>
                  <a:lnTo>
                    <a:pt x="41901" y="242046"/>
                  </a:lnTo>
                  <a:lnTo>
                    <a:pt x="24033" y="286338"/>
                  </a:lnTo>
                  <a:lnTo>
                    <a:pt x="10887" y="332986"/>
                  </a:lnTo>
                  <a:lnTo>
                    <a:pt x="2773" y="381666"/>
                  </a:lnTo>
                  <a:lnTo>
                    <a:pt x="0" y="432054"/>
                  </a:lnTo>
                  <a:lnTo>
                    <a:pt x="2773" y="482441"/>
                  </a:lnTo>
                  <a:lnTo>
                    <a:pt x="10887" y="531121"/>
                  </a:lnTo>
                  <a:lnTo>
                    <a:pt x="24033" y="577769"/>
                  </a:lnTo>
                  <a:lnTo>
                    <a:pt x="41901" y="622061"/>
                  </a:lnTo>
                  <a:lnTo>
                    <a:pt x="64181" y="663674"/>
                  </a:lnTo>
                  <a:lnTo>
                    <a:pt x="90565" y="702283"/>
                  </a:lnTo>
                  <a:lnTo>
                    <a:pt x="120743" y="737563"/>
                  </a:lnTo>
                  <a:lnTo>
                    <a:pt x="154406" y="769191"/>
                  </a:lnTo>
                  <a:lnTo>
                    <a:pt x="191244" y="796843"/>
                  </a:lnTo>
                  <a:lnTo>
                    <a:pt x="230949" y="820194"/>
                  </a:lnTo>
                  <a:lnTo>
                    <a:pt x="273210" y="838920"/>
                  </a:lnTo>
                  <a:lnTo>
                    <a:pt x="317719" y="852697"/>
                  </a:lnTo>
                  <a:lnTo>
                    <a:pt x="364166" y="861201"/>
                  </a:lnTo>
                  <a:lnTo>
                    <a:pt x="412242" y="864108"/>
                  </a:lnTo>
                  <a:lnTo>
                    <a:pt x="460317" y="861201"/>
                  </a:lnTo>
                  <a:lnTo>
                    <a:pt x="506764" y="852697"/>
                  </a:lnTo>
                  <a:lnTo>
                    <a:pt x="551273" y="838920"/>
                  </a:lnTo>
                  <a:lnTo>
                    <a:pt x="593534" y="820194"/>
                  </a:lnTo>
                  <a:lnTo>
                    <a:pt x="633239" y="796843"/>
                  </a:lnTo>
                  <a:lnTo>
                    <a:pt x="670077" y="769191"/>
                  </a:lnTo>
                  <a:lnTo>
                    <a:pt x="703740" y="737563"/>
                  </a:lnTo>
                  <a:lnTo>
                    <a:pt x="733918" y="702283"/>
                  </a:lnTo>
                  <a:lnTo>
                    <a:pt x="760302" y="663674"/>
                  </a:lnTo>
                  <a:lnTo>
                    <a:pt x="782582" y="622061"/>
                  </a:lnTo>
                  <a:lnTo>
                    <a:pt x="800450" y="577769"/>
                  </a:lnTo>
                  <a:lnTo>
                    <a:pt x="813596" y="531121"/>
                  </a:lnTo>
                  <a:lnTo>
                    <a:pt x="821710" y="482441"/>
                  </a:lnTo>
                  <a:lnTo>
                    <a:pt x="824484" y="432054"/>
                  </a:lnTo>
                  <a:lnTo>
                    <a:pt x="821710" y="381666"/>
                  </a:lnTo>
                  <a:lnTo>
                    <a:pt x="813596" y="332986"/>
                  </a:lnTo>
                  <a:lnTo>
                    <a:pt x="800450" y="286338"/>
                  </a:lnTo>
                  <a:lnTo>
                    <a:pt x="782582" y="242046"/>
                  </a:lnTo>
                  <a:lnTo>
                    <a:pt x="760302" y="200433"/>
                  </a:lnTo>
                  <a:lnTo>
                    <a:pt x="733918" y="161824"/>
                  </a:lnTo>
                  <a:lnTo>
                    <a:pt x="703740" y="126544"/>
                  </a:lnTo>
                  <a:lnTo>
                    <a:pt x="670077" y="94916"/>
                  </a:lnTo>
                  <a:lnTo>
                    <a:pt x="633239" y="67264"/>
                  </a:lnTo>
                  <a:lnTo>
                    <a:pt x="593534" y="43913"/>
                  </a:lnTo>
                  <a:lnTo>
                    <a:pt x="551273" y="25187"/>
                  </a:lnTo>
                  <a:lnTo>
                    <a:pt x="506764" y="11410"/>
                  </a:lnTo>
                  <a:lnTo>
                    <a:pt x="460317" y="2906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0" y="432054"/>
                  </a:moveTo>
                  <a:lnTo>
                    <a:pt x="2773" y="381666"/>
                  </a:lnTo>
                  <a:lnTo>
                    <a:pt x="10887" y="332986"/>
                  </a:lnTo>
                  <a:lnTo>
                    <a:pt x="24033" y="286338"/>
                  </a:lnTo>
                  <a:lnTo>
                    <a:pt x="41901" y="242046"/>
                  </a:lnTo>
                  <a:lnTo>
                    <a:pt x="64181" y="200433"/>
                  </a:lnTo>
                  <a:lnTo>
                    <a:pt x="90565" y="161824"/>
                  </a:lnTo>
                  <a:lnTo>
                    <a:pt x="120743" y="126544"/>
                  </a:lnTo>
                  <a:lnTo>
                    <a:pt x="154406" y="94916"/>
                  </a:lnTo>
                  <a:lnTo>
                    <a:pt x="191244" y="67264"/>
                  </a:lnTo>
                  <a:lnTo>
                    <a:pt x="230949" y="43913"/>
                  </a:lnTo>
                  <a:lnTo>
                    <a:pt x="273210" y="25187"/>
                  </a:lnTo>
                  <a:lnTo>
                    <a:pt x="317719" y="11410"/>
                  </a:lnTo>
                  <a:lnTo>
                    <a:pt x="364166" y="2906"/>
                  </a:lnTo>
                  <a:lnTo>
                    <a:pt x="412242" y="0"/>
                  </a:lnTo>
                  <a:lnTo>
                    <a:pt x="460317" y="2906"/>
                  </a:lnTo>
                  <a:lnTo>
                    <a:pt x="506764" y="11410"/>
                  </a:lnTo>
                  <a:lnTo>
                    <a:pt x="551273" y="25187"/>
                  </a:lnTo>
                  <a:lnTo>
                    <a:pt x="593534" y="43913"/>
                  </a:lnTo>
                  <a:lnTo>
                    <a:pt x="633239" y="67264"/>
                  </a:lnTo>
                  <a:lnTo>
                    <a:pt x="670077" y="94916"/>
                  </a:lnTo>
                  <a:lnTo>
                    <a:pt x="703740" y="126544"/>
                  </a:lnTo>
                  <a:lnTo>
                    <a:pt x="733918" y="161824"/>
                  </a:lnTo>
                  <a:lnTo>
                    <a:pt x="760302" y="200433"/>
                  </a:lnTo>
                  <a:lnTo>
                    <a:pt x="782582" y="242046"/>
                  </a:lnTo>
                  <a:lnTo>
                    <a:pt x="800450" y="286338"/>
                  </a:lnTo>
                  <a:lnTo>
                    <a:pt x="813596" y="332986"/>
                  </a:lnTo>
                  <a:lnTo>
                    <a:pt x="821710" y="381666"/>
                  </a:lnTo>
                  <a:lnTo>
                    <a:pt x="824484" y="432054"/>
                  </a:lnTo>
                  <a:lnTo>
                    <a:pt x="821710" y="482441"/>
                  </a:lnTo>
                  <a:lnTo>
                    <a:pt x="813596" y="531121"/>
                  </a:lnTo>
                  <a:lnTo>
                    <a:pt x="800450" y="577769"/>
                  </a:lnTo>
                  <a:lnTo>
                    <a:pt x="782582" y="622061"/>
                  </a:lnTo>
                  <a:lnTo>
                    <a:pt x="760302" y="663674"/>
                  </a:lnTo>
                  <a:lnTo>
                    <a:pt x="733918" y="702283"/>
                  </a:lnTo>
                  <a:lnTo>
                    <a:pt x="703740" y="737563"/>
                  </a:lnTo>
                  <a:lnTo>
                    <a:pt x="670077" y="769191"/>
                  </a:lnTo>
                  <a:lnTo>
                    <a:pt x="633239" y="796843"/>
                  </a:lnTo>
                  <a:lnTo>
                    <a:pt x="593534" y="820194"/>
                  </a:lnTo>
                  <a:lnTo>
                    <a:pt x="551273" y="838920"/>
                  </a:lnTo>
                  <a:lnTo>
                    <a:pt x="506764" y="852697"/>
                  </a:lnTo>
                  <a:lnTo>
                    <a:pt x="460317" y="861201"/>
                  </a:lnTo>
                  <a:lnTo>
                    <a:pt x="412242" y="864108"/>
                  </a:lnTo>
                  <a:lnTo>
                    <a:pt x="364166" y="861201"/>
                  </a:lnTo>
                  <a:lnTo>
                    <a:pt x="317719" y="852697"/>
                  </a:lnTo>
                  <a:lnTo>
                    <a:pt x="273210" y="838920"/>
                  </a:lnTo>
                  <a:lnTo>
                    <a:pt x="230949" y="820194"/>
                  </a:lnTo>
                  <a:lnTo>
                    <a:pt x="191244" y="796843"/>
                  </a:lnTo>
                  <a:lnTo>
                    <a:pt x="154406" y="769191"/>
                  </a:lnTo>
                  <a:lnTo>
                    <a:pt x="120743" y="737563"/>
                  </a:lnTo>
                  <a:lnTo>
                    <a:pt x="90565" y="702283"/>
                  </a:lnTo>
                  <a:lnTo>
                    <a:pt x="64181" y="663674"/>
                  </a:lnTo>
                  <a:lnTo>
                    <a:pt x="41901" y="622061"/>
                  </a:lnTo>
                  <a:lnTo>
                    <a:pt x="24033" y="577769"/>
                  </a:lnTo>
                  <a:lnTo>
                    <a:pt x="10887" y="531121"/>
                  </a:lnTo>
                  <a:lnTo>
                    <a:pt x="2773" y="482441"/>
                  </a:lnTo>
                  <a:lnTo>
                    <a:pt x="0" y="4320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106923" y="4896612"/>
              <a:ext cx="634365" cy="662940"/>
            </a:xfrm>
            <a:custGeom>
              <a:avLst/>
              <a:gdLst/>
              <a:ahLst/>
              <a:cxnLst/>
              <a:rect l="l" t="t" r="r" b="b"/>
              <a:pathLst>
                <a:path w="634364" h="662939">
                  <a:moveTo>
                    <a:pt x="0" y="331469"/>
                  </a:moveTo>
                  <a:lnTo>
                    <a:pt x="3437" y="282486"/>
                  </a:lnTo>
                  <a:lnTo>
                    <a:pt x="13421" y="235735"/>
                  </a:lnTo>
                  <a:lnTo>
                    <a:pt x="29462" y="191728"/>
                  </a:lnTo>
                  <a:lnTo>
                    <a:pt x="51069" y="150979"/>
                  </a:lnTo>
                  <a:lnTo>
                    <a:pt x="77752" y="113999"/>
                  </a:lnTo>
                  <a:lnTo>
                    <a:pt x="109022" y="81302"/>
                  </a:lnTo>
                  <a:lnTo>
                    <a:pt x="144386" y="53400"/>
                  </a:lnTo>
                  <a:lnTo>
                    <a:pt x="183356" y="30806"/>
                  </a:lnTo>
                  <a:lnTo>
                    <a:pt x="225440" y="14033"/>
                  </a:lnTo>
                  <a:lnTo>
                    <a:pt x="270149" y="3593"/>
                  </a:lnTo>
                  <a:lnTo>
                    <a:pt x="316992" y="0"/>
                  </a:lnTo>
                  <a:lnTo>
                    <a:pt x="363834" y="3593"/>
                  </a:lnTo>
                  <a:lnTo>
                    <a:pt x="408543" y="14033"/>
                  </a:lnTo>
                  <a:lnTo>
                    <a:pt x="450627" y="30806"/>
                  </a:lnTo>
                  <a:lnTo>
                    <a:pt x="489597" y="53400"/>
                  </a:lnTo>
                  <a:lnTo>
                    <a:pt x="524961" y="81302"/>
                  </a:lnTo>
                  <a:lnTo>
                    <a:pt x="556231" y="113999"/>
                  </a:lnTo>
                  <a:lnTo>
                    <a:pt x="582914" y="150979"/>
                  </a:lnTo>
                  <a:lnTo>
                    <a:pt x="604521" y="191728"/>
                  </a:lnTo>
                  <a:lnTo>
                    <a:pt x="620562" y="235735"/>
                  </a:lnTo>
                  <a:lnTo>
                    <a:pt x="630546" y="282486"/>
                  </a:lnTo>
                  <a:lnTo>
                    <a:pt x="633984" y="331469"/>
                  </a:lnTo>
                  <a:lnTo>
                    <a:pt x="630546" y="380453"/>
                  </a:lnTo>
                  <a:lnTo>
                    <a:pt x="620562" y="427204"/>
                  </a:lnTo>
                  <a:lnTo>
                    <a:pt x="604521" y="471211"/>
                  </a:lnTo>
                  <a:lnTo>
                    <a:pt x="582914" y="511960"/>
                  </a:lnTo>
                  <a:lnTo>
                    <a:pt x="556231" y="548940"/>
                  </a:lnTo>
                  <a:lnTo>
                    <a:pt x="524961" y="581637"/>
                  </a:lnTo>
                  <a:lnTo>
                    <a:pt x="489597" y="609539"/>
                  </a:lnTo>
                  <a:lnTo>
                    <a:pt x="450627" y="632133"/>
                  </a:lnTo>
                  <a:lnTo>
                    <a:pt x="408543" y="648906"/>
                  </a:lnTo>
                  <a:lnTo>
                    <a:pt x="363834" y="659346"/>
                  </a:lnTo>
                  <a:lnTo>
                    <a:pt x="316992" y="662940"/>
                  </a:lnTo>
                  <a:lnTo>
                    <a:pt x="270149" y="659346"/>
                  </a:lnTo>
                  <a:lnTo>
                    <a:pt x="225440" y="648906"/>
                  </a:lnTo>
                  <a:lnTo>
                    <a:pt x="183356" y="632133"/>
                  </a:lnTo>
                  <a:lnTo>
                    <a:pt x="144386" y="609539"/>
                  </a:lnTo>
                  <a:lnTo>
                    <a:pt x="109022" y="581637"/>
                  </a:lnTo>
                  <a:lnTo>
                    <a:pt x="77752" y="548940"/>
                  </a:lnTo>
                  <a:lnTo>
                    <a:pt x="51069" y="511960"/>
                  </a:lnTo>
                  <a:lnTo>
                    <a:pt x="29462" y="471211"/>
                  </a:lnTo>
                  <a:lnTo>
                    <a:pt x="13421" y="427204"/>
                  </a:lnTo>
                  <a:lnTo>
                    <a:pt x="3437" y="380453"/>
                  </a:lnTo>
                  <a:lnTo>
                    <a:pt x="0" y="33146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209522" y="5023247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4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345947" y="5186166"/>
            <a:ext cx="3151505" cy="114300"/>
            <a:chOff x="345947" y="5186166"/>
            <a:chExt cx="3151505" cy="114300"/>
          </a:xfrm>
        </p:grpSpPr>
        <p:sp>
          <p:nvSpPr>
            <p:cNvPr id="22" name="object 22" descr=""/>
            <p:cNvSpPr/>
            <p:nvPr/>
          </p:nvSpPr>
          <p:spPr>
            <a:xfrm>
              <a:off x="2966465" y="5243321"/>
              <a:ext cx="435609" cy="0"/>
            </a:xfrm>
            <a:custGeom>
              <a:avLst/>
              <a:gdLst/>
              <a:ahLst/>
              <a:cxnLst/>
              <a:rect l="l" t="t" r="r" b="b"/>
              <a:pathLst>
                <a:path w="435610" h="0">
                  <a:moveTo>
                    <a:pt x="0" y="0"/>
                  </a:moveTo>
                  <a:lnTo>
                    <a:pt x="435190" y="0"/>
                  </a:lnTo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82614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64997" y="5243321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 h="0">
                  <a:moveTo>
                    <a:pt x="0" y="0"/>
                  </a:moveTo>
                  <a:lnTo>
                    <a:pt x="326656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72607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3155454" y="4719116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486620" y="4735592"/>
            <a:ext cx="349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𝑎,</a:t>
            </a:r>
            <a:r>
              <a:rPr dirty="0" sz="1800" spc="-55">
                <a:latin typeface="Cambria Math"/>
                <a:cs typeface="Cambria Math"/>
              </a:rPr>
              <a:t> </a:t>
            </a: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758762" y="6027247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751329" y="420936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69766" y="413110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3489705" y="4804917"/>
            <a:ext cx="837565" cy="875665"/>
            <a:chOff x="3489705" y="4804917"/>
            <a:chExt cx="837565" cy="875665"/>
          </a:xfrm>
        </p:grpSpPr>
        <p:sp>
          <p:nvSpPr>
            <p:cNvPr id="32" name="object 32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3695077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3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586536" y="4452581"/>
            <a:ext cx="4425315" cy="1579245"/>
            <a:chOff x="586536" y="4452581"/>
            <a:chExt cx="4425315" cy="1579245"/>
          </a:xfrm>
        </p:grpSpPr>
        <p:sp>
          <p:nvSpPr>
            <p:cNvPr id="36" name="object 36" descr=""/>
            <p:cNvSpPr/>
            <p:nvPr/>
          </p:nvSpPr>
          <p:spPr>
            <a:xfrm>
              <a:off x="4321301" y="5230035"/>
              <a:ext cx="595630" cy="12700"/>
            </a:xfrm>
            <a:custGeom>
              <a:avLst/>
              <a:gdLst/>
              <a:ahLst/>
              <a:cxnLst/>
              <a:rect l="l" t="t" r="r" b="b"/>
              <a:pathLst>
                <a:path w="595629" h="12700">
                  <a:moveTo>
                    <a:pt x="0" y="12230"/>
                  </a:moveTo>
                  <a:lnTo>
                    <a:pt x="59514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896233" y="5173297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0" y="0"/>
                  </a:moveTo>
                  <a:lnTo>
                    <a:pt x="2349" y="114274"/>
                  </a:lnTo>
                  <a:lnTo>
                    <a:pt x="115443" y="54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321347" y="5637548"/>
              <a:ext cx="1066165" cy="375285"/>
            </a:xfrm>
            <a:custGeom>
              <a:avLst/>
              <a:gdLst/>
              <a:ahLst/>
              <a:cxnLst/>
              <a:rect l="l" t="t" r="r" b="b"/>
              <a:pathLst>
                <a:path w="1066164" h="375285">
                  <a:moveTo>
                    <a:pt x="1065885" y="0"/>
                  </a:moveTo>
                  <a:lnTo>
                    <a:pt x="1056430" y="40929"/>
                  </a:lnTo>
                  <a:lnTo>
                    <a:pt x="1042272" y="80254"/>
                  </a:lnTo>
                  <a:lnTo>
                    <a:pt x="1023672" y="117821"/>
                  </a:lnTo>
                  <a:lnTo>
                    <a:pt x="1000892" y="153472"/>
                  </a:lnTo>
                  <a:lnTo>
                    <a:pt x="974193" y="187052"/>
                  </a:lnTo>
                  <a:lnTo>
                    <a:pt x="943835" y="218405"/>
                  </a:lnTo>
                  <a:lnTo>
                    <a:pt x="910079" y="247375"/>
                  </a:lnTo>
                  <a:lnTo>
                    <a:pt x="873187" y="273807"/>
                  </a:lnTo>
                  <a:lnTo>
                    <a:pt x="833419" y="297545"/>
                  </a:lnTo>
                  <a:lnTo>
                    <a:pt x="791037" y="318432"/>
                  </a:lnTo>
                  <a:lnTo>
                    <a:pt x="746301" y="336314"/>
                  </a:lnTo>
                  <a:lnTo>
                    <a:pt x="699472" y="351034"/>
                  </a:lnTo>
                  <a:lnTo>
                    <a:pt x="650812" y="362436"/>
                  </a:lnTo>
                  <a:lnTo>
                    <a:pt x="600582" y="370365"/>
                  </a:lnTo>
                  <a:lnTo>
                    <a:pt x="549042" y="374665"/>
                  </a:lnTo>
                  <a:lnTo>
                    <a:pt x="496453" y="375180"/>
                  </a:lnTo>
                  <a:lnTo>
                    <a:pt x="443077" y="371754"/>
                  </a:lnTo>
                  <a:lnTo>
                    <a:pt x="388983" y="364147"/>
                  </a:lnTo>
                  <a:lnTo>
                    <a:pt x="336845" y="352620"/>
                  </a:lnTo>
                  <a:lnTo>
                    <a:pt x="286932" y="337375"/>
                  </a:lnTo>
                  <a:lnTo>
                    <a:pt x="239512" y="318613"/>
                  </a:lnTo>
                  <a:lnTo>
                    <a:pt x="194855" y="296535"/>
                  </a:lnTo>
                  <a:lnTo>
                    <a:pt x="153230" y="271343"/>
                  </a:lnTo>
                  <a:lnTo>
                    <a:pt x="114906" y="243238"/>
                  </a:lnTo>
                  <a:lnTo>
                    <a:pt x="80151" y="212421"/>
                  </a:lnTo>
                  <a:lnTo>
                    <a:pt x="49236" y="179094"/>
                  </a:lnTo>
                  <a:lnTo>
                    <a:pt x="22429" y="143458"/>
                  </a:lnTo>
                  <a:lnTo>
                    <a:pt x="0" y="105714"/>
                  </a:lnTo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274094" y="5653577"/>
              <a:ext cx="107950" cy="127000"/>
            </a:xfrm>
            <a:custGeom>
              <a:avLst/>
              <a:gdLst/>
              <a:ahLst/>
              <a:cxnLst/>
              <a:rect l="l" t="t" r="r" b="b"/>
              <a:pathLst>
                <a:path w="107950" h="127000">
                  <a:moveTo>
                    <a:pt x="14604" y="0"/>
                  </a:moveTo>
                  <a:lnTo>
                    <a:pt x="0" y="126949"/>
                  </a:lnTo>
                  <a:lnTo>
                    <a:pt x="107403" y="87858"/>
                  </a:lnTo>
                  <a:lnTo>
                    <a:pt x="1460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05586" y="4471631"/>
              <a:ext cx="580390" cy="581660"/>
            </a:xfrm>
            <a:custGeom>
              <a:avLst/>
              <a:gdLst/>
              <a:ahLst/>
              <a:cxnLst/>
              <a:rect l="l" t="t" r="r" b="b"/>
              <a:pathLst>
                <a:path w="580390" h="581660">
                  <a:moveTo>
                    <a:pt x="236423" y="581139"/>
                  </a:moveTo>
                  <a:lnTo>
                    <a:pt x="197181" y="575957"/>
                  </a:lnTo>
                  <a:lnTo>
                    <a:pt x="158912" y="561209"/>
                  </a:lnTo>
                  <a:lnTo>
                    <a:pt x="122589" y="538091"/>
                  </a:lnTo>
                  <a:lnTo>
                    <a:pt x="89185" y="507797"/>
                  </a:lnTo>
                  <a:lnTo>
                    <a:pt x="59673" y="471525"/>
                  </a:lnTo>
                  <a:lnTo>
                    <a:pt x="35025" y="430470"/>
                  </a:lnTo>
                  <a:lnTo>
                    <a:pt x="16215" y="385827"/>
                  </a:lnTo>
                  <a:lnTo>
                    <a:pt x="4216" y="338793"/>
                  </a:lnTo>
                  <a:lnTo>
                    <a:pt x="0" y="290563"/>
                  </a:lnTo>
                  <a:lnTo>
                    <a:pt x="4309" y="247125"/>
                  </a:lnTo>
                  <a:lnTo>
                    <a:pt x="16643" y="204559"/>
                  </a:lnTo>
                  <a:lnTo>
                    <a:pt x="36110" y="163735"/>
                  </a:lnTo>
                  <a:lnTo>
                    <a:pt x="61817" y="125526"/>
                  </a:lnTo>
                  <a:lnTo>
                    <a:pt x="92875" y="90803"/>
                  </a:lnTo>
                  <a:lnTo>
                    <a:pt x="128389" y="60438"/>
                  </a:lnTo>
                  <a:lnTo>
                    <a:pt x="167470" y="35304"/>
                  </a:lnTo>
                  <a:lnTo>
                    <a:pt x="209226" y="16272"/>
                  </a:lnTo>
                  <a:lnTo>
                    <a:pt x="252763" y="4213"/>
                  </a:lnTo>
                  <a:lnTo>
                    <a:pt x="297192" y="0"/>
                  </a:lnTo>
                  <a:lnTo>
                    <a:pt x="342342" y="5094"/>
                  </a:lnTo>
                  <a:lnTo>
                    <a:pt x="386556" y="19663"/>
                  </a:lnTo>
                  <a:lnTo>
                    <a:pt x="428898" y="42636"/>
                  </a:lnTo>
                  <a:lnTo>
                    <a:pt x="468433" y="72939"/>
                  </a:lnTo>
                  <a:lnTo>
                    <a:pt x="504224" y="109501"/>
                  </a:lnTo>
                  <a:lnTo>
                    <a:pt x="535336" y="151251"/>
                  </a:lnTo>
                  <a:lnTo>
                    <a:pt x="560833" y="197115"/>
                  </a:lnTo>
                  <a:lnTo>
                    <a:pt x="579780" y="24602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126008" y="4690326"/>
              <a:ext cx="113030" cy="121920"/>
            </a:xfrm>
            <a:custGeom>
              <a:avLst/>
              <a:gdLst/>
              <a:ahLst/>
              <a:cxnLst/>
              <a:rect l="l" t="t" r="r" b="b"/>
              <a:pathLst>
                <a:path w="113030" h="121920">
                  <a:moveTo>
                    <a:pt x="112953" y="0"/>
                  </a:moveTo>
                  <a:lnTo>
                    <a:pt x="0" y="17500"/>
                  </a:lnTo>
                  <a:lnTo>
                    <a:pt x="73977" y="121704"/>
                  </a:lnTo>
                  <a:lnTo>
                    <a:pt x="112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 descr=""/>
          <p:cNvGrpSpPr/>
          <p:nvPr/>
        </p:nvGrpSpPr>
        <p:grpSpPr>
          <a:xfrm>
            <a:off x="7593838" y="4859782"/>
            <a:ext cx="118110" cy="398780"/>
            <a:chOff x="7593838" y="4859782"/>
            <a:chExt cx="118110" cy="398780"/>
          </a:xfrm>
        </p:grpSpPr>
        <p:sp>
          <p:nvSpPr>
            <p:cNvPr id="43" name="object 43" descr=""/>
            <p:cNvSpPr/>
            <p:nvPr/>
          </p:nvSpPr>
          <p:spPr>
            <a:xfrm>
              <a:off x="7600188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105155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105155" y="385572"/>
                  </a:lnTo>
                  <a:lnTo>
                    <a:pt x="10515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600188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0" y="0"/>
                  </a:moveTo>
                  <a:lnTo>
                    <a:pt x="105155" y="0"/>
                  </a:lnTo>
                  <a:lnTo>
                    <a:pt x="105155" y="385572"/>
                  </a:lnTo>
                  <a:lnTo>
                    <a:pt x="0" y="38557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6356603" y="5702808"/>
            <a:ext cx="4023360" cy="83248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29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Read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𝑏</a:t>
            </a:r>
            <a:r>
              <a:rPr dirty="0" sz="2400">
                <a:latin typeface="Franklin Gothic Medium"/>
                <a:cs typeface="Franklin Gothic Medium"/>
              </a:rPr>
              <a:t>,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follow</a:t>
            </a:r>
            <a:r>
              <a:rPr dirty="0" sz="2400" spc="-2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transition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from</a:t>
            </a:r>
            <a:endParaRPr sz="2400">
              <a:latin typeface="Franklin Gothic Medium"/>
              <a:cs typeface="Franklin Gothic Medium"/>
            </a:endParaRPr>
          </a:p>
          <a:p>
            <a:pPr marL="90170">
              <a:lnSpc>
                <a:spcPct val="100000"/>
              </a:lnSpc>
            </a:pPr>
            <a:r>
              <a:rPr dirty="0" sz="2400">
                <a:latin typeface="Cambria Math"/>
                <a:cs typeface="Cambria Math"/>
              </a:rPr>
              <a:t>𝑞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367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𝑞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sz="2400">
                <a:latin typeface="Franklin Gothic Medium"/>
                <a:cs typeface="Franklin Gothic Medium"/>
              </a:rPr>
              <a:t>,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𝑞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37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3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10725656" y="3744214"/>
            <a:ext cx="316230" cy="316230"/>
            <a:chOff x="10725656" y="3744214"/>
            <a:chExt cx="316230" cy="316230"/>
          </a:xfrm>
        </p:grpSpPr>
        <p:sp>
          <p:nvSpPr>
            <p:cNvPr id="47" name="object 47" descr=""/>
            <p:cNvSpPr/>
            <p:nvPr/>
          </p:nvSpPr>
          <p:spPr>
            <a:xfrm>
              <a:off x="10732008" y="37505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0732006" y="37505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10761364" y="3801643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10420856" y="4003294"/>
            <a:ext cx="767715" cy="549275"/>
            <a:chOff x="10420856" y="4003294"/>
            <a:chExt cx="767715" cy="549275"/>
          </a:xfrm>
        </p:grpSpPr>
        <p:sp>
          <p:nvSpPr>
            <p:cNvPr id="51" name="object 51" descr=""/>
            <p:cNvSpPr/>
            <p:nvPr/>
          </p:nvSpPr>
          <p:spPr>
            <a:xfrm>
              <a:off x="10619145" y="4009644"/>
              <a:ext cx="156845" cy="184785"/>
            </a:xfrm>
            <a:custGeom>
              <a:avLst/>
              <a:gdLst/>
              <a:ahLst/>
              <a:cxnLst/>
              <a:rect l="l" t="t" r="r" b="b"/>
              <a:pathLst>
                <a:path w="156845" h="184785">
                  <a:moveTo>
                    <a:pt x="156349" y="0"/>
                  </a:moveTo>
                  <a:lnTo>
                    <a:pt x="0" y="18444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0578084" y="4159759"/>
              <a:ext cx="78740" cy="83185"/>
            </a:xfrm>
            <a:custGeom>
              <a:avLst/>
              <a:gdLst/>
              <a:ahLst/>
              <a:cxnLst/>
              <a:rect l="l" t="t" r="r" b="b"/>
              <a:pathLst>
                <a:path w="78740" h="83185">
                  <a:moveTo>
                    <a:pt x="20205" y="0"/>
                  </a:moveTo>
                  <a:lnTo>
                    <a:pt x="0" y="82765"/>
                  </a:lnTo>
                  <a:lnTo>
                    <a:pt x="78333" y="49276"/>
                  </a:lnTo>
                  <a:lnTo>
                    <a:pt x="20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0991088" y="4009644"/>
              <a:ext cx="157480" cy="190500"/>
            </a:xfrm>
            <a:custGeom>
              <a:avLst/>
              <a:gdLst/>
              <a:ahLst/>
              <a:cxnLst/>
              <a:rect l="l" t="t" r="r" b="b"/>
              <a:pathLst>
                <a:path w="157479" h="190500">
                  <a:moveTo>
                    <a:pt x="0" y="0"/>
                  </a:moveTo>
                  <a:lnTo>
                    <a:pt x="156997" y="19025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0427208" y="4165866"/>
              <a:ext cx="761365" cy="380365"/>
            </a:xfrm>
            <a:custGeom>
              <a:avLst/>
              <a:gdLst/>
              <a:ahLst/>
              <a:cxnLst/>
              <a:rect l="l" t="t" r="r" b="b"/>
              <a:pathLst>
                <a:path w="761365" h="380364">
                  <a:moveTo>
                    <a:pt x="303276" y="228587"/>
                  </a:moveTo>
                  <a:lnTo>
                    <a:pt x="295541" y="180670"/>
                  </a:lnTo>
                  <a:lnTo>
                    <a:pt x="274015" y="139039"/>
                  </a:lnTo>
                  <a:lnTo>
                    <a:pt x="241185" y="106210"/>
                  </a:lnTo>
                  <a:lnTo>
                    <a:pt x="199555" y="84683"/>
                  </a:lnTo>
                  <a:lnTo>
                    <a:pt x="151638" y="76949"/>
                  </a:lnTo>
                  <a:lnTo>
                    <a:pt x="103708" y="84683"/>
                  </a:lnTo>
                  <a:lnTo>
                    <a:pt x="62077" y="106210"/>
                  </a:lnTo>
                  <a:lnTo>
                    <a:pt x="29248" y="139039"/>
                  </a:lnTo>
                  <a:lnTo>
                    <a:pt x="7721" y="180670"/>
                  </a:lnTo>
                  <a:lnTo>
                    <a:pt x="0" y="228587"/>
                  </a:lnTo>
                  <a:lnTo>
                    <a:pt x="7721" y="276517"/>
                  </a:lnTo>
                  <a:lnTo>
                    <a:pt x="29248" y="318147"/>
                  </a:lnTo>
                  <a:lnTo>
                    <a:pt x="62077" y="350977"/>
                  </a:lnTo>
                  <a:lnTo>
                    <a:pt x="103708" y="372503"/>
                  </a:lnTo>
                  <a:lnTo>
                    <a:pt x="151638" y="380225"/>
                  </a:lnTo>
                  <a:lnTo>
                    <a:pt x="199555" y="372503"/>
                  </a:lnTo>
                  <a:lnTo>
                    <a:pt x="241185" y="350977"/>
                  </a:lnTo>
                  <a:lnTo>
                    <a:pt x="274015" y="318147"/>
                  </a:lnTo>
                  <a:lnTo>
                    <a:pt x="295541" y="276517"/>
                  </a:lnTo>
                  <a:lnTo>
                    <a:pt x="303276" y="228587"/>
                  </a:lnTo>
                  <a:close/>
                </a:path>
                <a:path w="761365" h="380364">
                  <a:moveTo>
                    <a:pt x="761288" y="83019"/>
                  </a:moveTo>
                  <a:lnTo>
                    <a:pt x="742175" y="0"/>
                  </a:lnTo>
                  <a:lnTo>
                    <a:pt x="683399" y="48501"/>
                  </a:lnTo>
                  <a:lnTo>
                    <a:pt x="761288" y="83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0427206" y="4242816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10456671" y="4293522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11030456" y="4242561"/>
            <a:ext cx="316230" cy="316230"/>
            <a:chOff x="11030456" y="4242561"/>
            <a:chExt cx="316230" cy="316230"/>
          </a:xfrm>
        </p:grpSpPr>
        <p:sp>
          <p:nvSpPr>
            <p:cNvPr id="58" name="object 58" descr=""/>
            <p:cNvSpPr/>
            <p:nvPr/>
          </p:nvSpPr>
          <p:spPr>
            <a:xfrm>
              <a:off x="11036808" y="4248911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1036806" y="4248911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11064439" y="4299882"/>
            <a:ext cx="2089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latin typeface="Cambria Math"/>
                <a:cs typeface="Cambria Math"/>
              </a:rPr>
              <a:t>2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10667744" y="4501641"/>
            <a:ext cx="853440" cy="574040"/>
            <a:chOff x="10667744" y="4501641"/>
            <a:chExt cx="853440" cy="574040"/>
          </a:xfrm>
        </p:grpSpPr>
        <p:sp>
          <p:nvSpPr>
            <p:cNvPr id="62" name="object 62" descr=""/>
            <p:cNvSpPr/>
            <p:nvPr/>
          </p:nvSpPr>
          <p:spPr>
            <a:xfrm>
              <a:off x="11295888" y="4507991"/>
              <a:ext cx="184785" cy="222250"/>
            </a:xfrm>
            <a:custGeom>
              <a:avLst/>
              <a:gdLst/>
              <a:ahLst/>
              <a:cxnLst/>
              <a:rect l="l" t="t" r="r" b="b"/>
              <a:pathLst>
                <a:path w="184784" h="222250">
                  <a:moveTo>
                    <a:pt x="0" y="0"/>
                  </a:moveTo>
                  <a:lnTo>
                    <a:pt x="184162" y="222161"/>
                  </a:lnTo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1442624" y="4696064"/>
              <a:ext cx="78105" cy="83185"/>
            </a:xfrm>
            <a:custGeom>
              <a:avLst/>
              <a:gdLst/>
              <a:ahLst/>
              <a:cxnLst/>
              <a:rect l="l" t="t" r="r" b="b"/>
              <a:pathLst>
                <a:path w="78104" h="83185">
                  <a:moveTo>
                    <a:pt x="58661" y="0"/>
                  </a:moveTo>
                  <a:lnTo>
                    <a:pt x="0" y="48628"/>
                  </a:lnTo>
                  <a:lnTo>
                    <a:pt x="77952" y="82981"/>
                  </a:lnTo>
                  <a:lnTo>
                    <a:pt x="5866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0871151" y="4507991"/>
              <a:ext cx="210820" cy="212725"/>
            </a:xfrm>
            <a:custGeom>
              <a:avLst/>
              <a:gdLst/>
              <a:ahLst/>
              <a:cxnLst/>
              <a:rect l="l" t="t" r="r" b="b"/>
              <a:pathLst>
                <a:path w="210820" h="212725">
                  <a:moveTo>
                    <a:pt x="210261" y="0"/>
                  </a:moveTo>
                  <a:lnTo>
                    <a:pt x="0" y="212547"/>
                  </a:lnTo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0826491" y="4684712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26504" y="0"/>
                  </a:moveTo>
                  <a:lnTo>
                    <a:pt x="0" y="80962"/>
                  </a:lnTo>
                  <a:lnTo>
                    <a:pt x="80683" y="53581"/>
                  </a:lnTo>
                  <a:lnTo>
                    <a:pt x="2650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0674096" y="4765547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0674094" y="4765547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10703858" y="4816570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11362690" y="4772914"/>
            <a:ext cx="316230" cy="316230"/>
            <a:chOff x="11362690" y="4772914"/>
            <a:chExt cx="316230" cy="316230"/>
          </a:xfrm>
        </p:grpSpPr>
        <p:sp>
          <p:nvSpPr>
            <p:cNvPr id="70" name="object 70" descr=""/>
            <p:cNvSpPr/>
            <p:nvPr/>
          </p:nvSpPr>
          <p:spPr>
            <a:xfrm>
              <a:off x="11369040" y="47792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1369040" y="47792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11396412" y="4829936"/>
            <a:ext cx="2089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latin typeface="Cambria Math"/>
                <a:cs typeface="Cambria Math"/>
              </a:rPr>
              <a:t>3</a:t>
            </a:r>
            <a:endParaRPr baseline="-17361" sz="1200">
              <a:latin typeface="Cambria Math"/>
              <a:cs typeface="Cambria Math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6442955" y="4428948"/>
            <a:ext cx="13227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948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Input: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baseline="-2976" sz="4200" spc="-37">
                <a:latin typeface="Cambria Math"/>
                <a:cs typeface="Cambria Math"/>
              </a:rPr>
              <a:t>𝑎</a:t>
            </a:r>
            <a:r>
              <a:rPr dirty="0" baseline="-2976" sz="4200" spc="-37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baseline="-2976" sz="4200">
              <a:latin typeface="Cambria Math"/>
              <a:cs typeface="Cambria Math"/>
            </a:endParaRPr>
          </a:p>
        </p:txBody>
      </p:sp>
      <p:grpSp>
        <p:nvGrpSpPr>
          <p:cNvPr id="74" name="object 74" descr=""/>
          <p:cNvGrpSpPr/>
          <p:nvPr/>
        </p:nvGrpSpPr>
        <p:grpSpPr>
          <a:xfrm>
            <a:off x="10283949" y="4495546"/>
            <a:ext cx="194945" cy="298450"/>
            <a:chOff x="10283949" y="4495546"/>
            <a:chExt cx="194945" cy="298450"/>
          </a:xfrm>
        </p:grpSpPr>
        <p:sp>
          <p:nvSpPr>
            <p:cNvPr id="75" name="object 75" descr=""/>
            <p:cNvSpPr/>
            <p:nvPr/>
          </p:nvSpPr>
          <p:spPr>
            <a:xfrm>
              <a:off x="10318355" y="4501896"/>
              <a:ext cx="153670" cy="238760"/>
            </a:xfrm>
            <a:custGeom>
              <a:avLst/>
              <a:gdLst/>
              <a:ahLst/>
              <a:cxnLst/>
              <a:rect l="l" t="t" r="r" b="b"/>
              <a:pathLst>
                <a:path w="153670" h="238760">
                  <a:moveTo>
                    <a:pt x="153581" y="0"/>
                  </a:moveTo>
                  <a:lnTo>
                    <a:pt x="0" y="238264"/>
                  </a:lnTo>
                </a:path>
              </a:pathLst>
            </a:custGeom>
            <a:ln w="127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0283949" y="4708841"/>
              <a:ext cx="73660" cy="85090"/>
            </a:xfrm>
            <a:custGeom>
              <a:avLst/>
              <a:gdLst/>
              <a:ahLst/>
              <a:cxnLst/>
              <a:rect l="l" t="t" r="r" b="b"/>
              <a:pathLst>
                <a:path w="73659" h="85089">
                  <a:moveTo>
                    <a:pt x="9258" y="0"/>
                  </a:moveTo>
                  <a:lnTo>
                    <a:pt x="0" y="84683"/>
                  </a:lnTo>
                  <a:lnTo>
                    <a:pt x="73304" y="41275"/>
                  </a:lnTo>
                  <a:lnTo>
                    <a:pt x="925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 descr=""/>
          <p:cNvSpPr txBox="1"/>
          <p:nvPr/>
        </p:nvSpPr>
        <p:spPr>
          <a:xfrm>
            <a:off x="10074322" y="4821774"/>
            <a:ext cx="3587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Franklin Gothic Medium"/>
                <a:cs typeface="Franklin Gothic Medium"/>
              </a:rPr>
              <a:t>reject</a:t>
            </a:r>
            <a:endParaRPr sz="1100">
              <a:latin typeface="Franklin Gothic Medium"/>
              <a:cs typeface="Franklin Gothic Medium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9191869" y="3889625"/>
            <a:ext cx="709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Read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9191869" y="4500439"/>
            <a:ext cx="704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Read</a:t>
            </a:r>
            <a:r>
              <a:rPr dirty="0" sz="1800" spc="-7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6356603" y="5251703"/>
            <a:ext cx="935990" cy="451484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285"/>
              </a:spcBef>
            </a:pP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r>
              <a:rPr dirty="0" sz="2400" spc="-25">
                <a:latin typeface="Franklin Gothic Medium"/>
                <a:cs typeface="Franklin Gothic Medium"/>
              </a:rPr>
              <a:t>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5981395" y="3603314"/>
            <a:ext cx="22593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Input</a:t>
            </a:r>
            <a:r>
              <a:rPr dirty="0" sz="2800" spc="-16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60"/>
              <a:t>Nondeterminism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92069" y="1355675"/>
            <a:ext cx="8397240" cy="1147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Several</a:t>
            </a:r>
            <a:r>
              <a:rPr dirty="0" sz="2800" spc="-1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choices</a:t>
            </a:r>
            <a:r>
              <a:rPr dirty="0" sz="2800" spc="-1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95">
                <a:latin typeface="Franklin Gothic Medium"/>
                <a:cs typeface="Franklin Gothic Medium"/>
              </a:rPr>
              <a:t>may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exist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for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next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any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point.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2800" spc="-40">
                <a:latin typeface="Franklin Gothic Medium"/>
                <a:cs typeface="Franklin Gothic Medium"/>
              </a:rPr>
              <a:t>Nondeterminism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generalization</a:t>
            </a:r>
            <a:r>
              <a:rPr dirty="0" sz="28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determinism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38983" y="2671572"/>
            <a:ext cx="925068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Franklin Gothic Medium"/>
                <a:cs typeface="Franklin Gothic Medium"/>
              </a:rPr>
              <a:t>Every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0">
                <a:latin typeface="Franklin Gothic Medium"/>
                <a:cs typeface="Franklin Gothic Medium"/>
              </a:rPr>
              <a:t>DFA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automatically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30">
                <a:latin typeface="Franklin Gothic Medium"/>
                <a:cs typeface="Franklin Gothic Medium"/>
              </a:rPr>
              <a:t> Nondeterministic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70">
                <a:latin typeface="Franklin Gothic Medium"/>
                <a:cs typeface="Franklin Gothic Medium"/>
              </a:rPr>
              <a:t>Automaton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(NFA).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2608" y="3558540"/>
            <a:ext cx="528955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3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80033" y="4500398"/>
            <a:ext cx="1593215" cy="1179830"/>
            <a:chOff x="780033" y="4500398"/>
            <a:chExt cx="1593215" cy="1179830"/>
          </a:xfrm>
        </p:grpSpPr>
        <p:sp>
          <p:nvSpPr>
            <p:cNvPr id="7" name="object 7" descr=""/>
            <p:cNvSpPr/>
            <p:nvPr/>
          </p:nvSpPr>
          <p:spPr>
            <a:xfrm>
              <a:off x="1310998" y="4519448"/>
              <a:ext cx="1014730" cy="321310"/>
            </a:xfrm>
            <a:custGeom>
              <a:avLst/>
              <a:gdLst/>
              <a:ahLst/>
              <a:cxnLst/>
              <a:rect l="l" t="t" r="r" b="b"/>
              <a:pathLst>
                <a:path w="1014730" h="321310">
                  <a:moveTo>
                    <a:pt x="0" y="321241"/>
                  </a:moveTo>
                  <a:lnTo>
                    <a:pt x="15577" y="281529"/>
                  </a:lnTo>
                  <a:lnTo>
                    <a:pt x="35388" y="243882"/>
                  </a:lnTo>
                  <a:lnTo>
                    <a:pt x="59158" y="208429"/>
                  </a:lnTo>
                  <a:lnTo>
                    <a:pt x="86615" y="175298"/>
                  </a:lnTo>
                  <a:lnTo>
                    <a:pt x="117483" y="144618"/>
                  </a:lnTo>
                  <a:lnTo>
                    <a:pt x="151489" y="116517"/>
                  </a:lnTo>
                  <a:lnTo>
                    <a:pt x="188357" y="91125"/>
                  </a:lnTo>
                  <a:lnTo>
                    <a:pt x="227815" y="68568"/>
                  </a:lnTo>
                  <a:lnTo>
                    <a:pt x="269587" y="48978"/>
                  </a:lnTo>
                  <a:lnTo>
                    <a:pt x="313401" y="32480"/>
                  </a:lnTo>
                  <a:lnTo>
                    <a:pt x="358980" y="19205"/>
                  </a:lnTo>
                  <a:lnTo>
                    <a:pt x="406052" y="9281"/>
                  </a:lnTo>
                  <a:lnTo>
                    <a:pt x="454343" y="2836"/>
                  </a:lnTo>
                  <a:lnTo>
                    <a:pt x="503577" y="0"/>
                  </a:lnTo>
                  <a:lnTo>
                    <a:pt x="553481" y="899"/>
                  </a:lnTo>
                  <a:lnTo>
                    <a:pt x="603781" y="5664"/>
                  </a:lnTo>
                  <a:lnTo>
                    <a:pt x="654202" y="14422"/>
                  </a:lnTo>
                  <a:lnTo>
                    <a:pt x="708229" y="28506"/>
                  </a:lnTo>
                  <a:lnTo>
                    <a:pt x="759458" y="46870"/>
                  </a:lnTo>
                  <a:lnTo>
                    <a:pt x="807585" y="69245"/>
                  </a:lnTo>
                  <a:lnTo>
                    <a:pt x="852307" y="95358"/>
                  </a:lnTo>
                  <a:lnTo>
                    <a:pt x="893320" y="124940"/>
                  </a:lnTo>
                  <a:lnTo>
                    <a:pt x="930320" y="157720"/>
                  </a:lnTo>
                  <a:lnTo>
                    <a:pt x="963004" y="193426"/>
                  </a:lnTo>
                  <a:lnTo>
                    <a:pt x="991068" y="231789"/>
                  </a:lnTo>
                  <a:lnTo>
                    <a:pt x="1014209" y="27253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264982" y="4755503"/>
              <a:ext cx="108585" cy="127000"/>
            </a:xfrm>
            <a:custGeom>
              <a:avLst/>
              <a:gdLst/>
              <a:ahLst/>
              <a:cxnLst/>
              <a:rect l="l" t="t" r="r" b="b"/>
              <a:pathLst>
                <a:path w="108585" h="127000">
                  <a:moveTo>
                    <a:pt x="108153" y="0"/>
                  </a:moveTo>
                  <a:lnTo>
                    <a:pt x="0" y="36969"/>
                  </a:lnTo>
                  <a:lnTo>
                    <a:pt x="91046" y="126644"/>
                  </a:lnTo>
                  <a:lnTo>
                    <a:pt x="1081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77295" y="5037430"/>
            <a:ext cx="356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141220" y="4811267"/>
            <a:ext cx="824865" cy="862965"/>
          </a:xfrm>
          <a:custGeom>
            <a:avLst/>
            <a:gdLst/>
            <a:ahLst/>
            <a:cxnLst/>
            <a:rect l="l" t="t" r="r" b="b"/>
            <a:pathLst>
              <a:path w="824864" h="862964">
                <a:moveTo>
                  <a:pt x="0" y="431291"/>
                </a:moveTo>
                <a:lnTo>
                  <a:pt x="2773" y="380993"/>
                </a:lnTo>
                <a:lnTo>
                  <a:pt x="10887" y="332399"/>
                </a:lnTo>
                <a:lnTo>
                  <a:pt x="24033" y="285832"/>
                </a:lnTo>
                <a:lnTo>
                  <a:pt x="41901" y="241618"/>
                </a:lnTo>
                <a:lnTo>
                  <a:pt x="64181" y="200079"/>
                </a:lnTo>
                <a:lnTo>
                  <a:pt x="90565" y="161538"/>
                </a:lnTo>
                <a:lnTo>
                  <a:pt x="120743" y="126320"/>
                </a:lnTo>
                <a:lnTo>
                  <a:pt x="154406" y="94748"/>
                </a:lnTo>
                <a:lnTo>
                  <a:pt x="191244" y="67145"/>
                </a:lnTo>
                <a:lnTo>
                  <a:pt x="230949" y="43836"/>
                </a:lnTo>
                <a:lnTo>
                  <a:pt x="273210" y="25143"/>
                </a:lnTo>
                <a:lnTo>
                  <a:pt x="317719" y="11390"/>
                </a:lnTo>
                <a:lnTo>
                  <a:pt x="364166" y="2901"/>
                </a:lnTo>
                <a:lnTo>
                  <a:pt x="412242" y="0"/>
                </a:lnTo>
                <a:lnTo>
                  <a:pt x="460317" y="2901"/>
                </a:lnTo>
                <a:lnTo>
                  <a:pt x="506764" y="11390"/>
                </a:lnTo>
                <a:lnTo>
                  <a:pt x="551273" y="25143"/>
                </a:lnTo>
                <a:lnTo>
                  <a:pt x="593534" y="43836"/>
                </a:lnTo>
                <a:lnTo>
                  <a:pt x="633239" y="67145"/>
                </a:lnTo>
                <a:lnTo>
                  <a:pt x="670077" y="94748"/>
                </a:lnTo>
                <a:lnTo>
                  <a:pt x="703740" y="126320"/>
                </a:lnTo>
                <a:lnTo>
                  <a:pt x="733918" y="161538"/>
                </a:lnTo>
                <a:lnTo>
                  <a:pt x="760302" y="200079"/>
                </a:lnTo>
                <a:lnTo>
                  <a:pt x="782582" y="241618"/>
                </a:lnTo>
                <a:lnTo>
                  <a:pt x="800450" y="285832"/>
                </a:lnTo>
                <a:lnTo>
                  <a:pt x="813596" y="332399"/>
                </a:lnTo>
                <a:lnTo>
                  <a:pt x="821710" y="380993"/>
                </a:lnTo>
                <a:lnTo>
                  <a:pt x="824484" y="431291"/>
                </a:lnTo>
                <a:lnTo>
                  <a:pt x="821710" y="481590"/>
                </a:lnTo>
                <a:lnTo>
                  <a:pt x="813596" y="530184"/>
                </a:lnTo>
                <a:lnTo>
                  <a:pt x="800450" y="576751"/>
                </a:lnTo>
                <a:lnTo>
                  <a:pt x="782582" y="620965"/>
                </a:lnTo>
                <a:lnTo>
                  <a:pt x="760302" y="662504"/>
                </a:lnTo>
                <a:lnTo>
                  <a:pt x="733918" y="701045"/>
                </a:lnTo>
                <a:lnTo>
                  <a:pt x="703740" y="736263"/>
                </a:lnTo>
                <a:lnTo>
                  <a:pt x="670077" y="767835"/>
                </a:lnTo>
                <a:lnTo>
                  <a:pt x="633239" y="795438"/>
                </a:lnTo>
                <a:lnTo>
                  <a:pt x="593534" y="818747"/>
                </a:lnTo>
                <a:lnTo>
                  <a:pt x="551273" y="837440"/>
                </a:lnTo>
                <a:lnTo>
                  <a:pt x="506764" y="851193"/>
                </a:lnTo>
                <a:lnTo>
                  <a:pt x="460317" y="859682"/>
                </a:lnTo>
                <a:lnTo>
                  <a:pt x="412242" y="862583"/>
                </a:lnTo>
                <a:lnTo>
                  <a:pt x="364166" y="859682"/>
                </a:lnTo>
                <a:lnTo>
                  <a:pt x="317719" y="851193"/>
                </a:lnTo>
                <a:lnTo>
                  <a:pt x="273210" y="837440"/>
                </a:lnTo>
                <a:lnTo>
                  <a:pt x="230949" y="818747"/>
                </a:lnTo>
                <a:lnTo>
                  <a:pt x="191244" y="795438"/>
                </a:lnTo>
                <a:lnTo>
                  <a:pt x="154406" y="767835"/>
                </a:lnTo>
                <a:lnTo>
                  <a:pt x="120743" y="736263"/>
                </a:lnTo>
                <a:lnTo>
                  <a:pt x="90565" y="701045"/>
                </a:lnTo>
                <a:lnTo>
                  <a:pt x="64181" y="662504"/>
                </a:lnTo>
                <a:lnTo>
                  <a:pt x="41901" y="620965"/>
                </a:lnTo>
                <a:lnTo>
                  <a:pt x="24033" y="576751"/>
                </a:lnTo>
                <a:lnTo>
                  <a:pt x="10887" y="530184"/>
                </a:lnTo>
                <a:lnTo>
                  <a:pt x="2773" y="481590"/>
                </a:lnTo>
                <a:lnTo>
                  <a:pt x="0" y="431291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339996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2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004561" y="4789678"/>
            <a:ext cx="837565" cy="876935"/>
            <a:chOff x="5004561" y="4789678"/>
            <a:chExt cx="837565" cy="876935"/>
          </a:xfrm>
        </p:grpSpPr>
        <p:sp>
          <p:nvSpPr>
            <p:cNvPr id="14" name="object 14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412242" y="0"/>
                  </a:moveTo>
                  <a:lnTo>
                    <a:pt x="364166" y="2906"/>
                  </a:lnTo>
                  <a:lnTo>
                    <a:pt x="317719" y="11410"/>
                  </a:lnTo>
                  <a:lnTo>
                    <a:pt x="273210" y="25187"/>
                  </a:lnTo>
                  <a:lnTo>
                    <a:pt x="230949" y="43913"/>
                  </a:lnTo>
                  <a:lnTo>
                    <a:pt x="191244" y="67264"/>
                  </a:lnTo>
                  <a:lnTo>
                    <a:pt x="154406" y="94916"/>
                  </a:lnTo>
                  <a:lnTo>
                    <a:pt x="120743" y="126544"/>
                  </a:lnTo>
                  <a:lnTo>
                    <a:pt x="90565" y="161824"/>
                  </a:lnTo>
                  <a:lnTo>
                    <a:pt x="64181" y="200433"/>
                  </a:lnTo>
                  <a:lnTo>
                    <a:pt x="41901" y="242046"/>
                  </a:lnTo>
                  <a:lnTo>
                    <a:pt x="24033" y="286338"/>
                  </a:lnTo>
                  <a:lnTo>
                    <a:pt x="10887" y="332986"/>
                  </a:lnTo>
                  <a:lnTo>
                    <a:pt x="2773" y="381666"/>
                  </a:lnTo>
                  <a:lnTo>
                    <a:pt x="0" y="432054"/>
                  </a:lnTo>
                  <a:lnTo>
                    <a:pt x="2773" y="482441"/>
                  </a:lnTo>
                  <a:lnTo>
                    <a:pt x="10887" y="531121"/>
                  </a:lnTo>
                  <a:lnTo>
                    <a:pt x="24033" y="577769"/>
                  </a:lnTo>
                  <a:lnTo>
                    <a:pt x="41901" y="622061"/>
                  </a:lnTo>
                  <a:lnTo>
                    <a:pt x="64181" y="663674"/>
                  </a:lnTo>
                  <a:lnTo>
                    <a:pt x="90565" y="702283"/>
                  </a:lnTo>
                  <a:lnTo>
                    <a:pt x="120743" y="737563"/>
                  </a:lnTo>
                  <a:lnTo>
                    <a:pt x="154406" y="769191"/>
                  </a:lnTo>
                  <a:lnTo>
                    <a:pt x="191244" y="796843"/>
                  </a:lnTo>
                  <a:lnTo>
                    <a:pt x="230949" y="820194"/>
                  </a:lnTo>
                  <a:lnTo>
                    <a:pt x="273210" y="838920"/>
                  </a:lnTo>
                  <a:lnTo>
                    <a:pt x="317719" y="852697"/>
                  </a:lnTo>
                  <a:lnTo>
                    <a:pt x="364166" y="861201"/>
                  </a:lnTo>
                  <a:lnTo>
                    <a:pt x="412242" y="864108"/>
                  </a:lnTo>
                  <a:lnTo>
                    <a:pt x="460317" y="861201"/>
                  </a:lnTo>
                  <a:lnTo>
                    <a:pt x="506764" y="852697"/>
                  </a:lnTo>
                  <a:lnTo>
                    <a:pt x="551273" y="838920"/>
                  </a:lnTo>
                  <a:lnTo>
                    <a:pt x="593534" y="820194"/>
                  </a:lnTo>
                  <a:lnTo>
                    <a:pt x="633239" y="796843"/>
                  </a:lnTo>
                  <a:lnTo>
                    <a:pt x="670077" y="769191"/>
                  </a:lnTo>
                  <a:lnTo>
                    <a:pt x="703740" y="737563"/>
                  </a:lnTo>
                  <a:lnTo>
                    <a:pt x="733918" y="702283"/>
                  </a:lnTo>
                  <a:lnTo>
                    <a:pt x="760302" y="663674"/>
                  </a:lnTo>
                  <a:lnTo>
                    <a:pt x="782582" y="622061"/>
                  </a:lnTo>
                  <a:lnTo>
                    <a:pt x="800450" y="577769"/>
                  </a:lnTo>
                  <a:lnTo>
                    <a:pt x="813596" y="531121"/>
                  </a:lnTo>
                  <a:lnTo>
                    <a:pt x="821710" y="482441"/>
                  </a:lnTo>
                  <a:lnTo>
                    <a:pt x="824484" y="432054"/>
                  </a:lnTo>
                  <a:lnTo>
                    <a:pt x="821710" y="381666"/>
                  </a:lnTo>
                  <a:lnTo>
                    <a:pt x="813596" y="332986"/>
                  </a:lnTo>
                  <a:lnTo>
                    <a:pt x="800450" y="286338"/>
                  </a:lnTo>
                  <a:lnTo>
                    <a:pt x="782582" y="242046"/>
                  </a:lnTo>
                  <a:lnTo>
                    <a:pt x="760302" y="200433"/>
                  </a:lnTo>
                  <a:lnTo>
                    <a:pt x="733918" y="161824"/>
                  </a:lnTo>
                  <a:lnTo>
                    <a:pt x="703740" y="126544"/>
                  </a:lnTo>
                  <a:lnTo>
                    <a:pt x="670077" y="94916"/>
                  </a:lnTo>
                  <a:lnTo>
                    <a:pt x="633239" y="67264"/>
                  </a:lnTo>
                  <a:lnTo>
                    <a:pt x="593534" y="43913"/>
                  </a:lnTo>
                  <a:lnTo>
                    <a:pt x="551273" y="25187"/>
                  </a:lnTo>
                  <a:lnTo>
                    <a:pt x="506764" y="11410"/>
                  </a:lnTo>
                  <a:lnTo>
                    <a:pt x="460317" y="2906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0" y="432054"/>
                  </a:moveTo>
                  <a:lnTo>
                    <a:pt x="2773" y="381666"/>
                  </a:lnTo>
                  <a:lnTo>
                    <a:pt x="10887" y="332986"/>
                  </a:lnTo>
                  <a:lnTo>
                    <a:pt x="24033" y="286338"/>
                  </a:lnTo>
                  <a:lnTo>
                    <a:pt x="41901" y="242046"/>
                  </a:lnTo>
                  <a:lnTo>
                    <a:pt x="64181" y="200433"/>
                  </a:lnTo>
                  <a:lnTo>
                    <a:pt x="90565" y="161824"/>
                  </a:lnTo>
                  <a:lnTo>
                    <a:pt x="120743" y="126544"/>
                  </a:lnTo>
                  <a:lnTo>
                    <a:pt x="154406" y="94916"/>
                  </a:lnTo>
                  <a:lnTo>
                    <a:pt x="191244" y="67264"/>
                  </a:lnTo>
                  <a:lnTo>
                    <a:pt x="230949" y="43913"/>
                  </a:lnTo>
                  <a:lnTo>
                    <a:pt x="273210" y="25187"/>
                  </a:lnTo>
                  <a:lnTo>
                    <a:pt x="317719" y="11410"/>
                  </a:lnTo>
                  <a:lnTo>
                    <a:pt x="364166" y="2906"/>
                  </a:lnTo>
                  <a:lnTo>
                    <a:pt x="412242" y="0"/>
                  </a:lnTo>
                  <a:lnTo>
                    <a:pt x="460317" y="2906"/>
                  </a:lnTo>
                  <a:lnTo>
                    <a:pt x="506764" y="11410"/>
                  </a:lnTo>
                  <a:lnTo>
                    <a:pt x="551273" y="25187"/>
                  </a:lnTo>
                  <a:lnTo>
                    <a:pt x="593534" y="43913"/>
                  </a:lnTo>
                  <a:lnTo>
                    <a:pt x="633239" y="67264"/>
                  </a:lnTo>
                  <a:lnTo>
                    <a:pt x="670077" y="94916"/>
                  </a:lnTo>
                  <a:lnTo>
                    <a:pt x="703740" y="126544"/>
                  </a:lnTo>
                  <a:lnTo>
                    <a:pt x="733918" y="161824"/>
                  </a:lnTo>
                  <a:lnTo>
                    <a:pt x="760302" y="200433"/>
                  </a:lnTo>
                  <a:lnTo>
                    <a:pt x="782582" y="242046"/>
                  </a:lnTo>
                  <a:lnTo>
                    <a:pt x="800450" y="286338"/>
                  </a:lnTo>
                  <a:lnTo>
                    <a:pt x="813596" y="332986"/>
                  </a:lnTo>
                  <a:lnTo>
                    <a:pt x="821710" y="381666"/>
                  </a:lnTo>
                  <a:lnTo>
                    <a:pt x="824484" y="432054"/>
                  </a:lnTo>
                  <a:lnTo>
                    <a:pt x="821710" y="482441"/>
                  </a:lnTo>
                  <a:lnTo>
                    <a:pt x="813596" y="531121"/>
                  </a:lnTo>
                  <a:lnTo>
                    <a:pt x="800450" y="577769"/>
                  </a:lnTo>
                  <a:lnTo>
                    <a:pt x="782582" y="622061"/>
                  </a:lnTo>
                  <a:lnTo>
                    <a:pt x="760302" y="663674"/>
                  </a:lnTo>
                  <a:lnTo>
                    <a:pt x="733918" y="702283"/>
                  </a:lnTo>
                  <a:lnTo>
                    <a:pt x="703740" y="737563"/>
                  </a:lnTo>
                  <a:lnTo>
                    <a:pt x="670077" y="769191"/>
                  </a:lnTo>
                  <a:lnTo>
                    <a:pt x="633239" y="796843"/>
                  </a:lnTo>
                  <a:lnTo>
                    <a:pt x="593534" y="820194"/>
                  </a:lnTo>
                  <a:lnTo>
                    <a:pt x="551273" y="838920"/>
                  </a:lnTo>
                  <a:lnTo>
                    <a:pt x="506764" y="852697"/>
                  </a:lnTo>
                  <a:lnTo>
                    <a:pt x="460317" y="861201"/>
                  </a:lnTo>
                  <a:lnTo>
                    <a:pt x="412242" y="864108"/>
                  </a:lnTo>
                  <a:lnTo>
                    <a:pt x="364166" y="861201"/>
                  </a:lnTo>
                  <a:lnTo>
                    <a:pt x="317719" y="852697"/>
                  </a:lnTo>
                  <a:lnTo>
                    <a:pt x="273210" y="838920"/>
                  </a:lnTo>
                  <a:lnTo>
                    <a:pt x="230949" y="820194"/>
                  </a:lnTo>
                  <a:lnTo>
                    <a:pt x="191244" y="796843"/>
                  </a:lnTo>
                  <a:lnTo>
                    <a:pt x="154406" y="769191"/>
                  </a:lnTo>
                  <a:lnTo>
                    <a:pt x="120743" y="737563"/>
                  </a:lnTo>
                  <a:lnTo>
                    <a:pt x="90565" y="702283"/>
                  </a:lnTo>
                  <a:lnTo>
                    <a:pt x="64181" y="663674"/>
                  </a:lnTo>
                  <a:lnTo>
                    <a:pt x="41901" y="622061"/>
                  </a:lnTo>
                  <a:lnTo>
                    <a:pt x="24033" y="577769"/>
                  </a:lnTo>
                  <a:lnTo>
                    <a:pt x="10887" y="531121"/>
                  </a:lnTo>
                  <a:lnTo>
                    <a:pt x="2773" y="482441"/>
                  </a:lnTo>
                  <a:lnTo>
                    <a:pt x="0" y="4320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106923" y="4896612"/>
              <a:ext cx="634365" cy="662940"/>
            </a:xfrm>
            <a:custGeom>
              <a:avLst/>
              <a:gdLst/>
              <a:ahLst/>
              <a:cxnLst/>
              <a:rect l="l" t="t" r="r" b="b"/>
              <a:pathLst>
                <a:path w="634364" h="662939">
                  <a:moveTo>
                    <a:pt x="0" y="331469"/>
                  </a:moveTo>
                  <a:lnTo>
                    <a:pt x="3437" y="282486"/>
                  </a:lnTo>
                  <a:lnTo>
                    <a:pt x="13421" y="235735"/>
                  </a:lnTo>
                  <a:lnTo>
                    <a:pt x="29462" y="191728"/>
                  </a:lnTo>
                  <a:lnTo>
                    <a:pt x="51069" y="150979"/>
                  </a:lnTo>
                  <a:lnTo>
                    <a:pt x="77752" y="113999"/>
                  </a:lnTo>
                  <a:lnTo>
                    <a:pt x="109022" y="81302"/>
                  </a:lnTo>
                  <a:lnTo>
                    <a:pt x="144386" y="53400"/>
                  </a:lnTo>
                  <a:lnTo>
                    <a:pt x="183356" y="30806"/>
                  </a:lnTo>
                  <a:lnTo>
                    <a:pt x="225440" y="14033"/>
                  </a:lnTo>
                  <a:lnTo>
                    <a:pt x="270149" y="3593"/>
                  </a:lnTo>
                  <a:lnTo>
                    <a:pt x="316992" y="0"/>
                  </a:lnTo>
                  <a:lnTo>
                    <a:pt x="363834" y="3593"/>
                  </a:lnTo>
                  <a:lnTo>
                    <a:pt x="408543" y="14033"/>
                  </a:lnTo>
                  <a:lnTo>
                    <a:pt x="450627" y="30806"/>
                  </a:lnTo>
                  <a:lnTo>
                    <a:pt x="489597" y="53400"/>
                  </a:lnTo>
                  <a:lnTo>
                    <a:pt x="524961" y="81302"/>
                  </a:lnTo>
                  <a:lnTo>
                    <a:pt x="556231" y="113999"/>
                  </a:lnTo>
                  <a:lnTo>
                    <a:pt x="582914" y="150979"/>
                  </a:lnTo>
                  <a:lnTo>
                    <a:pt x="604521" y="191728"/>
                  </a:lnTo>
                  <a:lnTo>
                    <a:pt x="620562" y="235735"/>
                  </a:lnTo>
                  <a:lnTo>
                    <a:pt x="630546" y="282486"/>
                  </a:lnTo>
                  <a:lnTo>
                    <a:pt x="633984" y="331469"/>
                  </a:lnTo>
                  <a:lnTo>
                    <a:pt x="630546" y="380453"/>
                  </a:lnTo>
                  <a:lnTo>
                    <a:pt x="620562" y="427204"/>
                  </a:lnTo>
                  <a:lnTo>
                    <a:pt x="604521" y="471211"/>
                  </a:lnTo>
                  <a:lnTo>
                    <a:pt x="582914" y="511960"/>
                  </a:lnTo>
                  <a:lnTo>
                    <a:pt x="556231" y="548940"/>
                  </a:lnTo>
                  <a:lnTo>
                    <a:pt x="524961" y="581637"/>
                  </a:lnTo>
                  <a:lnTo>
                    <a:pt x="489597" y="609539"/>
                  </a:lnTo>
                  <a:lnTo>
                    <a:pt x="450627" y="632133"/>
                  </a:lnTo>
                  <a:lnTo>
                    <a:pt x="408543" y="648906"/>
                  </a:lnTo>
                  <a:lnTo>
                    <a:pt x="363834" y="659346"/>
                  </a:lnTo>
                  <a:lnTo>
                    <a:pt x="316992" y="662940"/>
                  </a:lnTo>
                  <a:lnTo>
                    <a:pt x="270149" y="659346"/>
                  </a:lnTo>
                  <a:lnTo>
                    <a:pt x="225440" y="648906"/>
                  </a:lnTo>
                  <a:lnTo>
                    <a:pt x="183356" y="632133"/>
                  </a:lnTo>
                  <a:lnTo>
                    <a:pt x="144386" y="609539"/>
                  </a:lnTo>
                  <a:lnTo>
                    <a:pt x="109022" y="581637"/>
                  </a:lnTo>
                  <a:lnTo>
                    <a:pt x="77752" y="548940"/>
                  </a:lnTo>
                  <a:lnTo>
                    <a:pt x="51069" y="511960"/>
                  </a:lnTo>
                  <a:lnTo>
                    <a:pt x="29462" y="471211"/>
                  </a:lnTo>
                  <a:lnTo>
                    <a:pt x="13421" y="427204"/>
                  </a:lnTo>
                  <a:lnTo>
                    <a:pt x="3437" y="380453"/>
                  </a:lnTo>
                  <a:lnTo>
                    <a:pt x="0" y="33146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209522" y="5023247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4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45947" y="5186166"/>
            <a:ext cx="3151505" cy="114300"/>
            <a:chOff x="345947" y="5186166"/>
            <a:chExt cx="3151505" cy="114300"/>
          </a:xfrm>
        </p:grpSpPr>
        <p:sp>
          <p:nvSpPr>
            <p:cNvPr id="19" name="object 19" descr=""/>
            <p:cNvSpPr/>
            <p:nvPr/>
          </p:nvSpPr>
          <p:spPr>
            <a:xfrm>
              <a:off x="2966465" y="5243321"/>
              <a:ext cx="435609" cy="0"/>
            </a:xfrm>
            <a:custGeom>
              <a:avLst/>
              <a:gdLst/>
              <a:ahLst/>
              <a:cxnLst/>
              <a:rect l="l" t="t" r="r" b="b"/>
              <a:pathLst>
                <a:path w="435610" h="0">
                  <a:moveTo>
                    <a:pt x="0" y="0"/>
                  </a:moveTo>
                  <a:lnTo>
                    <a:pt x="43519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382614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64997" y="5243321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 h="0">
                  <a:moveTo>
                    <a:pt x="0" y="0"/>
                  </a:moveTo>
                  <a:lnTo>
                    <a:pt x="326656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72607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3155454" y="4719116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486620" y="4735592"/>
            <a:ext cx="349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𝑎,</a:t>
            </a:r>
            <a:r>
              <a:rPr dirty="0" sz="1800" spc="-55">
                <a:latin typeface="Cambria Math"/>
                <a:cs typeface="Cambria Math"/>
              </a:rPr>
              <a:t> </a:t>
            </a: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758762" y="6027247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751329" y="420936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69766" y="413110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3489705" y="4804917"/>
            <a:ext cx="837565" cy="875665"/>
            <a:chOff x="3489705" y="4804917"/>
            <a:chExt cx="837565" cy="875665"/>
          </a:xfrm>
        </p:grpSpPr>
        <p:sp>
          <p:nvSpPr>
            <p:cNvPr id="29" name="object 29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3695077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3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586536" y="4452581"/>
            <a:ext cx="4425315" cy="1579245"/>
            <a:chOff x="586536" y="4452581"/>
            <a:chExt cx="4425315" cy="1579245"/>
          </a:xfrm>
        </p:grpSpPr>
        <p:sp>
          <p:nvSpPr>
            <p:cNvPr id="33" name="object 33" descr=""/>
            <p:cNvSpPr/>
            <p:nvPr/>
          </p:nvSpPr>
          <p:spPr>
            <a:xfrm>
              <a:off x="4321301" y="5230035"/>
              <a:ext cx="595630" cy="12700"/>
            </a:xfrm>
            <a:custGeom>
              <a:avLst/>
              <a:gdLst/>
              <a:ahLst/>
              <a:cxnLst/>
              <a:rect l="l" t="t" r="r" b="b"/>
              <a:pathLst>
                <a:path w="595629" h="12700">
                  <a:moveTo>
                    <a:pt x="0" y="12230"/>
                  </a:moveTo>
                  <a:lnTo>
                    <a:pt x="59514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896233" y="5173297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0" y="0"/>
                  </a:moveTo>
                  <a:lnTo>
                    <a:pt x="2349" y="114274"/>
                  </a:lnTo>
                  <a:lnTo>
                    <a:pt x="115443" y="54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321347" y="5637548"/>
              <a:ext cx="1066165" cy="375285"/>
            </a:xfrm>
            <a:custGeom>
              <a:avLst/>
              <a:gdLst/>
              <a:ahLst/>
              <a:cxnLst/>
              <a:rect l="l" t="t" r="r" b="b"/>
              <a:pathLst>
                <a:path w="1066164" h="375285">
                  <a:moveTo>
                    <a:pt x="1065885" y="0"/>
                  </a:moveTo>
                  <a:lnTo>
                    <a:pt x="1056430" y="40929"/>
                  </a:lnTo>
                  <a:lnTo>
                    <a:pt x="1042272" y="80254"/>
                  </a:lnTo>
                  <a:lnTo>
                    <a:pt x="1023672" y="117821"/>
                  </a:lnTo>
                  <a:lnTo>
                    <a:pt x="1000892" y="153472"/>
                  </a:lnTo>
                  <a:lnTo>
                    <a:pt x="974193" y="187052"/>
                  </a:lnTo>
                  <a:lnTo>
                    <a:pt x="943835" y="218405"/>
                  </a:lnTo>
                  <a:lnTo>
                    <a:pt x="910079" y="247375"/>
                  </a:lnTo>
                  <a:lnTo>
                    <a:pt x="873187" y="273807"/>
                  </a:lnTo>
                  <a:lnTo>
                    <a:pt x="833419" y="297545"/>
                  </a:lnTo>
                  <a:lnTo>
                    <a:pt x="791037" y="318432"/>
                  </a:lnTo>
                  <a:lnTo>
                    <a:pt x="746301" y="336314"/>
                  </a:lnTo>
                  <a:lnTo>
                    <a:pt x="699472" y="351034"/>
                  </a:lnTo>
                  <a:lnTo>
                    <a:pt x="650812" y="362436"/>
                  </a:lnTo>
                  <a:lnTo>
                    <a:pt x="600582" y="370365"/>
                  </a:lnTo>
                  <a:lnTo>
                    <a:pt x="549042" y="374665"/>
                  </a:lnTo>
                  <a:lnTo>
                    <a:pt x="496453" y="375180"/>
                  </a:lnTo>
                  <a:lnTo>
                    <a:pt x="443077" y="371754"/>
                  </a:lnTo>
                  <a:lnTo>
                    <a:pt x="388983" y="364147"/>
                  </a:lnTo>
                  <a:lnTo>
                    <a:pt x="336845" y="352620"/>
                  </a:lnTo>
                  <a:lnTo>
                    <a:pt x="286932" y="337375"/>
                  </a:lnTo>
                  <a:lnTo>
                    <a:pt x="239512" y="318613"/>
                  </a:lnTo>
                  <a:lnTo>
                    <a:pt x="194855" y="296535"/>
                  </a:lnTo>
                  <a:lnTo>
                    <a:pt x="153230" y="271343"/>
                  </a:lnTo>
                  <a:lnTo>
                    <a:pt x="114906" y="243238"/>
                  </a:lnTo>
                  <a:lnTo>
                    <a:pt x="80151" y="212421"/>
                  </a:lnTo>
                  <a:lnTo>
                    <a:pt x="49236" y="179094"/>
                  </a:lnTo>
                  <a:lnTo>
                    <a:pt x="22429" y="143458"/>
                  </a:lnTo>
                  <a:lnTo>
                    <a:pt x="0" y="10571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274094" y="5653577"/>
              <a:ext cx="107950" cy="127000"/>
            </a:xfrm>
            <a:custGeom>
              <a:avLst/>
              <a:gdLst/>
              <a:ahLst/>
              <a:cxnLst/>
              <a:rect l="l" t="t" r="r" b="b"/>
              <a:pathLst>
                <a:path w="107950" h="127000">
                  <a:moveTo>
                    <a:pt x="14604" y="0"/>
                  </a:moveTo>
                  <a:lnTo>
                    <a:pt x="0" y="126949"/>
                  </a:lnTo>
                  <a:lnTo>
                    <a:pt x="107403" y="87858"/>
                  </a:lnTo>
                  <a:lnTo>
                    <a:pt x="146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05586" y="4471631"/>
              <a:ext cx="580390" cy="581660"/>
            </a:xfrm>
            <a:custGeom>
              <a:avLst/>
              <a:gdLst/>
              <a:ahLst/>
              <a:cxnLst/>
              <a:rect l="l" t="t" r="r" b="b"/>
              <a:pathLst>
                <a:path w="580390" h="581660">
                  <a:moveTo>
                    <a:pt x="236423" y="581139"/>
                  </a:moveTo>
                  <a:lnTo>
                    <a:pt x="197181" y="575957"/>
                  </a:lnTo>
                  <a:lnTo>
                    <a:pt x="158912" y="561209"/>
                  </a:lnTo>
                  <a:lnTo>
                    <a:pt x="122589" y="538091"/>
                  </a:lnTo>
                  <a:lnTo>
                    <a:pt x="89185" y="507797"/>
                  </a:lnTo>
                  <a:lnTo>
                    <a:pt x="59673" y="471525"/>
                  </a:lnTo>
                  <a:lnTo>
                    <a:pt x="35025" y="430470"/>
                  </a:lnTo>
                  <a:lnTo>
                    <a:pt x="16215" y="385827"/>
                  </a:lnTo>
                  <a:lnTo>
                    <a:pt x="4216" y="338793"/>
                  </a:lnTo>
                  <a:lnTo>
                    <a:pt x="0" y="290563"/>
                  </a:lnTo>
                  <a:lnTo>
                    <a:pt x="4309" y="247125"/>
                  </a:lnTo>
                  <a:lnTo>
                    <a:pt x="16643" y="204559"/>
                  </a:lnTo>
                  <a:lnTo>
                    <a:pt x="36110" y="163735"/>
                  </a:lnTo>
                  <a:lnTo>
                    <a:pt x="61817" y="125526"/>
                  </a:lnTo>
                  <a:lnTo>
                    <a:pt x="92875" y="90803"/>
                  </a:lnTo>
                  <a:lnTo>
                    <a:pt x="128389" y="60438"/>
                  </a:lnTo>
                  <a:lnTo>
                    <a:pt x="167470" y="35304"/>
                  </a:lnTo>
                  <a:lnTo>
                    <a:pt x="209226" y="16272"/>
                  </a:lnTo>
                  <a:lnTo>
                    <a:pt x="252763" y="4213"/>
                  </a:lnTo>
                  <a:lnTo>
                    <a:pt x="297192" y="0"/>
                  </a:lnTo>
                  <a:lnTo>
                    <a:pt x="342342" y="5094"/>
                  </a:lnTo>
                  <a:lnTo>
                    <a:pt x="386556" y="19663"/>
                  </a:lnTo>
                  <a:lnTo>
                    <a:pt x="428898" y="42636"/>
                  </a:lnTo>
                  <a:lnTo>
                    <a:pt x="468433" y="72939"/>
                  </a:lnTo>
                  <a:lnTo>
                    <a:pt x="504224" y="109501"/>
                  </a:lnTo>
                  <a:lnTo>
                    <a:pt x="535336" y="151251"/>
                  </a:lnTo>
                  <a:lnTo>
                    <a:pt x="560833" y="197115"/>
                  </a:lnTo>
                  <a:lnTo>
                    <a:pt x="579780" y="24602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126008" y="4690326"/>
              <a:ext cx="113030" cy="121920"/>
            </a:xfrm>
            <a:custGeom>
              <a:avLst/>
              <a:gdLst/>
              <a:ahLst/>
              <a:cxnLst/>
              <a:rect l="l" t="t" r="r" b="b"/>
              <a:pathLst>
                <a:path w="113030" h="121920">
                  <a:moveTo>
                    <a:pt x="112953" y="0"/>
                  </a:moveTo>
                  <a:lnTo>
                    <a:pt x="0" y="17500"/>
                  </a:lnTo>
                  <a:lnTo>
                    <a:pt x="73977" y="121704"/>
                  </a:lnTo>
                  <a:lnTo>
                    <a:pt x="112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 descr=""/>
          <p:cNvGrpSpPr/>
          <p:nvPr/>
        </p:nvGrpSpPr>
        <p:grpSpPr>
          <a:xfrm>
            <a:off x="10725656" y="3744214"/>
            <a:ext cx="316230" cy="316230"/>
            <a:chOff x="10725656" y="3744214"/>
            <a:chExt cx="316230" cy="316230"/>
          </a:xfrm>
        </p:grpSpPr>
        <p:sp>
          <p:nvSpPr>
            <p:cNvPr id="40" name="object 40" descr=""/>
            <p:cNvSpPr/>
            <p:nvPr/>
          </p:nvSpPr>
          <p:spPr>
            <a:xfrm>
              <a:off x="10732008" y="37505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732006" y="37505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10761364" y="3801643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10420856" y="4003294"/>
            <a:ext cx="767715" cy="549275"/>
            <a:chOff x="10420856" y="4003294"/>
            <a:chExt cx="767715" cy="549275"/>
          </a:xfrm>
        </p:grpSpPr>
        <p:sp>
          <p:nvSpPr>
            <p:cNvPr id="44" name="object 44" descr=""/>
            <p:cNvSpPr/>
            <p:nvPr/>
          </p:nvSpPr>
          <p:spPr>
            <a:xfrm>
              <a:off x="10619145" y="4009644"/>
              <a:ext cx="156845" cy="184785"/>
            </a:xfrm>
            <a:custGeom>
              <a:avLst/>
              <a:gdLst/>
              <a:ahLst/>
              <a:cxnLst/>
              <a:rect l="l" t="t" r="r" b="b"/>
              <a:pathLst>
                <a:path w="156845" h="184785">
                  <a:moveTo>
                    <a:pt x="156349" y="0"/>
                  </a:moveTo>
                  <a:lnTo>
                    <a:pt x="0" y="18444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0578084" y="4159759"/>
              <a:ext cx="78740" cy="83185"/>
            </a:xfrm>
            <a:custGeom>
              <a:avLst/>
              <a:gdLst/>
              <a:ahLst/>
              <a:cxnLst/>
              <a:rect l="l" t="t" r="r" b="b"/>
              <a:pathLst>
                <a:path w="78740" h="83185">
                  <a:moveTo>
                    <a:pt x="20205" y="0"/>
                  </a:moveTo>
                  <a:lnTo>
                    <a:pt x="0" y="82765"/>
                  </a:lnTo>
                  <a:lnTo>
                    <a:pt x="78333" y="49276"/>
                  </a:lnTo>
                  <a:lnTo>
                    <a:pt x="20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0991088" y="4009644"/>
              <a:ext cx="157480" cy="190500"/>
            </a:xfrm>
            <a:custGeom>
              <a:avLst/>
              <a:gdLst/>
              <a:ahLst/>
              <a:cxnLst/>
              <a:rect l="l" t="t" r="r" b="b"/>
              <a:pathLst>
                <a:path w="157479" h="190500">
                  <a:moveTo>
                    <a:pt x="0" y="0"/>
                  </a:moveTo>
                  <a:lnTo>
                    <a:pt x="156997" y="19025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0427208" y="4165866"/>
              <a:ext cx="761365" cy="380365"/>
            </a:xfrm>
            <a:custGeom>
              <a:avLst/>
              <a:gdLst/>
              <a:ahLst/>
              <a:cxnLst/>
              <a:rect l="l" t="t" r="r" b="b"/>
              <a:pathLst>
                <a:path w="761365" h="380364">
                  <a:moveTo>
                    <a:pt x="303276" y="228587"/>
                  </a:moveTo>
                  <a:lnTo>
                    <a:pt x="295541" y="180670"/>
                  </a:lnTo>
                  <a:lnTo>
                    <a:pt x="274015" y="139039"/>
                  </a:lnTo>
                  <a:lnTo>
                    <a:pt x="241185" y="106210"/>
                  </a:lnTo>
                  <a:lnTo>
                    <a:pt x="199555" y="84683"/>
                  </a:lnTo>
                  <a:lnTo>
                    <a:pt x="151638" y="76949"/>
                  </a:lnTo>
                  <a:lnTo>
                    <a:pt x="103708" y="84683"/>
                  </a:lnTo>
                  <a:lnTo>
                    <a:pt x="62077" y="106210"/>
                  </a:lnTo>
                  <a:lnTo>
                    <a:pt x="29248" y="139039"/>
                  </a:lnTo>
                  <a:lnTo>
                    <a:pt x="7721" y="180670"/>
                  </a:lnTo>
                  <a:lnTo>
                    <a:pt x="0" y="228587"/>
                  </a:lnTo>
                  <a:lnTo>
                    <a:pt x="7721" y="276517"/>
                  </a:lnTo>
                  <a:lnTo>
                    <a:pt x="29248" y="318147"/>
                  </a:lnTo>
                  <a:lnTo>
                    <a:pt x="62077" y="350977"/>
                  </a:lnTo>
                  <a:lnTo>
                    <a:pt x="103708" y="372503"/>
                  </a:lnTo>
                  <a:lnTo>
                    <a:pt x="151638" y="380225"/>
                  </a:lnTo>
                  <a:lnTo>
                    <a:pt x="199555" y="372503"/>
                  </a:lnTo>
                  <a:lnTo>
                    <a:pt x="241185" y="350977"/>
                  </a:lnTo>
                  <a:lnTo>
                    <a:pt x="274015" y="318147"/>
                  </a:lnTo>
                  <a:lnTo>
                    <a:pt x="295541" y="276517"/>
                  </a:lnTo>
                  <a:lnTo>
                    <a:pt x="303276" y="228587"/>
                  </a:lnTo>
                  <a:close/>
                </a:path>
                <a:path w="761365" h="380364">
                  <a:moveTo>
                    <a:pt x="761288" y="83019"/>
                  </a:moveTo>
                  <a:lnTo>
                    <a:pt x="742175" y="0"/>
                  </a:lnTo>
                  <a:lnTo>
                    <a:pt x="683399" y="48501"/>
                  </a:lnTo>
                  <a:lnTo>
                    <a:pt x="761288" y="83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0427206" y="4242816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10456671" y="4293522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11030456" y="4242561"/>
            <a:ext cx="316230" cy="316230"/>
            <a:chOff x="11030456" y="4242561"/>
            <a:chExt cx="316230" cy="316230"/>
          </a:xfrm>
        </p:grpSpPr>
        <p:sp>
          <p:nvSpPr>
            <p:cNvPr id="51" name="object 51" descr=""/>
            <p:cNvSpPr/>
            <p:nvPr/>
          </p:nvSpPr>
          <p:spPr>
            <a:xfrm>
              <a:off x="11036808" y="4248911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1036806" y="4248911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11064439" y="4299882"/>
            <a:ext cx="2089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10667744" y="4501641"/>
            <a:ext cx="853440" cy="574040"/>
            <a:chOff x="10667744" y="4501641"/>
            <a:chExt cx="853440" cy="574040"/>
          </a:xfrm>
        </p:grpSpPr>
        <p:sp>
          <p:nvSpPr>
            <p:cNvPr id="55" name="object 55" descr=""/>
            <p:cNvSpPr/>
            <p:nvPr/>
          </p:nvSpPr>
          <p:spPr>
            <a:xfrm>
              <a:off x="11295888" y="4507991"/>
              <a:ext cx="184785" cy="222250"/>
            </a:xfrm>
            <a:custGeom>
              <a:avLst/>
              <a:gdLst/>
              <a:ahLst/>
              <a:cxnLst/>
              <a:rect l="l" t="t" r="r" b="b"/>
              <a:pathLst>
                <a:path w="184784" h="222250">
                  <a:moveTo>
                    <a:pt x="0" y="0"/>
                  </a:moveTo>
                  <a:lnTo>
                    <a:pt x="184162" y="222161"/>
                  </a:lnTo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1442624" y="4696064"/>
              <a:ext cx="78105" cy="83185"/>
            </a:xfrm>
            <a:custGeom>
              <a:avLst/>
              <a:gdLst/>
              <a:ahLst/>
              <a:cxnLst/>
              <a:rect l="l" t="t" r="r" b="b"/>
              <a:pathLst>
                <a:path w="78104" h="83185">
                  <a:moveTo>
                    <a:pt x="58661" y="0"/>
                  </a:moveTo>
                  <a:lnTo>
                    <a:pt x="0" y="48628"/>
                  </a:lnTo>
                  <a:lnTo>
                    <a:pt x="77952" y="82981"/>
                  </a:lnTo>
                  <a:lnTo>
                    <a:pt x="5866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0871151" y="4507991"/>
              <a:ext cx="210820" cy="212725"/>
            </a:xfrm>
            <a:custGeom>
              <a:avLst/>
              <a:gdLst/>
              <a:ahLst/>
              <a:cxnLst/>
              <a:rect l="l" t="t" r="r" b="b"/>
              <a:pathLst>
                <a:path w="210820" h="212725">
                  <a:moveTo>
                    <a:pt x="210261" y="0"/>
                  </a:moveTo>
                  <a:lnTo>
                    <a:pt x="0" y="212547"/>
                  </a:lnTo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0826491" y="4684712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26504" y="0"/>
                  </a:moveTo>
                  <a:lnTo>
                    <a:pt x="0" y="80962"/>
                  </a:lnTo>
                  <a:lnTo>
                    <a:pt x="80683" y="53581"/>
                  </a:lnTo>
                  <a:lnTo>
                    <a:pt x="2650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0674096" y="4765547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0674094" y="4765547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10703858" y="4816570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11362690" y="4772914"/>
            <a:ext cx="316230" cy="316230"/>
            <a:chOff x="11362690" y="4772914"/>
            <a:chExt cx="316230" cy="316230"/>
          </a:xfrm>
        </p:grpSpPr>
        <p:sp>
          <p:nvSpPr>
            <p:cNvPr id="63" name="object 63" descr=""/>
            <p:cNvSpPr/>
            <p:nvPr/>
          </p:nvSpPr>
          <p:spPr>
            <a:xfrm>
              <a:off x="11369040" y="47792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1369040" y="47792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11396412" y="4829936"/>
            <a:ext cx="2089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latin typeface="Cambria Math"/>
                <a:cs typeface="Cambria Math"/>
              </a:rPr>
              <a:t>3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10283949" y="4495546"/>
            <a:ext cx="194945" cy="298450"/>
            <a:chOff x="10283949" y="4495546"/>
            <a:chExt cx="194945" cy="298450"/>
          </a:xfrm>
        </p:grpSpPr>
        <p:sp>
          <p:nvSpPr>
            <p:cNvPr id="67" name="object 67" descr=""/>
            <p:cNvSpPr/>
            <p:nvPr/>
          </p:nvSpPr>
          <p:spPr>
            <a:xfrm>
              <a:off x="10318355" y="4501896"/>
              <a:ext cx="153670" cy="238760"/>
            </a:xfrm>
            <a:custGeom>
              <a:avLst/>
              <a:gdLst/>
              <a:ahLst/>
              <a:cxnLst/>
              <a:rect l="l" t="t" r="r" b="b"/>
              <a:pathLst>
                <a:path w="153670" h="238760">
                  <a:moveTo>
                    <a:pt x="153581" y="0"/>
                  </a:moveTo>
                  <a:lnTo>
                    <a:pt x="0" y="238264"/>
                  </a:lnTo>
                </a:path>
              </a:pathLst>
            </a:custGeom>
            <a:ln w="127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0283949" y="4708841"/>
              <a:ext cx="73660" cy="85090"/>
            </a:xfrm>
            <a:custGeom>
              <a:avLst/>
              <a:gdLst/>
              <a:ahLst/>
              <a:cxnLst/>
              <a:rect l="l" t="t" r="r" b="b"/>
              <a:pathLst>
                <a:path w="73659" h="85089">
                  <a:moveTo>
                    <a:pt x="9258" y="0"/>
                  </a:moveTo>
                  <a:lnTo>
                    <a:pt x="0" y="84683"/>
                  </a:lnTo>
                  <a:lnTo>
                    <a:pt x="73304" y="41275"/>
                  </a:lnTo>
                  <a:lnTo>
                    <a:pt x="925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10074322" y="4821774"/>
            <a:ext cx="3587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Franklin Gothic Medium"/>
                <a:cs typeface="Franklin Gothic Medium"/>
              </a:rPr>
              <a:t>reject</a:t>
            </a:r>
            <a:endParaRPr sz="1100">
              <a:latin typeface="Franklin Gothic Medium"/>
              <a:cs typeface="Franklin Gothic Medium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9191869" y="3889625"/>
            <a:ext cx="709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Read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9191869" y="4500439"/>
            <a:ext cx="704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Read</a:t>
            </a:r>
            <a:r>
              <a:rPr dirty="0" sz="1800" spc="-7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6364223" y="5251703"/>
            <a:ext cx="928369" cy="4603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5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285"/>
              </a:spcBef>
            </a:pP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3</a:t>
            </a:r>
            <a:r>
              <a:rPr dirty="0" sz="2400" spc="-25">
                <a:latin typeface="Franklin Gothic Medium"/>
                <a:cs typeface="Franklin Gothic Medium"/>
              </a:rPr>
              <a:t>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5981395" y="3603314"/>
            <a:ext cx="22593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Input</a:t>
            </a:r>
            <a:r>
              <a:rPr dirty="0" sz="2800" spc="-16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6442955" y="4428948"/>
            <a:ext cx="13227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948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Input: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baseline="-2976" sz="4200" spc="-37">
                <a:latin typeface="Cambria Math"/>
                <a:cs typeface="Cambria Math"/>
              </a:rPr>
              <a:t>𝑎𝑏</a:t>
            </a:r>
            <a:endParaRPr baseline="-2976" sz="4200">
              <a:latin typeface="Cambria Math"/>
              <a:cs typeface="Cambria Math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6364223" y="5711952"/>
            <a:ext cx="4025265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4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4"/>
              </a:spcBef>
            </a:pPr>
            <a:r>
              <a:rPr dirty="0" sz="2400" spc="-110">
                <a:latin typeface="Franklin Gothic Medium"/>
                <a:cs typeface="Franklin Gothic Medium"/>
              </a:rPr>
              <a:t>We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finish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reading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input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10605513" y="5077714"/>
            <a:ext cx="194945" cy="298450"/>
            <a:chOff x="10605513" y="5077714"/>
            <a:chExt cx="194945" cy="298450"/>
          </a:xfrm>
        </p:grpSpPr>
        <p:sp>
          <p:nvSpPr>
            <p:cNvPr id="77" name="object 77" descr=""/>
            <p:cNvSpPr/>
            <p:nvPr/>
          </p:nvSpPr>
          <p:spPr>
            <a:xfrm>
              <a:off x="10639918" y="5084064"/>
              <a:ext cx="153670" cy="238760"/>
            </a:xfrm>
            <a:custGeom>
              <a:avLst/>
              <a:gdLst/>
              <a:ahLst/>
              <a:cxnLst/>
              <a:rect l="l" t="t" r="r" b="b"/>
              <a:pathLst>
                <a:path w="153670" h="238760">
                  <a:moveTo>
                    <a:pt x="153581" y="0"/>
                  </a:moveTo>
                  <a:lnTo>
                    <a:pt x="0" y="238264"/>
                  </a:lnTo>
                </a:path>
              </a:pathLst>
            </a:custGeom>
            <a:ln w="127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0605513" y="5291009"/>
              <a:ext cx="73660" cy="85090"/>
            </a:xfrm>
            <a:custGeom>
              <a:avLst/>
              <a:gdLst/>
              <a:ahLst/>
              <a:cxnLst/>
              <a:rect l="l" t="t" r="r" b="b"/>
              <a:pathLst>
                <a:path w="73659" h="85089">
                  <a:moveTo>
                    <a:pt x="9258" y="0"/>
                  </a:moveTo>
                  <a:lnTo>
                    <a:pt x="0" y="84683"/>
                  </a:lnTo>
                  <a:lnTo>
                    <a:pt x="73304" y="41274"/>
                  </a:lnTo>
                  <a:lnTo>
                    <a:pt x="925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10396042" y="5403197"/>
            <a:ext cx="3587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Franklin Gothic Medium"/>
                <a:cs typeface="Franklin Gothic Medium"/>
              </a:rPr>
              <a:t>reject</a:t>
            </a:r>
            <a:endParaRPr sz="11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60"/>
              <a:t>Nondeterminism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92069" y="1355675"/>
            <a:ext cx="8397240" cy="1147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Several</a:t>
            </a:r>
            <a:r>
              <a:rPr dirty="0" sz="2800" spc="-1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choices</a:t>
            </a:r>
            <a:r>
              <a:rPr dirty="0" sz="2800" spc="-1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95">
                <a:latin typeface="Franklin Gothic Medium"/>
                <a:cs typeface="Franklin Gothic Medium"/>
              </a:rPr>
              <a:t>may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exist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for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next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any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point.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2800" spc="-40">
                <a:latin typeface="Franklin Gothic Medium"/>
                <a:cs typeface="Franklin Gothic Medium"/>
              </a:rPr>
              <a:t>Nondeterminism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generalization</a:t>
            </a:r>
            <a:r>
              <a:rPr dirty="0" sz="28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determinism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38983" y="2671572"/>
            <a:ext cx="925068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Franklin Gothic Medium"/>
                <a:cs typeface="Franklin Gothic Medium"/>
              </a:rPr>
              <a:t>Every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0">
                <a:latin typeface="Franklin Gothic Medium"/>
                <a:cs typeface="Franklin Gothic Medium"/>
              </a:rPr>
              <a:t>DFA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automatically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30">
                <a:latin typeface="Franklin Gothic Medium"/>
                <a:cs typeface="Franklin Gothic Medium"/>
              </a:rPr>
              <a:t> Nondeterministic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70">
                <a:latin typeface="Franklin Gothic Medium"/>
                <a:cs typeface="Franklin Gothic Medium"/>
              </a:rPr>
              <a:t>Automaton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(NFA).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2608" y="3558540"/>
            <a:ext cx="528955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3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80033" y="4500398"/>
            <a:ext cx="1593215" cy="1179830"/>
            <a:chOff x="780033" y="4500398"/>
            <a:chExt cx="1593215" cy="1179830"/>
          </a:xfrm>
        </p:grpSpPr>
        <p:sp>
          <p:nvSpPr>
            <p:cNvPr id="7" name="object 7" descr=""/>
            <p:cNvSpPr/>
            <p:nvPr/>
          </p:nvSpPr>
          <p:spPr>
            <a:xfrm>
              <a:off x="1310998" y="4519448"/>
              <a:ext cx="1014730" cy="321310"/>
            </a:xfrm>
            <a:custGeom>
              <a:avLst/>
              <a:gdLst/>
              <a:ahLst/>
              <a:cxnLst/>
              <a:rect l="l" t="t" r="r" b="b"/>
              <a:pathLst>
                <a:path w="1014730" h="321310">
                  <a:moveTo>
                    <a:pt x="0" y="321241"/>
                  </a:moveTo>
                  <a:lnTo>
                    <a:pt x="15577" y="281529"/>
                  </a:lnTo>
                  <a:lnTo>
                    <a:pt x="35388" y="243882"/>
                  </a:lnTo>
                  <a:lnTo>
                    <a:pt x="59158" y="208429"/>
                  </a:lnTo>
                  <a:lnTo>
                    <a:pt x="86615" y="175298"/>
                  </a:lnTo>
                  <a:lnTo>
                    <a:pt x="117483" y="144618"/>
                  </a:lnTo>
                  <a:lnTo>
                    <a:pt x="151489" y="116517"/>
                  </a:lnTo>
                  <a:lnTo>
                    <a:pt x="188357" y="91125"/>
                  </a:lnTo>
                  <a:lnTo>
                    <a:pt x="227815" y="68568"/>
                  </a:lnTo>
                  <a:lnTo>
                    <a:pt x="269587" y="48978"/>
                  </a:lnTo>
                  <a:lnTo>
                    <a:pt x="313401" y="32480"/>
                  </a:lnTo>
                  <a:lnTo>
                    <a:pt x="358980" y="19205"/>
                  </a:lnTo>
                  <a:lnTo>
                    <a:pt x="406052" y="9281"/>
                  </a:lnTo>
                  <a:lnTo>
                    <a:pt x="454343" y="2836"/>
                  </a:lnTo>
                  <a:lnTo>
                    <a:pt x="503577" y="0"/>
                  </a:lnTo>
                  <a:lnTo>
                    <a:pt x="553481" y="899"/>
                  </a:lnTo>
                  <a:lnTo>
                    <a:pt x="603781" y="5664"/>
                  </a:lnTo>
                  <a:lnTo>
                    <a:pt x="654202" y="14422"/>
                  </a:lnTo>
                  <a:lnTo>
                    <a:pt x="708229" y="28506"/>
                  </a:lnTo>
                  <a:lnTo>
                    <a:pt x="759458" y="46870"/>
                  </a:lnTo>
                  <a:lnTo>
                    <a:pt x="807585" y="69245"/>
                  </a:lnTo>
                  <a:lnTo>
                    <a:pt x="852307" y="95358"/>
                  </a:lnTo>
                  <a:lnTo>
                    <a:pt x="893320" y="124940"/>
                  </a:lnTo>
                  <a:lnTo>
                    <a:pt x="930320" y="157720"/>
                  </a:lnTo>
                  <a:lnTo>
                    <a:pt x="963004" y="193426"/>
                  </a:lnTo>
                  <a:lnTo>
                    <a:pt x="991068" y="231789"/>
                  </a:lnTo>
                  <a:lnTo>
                    <a:pt x="1014209" y="27253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264982" y="4755503"/>
              <a:ext cx="108585" cy="127000"/>
            </a:xfrm>
            <a:custGeom>
              <a:avLst/>
              <a:gdLst/>
              <a:ahLst/>
              <a:cxnLst/>
              <a:rect l="l" t="t" r="r" b="b"/>
              <a:pathLst>
                <a:path w="108585" h="127000">
                  <a:moveTo>
                    <a:pt x="108153" y="0"/>
                  </a:moveTo>
                  <a:lnTo>
                    <a:pt x="0" y="36969"/>
                  </a:lnTo>
                  <a:lnTo>
                    <a:pt x="91046" y="126644"/>
                  </a:lnTo>
                  <a:lnTo>
                    <a:pt x="1081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77295" y="5037430"/>
            <a:ext cx="356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141220" y="4811267"/>
            <a:ext cx="824865" cy="862965"/>
          </a:xfrm>
          <a:custGeom>
            <a:avLst/>
            <a:gdLst/>
            <a:ahLst/>
            <a:cxnLst/>
            <a:rect l="l" t="t" r="r" b="b"/>
            <a:pathLst>
              <a:path w="824864" h="862964">
                <a:moveTo>
                  <a:pt x="0" y="431291"/>
                </a:moveTo>
                <a:lnTo>
                  <a:pt x="2773" y="380993"/>
                </a:lnTo>
                <a:lnTo>
                  <a:pt x="10887" y="332399"/>
                </a:lnTo>
                <a:lnTo>
                  <a:pt x="24033" y="285832"/>
                </a:lnTo>
                <a:lnTo>
                  <a:pt x="41901" y="241618"/>
                </a:lnTo>
                <a:lnTo>
                  <a:pt x="64181" y="200079"/>
                </a:lnTo>
                <a:lnTo>
                  <a:pt x="90565" y="161538"/>
                </a:lnTo>
                <a:lnTo>
                  <a:pt x="120743" y="126320"/>
                </a:lnTo>
                <a:lnTo>
                  <a:pt x="154406" y="94748"/>
                </a:lnTo>
                <a:lnTo>
                  <a:pt x="191244" y="67145"/>
                </a:lnTo>
                <a:lnTo>
                  <a:pt x="230949" y="43836"/>
                </a:lnTo>
                <a:lnTo>
                  <a:pt x="273210" y="25143"/>
                </a:lnTo>
                <a:lnTo>
                  <a:pt x="317719" y="11390"/>
                </a:lnTo>
                <a:lnTo>
                  <a:pt x="364166" y="2901"/>
                </a:lnTo>
                <a:lnTo>
                  <a:pt x="412242" y="0"/>
                </a:lnTo>
                <a:lnTo>
                  <a:pt x="460317" y="2901"/>
                </a:lnTo>
                <a:lnTo>
                  <a:pt x="506764" y="11390"/>
                </a:lnTo>
                <a:lnTo>
                  <a:pt x="551273" y="25143"/>
                </a:lnTo>
                <a:lnTo>
                  <a:pt x="593534" y="43836"/>
                </a:lnTo>
                <a:lnTo>
                  <a:pt x="633239" y="67145"/>
                </a:lnTo>
                <a:lnTo>
                  <a:pt x="670077" y="94748"/>
                </a:lnTo>
                <a:lnTo>
                  <a:pt x="703740" y="126320"/>
                </a:lnTo>
                <a:lnTo>
                  <a:pt x="733918" y="161538"/>
                </a:lnTo>
                <a:lnTo>
                  <a:pt x="760302" y="200079"/>
                </a:lnTo>
                <a:lnTo>
                  <a:pt x="782582" y="241618"/>
                </a:lnTo>
                <a:lnTo>
                  <a:pt x="800450" y="285832"/>
                </a:lnTo>
                <a:lnTo>
                  <a:pt x="813596" y="332399"/>
                </a:lnTo>
                <a:lnTo>
                  <a:pt x="821710" y="380993"/>
                </a:lnTo>
                <a:lnTo>
                  <a:pt x="824484" y="431291"/>
                </a:lnTo>
                <a:lnTo>
                  <a:pt x="821710" y="481590"/>
                </a:lnTo>
                <a:lnTo>
                  <a:pt x="813596" y="530184"/>
                </a:lnTo>
                <a:lnTo>
                  <a:pt x="800450" y="576751"/>
                </a:lnTo>
                <a:lnTo>
                  <a:pt x="782582" y="620965"/>
                </a:lnTo>
                <a:lnTo>
                  <a:pt x="760302" y="662504"/>
                </a:lnTo>
                <a:lnTo>
                  <a:pt x="733918" y="701045"/>
                </a:lnTo>
                <a:lnTo>
                  <a:pt x="703740" y="736263"/>
                </a:lnTo>
                <a:lnTo>
                  <a:pt x="670077" y="767835"/>
                </a:lnTo>
                <a:lnTo>
                  <a:pt x="633239" y="795438"/>
                </a:lnTo>
                <a:lnTo>
                  <a:pt x="593534" y="818747"/>
                </a:lnTo>
                <a:lnTo>
                  <a:pt x="551273" y="837440"/>
                </a:lnTo>
                <a:lnTo>
                  <a:pt x="506764" y="851193"/>
                </a:lnTo>
                <a:lnTo>
                  <a:pt x="460317" y="859682"/>
                </a:lnTo>
                <a:lnTo>
                  <a:pt x="412242" y="862583"/>
                </a:lnTo>
                <a:lnTo>
                  <a:pt x="364166" y="859682"/>
                </a:lnTo>
                <a:lnTo>
                  <a:pt x="317719" y="851193"/>
                </a:lnTo>
                <a:lnTo>
                  <a:pt x="273210" y="837440"/>
                </a:lnTo>
                <a:lnTo>
                  <a:pt x="230949" y="818747"/>
                </a:lnTo>
                <a:lnTo>
                  <a:pt x="191244" y="795438"/>
                </a:lnTo>
                <a:lnTo>
                  <a:pt x="154406" y="767835"/>
                </a:lnTo>
                <a:lnTo>
                  <a:pt x="120743" y="736263"/>
                </a:lnTo>
                <a:lnTo>
                  <a:pt x="90565" y="701045"/>
                </a:lnTo>
                <a:lnTo>
                  <a:pt x="64181" y="662504"/>
                </a:lnTo>
                <a:lnTo>
                  <a:pt x="41901" y="620965"/>
                </a:lnTo>
                <a:lnTo>
                  <a:pt x="24033" y="576751"/>
                </a:lnTo>
                <a:lnTo>
                  <a:pt x="10887" y="530184"/>
                </a:lnTo>
                <a:lnTo>
                  <a:pt x="2773" y="481590"/>
                </a:lnTo>
                <a:lnTo>
                  <a:pt x="0" y="431291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339996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2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004561" y="4789678"/>
            <a:ext cx="837565" cy="876935"/>
            <a:chOff x="5004561" y="4789678"/>
            <a:chExt cx="837565" cy="876935"/>
          </a:xfrm>
        </p:grpSpPr>
        <p:sp>
          <p:nvSpPr>
            <p:cNvPr id="14" name="object 14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412242" y="0"/>
                  </a:moveTo>
                  <a:lnTo>
                    <a:pt x="364166" y="2906"/>
                  </a:lnTo>
                  <a:lnTo>
                    <a:pt x="317719" y="11410"/>
                  </a:lnTo>
                  <a:lnTo>
                    <a:pt x="273210" y="25187"/>
                  </a:lnTo>
                  <a:lnTo>
                    <a:pt x="230949" y="43913"/>
                  </a:lnTo>
                  <a:lnTo>
                    <a:pt x="191244" y="67264"/>
                  </a:lnTo>
                  <a:lnTo>
                    <a:pt x="154406" y="94916"/>
                  </a:lnTo>
                  <a:lnTo>
                    <a:pt x="120743" y="126544"/>
                  </a:lnTo>
                  <a:lnTo>
                    <a:pt x="90565" y="161824"/>
                  </a:lnTo>
                  <a:lnTo>
                    <a:pt x="64181" y="200433"/>
                  </a:lnTo>
                  <a:lnTo>
                    <a:pt x="41901" y="242046"/>
                  </a:lnTo>
                  <a:lnTo>
                    <a:pt x="24033" y="286338"/>
                  </a:lnTo>
                  <a:lnTo>
                    <a:pt x="10887" y="332986"/>
                  </a:lnTo>
                  <a:lnTo>
                    <a:pt x="2773" y="381666"/>
                  </a:lnTo>
                  <a:lnTo>
                    <a:pt x="0" y="432054"/>
                  </a:lnTo>
                  <a:lnTo>
                    <a:pt x="2773" y="482441"/>
                  </a:lnTo>
                  <a:lnTo>
                    <a:pt x="10887" y="531121"/>
                  </a:lnTo>
                  <a:lnTo>
                    <a:pt x="24033" y="577769"/>
                  </a:lnTo>
                  <a:lnTo>
                    <a:pt x="41901" y="622061"/>
                  </a:lnTo>
                  <a:lnTo>
                    <a:pt x="64181" y="663674"/>
                  </a:lnTo>
                  <a:lnTo>
                    <a:pt x="90565" y="702283"/>
                  </a:lnTo>
                  <a:lnTo>
                    <a:pt x="120743" y="737563"/>
                  </a:lnTo>
                  <a:lnTo>
                    <a:pt x="154406" y="769191"/>
                  </a:lnTo>
                  <a:lnTo>
                    <a:pt x="191244" y="796843"/>
                  </a:lnTo>
                  <a:lnTo>
                    <a:pt x="230949" y="820194"/>
                  </a:lnTo>
                  <a:lnTo>
                    <a:pt x="273210" y="838920"/>
                  </a:lnTo>
                  <a:lnTo>
                    <a:pt x="317719" y="852697"/>
                  </a:lnTo>
                  <a:lnTo>
                    <a:pt x="364166" y="861201"/>
                  </a:lnTo>
                  <a:lnTo>
                    <a:pt x="412242" y="864108"/>
                  </a:lnTo>
                  <a:lnTo>
                    <a:pt x="460317" y="861201"/>
                  </a:lnTo>
                  <a:lnTo>
                    <a:pt x="506764" y="852697"/>
                  </a:lnTo>
                  <a:lnTo>
                    <a:pt x="551273" y="838920"/>
                  </a:lnTo>
                  <a:lnTo>
                    <a:pt x="593534" y="820194"/>
                  </a:lnTo>
                  <a:lnTo>
                    <a:pt x="633239" y="796843"/>
                  </a:lnTo>
                  <a:lnTo>
                    <a:pt x="670077" y="769191"/>
                  </a:lnTo>
                  <a:lnTo>
                    <a:pt x="703740" y="737563"/>
                  </a:lnTo>
                  <a:lnTo>
                    <a:pt x="733918" y="702283"/>
                  </a:lnTo>
                  <a:lnTo>
                    <a:pt x="760302" y="663674"/>
                  </a:lnTo>
                  <a:lnTo>
                    <a:pt x="782582" y="622061"/>
                  </a:lnTo>
                  <a:lnTo>
                    <a:pt x="800450" y="577769"/>
                  </a:lnTo>
                  <a:lnTo>
                    <a:pt x="813596" y="531121"/>
                  </a:lnTo>
                  <a:lnTo>
                    <a:pt x="821710" y="482441"/>
                  </a:lnTo>
                  <a:lnTo>
                    <a:pt x="824484" y="432054"/>
                  </a:lnTo>
                  <a:lnTo>
                    <a:pt x="821710" y="381666"/>
                  </a:lnTo>
                  <a:lnTo>
                    <a:pt x="813596" y="332986"/>
                  </a:lnTo>
                  <a:lnTo>
                    <a:pt x="800450" y="286338"/>
                  </a:lnTo>
                  <a:lnTo>
                    <a:pt x="782582" y="242046"/>
                  </a:lnTo>
                  <a:lnTo>
                    <a:pt x="760302" y="200433"/>
                  </a:lnTo>
                  <a:lnTo>
                    <a:pt x="733918" y="161824"/>
                  </a:lnTo>
                  <a:lnTo>
                    <a:pt x="703740" y="126544"/>
                  </a:lnTo>
                  <a:lnTo>
                    <a:pt x="670077" y="94916"/>
                  </a:lnTo>
                  <a:lnTo>
                    <a:pt x="633239" y="67264"/>
                  </a:lnTo>
                  <a:lnTo>
                    <a:pt x="593534" y="43913"/>
                  </a:lnTo>
                  <a:lnTo>
                    <a:pt x="551273" y="25187"/>
                  </a:lnTo>
                  <a:lnTo>
                    <a:pt x="506764" y="11410"/>
                  </a:lnTo>
                  <a:lnTo>
                    <a:pt x="460317" y="2906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0" y="432054"/>
                  </a:moveTo>
                  <a:lnTo>
                    <a:pt x="2773" y="381666"/>
                  </a:lnTo>
                  <a:lnTo>
                    <a:pt x="10887" y="332986"/>
                  </a:lnTo>
                  <a:lnTo>
                    <a:pt x="24033" y="286338"/>
                  </a:lnTo>
                  <a:lnTo>
                    <a:pt x="41901" y="242046"/>
                  </a:lnTo>
                  <a:lnTo>
                    <a:pt x="64181" y="200433"/>
                  </a:lnTo>
                  <a:lnTo>
                    <a:pt x="90565" y="161824"/>
                  </a:lnTo>
                  <a:lnTo>
                    <a:pt x="120743" y="126544"/>
                  </a:lnTo>
                  <a:lnTo>
                    <a:pt x="154406" y="94916"/>
                  </a:lnTo>
                  <a:lnTo>
                    <a:pt x="191244" y="67264"/>
                  </a:lnTo>
                  <a:lnTo>
                    <a:pt x="230949" y="43913"/>
                  </a:lnTo>
                  <a:lnTo>
                    <a:pt x="273210" y="25187"/>
                  </a:lnTo>
                  <a:lnTo>
                    <a:pt x="317719" y="11410"/>
                  </a:lnTo>
                  <a:lnTo>
                    <a:pt x="364166" y="2906"/>
                  </a:lnTo>
                  <a:lnTo>
                    <a:pt x="412242" y="0"/>
                  </a:lnTo>
                  <a:lnTo>
                    <a:pt x="460317" y="2906"/>
                  </a:lnTo>
                  <a:lnTo>
                    <a:pt x="506764" y="11410"/>
                  </a:lnTo>
                  <a:lnTo>
                    <a:pt x="551273" y="25187"/>
                  </a:lnTo>
                  <a:lnTo>
                    <a:pt x="593534" y="43913"/>
                  </a:lnTo>
                  <a:lnTo>
                    <a:pt x="633239" y="67264"/>
                  </a:lnTo>
                  <a:lnTo>
                    <a:pt x="670077" y="94916"/>
                  </a:lnTo>
                  <a:lnTo>
                    <a:pt x="703740" y="126544"/>
                  </a:lnTo>
                  <a:lnTo>
                    <a:pt x="733918" y="161824"/>
                  </a:lnTo>
                  <a:lnTo>
                    <a:pt x="760302" y="200433"/>
                  </a:lnTo>
                  <a:lnTo>
                    <a:pt x="782582" y="242046"/>
                  </a:lnTo>
                  <a:lnTo>
                    <a:pt x="800450" y="286338"/>
                  </a:lnTo>
                  <a:lnTo>
                    <a:pt x="813596" y="332986"/>
                  </a:lnTo>
                  <a:lnTo>
                    <a:pt x="821710" y="381666"/>
                  </a:lnTo>
                  <a:lnTo>
                    <a:pt x="824484" y="432054"/>
                  </a:lnTo>
                  <a:lnTo>
                    <a:pt x="821710" y="482441"/>
                  </a:lnTo>
                  <a:lnTo>
                    <a:pt x="813596" y="531121"/>
                  </a:lnTo>
                  <a:lnTo>
                    <a:pt x="800450" y="577769"/>
                  </a:lnTo>
                  <a:lnTo>
                    <a:pt x="782582" y="622061"/>
                  </a:lnTo>
                  <a:lnTo>
                    <a:pt x="760302" y="663674"/>
                  </a:lnTo>
                  <a:lnTo>
                    <a:pt x="733918" y="702283"/>
                  </a:lnTo>
                  <a:lnTo>
                    <a:pt x="703740" y="737563"/>
                  </a:lnTo>
                  <a:lnTo>
                    <a:pt x="670077" y="769191"/>
                  </a:lnTo>
                  <a:lnTo>
                    <a:pt x="633239" y="796843"/>
                  </a:lnTo>
                  <a:lnTo>
                    <a:pt x="593534" y="820194"/>
                  </a:lnTo>
                  <a:lnTo>
                    <a:pt x="551273" y="838920"/>
                  </a:lnTo>
                  <a:lnTo>
                    <a:pt x="506764" y="852697"/>
                  </a:lnTo>
                  <a:lnTo>
                    <a:pt x="460317" y="861201"/>
                  </a:lnTo>
                  <a:lnTo>
                    <a:pt x="412242" y="864108"/>
                  </a:lnTo>
                  <a:lnTo>
                    <a:pt x="364166" y="861201"/>
                  </a:lnTo>
                  <a:lnTo>
                    <a:pt x="317719" y="852697"/>
                  </a:lnTo>
                  <a:lnTo>
                    <a:pt x="273210" y="838920"/>
                  </a:lnTo>
                  <a:lnTo>
                    <a:pt x="230949" y="820194"/>
                  </a:lnTo>
                  <a:lnTo>
                    <a:pt x="191244" y="796843"/>
                  </a:lnTo>
                  <a:lnTo>
                    <a:pt x="154406" y="769191"/>
                  </a:lnTo>
                  <a:lnTo>
                    <a:pt x="120743" y="737563"/>
                  </a:lnTo>
                  <a:lnTo>
                    <a:pt x="90565" y="702283"/>
                  </a:lnTo>
                  <a:lnTo>
                    <a:pt x="64181" y="663674"/>
                  </a:lnTo>
                  <a:lnTo>
                    <a:pt x="41901" y="622061"/>
                  </a:lnTo>
                  <a:lnTo>
                    <a:pt x="24033" y="577769"/>
                  </a:lnTo>
                  <a:lnTo>
                    <a:pt x="10887" y="531121"/>
                  </a:lnTo>
                  <a:lnTo>
                    <a:pt x="2773" y="482441"/>
                  </a:lnTo>
                  <a:lnTo>
                    <a:pt x="0" y="4320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106923" y="4896612"/>
              <a:ext cx="634365" cy="662940"/>
            </a:xfrm>
            <a:custGeom>
              <a:avLst/>
              <a:gdLst/>
              <a:ahLst/>
              <a:cxnLst/>
              <a:rect l="l" t="t" r="r" b="b"/>
              <a:pathLst>
                <a:path w="634364" h="662939">
                  <a:moveTo>
                    <a:pt x="0" y="331469"/>
                  </a:moveTo>
                  <a:lnTo>
                    <a:pt x="3437" y="282486"/>
                  </a:lnTo>
                  <a:lnTo>
                    <a:pt x="13421" y="235735"/>
                  </a:lnTo>
                  <a:lnTo>
                    <a:pt x="29462" y="191728"/>
                  </a:lnTo>
                  <a:lnTo>
                    <a:pt x="51069" y="150979"/>
                  </a:lnTo>
                  <a:lnTo>
                    <a:pt x="77752" y="113999"/>
                  </a:lnTo>
                  <a:lnTo>
                    <a:pt x="109022" y="81302"/>
                  </a:lnTo>
                  <a:lnTo>
                    <a:pt x="144386" y="53400"/>
                  </a:lnTo>
                  <a:lnTo>
                    <a:pt x="183356" y="30806"/>
                  </a:lnTo>
                  <a:lnTo>
                    <a:pt x="225440" y="14033"/>
                  </a:lnTo>
                  <a:lnTo>
                    <a:pt x="270149" y="3593"/>
                  </a:lnTo>
                  <a:lnTo>
                    <a:pt x="316992" y="0"/>
                  </a:lnTo>
                  <a:lnTo>
                    <a:pt x="363834" y="3593"/>
                  </a:lnTo>
                  <a:lnTo>
                    <a:pt x="408543" y="14033"/>
                  </a:lnTo>
                  <a:lnTo>
                    <a:pt x="450627" y="30806"/>
                  </a:lnTo>
                  <a:lnTo>
                    <a:pt x="489597" y="53400"/>
                  </a:lnTo>
                  <a:lnTo>
                    <a:pt x="524961" y="81302"/>
                  </a:lnTo>
                  <a:lnTo>
                    <a:pt x="556231" y="113999"/>
                  </a:lnTo>
                  <a:lnTo>
                    <a:pt x="582914" y="150979"/>
                  </a:lnTo>
                  <a:lnTo>
                    <a:pt x="604521" y="191728"/>
                  </a:lnTo>
                  <a:lnTo>
                    <a:pt x="620562" y="235735"/>
                  </a:lnTo>
                  <a:lnTo>
                    <a:pt x="630546" y="282486"/>
                  </a:lnTo>
                  <a:lnTo>
                    <a:pt x="633984" y="331469"/>
                  </a:lnTo>
                  <a:lnTo>
                    <a:pt x="630546" y="380453"/>
                  </a:lnTo>
                  <a:lnTo>
                    <a:pt x="620562" y="427204"/>
                  </a:lnTo>
                  <a:lnTo>
                    <a:pt x="604521" y="471211"/>
                  </a:lnTo>
                  <a:lnTo>
                    <a:pt x="582914" y="511960"/>
                  </a:lnTo>
                  <a:lnTo>
                    <a:pt x="556231" y="548940"/>
                  </a:lnTo>
                  <a:lnTo>
                    <a:pt x="524961" y="581637"/>
                  </a:lnTo>
                  <a:lnTo>
                    <a:pt x="489597" y="609539"/>
                  </a:lnTo>
                  <a:lnTo>
                    <a:pt x="450627" y="632133"/>
                  </a:lnTo>
                  <a:lnTo>
                    <a:pt x="408543" y="648906"/>
                  </a:lnTo>
                  <a:lnTo>
                    <a:pt x="363834" y="659346"/>
                  </a:lnTo>
                  <a:lnTo>
                    <a:pt x="316992" y="662940"/>
                  </a:lnTo>
                  <a:lnTo>
                    <a:pt x="270149" y="659346"/>
                  </a:lnTo>
                  <a:lnTo>
                    <a:pt x="225440" y="648906"/>
                  </a:lnTo>
                  <a:lnTo>
                    <a:pt x="183356" y="632133"/>
                  </a:lnTo>
                  <a:lnTo>
                    <a:pt x="144386" y="609539"/>
                  </a:lnTo>
                  <a:lnTo>
                    <a:pt x="109022" y="581637"/>
                  </a:lnTo>
                  <a:lnTo>
                    <a:pt x="77752" y="548940"/>
                  </a:lnTo>
                  <a:lnTo>
                    <a:pt x="51069" y="511960"/>
                  </a:lnTo>
                  <a:lnTo>
                    <a:pt x="29462" y="471211"/>
                  </a:lnTo>
                  <a:lnTo>
                    <a:pt x="13421" y="427204"/>
                  </a:lnTo>
                  <a:lnTo>
                    <a:pt x="3437" y="380453"/>
                  </a:lnTo>
                  <a:lnTo>
                    <a:pt x="0" y="33146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209522" y="5023247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4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45947" y="5186166"/>
            <a:ext cx="3151505" cy="114300"/>
            <a:chOff x="345947" y="5186166"/>
            <a:chExt cx="3151505" cy="114300"/>
          </a:xfrm>
        </p:grpSpPr>
        <p:sp>
          <p:nvSpPr>
            <p:cNvPr id="19" name="object 19" descr=""/>
            <p:cNvSpPr/>
            <p:nvPr/>
          </p:nvSpPr>
          <p:spPr>
            <a:xfrm>
              <a:off x="2966465" y="5243321"/>
              <a:ext cx="435609" cy="0"/>
            </a:xfrm>
            <a:custGeom>
              <a:avLst/>
              <a:gdLst/>
              <a:ahLst/>
              <a:cxnLst/>
              <a:rect l="l" t="t" r="r" b="b"/>
              <a:pathLst>
                <a:path w="435610" h="0">
                  <a:moveTo>
                    <a:pt x="0" y="0"/>
                  </a:moveTo>
                  <a:lnTo>
                    <a:pt x="43519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382614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64997" y="5243321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 h="0">
                  <a:moveTo>
                    <a:pt x="0" y="0"/>
                  </a:moveTo>
                  <a:lnTo>
                    <a:pt x="326656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72607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3155454" y="4719116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486620" y="4735592"/>
            <a:ext cx="349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𝑎,</a:t>
            </a:r>
            <a:r>
              <a:rPr dirty="0" sz="1800" spc="-55">
                <a:latin typeface="Cambria Math"/>
                <a:cs typeface="Cambria Math"/>
              </a:rPr>
              <a:t> </a:t>
            </a:r>
            <a:r>
              <a:rPr dirty="0" sz="1800" spc="-450">
                <a:solidFill>
                  <a:srgbClr val="C00000"/>
                </a:solidFill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758762" y="6027247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751329" y="420936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69766" y="413110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3489705" y="4804917"/>
            <a:ext cx="837565" cy="875665"/>
            <a:chOff x="3489705" y="4804917"/>
            <a:chExt cx="837565" cy="875665"/>
          </a:xfrm>
        </p:grpSpPr>
        <p:sp>
          <p:nvSpPr>
            <p:cNvPr id="29" name="object 29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3695077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3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586536" y="4452581"/>
            <a:ext cx="4425315" cy="1579245"/>
            <a:chOff x="586536" y="4452581"/>
            <a:chExt cx="4425315" cy="1579245"/>
          </a:xfrm>
        </p:grpSpPr>
        <p:sp>
          <p:nvSpPr>
            <p:cNvPr id="33" name="object 33" descr=""/>
            <p:cNvSpPr/>
            <p:nvPr/>
          </p:nvSpPr>
          <p:spPr>
            <a:xfrm>
              <a:off x="4321301" y="5230035"/>
              <a:ext cx="595630" cy="12700"/>
            </a:xfrm>
            <a:custGeom>
              <a:avLst/>
              <a:gdLst/>
              <a:ahLst/>
              <a:cxnLst/>
              <a:rect l="l" t="t" r="r" b="b"/>
              <a:pathLst>
                <a:path w="595629" h="12700">
                  <a:moveTo>
                    <a:pt x="0" y="12230"/>
                  </a:moveTo>
                  <a:lnTo>
                    <a:pt x="59514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896233" y="5173297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0" y="0"/>
                  </a:moveTo>
                  <a:lnTo>
                    <a:pt x="2349" y="114274"/>
                  </a:lnTo>
                  <a:lnTo>
                    <a:pt x="115443" y="54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321347" y="5637548"/>
              <a:ext cx="1066165" cy="375285"/>
            </a:xfrm>
            <a:custGeom>
              <a:avLst/>
              <a:gdLst/>
              <a:ahLst/>
              <a:cxnLst/>
              <a:rect l="l" t="t" r="r" b="b"/>
              <a:pathLst>
                <a:path w="1066164" h="375285">
                  <a:moveTo>
                    <a:pt x="1065885" y="0"/>
                  </a:moveTo>
                  <a:lnTo>
                    <a:pt x="1056430" y="40929"/>
                  </a:lnTo>
                  <a:lnTo>
                    <a:pt x="1042272" y="80254"/>
                  </a:lnTo>
                  <a:lnTo>
                    <a:pt x="1023672" y="117821"/>
                  </a:lnTo>
                  <a:lnTo>
                    <a:pt x="1000892" y="153472"/>
                  </a:lnTo>
                  <a:lnTo>
                    <a:pt x="974193" y="187052"/>
                  </a:lnTo>
                  <a:lnTo>
                    <a:pt x="943835" y="218405"/>
                  </a:lnTo>
                  <a:lnTo>
                    <a:pt x="910079" y="247375"/>
                  </a:lnTo>
                  <a:lnTo>
                    <a:pt x="873187" y="273807"/>
                  </a:lnTo>
                  <a:lnTo>
                    <a:pt x="833419" y="297545"/>
                  </a:lnTo>
                  <a:lnTo>
                    <a:pt x="791037" y="318432"/>
                  </a:lnTo>
                  <a:lnTo>
                    <a:pt x="746301" y="336314"/>
                  </a:lnTo>
                  <a:lnTo>
                    <a:pt x="699472" y="351034"/>
                  </a:lnTo>
                  <a:lnTo>
                    <a:pt x="650812" y="362436"/>
                  </a:lnTo>
                  <a:lnTo>
                    <a:pt x="600582" y="370365"/>
                  </a:lnTo>
                  <a:lnTo>
                    <a:pt x="549042" y="374665"/>
                  </a:lnTo>
                  <a:lnTo>
                    <a:pt x="496453" y="375180"/>
                  </a:lnTo>
                  <a:lnTo>
                    <a:pt x="443077" y="371754"/>
                  </a:lnTo>
                  <a:lnTo>
                    <a:pt x="388983" y="364147"/>
                  </a:lnTo>
                  <a:lnTo>
                    <a:pt x="336845" y="352620"/>
                  </a:lnTo>
                  <a:lnTo>
                    <a:pt x="286932" y="337375"/>
                  </a:lnTo>
                  <a:lnTo>
                    <a:pt x="239512" y="318613"/>
                  </a:lnTo>
                  <a:lnTo>
                    <a:pt x="194855" y="296535"/>
                  </a:lnTo>
                  <a:lnTo>
                    <a:pt x="153230" y="271343"/>
                  </a:lnTo>
                  <a:lnTo>
                    <a:pt x="114906" y="243238"/>
                  </a:lnTo>
                  <a:lnTo>
                    <a:pt x="80151" y="212421"/>
                  </a:lnTo>
                  <a:lnTo>
                    <a:pt x="49236" y="179094"/>
                  </a:lnTo>
                  <a:lnTo>
                    <a:pt x="22429" y="143458"/>
                  </a:lnTo>
                  <a:lnTo>
                    <a:pt x="0" y="10571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274094" y="5653577"/>
              <a:ext cx="107950" cy="127000"/>
            </a:xfrm>
            <a:custGeom>
              <a:avLst/>
              <a:gdLst/>
              <a:ahLst/>
              <a:cxnLst/>
              <a:rect l="l" t="t" r="r" b="b"/>
              <a:pathLst>
                <a:path w="107950" h="127000">
                  <a:moveTo>
                    <a:pt x="14604" y="0"/>
                  </a:moveTo>
                  <a:lnTo>
                    <a:pt x="0" y="126949"/>
                  </a:lnTo>
                  <a:lnTo>
                    <a:pt x="107403" y="87858"/>
                  </a:lnTo>
                  <a:lnTo>
                    <a:pt x="146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05586" y="4471631"/>
              <a:ext cx="580390" cy="581660"/>
            </a:xfrm>
            <a:custGeom>
              <a:avLst/>
              <a:gdLst/>
              <a:ahLst/>
              <a:cxnLst/>
              <a:rect l="l" t="t" r="r" b="b"/>
              <a:pathLst>
                <a:path w="580390" h="581660">
                  <a:moveTo>
                    <a:pt x="236423" y="581139"/>
                  </a:moveTo>
                  <a:lnTo>
                    <a:pt x="197181" y="575957"/>
                  </a:lnTo>
                  <a:lnTo>
                    <a:pt x="158912" y="561209"/>
                  </a:lnTo>
                  <a:lnTo>
                    <a:pt x="122589" y="538091"/>
                  </a:lnTo>
                  <a:lnTo>
                    <a:pt x="89185" y="507797"/>
                  </a:lnTo>
                  <a:lnTo>
                    <a:pt x="59673" y="471525"/>
                  </a:lnTo>
                  <a:lnTo>
                    <a:pt x="35025" y="430470"/>
                  </a:lnTo>
                  <a:lnTo>
                    <a:pt x="16215" y="385827"/>
                  </a:lnTo>
                  <a:lnTo>
                    <a:pt x="4216" y="338793"/>
                  </a:lnTo>
                  <a:lnTo>
                    <a:pt x="0" y="290563"/>
                  </a:lnTo>
                  <a:lnTo>
                    <a:pt x="4309" y="247125"/>
                  </a:lnTo>
                  <a:lnTo>
                    <a:pt x="16643" y="204559"/>
                  </a:lnTo>
                  <a:lnTo>
                    <a:pt x="36110" y="163735"/>
                  </a:lnTo>
                  <a:lnTo>
                    <a:pt x="61817" y="125526"/>
                  </a:lnTo>
                  <a:lnTo>
                    <a:pt x="92875" y="90803"/>
                  </a:lnTo>
                  <a:lnTo>
                    <a:pt x="128389" y="60438"/>
                  </a:lnTo>
                  <a:lnTo>
                    <a:pt x="167470" y="35304"/>
                  </a:lnTo>
                  <a:lnTo>
                    <a:pt x="209226" y="16272"/>
                  </a:lnTo>
                  <a:lnTo>
                    <a:pt x="252763" y="4213"/>
                  </a:lnTo>
                  <a:lnTo>
                    <a:pt x="297192" y="0"/>
                  </a:lnTo>
                  <a:lnTo>
                    <a:pt x="342342" y="5094"/>
                  </a:lnTo>
                  <a:lnTo>
                    <a:pt x="386556" y="19663"/>
                  </a:lnTo>
                  <a:lnTo>
                    <a:pt x="428898" y="42636"/>
                  </a:lnTo>
                  <a:lnTo>
                    <a:pt x="468433" y="72939"/>
                  </a:lnTo>
                  <a:lnTo>
                    <a:pt x="504224" y="109501"/>
                  </a:lnTo>
                  <a:lnTo>
                    <a:pt x="535336" y="151251"/>
                  </a:lnTo>
                  <a:lnTo>
                    <a:pt x="560833" y="197115"/>
                  </a:lnTo>
                  <a:lnTo>
                    <a:pt x="579780" y="24602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126008" y="4690326"/>
              <a:ext cx="113030" cy="121920"/>
            </a:xfrm>
            <a:custGeom>
              <a:avLst/>
              <a:gdLst/>
              <a:ahLst/>
              <a:cxnLst/>
              <a:rect l="l" t="t" r="r" b="b"/>
              <a:pathLst>
                <a:path w="113030" h="121920">
                  <a:moveTo>
                    <a:pt x="112953" y="0"/>
                  </a:moveTo>
                  <a:lnTo>
                    <a:pt x="0" y="17500"/>
                  </a:lnTo>
                  <a:lnTo>
                    <a:pt x="73977" y="121704"/>
                  </a:lnTo>
                  <a:lnTo>
                    <a:pt x="112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 descr=""/>
          <p:cNvGrpSpPr/>
          <p:nvPr/>
        </p:nvGrpSpPr>
        <p:grpSpPr>
          <a:xfrm>
            <a:off x="10725656" y="3744214"/>
            <a:ext cx="316230" cy="316230"/>
            <a:chOff x="10725656" y="3744214"/>
            <a:chExt cx="316230" cy="316230"/>
          </a:xfrm>
        </p:grpSpPr>
        <p:sp>
          <p:nvSpPr>
            <p:cNvPr id="40" name="object 40" descr=""/>
            <p:cNvSpPr/>
            <p:nvPr/>
          </p:nvSpPr>
          <p:spPr>
            <a:xfrm>
              <a:off x="10732008" y="37505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732006" y="37505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10761364" y="3801643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10420856" y="4003294"/>
            <a:ext cx="767715" cy="549275"/>
            <a:chOff x="10420856" y="4003294"/>
            <a:chExt cx="767715" cy="549275"/>
          </a:xfrm>
        </p:grpSpPr>
        <p:sp>
          <p:nvSpPr>
            <p:cNvPr id="44" name="object 44" descr=""/>
            <p:cNvSpPr/>
            <p:nvPr/>
          </p:nvSpPr>
          <p:spPr>
            <a:xfrm>
              <a:off x="10619145" y="4009644"/>
              <a:ext cx="156845" cy="184785"/>
            </a:xfrm>
            <a:custGeom>
              <a:avLst/>
              <a:gdLst/>
              <a:ahLst/>
              <a:cxnLst/>
              <a:rect l="l" t="t" r="r" b="b"/>
              <a:pathLst>
                <a:path w="156845" h="184785">
                  <a:moveTo>
                    <a:pt x="156349" y="0"/>
                  </a:moveTo>
                  <a:lnTo>
                    <a:pt x="0" y="18444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0578084" y="4159759"/>
              <a:ext cx="78740" cy="83185"/>
            </a:xfrm>
            <a:custGeom>
              <a:avLst/>
              <a:gdLst/>
              <a:ahLst/>
              <a:cxnLst/>
              <a:rect l="l" t="t" r="r" b="b"/>
              <a:pathLst>
                <a:path w="78740" h="83185">
                  <a:moveTo>
                    <a:pt x="20205" y="0"/>
                  </a:moveTo>
                  <a:lnTo>
                    <a:pt x="0" y="82765"/>
                  </a:lnTo>
                  <a:lnTo>
                    <a:pt x="78333" y="49276"/>
                  </a:lnTo>
                  <a:lnTo>
                    <a:pt x="20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0991088" y="4009644"/>
              <a:ext cx="157480" cy="190500"/>
            </a:xfrm>
            <a:custGeom>
              <a:avLst/>
              <a:gdLst/>
              <a:ahLst/>
              <a:cxnLst/>
              <a:rect l="l" t="t" r="r" b="b"/>
              <a:pathLst>
                <a:path w="157479" h="190500">
                  <a:moveTo>
                    <a:pt x="0" y="0"/>
                  </a:moveTo>
                  <a:lnTo>
                    <a:pt x="156997" y="19025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0427208" y="4165866"/>
              <a:ext cx="761365" cy="380365"/>
            </a:xfrm>
            <a:custGeom>
              <a:avLst/>
              <a:gdLst/>
              <a:ahLst/>
              <a:cxnLst/>
              <a:rect l="l" t="t" r="r" b="b"/>
              <a:pathLst>
                <a:path w="761365" h="380364">
                  <a:moveTo>
                    <a:pt x="303276" y="228587"/>
                  </a:moveTo>
                  <a:lnTo>
                    <a:pt x="295541" y="180670"/>
                  </a:lnTo>
                  <a:lnTo>
                    <a:pt x="274015" y="139039"/>
                  </a:lnTo>
                  <a:lnTo>
                    <a:pt x="241185" y="106210"/>
                  </a:lnTo>
                  <a:lnTo>
                    <a:pt x="199555" y="84683"/>
                  </a:lnTo>
                  <a:lnTo>
                    <a:pt x="151638" y="76949"/>
                  </a:lnTo>
                  <a:lnTo>
                    <a:pt x="103708" y="84683"/>
                  </a:lnTo>
                  <a:lnTo>
                    <a:pt x="62077" y="106210"/>
                  </a:lnTo>
                  <a:lnTo>
                    <a:pt x="29248" y="139039"/>
                  </a:lnTo>
                  <a:lnTo>
                    <a:pt x="7721" y="180670"/>
                  </a:lnTo>
                  <a:lnTo>
                    <a:pt x="0" y="228587"/>
                  </a:lnTo>
                  <a:lnTo>
                    <a:pt x="7721" y="276517"/>
                  </a:lnTo>
                  <a:lnTo>
                    <a:pt x="29248" y="318147"/>
                  </a:lnTo>
                  <a:lnTo>
                    <a:pt x="62077" y="350977"/>
                  </a:lnTo>
                  <a:lnTo>
                    <a:pt x="103708" y="372503"/>
                  </a:lnTo>
                  <a:lnTo>
                    <a:pt x="151638" y="380225"/>
                  </a:lnTo>
                  <a:lnTo>
                    <a:pt x="199555" y="372503"/>
                  </a:lnTo>
                  <a:lnTo>
                    <a:pt x="241185" y="350977"/>
                  </a:lnTo>
                  <a:lnTo>
                    <a:pt x="274015" y="318147"/>
                  </a:lnTo>
                  <a:lnTo>
                    <a:pt x="295541" y="276517"/>
                  </a:lnTo>
                  <a:lnTo>
                    <a:pt x="303276" y="228587"/>
                  </a:lnTo>
                  <a:close/>
                </a:path>
                <a:path w="761365" h="380364">
                  <a:moveTo>
                    <a:pt x="761288" y="83019"/>
                  </a:moveTo>
                  <a:lnTo>
                    <a:pt x="742175" y="0"/>
                  </a:lnTo>
                  <a:lnTo>
                    <a:pt x="683399" y="48501"/>
                  </a:lnTo>
                  <a:lnTo>
                    <a:pt x="761288" y="83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0427206" y="4242816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10456671" y="4293522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11030456" y="4242561"/>
            <a:ext cx="316230" cy="316230"/>
            <a:chOff x="11030456" y="4242561"/>
            <a:chExt cx="316230" cy="316230"/>
          </a:xfrm>
        </p:grpSpPr>
        <p:sp>
          <p:nvSpPr>
            <p:cNvPr id="51" name="object 51" descr=""/>
            <p:cNvSpPr/>
            <p:nvPr/>
          </p:nvSpPr>
          <p:spPr>
            <a:xfrm>
              <a:off x="11036808" y="4248911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1036806" y="4248911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11064439" y="4299882"/>
            <a:ext cx="2089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10667744" y="4501641"/>
            <a:ext cx="853440" cy="574040"/>
            <a:chOff x="10667744" y="4501641"/>
            <a:chExt cx="853440" cy="574040"/>
          </a:xfrm>
        </p:grpSpPr>
        <p:sp>
          <p:nvSpPr>
            <p:cNvPr id="55" name="object 55" descr=""/>
            <p:cNvSpPr/>
            <p:nvPr/>
          </p:nvSpPr>
          <p:spPr>
            <a:xfrm>
              <a:off x="11295888" y="4507991"/>
              <a:ext cx="184785" cy="222250"/>
            </a:xfrm>
            <a:custGeom>
              <a:avLst/>
              <a:gdLst/>
              <a:ahLst/>
              <a:cxnLst/>
              <a:rect l="l" t="t" r="r" b="b"/>
              <a:pathLst>
                <a:path w="184784" h="222250">
                  <a:moveTo>
                    <a:pt x="0" y="0"/>
                  </a:moveTo>
                  <a:lnTo>
                    <a:pt x="184162" y="222161"/>
                  </a:lnTo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1442624" y="4696064"/>
              <a:ext cx="78105" cy="83185"/>
            </a:xfrm>
            <a:custGeom>
              <a:avLst/>
              <a:gdLst/>
              <a:ahLst/>
              <a:cxnLst/>
              <a:rect l="l" t="t" r="r" b="b"/>
              <a:pathLst>
                <a:path w="78104" h="83185">
                  <a:moveTo>
                    <a:pt x="58661" y="0"/>
                  </a:moveTo>
                  <a:lnTo>
                    <a:pt x="0" y="48628"/>
                  </a:lnTo>
                  <a:lnTo>
                    <a:pt x="77952" y="82981"/>
                  </a:lnTo>
                  <a:lnTo>
                    <a:pt x="5866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0871151" y="4507991"/>
              <a:ext cx="210820" cy="212725"/>
            </a:xfrm>
            <a:custGeom>
              <a:avLst/>
              <a:gdLst/>
              <a:ahLst/>
              <a:cxnLst/>
              <a:rect l="l" t="t" r="r" b="b"/>
              <a:pathLst>
                <a:path w="210820" h="212725">
                  <a:moveTo>
                    <a:pt x="210261" y="0"/>
                  </a:moveTo>
                  <a:lnTo>
                    <a:pt x="0" y="212547"/>
                  </a:lnTo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0826491" y="4684712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26504" y="0"/>
                  </a:moveTo>
                  <a:lnTo>
                    <a:pt x="0" y="80962"/>
                  </a:lnTo>
                  <a:lnTo>
                    <a:pt x="80683" y="53581"/>
                  </a:lnTo>
                  <a:lnTo>
                    <a:pt x="2650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0674096" y="4765547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0674094" y="4765547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10703858" y="4816570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11362690" y="4772914"/>
            <a:ext cx="316230" cy="316230"/>
            <a:chOff x="11362690" y="4772914"/>
            <a:chExt cx="316230" cy="316230"/>
          </a:xfrm>
        </p:grpSpPr>
        <p:sp>
          <p:nvSpPr>
            <p:cNvPr id="63" name="object 63" descr=""/>
            <p:cNvSpPr/>
            <p:nvPr/>
          </p:nvSpPr>
          <p:spPr>
            <a:xfrm>
              <a:off x="11369040" y="47792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1369040" y="47792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11396412" y="4829936"/>
            <a:ext cx="2089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latin typeface="Cambria Math"/>
                <a:cs typeface="Cambria Math"/>
              </a:rPr>
              <a:t>3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10283949" y="4495546"/>
            <a:ext cx="194945" cy="298450"/>
            <a:chOff x="10283949" y="4495546"/>
            <a:chExt cx="194945" cy="298450"/>
          </a:xfrm>
        </p:grpSpPr>
        <p:sp>
          <p:nvSpPr>
            <p:cNvPr id="67" name="object 67" descr=""/>
            <p:cNvSpPr/>
            <p:nvPr/>
          </p:nvSpPr>
          <p:spPr>
            <a:xfrm>
              <a:off x="10318355" y="4501896"/>
              <a:ext cx="153670" cy="238760"/>
            </a:xfrm>
            <a:custGeom>
              <a:avLst/>
              <a:gdLst/>
              <a:ahLst/>
              <a:cxnLst/>
              <a:rect l="l" t="t" r="r" b="b"/>
              <a:pathLst>
                <a:path w="153670" h="238760">
                  <a:moveTo>
                    <a:pt x="153581" y="0"/>
                  </a:moveTo>
                  <a:lnTo>
                    <a:pt x="0" y="238264"/>
                  </a:lnTo>
                </a:path>
              </a:pathLst>
            </a:custGeom>
            <a:ln w="127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0283949" y="4708841"/>
              <a:ext cx="73660" cy="85090"/>
            </a:xfrm>
            <a:custGeom>
              <a:avLst/>
              <a:gdLst/>
              <a:ahLst/>
              <a:cxnLst/>
              <a:rect l="l" t="t" r="r" b="b"/>
              <a:pathLst>
                <a:path w="73659" h="85089">
                  <a:moveTo>
                    <a:pt x="9258" y="0"/>
                  </a:moveTo>
                  <a:lnTo>
                    <a:pt x="0" y="84683"/>
                  </a:lnTo>
                  <a:lnTo>
                    <a:pt x="73304" y="41275"/>
                  </a:lnTo>
                  <a:lnTo>
                    <a:pt x="925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10074322" y="4821774"/>
            <a:ext cx="3587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Franklin Gothic Medium"/>
                <a:cs typeface="Franklin Gothic Medium"/>
              </a:rPr>
              <a:t>reject</a:t>
            </a:r>
            <a:endParaRPr sz="1100">
              <a:latin typeface="Franklin Gothic Medium"/>
              <a:cs typeface="Franklin Gothic Medium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9191869" y="3889625"/>
            <a:ext cx="709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Read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9191869" y="4500439"/>
            <a:ext cx="704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Read</a:t>
            </a:r>
            <a:r>
              <a:rPr dirty="0" sz="1800" spc="-7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6356603" y="5251703"/>
            <a:ext cx="93599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285"/>
              </a:spcBef>
            </a:pP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3</a:t>
            </a:r>
            <a:r>
              <a:rPr dirty="0" sz="2400" spc="-25">
                <a:latin typeface="Franklin Gothic Medium"/>
                <a:cs typeface="Franklin Gothic Medium"/>
              </a:rPr>
              <a:t>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5981395" y="3603314"/>
            <a:ext cx="22593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Input</a:t>
            </a:r>
            <a:r>
              <a:rPr dirty="0" sz="2800" spc="-16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6442955" y="4428948"/>
            <a:ext cx="13227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948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Input: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baseline="-2976" sz="4200" spc="-37">
                <a:latin typeface="Cambria Math"/>
                <a:cs typeface="Cambria Math"/>
              </a:rPr>
              <a:t>𝑎𝑏</a:t>
            </a:r>
            <a:endParaRPr baseline="-2976" sz="4200">
              <a:latin typeface="Cambria Math"/>
              <a:cs typeface="Cambria Math"/>
            </a:endParaRPr>
          </a:p>
        </p:txBody>
      </p:sp>
      <p:grpSp>
        <p:nvGrpSpPr>
          <p:cNvPr id="75" name="object 75" descr=""/>
          <p:cNvGrpSpPr/>
          <p:nvPr/>
        </p:nvGrpSpPr>
        <p:grpSpPr>
          <a:xfrm>
            <a:off x="10605513" y="5077714"/>
            <a:ext cx="194945" cy="298450"/>
            <a:chOff x="10605513" y="5077714"/>
            <a:chExt cx="194945" cy="298450"/>
          </a:xfrm>
        </p:grpSpPr>
        <p:sp>
          <p:nvSpPr>
            <p:cNvPr id="76" name="object 76" descr=""/>
            <p:cNvSpPr/>
            <p:nvPr/>
          </p:nvSpPr>
          <p:spPr>
            <a:xfrm>
              <a:off x="10639918" y="5084064"/>
              <a:ext cx="153670" cy="238760"/>
            </a:xfrm>
            <a:custGeom>
              <a:avLst/>
              <a:gdLst/>
              <a:ahLst/>
              <a:cxnLst/>
              <a:rect l="l" t="t" r="r" b="b"/>
              <a:pathLst>
                <a:path w="153670" h="238760">
                  <a:moveTo>
                    <a:pt x="153581" y="0"/>
                  </a:moveTo>
                  <a:lnTo>
                    <a:pt x="0" y="238264"/>
                  </a:lnTo>
                </a:path>
              </a:pathLst>
            </a:custGeom>
            <a:ln w="127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0605513" y="5291009"/>
              <a:ext cx="73660" cy="85090"/>
            </a:xfrm>
            <a:custGeom>
              <a:avLst/>
              <a:gdLst/>
              <a:ahLst/>
              <a:cxnLst/>
              <a:rect l="l" t="t" r="r" b="b"/>
              <a:pathLst>
                <a:path w="73659" h="85089">
                  <a:moveTo>
                    <a:pt x="9258" y="0"/>
                  </a:moveTo>
                  <a:lnTo>
                    <a:pt x="0" y="84683"/>
                  </a:lnTo>
                  <a:lnTo>
                    <a:pt x="73304" y="41274"/>
                  </a:lnTo>
                  <a:lnTo>
                    <a:pt x="925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 descr=""/>
          <p:cNvSpPr txBox="1"/>
          <p:nvPr/>
        </p:nvSpPr>
        <p:spPr>
          <a:xfrm>
            <a:off x="10396042" y="5403197"/>
            <a:ext cx="3587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Franklin Gothic Medium"/>
                <a:cs typeface="Franklin Gothic Medium"/>
              </a:rPr>
              <a:t>reject</a:t>
            </a:r>
            <a:endParaRPr sz="1100">
              <a:latin typeface="Franklin Gothic Medium"/>
              <a:cs typeface="Franklin Gothic Medium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6356603" y="5713476"/>
            <a:ext cx="4023360" cy="8280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365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265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Read</a:t>
            </a:r>
            <a:r>
              <a:rPr dirty="0" sz="2400" spc="-140">
                <a:latin typeface="Franklin Gothic Medium"/>
                <a:cs typeface="Franklin Gothic Medium"/>
              </a:rPr>
              <a:t> </a:t>
            </a:r>
            <a:r>
              <a:rPr dirty="0" sz="2400" spc="-335">
                <a:solidFill>
                  <a:srgbClr val="C00000"/>
                </a:solidFill>
                <a:latin typeface="Cambria Math"/>
                <a:cs typeface="Cambria Math"/>
              </a:rPr>
              <a:t>𝜀𝜀</a:t>
            </a:r>
            <a:r>
              <a:rPr dirty="0" sz="2400" spc="-335">
                <a:latin typeface="Franklin Gothic Medium"/>
                <a:cs typeface="Franklin Gothic Medium"/>
              </a:rPr>
              <a:t>,</a:t>
            </a:r>
            <a:r>
              <a:rPr dirty="0" sz="2400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follow </a:t>
            </a:r>
            <a:r>
              <a:rPr dirty="0" sz="2400" spc="-20">
                <a:latin typeface="Franklin Gothic Medium"/>
                <a:cs typeface="Franklin Gothic Medium"/>
              </a:rPr>
              <a:t>transition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from</a:t>
            </a:r>
            <a:endParaRPr sz="2400">
              <a:latin typeface="Franklin Gothic Medium"/>
              <a:cs typeface="Franklin Gothic Medium"/>
            </a:endParaRPr>
          </a:p>
          <a:p>
            <a:pPr marL="90170">
              <a:lnSpc>
                <a:spcPct val="100000"/>
              </a:lnSpc>
            </a:pPr>
            <a:r>
              <a:rPr dirty="0" sz="2400">
                <a:latin typeface="Cambria Math"/>
                <a:cs typeface="Cambria Math"/>
              </a:rPr>
              <a:t>𝑞</a:t>
            </a:r>
            <a:r>
              <a:rPr dirty="0" baseline="-15873" sz="2625">
                <a:latin typeface="Cambria Math"/>
                <a:cs typeface="Cambria Math"/>
              </a:rPr>
              <a:t>3</a:t>
            </a:r>
            <a:r>
              <a:rPr dirty="0" baseline="-15873" sz="2625" spc="337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4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9231694" y="5084413"/>
            <a:ext cx="685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Read</a:t>
            </a:r>
            <a:r>
              <a:rPr dirty="0" sz="1800" spc="-7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450">
                <a:solidFill>
                  <a:srgbClr val="C00000"/>
                </a:solidFill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60"/>
              <a:t>Nondeterminism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92069" y="1355675"/>
            <a:ext cx="8397240" cy="1147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Several</a:t>
            </a:r>
            <a:r>
              <a:rPr dirty="0" sz="2800" spc="-1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choices</a:t>
            </a:r>
            <a:r>
              <a:rPr dirty="0" sz="2800" spc="-1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95">
                <a:latin typeface="Franklin Gothic Medium"/>
                <a:cs typeface="Franklin Gothic Medium"/>
              </a:rPr>
              <a:t>may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exist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for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next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any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point.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2800" spc="-40">
                <a:latin typeface="Franklin Gothic Medium"/>
                <a:cs typeface="Franklin Gothic Medium"/>
              </a:rPr>
              <a:t>Nondeterminism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generalization</a:t>
            </a:r>
            <a:r>
              <a:rPr dirty="0" sz="28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determinism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38983" y="2671572"/>
            <a:ext cx="925068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Franklin Gothic Medium"/>
                <a:cs typeface="Franklin Gothic Medium"/>
              </a:rPr>
              <a:t>Every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0">
                <a:latin typeface="Franklin Gothic Medium"/>
                <a:cs typeface="Franklin Gothic Medium"/>
              </a:rPr>
              <a:t>DFA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automatically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30">
                <a:latin typeface="Franklin Gothic Medium"/>
                <a:cs typeface="Franklin Gothic Medium"/>
              </a:rPr>
              <a:t> Nondeterministic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70">
                <a:latin typeface="Franklin Gothic Medium"/>
                <a:cs typeface="Franklin Gothic Medium"/>
              </a:rPr>
              <a:t>Automaton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(NFA).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2608" y="3558540"/>
            <a:ext cx="528955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3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80033" y="4500521"/>
            <a:ext cx="1593215" cy="1179830"/>
            <a:chOff x="780033" y="4500521"/>
            <a:chExt cx="1593215" cy="1179830"/>
          </a:xfrm>
        </p:grpSpPr>
        <p:sp>
          <p:nvSpPr>
            <p:cNvPr id="7" name="object 7" descr=""/>
            <p:cNvSpPr/>
            <p:nvPr/>
          </p:nvSpPr>
          <p:spPr>
            <a:xfrm>
              <a:off x="1297287" y="4519571"/>
              <a:ext cx="1028065" cy="378460"/>
            </a:xfrm>
            <a:custGeom>
              <a:avLst/>
              <a:gdLst/>
              <a:ahLst/>
              <a:cxnLst/>
              <a:rect l="l" t="t" r="r" b="b"/>
              <a:pathLst>
                <a:path w="1028064" h="378460">
                  <a:moveTo>
                    <a:pt x="0" y="378041"/>
                  </a:moveTo>
                  <a:lnTo>
                    <a:pt x="8852" y="337003"/>
                  </a:lnTo>
                  <a:lnTo>
                    <a:pt x="22242" y="297553"/>
                  </a:lnTo>
                  <a:lnTo>
                    <a:pt x="39920" y="259848"/>
                  </a:lnTo>
                  <a:lnTo>
                    <a:pt x="61636" y="224046"/>
                  </a:lnTo>
                  <a:lnTo>
                    <a:pt x="87139" y="190304"/>
                  </a:lnTo>
                  <a:lnTo>
                    <a:pt x="116179" y="158778"/>
                  </a:lnTo>
                  <a:lnTo>
                    <a:pt x="148505" y="129626"/>
                  </a:lnTo>
                  <a:lnTo>
                    <a:pt x="183868" y="103005"/>
                  </a:lnTo>
                  <a:lnTo>
                    <a:pt x="222015" y="79072"/>
                  </a:lnTo>
                  <a:lnTo>
                    <a:pt x="262698" y="57983"/>
                  </a:lnTo>
                  <a:lnTo>
                    <a:pt x="305666" y="39898"/>
                  </a:lnTo>
                  <a:lnTo>
                    <a:pt x="350669" y="24971"/>
                  </a:lnTo>
                  <a:lnTo>
                    <a:pt x="397455" y="13361"/>
                  </a:lnTo>
                  <a:lnTo>
                    <a:pt x="445775" y="5224"/>
                  </a:lnTo>
                  <a:lnTo>
                    <a:pt x="495378" y="718"/>
                  </a:lnTo>
                  <a:lnTo>
                    <a:pt x="546014" y="0"/>
                  </a:lnTo>
                  <a:lnTo>
                    <a:pt x="597433" y="3226"/>
                  </a:lnTo>
                  <a:lnTo>
                    <a:pt x="650118" y="10733"/>
                  </a:lnTo>
                  <a:lnTo>
                    <a:pt x="700893" y="22255"/>
                  </a:lnTo>
                  <a:lnTo>
                    <a:pt x="749492" y="37584"/>
                  </a:lnTo>
                  <a:lnTo>
                    <a:pt x="795646" y="56510"/>
                  </a:lnTo>
                  <a:lnTo>
                    <a:pt x="839090" y="78828"/>
                  </a:lnTo>
                  <a:lnTo>
                    <a:pt x="879556" y="104327"/>
                  </a:lnTo>
                  <a:lnTo>
                    <a:pt x="916777" y="132800"/>
                  </a:lnTo>
                  <a:lnTo>
                    <a:pt x="950486" y="164040"/>
                  </a:lnTo>
                  <a:lnTo>
                    <a:pt x="980417" y="197838"/>
                  </a:lnTo>
                  <a:lnTo>
                    <a:pt x="1006302" y="233985"/>
                  </a:lnTo>
                  <a:lnTo>
                    <a:pt x="1027874" y="27227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264981" y="4755502"/>
              <a:ext cx="108585" cy="127000"/>
            </a:xfrm>
            <a:custGeom>
              <a:avLst/>
              <a:gdLst/>
              <a:ahLst/>
              <a:cxnLst/>
              <a:rect l="l" t="t" r="r" b="b"/>
              <a:pathLst>
                <a:path w="108585" h="127000">
                  <a:moveTo>
                    <a:pt x="108153" y="0"/>
                  </a:moveTo>
                  <a:lnTo>
                    <a:pt x="0" y="36969"/>
                  </a:lnTo>
                  <a:lnTo>
                    <a:pt x="91046" y="126644"/>
                  </a:lnTo>
                  <a:lnTo>
                    <a:pt x="1081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977295" y="5037430"/>
            <a:ext cx="356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134870" y="4804917"/>
            <a:ext cx="837565" cy="875665"/>
            <a:chOff x="2134870" y="4804917"/>
            <a:chExt cx="837565" cy="875665"/>
          </a:xfrm>
        </p:grpSpPr>
        <p:sp>
          <p:nvSpPr>
            <p:cNvPr id="13" name="object 13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339996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2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004561" y="4789678"/>
            <a:ext cx="837565" cy="876935"/>
            <a:chOff x="5004561" y="4789678"/>
            <a:chExt cx="837565" cy="876935"/>
          </a:xfrm>
        </p:grpSpPr>
        <p:sp>
          <p:nvSpPr>
            <p:cNvPr id="17" name="object 17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412242" y="0"/>
                  </a:moveTo>
                  <a:lnTo>
                    <a:pt x="364166" y="2906"/>
                  </a:lnTo>
                  <a:lnTo>
                    <a:pt x="317719" y="11410"/>
                  </a:lnTo>
                  <a:lnTo>
                    <a:pt x="273210" y="25187"/>
                  </a:lnTo>
                  <a:lnTo>
                    <a:pt x="230949" y="43913"/>
                  </a:lnTo>
                  <a:lnTo>
                    <a:pt x="191244" y="67264"/>
                  </a:lnTo>
                  <a:lnTo>
                    <a:pt x="154406" y="94916"/>
                  </a:lnTo>
                  <a:lnTo>
                    <a:pt x="120743" y="126544"/>
                  </a:lnTo>
                  <a:lnTo>
                    <a:pt x="90565" y="161824"/>
                  </a:lnTo>
                  <a:lnTo>
                    <a:pt x="64181" y="200433"/>
                  </a:lnTo>
                  <a:lnTo>
                    <a:pt x="41901" y="242046"/>
                  </a:lnTo>
                  <a:lnTo>
                    <a:pt x="24033" y="286338"/>
                  </a:lnTo>
                  <a:lnTo>
                    <a:pt x="10887" y="332986"/>
                  </a:lnTo>
                  <a:lnTo>
                    <a:pt x="2773" y="381666"/>
                  </a:lnTo>
                  <a:lnTo>
                    <a:pt x="0" y="432054"/>
                  </a:lnTo>
                  <a:lnTo>
                    <a:pt x="2773" y="482441"/>
                  </a:lnTo>
                  <a:lnTo>
                    <a:pt x="10887" y="531121"/>
                  </a:lnTo>
                  <a:lnTo>
                    <a:pt x="24033" y="577769"/>
                  </a:lnTo>
                  <a:lnTo>
                    <a:pt x="41901" y="622061"/>
                  </a:lnTo>
                  <a:lnTo>
                    <a:pt x="64181" y="663674"/>
                  </a:lnTo>
                  <a:lnTo>
                    <a:pt x="90565" y="702283"/>
                  </a:lnTo>
                  <a:lnTo>
                    <a:pt x="120743" y="737563"/>
                  </a:lnTo>
                  <a:lnTo>
                    <a:pt x="154406" y="769191"/>
                  </a:lnTo>
                  <a:lnTo>
                    <a:pt x="191244" y="796843"/>
                  </a:lnTo>
                  <a:lnTo>
                    <a:pt x="230949" y="820194"/>
                  </a:lnTo>
                  <a:lnTo>
                    <a:pt x="273210" y="838920"/>
                  </a:lnTo>
                  <a:lnTo>
                    <a:pt x="317719" y="852697"/>
                  </a:lnTo>
                  <a:lnTo>
                    <a:pt x="364166" y="861201"/>
                  </a:lnTo>
                  <a:lnTo>
                    <a:pt x="412242" y="864108"/>
                  </a:lnTo>
                  <a:lnTo>
                    <a:pt x="460317" y="861201"/>
                  </a:lnTo>
                  <a:lnTo>
                    <a:pt x="506764" y="852697"/>
                  </a:lnTo>
                  <a:lnTo>
                    <a:pt x="551273" y="838920"/>
                  </a:lnTo>
                  <a:lnTo>
                    <a:pt x="593534" y="820194"/>
                  </a:lnTo>
                  <a:lnTo>
                    <a:pt x="633239" y="796843"/>
                  </a:lnTo>
                  <a:lnTo>
                    <a:pt x="670077" y="769191"/>
                  </a:lnTo>
                  <a:lnTo>
                    <a:pt x="703740" y="737563"/>
                  </a:lnTo>
                  <a:lnTo>
                    <a:pt x="733918" y="702283"/>
                  </a:lnTo>
                  <a:lnTo>
                    <a:pt x="760302" y="663674"/>
                  </a:lnTo>
                  <a:lnTo>
                    <a:pt x="782582" y="622061"/>
                  </a:lnTo>
                  <a:lnTo>
                    <a:pt x="800450" y="577769"/>
                  </a:lnTo>
                  <a:lnTo>
                    <a:pt x="813596" y="531121"/>
                  </a:lnTo>
                  <a:lnTo>
                    <a:pt x="821710" y="482441"/>
                  </a:lnTo>
                  <a:lnTo>
                    <a:pt x="824484" y="432054"/>
                  </a:lnTo>
                  <a:lnTo>
                    <a:pt x="821710" y="381666"/>
                  </a:lnTo>
                  <a:lnTo>
                    <a:pt x="813596" y="332986"/>
                  </a:lnTo>
                  <a:lnTo>
                    <a:pt x="800450" y="286338"/>
                  </a:lnTo>
                  <a:lnTo>
                    <a:pt x="782582" y="242046"/>
                  </a:lnTo>
                  <a:lnTo>
                    <a:pt x="760302" y="200433"/>
                  </a:lnTo>
                  <a:lnTo>
                    <a:pt x="733918" y="161824"/>
                  </a:lnTo>
                  <a:lnTo>
                    <a:pt x="703740" y="126544"/>
                  </a:lnTo>
                  <a:lnTo>
                    <a:pt x="670077" y="94916"/>
                  </a:lnTo>
                  <a:lnTo>
                    <a:pt x="633239" y="67264"/>
                  </a:lnTo>
                  <a:lnTo>
                    <a:pt x="593534" y="43913"/>
                  </a:lnTo>
                  <a:lnTo>
                    <a:pt x="551273" y="25187"/>
                  </a:lnTo>
                  <a:lnTo>
                    <a:pt x="506764" y="11410"/>
                  </a:lnTo>
                  <a:lnTo>
                    <a:pt x="460317" y="2906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0" y="432054"/>
                  </a:moveTo>
                  <a:lnTo>
                    <a:pt x="2773" y="381666"/>
                  </a:lnTo>
                  <a:lnTo>
                    <a:pt x="10887" y="332986"/>
                  </a:lnTo>
                  <a:lnTo>
                    <a:pt x="24033" y="286338"/>
                  </a:lnTo>
                  <a:lnTo>
                    <a:pt x="41901" y="242046"/>
                  </a:lnTo>
                  <a:lnTo>
                    <a:pt x="64181" y="200433"/>
                  </a:lnTo>
                  <a:lnTo>
                    <a:pt x="90565" y="161824"/>
                  </a:lnTo>
                  <a:lnTo>
                    <a:pt x="120743" y="126544"/>
                  </a:lnTo>
                  <a:lnTo>
                    <a:pt x="154406" y="94916"/>
                  </a:lnTo>
                  <a:lnTo>
                    <a:pt x="191244" y="67264"/>
                  </a:lnTo>
                  <a:lnTo>
                    <a:pt x="230949" y="43913"/>
                  </a:lnTo>
                  <a:lnTo>
                    <a:pt x="273210" y="25187"/>
                  </a:lnTo>
                  <a:lnTo>
                    <a:pt x="317719" y="11410"/>
                  </a:lnTo>
                  <a:lnTo>
                    <a:pt x="364166" y="2906"/>
                  </a:lnTo>
                  <a:lnTo>
                    <a:pt x="412242" y="0"/>
                  </a:lnTo>
                  <a:lnTo>
                    <a:pt x="460317" y="2906"/>
                  </a:lnTo>
                  <a:lnTo>
                    <a:pt x="506764" y="11410"/>
                  </a:lnTo>
                  <a:lnTo>
                    <a:pt x="551273" y="25187"/>
                  </a:lnTo>
                  <a:lnTo>
                    <a:pt x="593534" y="43913"/>
                  </a:lnTo>
                  <a:lnTo>
                    <a:pt x="633239" y="67264"/>
                  </a:lnTo>
                  <a:lnTo>
                    <a:pt x="670077" y="94916"/>
                  </a:lnTo>
                  <a:lnTo>
                    <a:pt x="703740" y="126544"/>
                  </a:lnTo>
                  <a:lnTo>
                    <a:pt x="733918" y="161824"/>
                  </a:lnTo>
                  <a:lnTo>
                    <a:pt x="760302" y="200433"/>
                  </a:lnTo>
                  <a:lnTo>
                    <a:pt x="782582" y="242046"/>
                  </a:lnTo>
                  <a:lnTo>
                    <a:pt x="800450" y="286338"/>
                  </a:lnTo>
                  <a:lnTo>
                    <a:pt x="813596" y="332986"/>
                  </a:lnTo>
                  <a:lnTo>
                    <a:pt x="821710" y="381666"/>
                  </a:lnTo>
                  <a:lnTo>
                    <a:pt x="824484" y="432054"/>
                  </a:lnTo>
                  <a:lnTo>
                    <a:pt x="821710" y="482441"/>
                  </a:lnTo>
                  <a:lnTo>
                    <a:pt x="813596" y="531121"/>
                  </a:lnTo>
                  <a:lnTo>
                    <a:pt x="800450" y="577769"/>
                  </a:lnTo>
                  <a:lnTo>
                    <a:pt x="782582" y="622061"/>
                  </a:lnTo>
                  <a:lnTo>
                    <a:pt x="760302" y="663674"/>
                  </a:lnTo>
                  <a:lnTo>
                    <a:pt x="733918" y="702283"/>
                  </a:lnTo>
                  <a:lnTo>
                    <a:pt x="703740" y="737563"/>
                  </a:lnTo>
                  <a:lnTo>
                    <a:pt x="670077" y="769191"/>
                  </a:lnTo>
                  <a:lnTo>
                    <a:pt x="633239" y="796843"/>
                  </a:lnTo>
                  <a:lnTo>
                    <a:pt x="593534" y="820194"/>
                  </a:lnTo>
                  <a:lnTo>
                    <a:pt x="551273" y="838920"/>
                  </a:lnTo>
                  <a:lnTo>
                    <a:pt x="506764" y="852697"/>
                  </a:lnTo>
                  <a:lnTo>
                    <a:pt x="460317" y="861201"/>
                  </a:lnTo>
                  <a:lnTo>
                    <a:pt x="412242" y="864108"/>
                  </a:lnTo>
                  <a:lnTo>
                    <a:pt x="364166" y="861201"/>
                  </a:lnTo>
                  <a:lnTo>
                    <a:pt x="317719" y="852697"/>
                  </a:lnTo>
                  <a:lnTo>
                    <a:pt x="273210" y="838920"/>
                  </a:lnTo>
                  <a:lnTo>
                    <a:pt x="230949" y="820194"/>
                  </a:lnTo>
                  <a:lnTo>
                    <a:pt x="191244" y="796843"/>
                  </a:lnTo>
                  <a:lnTo>
                    <a:pt x="154406" y="769191"/>
                  </a:lnTo>
                  <a:lnTo>
                    <a:pt x="120743" y="737563"/>
                  </a:lnTo>
                  <a:lnTo>
                    <a:pt x="90565" y="702283"/>
                  </a:lnTo>
                  <a:lnTo>
                    <a:pt x="64181" y="663674"/>
                  </a:lnTo>
                  <a:lnTo>
                    <a:pt x="41901" y="622061"/>
                  </a:lnTo>
                  <a:lnTo>
                    <a:pt x="24033" y="577769"/>
                  </a:lnTo>
                  <a:lnTo>
                    <a:pt x="10887" y="531121"/>
                  </a:lnTo>
                  <a:lnTo>
                    <a:pt x="2773" y="482441"/>
                  </a:lnTo>
                  <a:lnTo>
                    <a:pt x="0" y="4320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106923" y="4896612"/>
              <a:ext cx="634365" cy="662940"/>
            </a:xfrm>
            <a:custGeom>
              <a:avLst/>
              <a:gdLst/>
              <a:ahLst/>
              <a:cxnLst/>
              <a:rect l="l" t="t" r="r" b="b"/>
              <a:pathLst>
                <a:path w="634364" h="662939">
                  <a:moveTo>
                    <a:pt x="0" y="331469"/>
                  </a:moveTo>
                  <a:lnTo>
                    <a:pt x="3437" y="282486"/>
                  </a:lnTo>
                  <a:lnTo>
                    <a:pt x="13421" y="235735"/>
                  </a:lnTo>
                  <a:lnTo>
                    <a:pt x="29462" y="191728"/>
                  </a:lnTo>
                  <a:lnTo>
                    <a:pt x="51069" y="150979"/>
                  </a:lnTo>
                  <a:lnTo>
                    <a:pt x="77752" y="113999"/>
                  </a:lnTo>
                  <a:lnTo>
                    <a:pt x="109022" y="81302"/>
                  </a:lnTo>
                  <a:lnTo>
                    <a:pt x="144386" y="53400"/>
                  </a:lnTo>
                  <a:lnTo>
                    <a:pt x="183356" y="30806"/>
                  </a:lnTo>
                  <a:lnTo>
                    <a:pt x="225440" y="14033"/>
                  </a:lnTo>
                  <a:lnTo>
                    <a:pt x="270149" y="3593"/>
                  </a:lnTo>
                  <a:lnTo>
                    <a:pt x="316992" y="0"/>
                  </a:lnTo>
                  <a:lnTo>
                    <a:pt x="363834" y="3593"/>
                  </a:lnTo>
                  <a:lnTo>
                    <a:pt x="408543" y="14033"/>
                  </a:lnTo>
                  <a:lnTo>
                    <a:pt x="450627" y="30806"/>
                  </a:lnTo>
                  <a:lnTo>
                    <a:pt x="489597" y="53400"/>
                  </a:lnTo>
                  <a:lnTo>
                    <a:pt x="524961" y="81302"/>
                  </a:lnTo>
                  <a:lnTo>
                    <a:pt x="556231" y="113999"/>
                  </a:lnTo>
                  <a:lnTo>
                    <a:pt x="582914" y="150979"/>
                  </a:lnTo>
                  <a:lnTo>
                    <a:pt x="604521" y="191728"/>
                  </a:lnTo>
                  <a:lnTo>
                    <a:pt x="620562" y="235735"/>
                  </a:lnTo>
                  <a:lnTo>
                    <a:pt x="630546" y="282486"/>
                  </a:lnTo>
                  <a:lnTo>
                    <a:pt x="633984" y="331469"/>
                  </a:lnTo>
                  <a:lnTo>
                    <a:pt x="630546" y="380453"/>
                  </a:lnTo>
                  <a:lnTo>
                    <a:pt x="620562" y="427204"/>
                  </a:lnTo>
                  <a:lnTo>
                    <a:pt x="604521" y="471211"/>
                  </a:lnTo>
                  <a:lnTo>
                    <a:pt x="582914" y="511960"/>
                  </a:lnTo>
                  <a:lnTo>
                    <a:pt x="556231" y="548940"/>
                  </a:lnTo>
                  <a:lnTo>
                    <a:pt x="524961" y="581637"/>
                  </a:lnTo>
                  <a:lnTo>
                    <a:pt x="489597" y="609539"/>
                  </a:lnTo>
                  <a:lnTo>
                    <a:pt x="450627" y="632133"/>
                  </a:lnTo>
                  <a:lnTo>
                    <a:pt x="408543" y="648906"/>
                  </a:lnTo>
                  <a:lnTo>
                    <a:pt x="363834" y="659346"/>
                  </a:lnTo>
                  <a:lnTo>
                    <a:pt x="316992" y="662940"/>
                  </a:lnTo>
                  <a:lnTo>
                    <a:pt x="270149" y="659346"/>
                  </a:lnTo>
                  <a:lnTo>
                    <a:pt x="225440" y="648906"/>
                  </a:lnTo>
                  <a:lnTo>
                    <a:pt x="183356" y="632133"/>
                  </a:lnTo>
                  <a:lnTo>
                    <a:pt x="144386" y="609539"/>
                  </a:lnTo>
                  <a:lnTo>
                    <a:pt x="109022" y="581637"/>
                  </a:lnTo>
                  <a:lnTo>
                    <a:pt x="77752" y="548940"/>
                  </a:lnTo>
                  <a:lnTo>
                    <a:pt x="51069" y="511960"/>
                  </a:lnTo>
                  <a:lnTo>
                    <a:pt x="29462" y="471211"/>
                  </a:lnTo>
                  <a:lnTo>
                    <a:pt x="13421" y="427204"/>
                  </a:lnTo>
                  <a:lnTo>
                    <a:pt x="3437" y="380453"/>
                  </a:lnTo>
                  <a:lnTo>
                    <a:pt x="0" y="33146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209522" y="5023247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4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345947" y="5186166"/>
            <a:ext cx="3151505" cy="114300"/>
            <a:chOff x="345947" y="5186166"/>
            <a:chExt cx="3151505" cy="114300"/>
          </a:xfrm>
        </p:grpSpPr>
        <p:sp>
          <p:nvSpPr>
            <p:cNvPr id="22" name="object 22" descr=""/>
            <p:cNvSpPr/>
            <p:nvPr/>
          </p:nvSpPr>
          <p:spPr>
            <a:xfrm>
              <a:off x="2966465" y="5243321"/>
              <a:ext cx="435609" cy="0"/>
            </a:xfrm>
            <a:custGeom>
              <a:avLst/>
              <a:gdLst/>
              <a:ahLst/>
              <a:cxnLst/>
              <a:rect l="l" t="t" r="r" b="b"/>
              <a:pathLst>
                <a:path w="435610" h="0">
                  <a:moveTo>
                    <a:pt x="0" y="0"/>
                  </a:moveTo>
                  <a:lnTo>
                    <a:pt x="43519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82614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64997" y="5243321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 h="0">
                  <a:moveTo>
                    <a:pt x="0" y="0"/>
                  </a:moveTo>
                  <a:lnTo>
                    <a:pt x="326656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72607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3155454" y="4719116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487583" y="4735592"/>
            <a:ext cx="349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𝑎,</a:t>
            </a:r>
            <a:r>
              <a:rPr dirty="0" sz="1800" spc="-55">
                <a:latin typeface="Cambria Math"/>
                <a:cs typeface="Cambria Math"/>
              </a:rPr>
              <a:t> </a:t>
            </a:r>
            <a:r>
              <a:rPr dirty="0" sz="1800" spc="-450">
                <a:solidFill>
                  <a:srgbClr val="C00000"/>
                </a:solidFill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758762" y="6027247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751329" y="420936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69766" y="413110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3489705" y="4804917"/>
            <a:ext cx="837565" cy="875665"/>
            <a:chOff x="3489705" y="4804917"/>
            <a:chExt cx="837565" cy="875665"/>
          </a:xfrm>
        </p:grpSpPr>
        <p:sp>
          <p:nvSpPr>
            <p:cNvPr id="32" name="object 32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3695077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3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586536" y="4452581"/>
            <a:ext cx="4425315" cy="1579245"/>
            <a:chOff x="586536" y="4452581"/>
            <a:chExt cx="4425315" cy="1579245"/>
          </a:xfrm>
        </p:grpSpPr>
        <p:sp>
          <p:nvSpPr>
            <p:cNvPr id="36" name="object 36" descr=""/>
            <p:cNvSpPr/>
            <p:nvPr/>
          </p:nvSpPr>
          <p:spPr>
            <a:xfrm>
              <a:off x="4321301" y="5230035"/>
              <a:ext cx="595630" cy="12700"/>
            </a:xfrm>
            <a:custGeom>
              <a:avLst/>
              <a:gdLst/>
              <a:ahLst/>
              <a:cxnLst/>
              <a:rect l="l" t="t" r="r" b="b"/>
              <a:pathLst>
                <a:path w="595629" h="12700">
                  <a:moveTo>
                    <a:pt x="0" y="12230"/>
                  </a:moveTo>
                  <a:lnTo>
                    <a:pt x="595147" y="0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896233" y="5173297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0" y="0"/>
                  </a:moveTo>
                  <a:lnTo>
                    <a:pt x="2349" y="114274"/>
                  </a:lnTo>
                  <a:lnTo>
                    <a:pt x="115443" y="54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321347" y="5637548"/>
              <a:ext cx="1066165" cy="375285"/>
            </a:xfrm>
            <a:custGeom>
              <a:avLst/>
              <a:gdLst/>
              <a:ahLst/>
              <a:cxnLst/>
              <a:rect l="l" t="t" r="r" b="b"/>
              <a:pathLst>
                <a:path w="1066164" h="375285">
                  <a:moveTo>
                    <a:pt x="1065885" y="0"/>
                  </a:moveTo>
                  <a:lnTo>
                    <a:pt x="1056430" y="40929"/>
                  </a:lnTo>
                  <a:lnTo>
                    <a:pt x="1042272" y="80254"/>
                  </a:lnTo>
                  <a:lnTo>
                    <a:pt x="1023672" y="117821"/>
                  </a:lnTo>
                  <a:lnTo>
                    <a:pt x="1000892" y="153472"/>
                  </a:lnTo>
                  <a:lnTo>
                    <a:pt x="974193" y="187052"/>
                  </a:lnTo>
                  <a:lnTo>
                    <a:pt x="943835" y="218405"/>
                  </a:lnTo>
                  <a:lnTo>
                    <a:pt x="910079" y="247375"/>
                  </a:lnTo>
                  <a:lnTo>
                    <a:pt x="873187" y="273807"/>
                  </a:lnTo>
                  <a:lnTo>
                    <a:pt x="833419" y="297545"/>
                  </a:lnTo>
                  <a:lnTo>
                    <a:pt x="791037" y="318432"/>
                  </a:lnTo>
                  <a:lnTo>
                    <a:pt x="746301" y="336314"/>
                  </a:lnTo>
                  <a:lnTo>
                    <a:pt x="699472" y="351034"/>
                  </a:lnTo>
                  <a:lnTo>
                    <a:pt x="650812" y="362436"/>
                  </a:lnTo>
                  <a:lnTo>
                    <a:pt x="600582" y="370365"/>
                  </a:lnTo>
                  <a:lnTo>
                    <a:pt x="549042" y="374665"/>
                  </a:lnTo>
                  <a:lnTo>
                    <a:pt x="496453" y="375180"/>
                  </a:lnTo>
                  <a:lnTo>
                    <a:pt x="443077" y="371754"/>
                  </a:lnTo>
                  <a:lnTo>
                    <a:pt x="388983" y="364147"/>
                  </a:lnTo>
                  <a:lnTo>
                    <a:pt x="336845" y="352620"/>
                  </a:lnTo>
                  <a:lnTo>
                    <a:pt x="286932" y="337375"/>
                  </a:lnTo>
                  <a:lnTo>
                    <a:pt x="239512" y="318613"/>
                  </a:lnTo>
                  <a:lnTo>
                    <a:pt x="194855" y="296535"/>
                  </a:lnTo>
                  <a:lnTo>
                    <a:pt x="153230" y="271343"/>
                  </a:lnTo>
                  <a:lnTo>
                    <a:pt x="114906" y="243238"/>
                  </a:lnTo>
                  <a:lnTo>
                    <a:pt x="80151" y="212421"/>
                  </a:lnTo>
                  <a:lnTo>
                    <a:pt x="49236" y="179094"/>
                  </a:lnTo>
                  <a:lnTo>
                    <a:pt x="22429" y="143458"/>
                  </a:lnTo>
                  <a:lnTo>
                    <a:pt x="0" y="10571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274094" y="5653577"/>
              <a:ext cx="107950" cy="127000"/>
            </a:xfrm>
            <a:custGeom>
              <a:avLst/>
              <a:gdLst/>
              <a:ahLst/>
              <a:cxnLst/>
              <a:rect l="l" t="t" r="r" b="b"/>
              <a:pathLst>
                <a:path w="107950" h="127000">
                  <a:moveTo>
                    <a:pt x="14604" y="0"/>
                  </a:moveTo>
                  <a:lnTo>
                    <a:pt x="0" y="126949"/>
                  </a:lnTo>
                  <a:lnTo>
                    <a:pt x="107403" y="87858"/>
                  </a:lnTo>
                  <a:lnTo>
                    <a:pt x="146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05586" y="4471631"/>
              <a:ext cx="580390" cy="581660"/>
            </a:xfrm>
            <a:custGeom>
              <a:avLst/>
              <a:gdLst/>
              <a:ahLst/>
              <a:cxnLst/>
              <a:rect l="l" t="t" r="r" b="b"/>
              <a:pathLst>
                <a:path w="580390" h="581660">
                  <a:moveTo>
                    <a:pt x="236423" y="581139"/>
                  </a:moveTo>
                  <a:lnTo>
                    <a:pt x="197181" y="575957"/>
                  </a:lnTo>
                  <a:lnTo>
                    <a:pt x="158912" y="561209"/>
                  </a:lnTo>
                  <a:lnTo>
                    <a:pt x="122589" y="538091"/>
                  </a:lnTo>
                  <a:lnTo>
                    <a:pt x="89185" y="507797"/>
                  </a:lnTo>
                  <a:lnTo>
                    <a:pt x="59673" y="471525"/>
                  </a:lnTo>
                  <a:lnTo>
                    <a:pt x="35025" y="430470"/>
                  </a:lnTo>
                  <a:lnTo>
                    <a:pt x="16215" y="385827"/>
                  </a:lnTo>
                  <a:lnTo>
                    <a:pt x="4216" y="338793"/>
                  </a:lnTo>
                  <a:lnTo>
                    <a:pt x="0" y="290563"/>
                  </a:lnTo>
                  <a:lnTo>
                    <a:pt x="4309" y="247125"/>
                  </a:lnTo>
                  <a:lnTo>
                    <a:pt x="16643" y="204559"/>
                  </a:lnTo>
                  <a:lnTo>
                    <a:pt x="36110" y="163735"/>
                  </a:lnTo>
                  <a:lnTo>
                    <a:pt x="61817" y="125526"/>
                  </a:lnTo>
                  <a:lnTo>
                    <a:pt x="92875" y="90803"/>
                  </a:lnTo>
                  <a:lnTo>
                    <a:pt x="128389" y="60438"/>
                  </a:lnTo>
                  <a:lnTo>
                    <a:pt x="167470" y="35304"/>
                  </a:lnTo>
                  <a:lnTo>
                    <a:pt x="209226" y="16272"/>
                  </a:lnTo>
                  <a:lnTo>
                    <a:pt x="252763" y="4213"/>
                  </a:lnTo>
                  <a:lnTo>
                    <a:pt x="297192" y="0"/>
                  </a:lnTo>
                  <a:lnTo>
                    <a:pt x="342342" y="5094"/>
                  </a:lnTo>
                  <a:lnTo>
                    <a:pt x="386556" y="19663"/>
                  </a:lnTo>
                  <a:lnTo>
                    <a:pt x="428898" y="42636"/>
                  </a:lnTo>
                  <a:lnTo>
                    <a:pt x="468433" y="72939"/>
                  </a:lnTo>
                  <a:lnTo>
                    <a:pt x="504224" y="109501"/>
                  </a:lnTo>
                  <a:lnTo>
                    <a:pt x="535336" y="151251"/>
                  </a:lnTo>
                  <a:lnTo>
                    <a:pt x="560833" y="197115"/>
                  </a:lnTo>
                  <a:lnTo>
                    <a:pt x="579780" y="24602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126008" y="4690326"/>
              <a:ext cx="113030" cy="121920"/>
            </a:xfrm>
            <a:custGeom>
              <a:avLst/>
              <a:gdLst/>
              <a:ahLst/>
              <a:cxnLst/>
              <a:rect l="l" t="t" r="r" b="b"/>
              <a:pathLst>
                <a:path w="113030" h="121920">
                  <a:moveTo>
                    <a:pt x="112953" y="0"/>
                  </a:moveTo>
                  <a:lnTo>
                    <a:pt x="0" y="17500"/>
                  </a:lnTo>
                  <a:lnTo>
                    <a:pt x="73977" y="121704"/>
                  </a:lnTo>
                  <a:lnTo>
                    <a:pt x="112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6356603" y="5713476"/>
            <a:ext cx="4023360" cy="8280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365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265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Read</a:t>
            </a:r>
            <a:r>
              <a:rPr dirty="0" sz="2400" spc="-140">
                <a:latin typeface="Franklin Gothic Medium"/>
                <a:cs typeface="Franklin Gothic Medium"/>
              </a:rPr>
              <a:t> </a:t>
            </a:r>
            <a:r>
              <a:rPr dirty="0" sz="2400" spc="-335">
                <a:solidFill>
                  <a:srgbClr val="C00000"/>
                </a:solidFill>
                <a:latin typeface="Cambria Math"/>
                <a:cs typeface="Cambria Math"/>
              </a:rPr>
              <a:t>𝜀𝜀</a:t>
            </a:r>
            <a:r>
              <a:rPr dirty="0" sz="2400" spc="-335">
                <a:latin typeface="Franklin Gothic Medium"/>
                <a:cs typeface="Franklin Gothic Medium"/>
              </a:rPr>
              <a:t>,</a:t>
            </a:r>
            <a:r>
              <a:rPr dirty="0" sz="2400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follow </a:t>
            </a:r>
            <a:r>
              <a:rPr dirty="0" sz="2400" spc="-20">
                <a:latin typeface="Franklin Gothic Medium"/>
                <a:cs typeface="Franklin Gothic Medium"/>
              </a:rPr>
              <a:t>transition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from</a:t>
            </a:r>
            <a:endParaRPr sz="2400">
              <a:latin typeface="Franklin Gothic Medium"/>
              <a:cs typeface="Franklin Gothic Medium"/>
            </a:endParaRPr>
          </a:p>
          <a:p>
            <a:pPr marL="90170">
              <a:lnSpc>
                <a:spcPct val="100000"/>
              </a:lnSpc>
            </a:pPr>
            <a:r>
              <a:rPr dirty="0" sz="2400">
                <a:latin typeface="Cambria Math"/>
                <a:cs typeface="Cambria Math"/>
              </a:rPr>
              <a:t>𝑞</a:t>
            </a:r>
            <a:r>
              <a:rPr dirty="0" baseline="-15873" sz="2625">
                <a:latin typeface="Cambria Math"/>
                <a:cs typeface="Cambria Math"/>
              </a:rPr>
              <a:t>3</a:t>
            </a:r>
            <a:r>
              <a:rPr dirty="0" baseline="-15873" sz="2625" spc="337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4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10725656" y="3744214"/>
            <a:ext cx="316230" cy="316230"/>
            <a:chOff x="10725656" y="3744214"/>
            <a:chExt cx="316230" cy="316230"/>
          </a:xfrm>
        </p:grpSpPr>
        <p:sp>
          <p:nvSpPr>
            <p:cNvPr id="44" name="object 44" descr=""/>
            <p:cNvSpPr/>
            <p:nvPr/>
          </p:nvSpPr>
          <p:spPr>
            <a:xfrm>
              <a:off x="10732008" y="37505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0732006" y="37505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10761364" y="3801643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10420856" y="4003294"/>
            <a:ext cx="767715" cy="549275"/>
            <a:chOff x="10420856" y="4003294"/>
            <a:chExt cx="767715" cy="549275"/>
          </a:xfrm>
        </p:grpSpPr>
        <p:sp>
          <p:nvSpPr>
            <p:cNvPr id="48" name="object 48" descr=""/>
            <p:cNvSpPr/>
            <p:nvPr/>
          </p:nvSpPr>
          <p:spPr>
            <a:xfrm>
              <a:off x="10619145" y="4009644"/>
              <a:ext cx="156845" cy="184785"/>
            </a:xfrm>
            <a:custGeom>
              <a:avLst/>
              <a:gdLst/>
              <a:ahLst/>
              <a:cxnLst/>
              <a:rect l="l" t="t" r="r" b="b"/>
              <a:pathLst>
                <a:path w="156845" h="184785">
                  <a:moveTo>
                    <a:pt x="156349" y="0"/>
                  </a:moveTo>
                  <a:lnTo>
                    <a:pt x="0" y="18444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0578084" y="4159759"/>
              <a:ext cx="78740" cy="83185"/>
            </a:xfrm>
            <a:custGeom>
              <a:avLst/>
              <a:gdLst/>
              <a:ahLst/>
              <a:cxnLst/>
              <a:rect l="l" t="t" r="r" b="b"/>
              <a:pathLst>
                <a:path w="78740" h="83185">
                  <a:moveTo>
                    <a:pt x="20205" y="0"/>
                  </a:moveTo>
                  <a:lnTo>
                    <a:pt x="0" y="82765"/>
                  </a:lnTo>
                  <a:lnTo>
                    <a:pt x="78333" y="49276"/>
                  </a:lnTo>
                  <a:lnTo>
                    <a:pt x="20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0991088" y="4009644"/>
              <a:ext cx="157480" cy="190500"/>
            </a:xfrm>
            <a:custGeom>
              <a:avLst/>
              <a:gdLst/>
              <a:ahLst/>
              <a:cxnLst/>
              <a:rect l="l" t="t" r="r" b="b"/>
              <a:pathLst>
                <a:path w="157479" h="190500">
                  <a:moveTo>
                    <a:pt x="0" y="0"/>
                  </a:moveTo>
                  <a:lnTo>
                    <a:pt x="156997" y="19025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0427208" y="4165866"/>
              <a:ext cx="761365" cy="380365"/>
            </a:xfrm>
            <a:custGeom>
              <a:avLst/>
              <a:gdLst/>
              <a:ahLst/>
              <a:cxnLst/>
              <a:rect l="l" t="t" r="r" b="b"/>
              <a:pathLst>
                <a:path w="761365" h="380364">
                  <a:moveTo>
                    <a:pt x="303276" y="228587"/>
                  </a:moveTo>
                  <a:lnTo>
                    <a:pt x="295541" y="180670"/>
                  </a:lnTo>
                  <a:lnTo>
                    <a:pt x="274015" y="139039"/>
                  </a:lnTo>
                  <a:lnTo>
                    <a:pt x="241185" y="106210"/>
                  </a:lnTo>
                  <a:lnTo>
                    <a:pt x="199555" y="84683"/>
                  </a:lnTo>
                  <a:lnTo>
                    <a:pt x="151638" y="76949"/>
                  </a:lnTo>
                  <a:lnTo>
                    <a:pt x="103708" y="84683"/>
                  </a:lnTo>
                  <a:lnTo>
                    <a:pt x="62077" y="106210"/>
                  </a:lnTo>
                  <a:lnTo>
                    <a:pt x="29248" y="139039"/>
                  </a:lnTo>
                  <a:lnTo>
                    <a:pt x="7721" y="180670"/>
                  </a:lnTo>
                  <a:lnTo>
                    <a:pt x="0" y="228587"/>
                  </a:lnTo>
                  <a:lnTo>
                    <a:pt x="7721" y="276517"/>
                  </a:lnTo>
                  <a:lnTo>
                    <a:pt x="29248" y="318147"/>
                  </a:lnTo>
                  <a:lnTo>
                    <a:pt x="62077" y="350977"/>
                  </a:lnTo>
                  <a:lnTo>
                    <a:pt x="103708" y="372503"/>
                  </a:lnTo>
                  <a:lnTo>
                    <a:pt x="151638" y="380225"/>
                  </a:lnTo>
                  <a:lnTo>
                    <a:pt x="199555" y="372503"/>
                  </a:lnTo>
                  <a:lnTo>
                    <a:pt x="241185" y="350977"/>
                  </a:lnTo>
                  <a:lnTo>
                    <a:pt x="274015" y="318147"/>
                  </a:lnTo>
                  <a:lnTo>
                    <a:pt x="295541" y="276517"/>
                  </a:lnTo>
                  <a:lnTo>
                    <a:pt x="303276" y="228587"/>
                  </a:lnTo>
                  <a:close/>
                </a:path>
                <a:path w="761365" h="380364">
                  <a:moveTo>
                    <a:pt x="761288" y="83019"/>
                  </a:moveTo>
                  <a:lnTo>
                    <a:pt x="742175" y="0"/>
                  </a:lnTo>
                  <a:lnTo>
                    <a:pt x="683399" y="48501"/>
                  </a:lnTo>
                  <a:lnTo>
                    <a:pt x="761288" y="83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0427206" y="4242816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10456671" y="4293522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11030456" y="4242561"/>
            <a:ext cx="316230" cy="316230"/>
            <a:chOff x="11030456" y="4242561"/>
            <a:chExt cx="316230" cy="316230"/>
          </a:xfrm>
        </p:grpSpPr>
        <p:sp>
          <p:nvSpPr>
            <p:cNvPr id="55" name="object 55" descr=""/>
            <p:cNvSpPr/>
            <p:nvPr/>
          </p:nvSpPr>
          <p:spPr>
            <a:xfrm>
              <a:off x="11036808" y="4248911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1036806" y="4248911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11064439" y="4299882"/>
            <a:ext cx="2089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10667744" y="4501641"/>
            <a:ext cx="853440" cy="574040"/>
            <a:chOff x="10667744" y="4501641"/>
            <a:chExt cx="853440" cy="574040"/>
          </a:xfrm>
        </p:grpSpPr>
        <p:sp>
          <p:nvSpPr>
            <p:cNvPr id="59" name="object 59" descr=""/>
            <p:cNvSpPr/>
            <p:nvPr/>
          </p:nvSpPr>
          <p:spPr>
            <a:xfrm>
              <a:off x="11295888" y="4507991"/>
              <a:ext cx="184785" cy="222250"/>
            </a:xfrm>
            <a:custGeom>
              <a:avLst/>
              <a:gdLst/>
              <a:ahLst/>
              <a:cxnLst/>
              <a:rect l="l" t="t" r="r" b="b"/>
              <a:pathLst>
                <a:path w="184784" h="222250">
                  <a:moveTo>
                    <a:pt x="0" y="0"/>
                  </a:moveTo>
                  <a:lnTo>
                    <a:pt x="184162" y="22216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1442624" y="4696064"/>
              <a:ext cx="78105" cy="83185"/>
            </a:xfrm>
            <a:custGeom>
              <a:avLst/>
              <a:gdLst/>
              <a:ahLst/>
              <a:cxnLst/>
              <a:rect l="l" t="t" r="r" b="b"/>
              <a:pathLst>
                <a:path w="78104" h="83185">
                  <a:moveTo>
                    <a:pt x="58661" y="0"/>
                  </a:moveTo>
                  <a:lnTo>
                    <a:pt x="0" y="48628"/>
                  </a:lnTo>
                  <a:lnTo>
                    <a:pt x="77952" y="82981"/>
                  </a:lnTo>
                  <a:lnTo>
                    <a:pt x="586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0871151" y="4507991"/>
              <a:ext cx="210820" cy="212725"/>
            </a:xfrm>
            <a:custGeom>
              <a:avLst/>
              <a:gdLst/>
              <a:ahLst/>
              <a:cxnLst/>
              <a:rect l="l" t="t" r="r" b="b"/>
              <a:pathLst>
                <a:path w="210820" h="212725">
                  <a:moveTo>
                    <a:pt x="210261" y="0"/>
                  </a:moveTo>
                  <a:lnTo>
                    <a:pt x="0" y="21254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0674096" y="4684712"/>
              <a:ext cx="303530" cy="384175"/>
            </a:xfrm>
            <a:custGeom>
              <a:avLst/>
              <a:gdLst/>
              <a:ahLst/>
              <a:cxnLst/>
              <a:rect l="l" t="t" r="r" b="b"/>
              <a:pathLst>
                <a:path w="303529" h="384175">
                  <a:moveTo>
                    <a:pt x="233070" y="53581"/>
                  </a:moveTo>
                  <a:lnTo>
                    <a:pt x="178892" y="0"/>
                  </a:lnTo>
                  <a:lnTo>
                    <a:pt x="152387" y="80962"/>
                  </a:lnTo>
                  <a:lnTo>
                    <a:pt x="233070" y="53581"/>
                  </a:lnTo>
                  <a:close/>
                </a:path>
                <a:path w="303529" h="384175">
                  <a:moveTo>
                    <a:pt x="303276" y="232473"/>
                  </a:moveTo>
                  <a:lnTo>
                    <a:pt x="295541" y="184556"/>
                  </a:lnTo>
                  <a:lnTo>
                    <a:pt x="274015" y="142925"/>
                  </a:lnTo>
                  <a:lnTo>
                    <a:pt x="241185" y="110096"/>
                  </a:lnTo>
                  <a:lnTo>
                    <a:pt x="199555" y="88569"/>
                  </a:lnTo>
                  <a:lnTo>
                    <a:pt x="152387" y="80962"/>
                  </a:lnTo>
                  <a:lnTo>
                    <a:pt x="151638" y="80835"/>
                  </a:lnTo>
                  <a:lnTo>
                    <a:pt x="103708" y="88569"/>
                  </a:lnTo>
                  <a:lnTo>
                    <a:pt x="62077" y="110096"/>
                  </a:lnTo>
                  <a:lnTo>
                    <a:pt x="29248" y="142925"/>
                  </a:lnTo>
                  <a:lnTo>
                    <a:pt x="7721" y="184556"/>
                  </a:lnTo>
                  <a:lnTo>
                    <a:pt x="0" y="232473"/>
                  </a:lnTo>
                  <a:lnTo>
                    <a:pt x="7721" y="280403"/>
                  </a:lnTo>
                  <a:lnTo>
                    <a:pt x="29248" y="322033"/>
                  </a:lnTo>
                  <a:lnTo>
                    <a:pt x="62077" y="354863"/>
                  </a:lnTo>
                  <a:lnTo>
                    <a:pt x="103708" y="376389"/>
                  </a:lnTo>
                  <a:lnTo>
                    <a:pt x="151638" y="384111"/>
                  </a:lnTo>
                  <a:lnTo>
                    <a:pt x="199555" y="376389"/>
                  </a:lnTo>
                  <a:lnTo>
                    <a:pt x="241185" y="354863"/>
                  </a:lnTo>
                  <a:lnTo>
                    <a:pt x="274015" y="322033"/>
                  </a:lnTo>
                  <a:lnTo>
                    <a:pt x="295541" y="280403"/>
                  </a:lnTo>
                  <a:lnTo>
                    <a:pt x="303276" y="2324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0674094" y="4765547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10703858" y="4816570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11362690" y="4772914"/>
            <a:ext cx="316230" cy="316230"/>
            <a:chOff x="11362690" y="4772914"/>
            <a:chExt cx="316230" cy="316230"/>
          </a:xfrm>
        </p:grpSpPr>
        <p:sp>
          <p:nvSpPr>
            <p:cNvPr id="66" name="object 66" descr=""/>
            <p:cNvSpPr/>
            <p:nvPr/>
          </p:nvSpPr>
          <p:spPr>
            <a:xfrm>
              <a:off x="11369040" y="47792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1369040" y="47792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11396412" y="4829936"/>
            <a:ext cx="2089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latin typeface="Cambria Math"/>
                <a:cs typeface="Cambria Math"/>
              </a:rPr>
              <a:t>3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11621769" y="5031994"/>
            <a:ext cx="404495" cy="601345"/>
            <a:chOff x="11621769" y="5031994"/>
            <a:chExt cx="404495" cy="601345"/>
          </a:xfrm>
        </p:grpSpPr>
        <p:sp>
          <p:nvSpPr>
            <p:cNvPr id="70" name="object 70" descr=""/>
            <p:cNvSpPr/>
            <p:nvPr/>
          </p:nvSpPr>
          <p:spPr>
            <a:xfrm>
              <a:off x="11628119" y="5038344"/>
              <a:ext cx="199390" cy="236220"/>
            </a:xfrm>
            <a:custGeom>
              <a:avLst/>
              <a:gdLst/>
              <a:ahLst/>
              <a:cxnLst/>
              <a:rect l="l" t="t" r="r" b="b"/>
              <a:pathLst>
                <a:path w="199390" h="236220">
                  <a:moveTo>
                    <a:pt x="0" y="0"/>
                  </a:moveTo>
                  <a:lnTo>
                    <a:pt x="199326" y="235851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1790147" y="5239901"/>
              <a:ext cx="78740" cy="83185"/>
            </a:xfrm>
            <a:custGeom>
              <a:avLst/>
              <a:gdLst/>
              <a:ahLst/>
              <a:cxnLst/>
              <a:rect l="l" t="t" r="r" b="b"/>
              <a:pathLst>
                <a:path w="78740" h="83185">
                  <a:moveTo>
                    <a:pt x="58204" y="0"/>
                  </a:moveTo>
                  <a:lnTo>
                    <a:pt x="0" y="49187"/>
                  </a:lnTo>
                  <a:lnTo>
                    <a:pt x="78282" y="82791"/>
                  </a:lnTo>
                  <a:lnTo>
                    <a:pt x="5820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1716511" y="5323332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8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6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8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1716511" y="5323332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8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8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6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11744011" y="5373288"/>
            <a:ext cx="2089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latin typeface="Cambria Math"/>
                <a:cs typeface="Cambria Math"/>
              </a:rPr>
              <a:t>4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75" name="object 75" descr=""/>
          <p:cNvGrpSpPr/>
          <p:nvPr/>
        </p:nvGrpSpPr>
        <p:grpSpPr>
          <a:xfrm>
            <a:off x="10283949" y="4495546"/>
            <a:ext cx="1722755" cy="1117600"/>
            <a:chOff x="10283949" y="4495546"/>
            <a:chExt cx="1722755" cy="1117600"/>
          </a:xfrm>
        </p:grpSpPr>
        <p:sp>
          <p:nvSpPr>
            <p:cNvPr id="76" name="object 76" descr=""/>
            <p:cNvSpPr/>
            <p:nvPr/>
          </p:nvSpPr>
          <p:spPr>
            <a:xfrm>
              <a:off x="11734800" y="5341620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29">
                  <a:moveTo>
                    <a:pt x="0" y="132587"/>
                  </a:moveTo>
                  <a:lnTo>
                    <a:pt x="6759" y="90679"/>
                  </a:lnTo>
                  <a:lnTo>
                    <a:pt x="25581" y="54282"/>
                  </a:lnTo>
                  <a:lnTo>
                    <a:pt x="54282" y="25581"/>
                  </a:lnTo>
                  <a:lnTo>
                    <a:pt x="90679" y="6759"/>
                  </a:lnTo>
                  <a:lnTo>
                    <a:pt x="132588" y="0"/>
                  </a:lnTo>
                  <a:lnTo>
                    <a:pt x="174496" y="6759"/>
                  </a:lnTo>
                  <a:lnTo>
                    <a:pt x="210893" y="25581"/>
                  </a:lnTo>
                  <a:lnTo>
                    <a:pt x="239594" y="54282"/>
                  </a:lnTo>
                  <a:lnTo>
                    <a:pt x="258416" y="90679"/>
                  </a:lnTo>
                  <a:lnTo>
                    <a:pt x="265176" y="132587"/>
                  </a:lnTo>
                  <a:lnTo>
                    <a:pt x="258416" y="174496"/>
                  </a:lnTo>
                  <a:lnTo>
                    <a:pt x="239594" y="210893"/>
                  </a:lnTo>
                  <a:lnTo>
                    <a:pt x="210893" y="239594"/>
                  </a:lnTo>
                  <a:lnTo>
                    <a:pt x="174496" y="258416"/>
                  </a:lnTo>
                  <a:lnTo>
                    <a:pt x="132588" y="265175"/>
                  </a:lnTo>
                  <a:lnTo>
                    <a:pt x="90679" y="258416"/>
                  </a:lnTo>
                  <a:lnTo>
                    <a:pt x="54282" y="239594"/>
                  </a:lnTo>
                  <a:lnTo>
                    <a:pt x="25581" y="210893"/>
                  </a:lnTo>
                  <a:lnTo>
                    <a:pt x="6759" y="174496"/>
                  </a:lnTo>
                  <a:lnTo>
                    <a:pt x="0" y="1325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0318355" y="4501896"/>
              <a:ext cx="153670" cy="238760"/>
            </a:xfrm>
            <a:custGeom>
              <a:avLst/>
              <a:gdLst/>
              <a:ahLst/>
              <a:cxnLst/>
              <a:rect l="l" t="t" r="r" b="b"/>
              <a:pathLst>
                <a:path w="153670" h="238760">
                  <a:moveTo>
                    <a:pt x="153581" y="0"/>
                  </a:moveTo>
                  <a:lnTo>
                    <a:pt x="0" y="238264"/>
                  </a:lnTo>
                </a:path>
              </a:pathLst>
            </a:custGeom>
            <a:ln w="127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0283949" y="4708841"/>
              <a:ext cx="73660" cy="85090"/>
            </a:xfrm>
            <a:custGeom>
              <a:avLst/>
              <a:gdLst/>
              <a:ahLst/>
              <a:cxnLst/>
              <a:rect l="l" t="t" r="r" b="b"/>
              <a:pathLst>
                <a:path w="73659" h="85089">
                  <a:moveTo>
                    <a:pt x="9258" y="0"/>
                  </a:moveTo>
                  <a:lnTo>
                    <a:pt x="0" y="84683"/>
                  </a:lnTo>
                  <a:lnTo>
                    <a:pt x="73304" y="41275"/>
                  </a:lnTo>
                  <a:lnTo>
                    <a:pt x="925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6442955" y="4428948"/>
            <a:ext cx="13227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948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Input: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baseline="-2976" sz="4200" spc="-37">
                <a:latin typeface="Cambria Math"/>
                <a:cs typeface="Cambria Math"/>
              </a:rPr>
              <a:t>𝑎𝑏</a:t>
            </a:r>
            <a:endParaRPr baseline="-2976" sz="4200">
              <a:latin typeface="Cambria Math"/>
              <a:cs typeface="Cambria Math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9191869" y="3889625"/>
            <a:ext cx="709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Read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9191869" y="4500439"/>
            <a:ext cx="704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Read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9231694" y="5084413"/>
            <a:ext cx="685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Read</a:t>
            </a:r>
            <a:r>
              <a:rPr dirty="0" sz="1800" spc="-7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450">
                <a:solidFill>
                  <a:srgbClr val="C00000"/>
                </a:solidFill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10074322" y="4821774"/>
            <a:ext cx="3587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Franklin Gothic Medium"/>
                <a:cs typeface="Franklin Gothic Medium"/>
              </a:rPr>
              <a:t>reject</a:t>
            </a:r>
            <a:endParaRPr sz="1100">
              <a:latin typeface="Franklin Gothic Medium"/>
              <a:cs typeface="Franklin Gothic Medium"/>
            </a:endParaRPr>
          </a:p>
        </p:txBody>
      </p:sp>
      <p:grpSp>
        <p:nvGrpSpPr>
          <p:cNvPr id="84" name="object 84" descr=""/>
          <p:cNvGrpSpPr/>
          <p:nvPr/>
        </p:nvGrpSpPr>
        <p:grpSpPr>
          <a:xfrm>
            <a:off x="10605513" y="5077714"/>
            <a:ext cx="194945" cy="298450"/>
            <a:chOff x="10605513" y="5077714"/>
            <a:chExt cx="194945" cy="298450"/>
          </a:xfrm>
        </p:grpSpPr>
        <p:sp>
          <p:nvSpPr>
            <p:cNvPr id="85" name="object 85" descr=""/>
            <p:cNvSpPr/>
            <p:nvPr/>
          </p:nvSpPr>
          <p:spPr>
            <a:xfrm>
              <a:off x="10639918" y="5084064"/>
              <a:ext cx="153670" cy="238760"/>
            </a:xfrm>
            <a:custGeom>
              <a:avLst/>
              <a:gdLst/>
              <a:ahLst/>
              <a:cxnLst/>
              <a:rect l="l" t="t" r="r" b="b"/>
              <a:pathLst>
                <a:path w="153670" h="238760">
                  <a:moveTo>
                    <a:pt x="153581" y="0"/>
                  </a:moveTo>
                  <a:lnTo>
                    <a:pt x="0" y="238264"/>
                  </a:lnTo>
                </a:path>
              </a:pathLst>
            </a:custGeom>
            <a:ln w="127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0605513" y="5291009"/>
              <a:ext cx="73660" cy="85090"/>
            </a:xfrm>
            <a:custGeom>
              <a:avLst/>
              <a:gdLst/>
              <a:ahLst/>
              <a:cxnLst/>
              <a:rect l="l" t="t" r="r" b="b"/>
              <a:pathLst>
                <a:path w="73659" h="85089">
                  <a:moveTo>
                    <a:pt x="9258" y="0"/>
                  </a:moveTo>
                  <a:lnTo>
                    <a:pt x="0" y="84683"/>
                  </a:lnTo>
                  <a:lnTo>
                    <a:pt x="73304" y="41274"/>
                  </a:lnTo>
                  <a:lnTo>
                    <a:pt x="925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 descr=""/>
          <p:cNvSpPr txBox="1"/>
          <p:nvPr/>
        </p:nvSpPr>
        <p:spPr>
          <a:xfrm>
            <a:off x="10396042" y="5403197"/>
            <a:ext cx="3587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Franklin Gothic Medium"/>
                <a:cs typeface="Franklin Gothic Medium"/>
              </a:rPr>
              <a:t>reject</a:t>
            </a:r>
            <a:endParaRPr sz="1100">
              <a:latin typeface="Franklin Gothic Medium"/>
              <a:cs typeface="Franklin Gothic Medium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5981395" y="3603314"/>
            <a:ext cx="22593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Input</a:t>
            </a:r>
            <a:r>
              <a:rPr dirty="0" sz="2800" spc="-16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6356603" y="5251703"/>
            <a:ext cx="93599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285"/>
              </a:spcBef>
            </a:pP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3</a:t>
            </a:r>
            <a:r>
              <a:rPr dirty="0" sz="2400" spc="-25">
                <a:latin typeface="Franklin Gothic Medium"/>
                <a:cs typeface="Franklin Gothic Medium"/>
              </a:rPr>
              <a:t>: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60"/>
              <a:t>Nondeterminism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92069" y="1355675"/>
            <a:ext cx="8397240" cy="1147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Several</a:t>
            </a:r>
            <a:r>
              <a:rPr dirty="0" sz="2800" spc="-1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choices</a:t>
            </a:r>
            <a:r>
              <a:rPr dirty="0" sz="2800" spc="-1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95">
                <a:latin typeface="Franklin Gothic Medium"/>
                <a:cs typeface="Franklin Gothic Medium"/>
              </a:rPr>
              <a:t>may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exist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for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next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any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point.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2800" spc="-40">
                <a:latin typeface="Franklin Gothic Medium"/>
                <a:cs typeface="Franklin Gothic Medium"/>
              </a:rPr>
              <a:t>Nondeterminism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generalization</a:t>
            </a:r>
            <a:r>
              <a:rPr dirty="0" sz="28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determinism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38983" y="2671572"/>
            <a:ext cx="925068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Franklin Gothic Medium"/>
                <a:cs typeface="Franklin Gothic Medium"/>
              </a:rPr>
              <a:t>Every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0">
                <a:latin typeface="Franklin Gothic Medium"/>
                <a:cs typeface="Franklin Gothic Medium"/>
              </a:rPr>
              <a:t>DFA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automatically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30">
                <a:latin typeface="Franklin Gothic Medium"/>
                <a:cs typeface="Franklin Gothic Medium"/>
              </a:rPr>
              <a:t> Nondeterministic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70">
                <a:latin typeface="Franklin Gothic Medium"/>
                <a:cs typeface="Franklin Gothic Medium"/>
              </a:rPr>
              <a:t>Automaton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(NFA).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2608" y="3558540"/>
            <a:ext cx="528955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3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80033" y="4500521"/>
            <a:ext cx="1593215" cy="1179830"/>
            <a:chOff x="780033" y="4500521"/>
            <a:chExt cx="1593215" cy="1179830"/>
          </a:xfrm>
        </p:grpSpPr>
        <p:sp>
          <p:nvSpPr>
            <p:cNvPr id="7" name="object 7" descr=""/>
            <p:cNvSpPr/>
            <p:nvPr/>
          </p:nvSpPr>
          <p:spPr>
            <a:xfrm>
              <a:off x="1297287" y="4519571"/>
              <a:ext cx="1028065" cy="378460"/>
            </a:xfrm>
            <a:custGeom>
              <a:avLst/>
              <a:gdLst/>
              <a:ahLst/>
              <a:cxnLst/>
              <a:rect l="l" t="t" r="r" b="b"/>
              <a:pathLst>
                <a:path w="1028064" h="378460">
                  <a:moveTo>
                    <a:pt x="0" y="378041"/>
                  </a:moveTo>
                  <a:lnTo>
                    <a:pt x="8852" y="337003"/>
                  </a:lnTo>
                  <a:lnTo>
                    <a:pt x="22242" y="297553"/>
                  </a:lnTo>
                  <a:lnTo>
                    <a:pt x="39920" y="259848"/>
                  </a:lnTo>
                  <a:lnTo>
                    <a:pt x="61636" y="224046"/>
                  </a:lnTo>
                  <a:lnTo>
                    <a:pt x="87139" y="190304"/>
                  </a:lnTo>
                  <a:lnTo>
                    <a:pt x="116179" y="158778"/>
                  </a:lnTo>
                  <a:lnTo>
                    <a:pt x="148505" y="129626"/>
                  </a:lnTo>
                  <a:lnTo>
                    <a:pt x="183868" y="103005"/>
                  </a:lnTo>
                  <a:lnTo>
                    <a:pt x="222015" y="79072"/>
                  </a:lnTo>
                  <a:lnTo>
                    <a:pt x="262698" y="57983"/>
                  </a:lnTo>
                  <a:lnTo>
                    <a:pt x="305666" y="39898"/>
                  </a:lnTo>
                  <a:lnTo>
                    <a:pt x="350669" y="24971"/>
                  </a:lnTo>
                  <a:lnTo>
                    <a:pt x="397455" y="13361"/>
                  </a:lnTo>
                  <a:lnTo>
                    <a:pt x="445775" y="5224"/>
                  </a:lnTo>
                  <a:lnTo>
                    <a:pt x="495378" y="718"/>
                  </a:lnTo>
                  <a:lnTo>
                    <a:pt x="546014" y="0"/>
                  </a:lnTo>
                  <a:lnTo>
                    <a:pt x="597433" y="3226"/>
                  </a:lnTo>
                  <a:lnTo>
                    <a:pt x="650118" y="10733"/>
                  </a:lnTo>
                  <a:lnTo>
                    <a:pt x="700893" y="22255"/>
                  </a:lnTo>
                  <a:lnTo>
                    <a:pt x="749492" y="37584"/>
                  </a:lnTo>
                  <a:lnTo>
                    <a:pt x="795646" y="56510"/>
                  </a:lnTo>
                  <a:lnTo>
                    <a:pt x="839090" y="78828"/>
                  </a:lnTo>
                  <a:lnTo>
                    <a:pt x="879556" y="104327"/>
                  </a:lnTo>
                  <a:lnTo>
                    <a:pt x="916777" y="132800"/>
                  </a:lnTo>
                  <a:lnTo>
                    <a:pt x="950486" y="164040"/>
                  </a:lnTo>
                  <a:lnTo>
                    <a:pt x="980417" y="197838"/>
                  </a:lnTo>
                  <a:lnTo>
                    <a:pt x="1006302" y="233985"/>
                  </a:lnTo>
                  <a:lnTo>
                    <a:pt x="1027874" y="27227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264981" y="4755502"/>
              <a:ext cx="108585" cy="127000"/>
            </a:xfrm>
            <a:custGeom>
              <a:avLst/>
              <a:gdLst/>
              <a:ahLst/>
              <a:cxnLst/>
              <a:rect l="l" t="t" r="r" b="b"/>
              <a:pathLst>
                <a:path w="108585" h="127000">
                  <a:moveTo>
                    <a:pt x="108153" y="0"/>
                  </a:moveTo>
                  <a:lnTo>
                    <a:pt x="0" y="36969"/>
                  </a:lnTo>
                  <a:lnTo>
                    <a:pt x="91046" y="126644"/>
                  </a:lnTo>
                  <a:lnTo>
                    <a:pt x="1081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977295" y="5037430"/>
            <a:ext cx="356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134870" y="4804917"/>
            <a:ext cx="837565" cy="875665"/>
            <a:chOff x="2134870" y="4804917"/>
            <a:chExt cx="837565" cy="875665"/>
          </a:xfrm>
        </p:grpSpPr>
        <p:sp>
          <p:nvSpPr>
            <p:cNvPr id="13" name="object 13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339996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2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004561" y="4789678"/>
            <a:ext cx="837565" cy="876935"/>
            <a:chOff x="5004561" y="4789678"/>
            <a:chExt cx="837565" cy="876935"/>
          </a:xfrm>
        </p:grpSpPr>
        <p:sp>
          <p:nvSpPr>
            <p:cNvPr id="17" name="object 17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412242" y="0"/>
                  </a:moveTo>
                  <a:lnTo>
                    <a:pt x="364166" y="2906"/>
                  </a:lnTo>
                  <a:lnTo>
                    <a:pt x="317719" y="11410"/>
                  </a:lnTo>
                  <a:lnTo>
                    <a:pt x="273210" y="25187"/>
                  </a:lnTo>
                  <a:lnTo>
                    <a:pt x="230949" y="43913"/>
                  </a:lnTo>
                  <a:lnTo>
                    <a:pt x="191244" y="67264"/>
                  </a:lnTo>
                  <a:lnTo>
                    <a:pt x="154406" y="94916"/>
                  </a:lnTo>
                  <a:lnTo>
                    <a:pt x="120743" y="126544"/>
                  </a:lnTo>
                  <a:lnTo>
                    <a:pt x="90565" y="161824"/>
                  </a:lnTo>
                  <a:lnTo>
                    <a:pt x="64181" y="200433"/>
                  </a:lnTo>
                  <a:lnTo>
                    <a:pt x="41901" y="242046"/>
                  </a:lnTo>
                  <a:lnTo>
                    <a:pt x="24033" y="286338"/>
                  </a:lnTo>
                  <a:lnTo>
                    <a:pt x="10887" y="332986"/>
                  </a:lnTo>
                  <a:lnTo>
                    <a:pt x="2773" y="381666"/>
                  </a:lnTo>
                  <a:lnTo>
                    <a:pt x="0" y="432054"/>
                  </a:lnTo>
                  <a:lnTo>
                    <a:pt x="2773" y="482441"/>
                  </a:lnTo>
                  <a:lnTo>
                    <a:pt x="10887" y="531121"/>
                  </a:lnTo>
                  <a:lnTo>
                    <a:pt x="24033" y="577769"/>
                  </a:lnTo>
                  <a:lnTo>
                    <a:pt x="41901" y="622061"/>
                  </a:lnTo>
                  <a:lnTo>
                    <a:pt x="64181" y="663674"/>
                  </a:lnTo>
                  <a:lnTo>
                    <a:pt x="90565" y="702283"/>
                  </a:lnTo>
                  <a:lnTo>
                    <a:pt x="120743" y="737563"/>
                  </a:lnTo>
                  <a:lnTo>
                    <a:pt x="154406" y="769191"/>
                  </a:lnTo>
                  <a:lnTo>
                    <a:pt x="191244" y="796843"/>
                  </a:lnTo>
                  <a:lnTo>
                    <a:pt x="230949" y="820194"/>
                  </a:lnTo>
                  <a:lnTo>
                    <a:pt x="273210" y="838920"/>
                  </a:lnTo>
                  <a:lnTo>
                    <a:pt x="317719" y="852697"/>
                  </a:lnTo>
                  <a:lnTo>
                    <a:pt x="364166" y="861201"/>
                  </a:lnTo>
                  <a:lnTo>
                    <a:pt x="412242" y="864108"/>
                  </a:lnTo>
                  <a:lnTo>
                    <a:pt x="460317" y="861201"/>
                  </a:lnTo>
                  <a:lnTo>
                    <a:pt x="506764" y="852697"/>
                  </a:lnTo>
                  <a:lnTo>
                    <a:pt x="551273" y="838920"/>
                  </a:lnTo>
                  <a:lnTo>
                    <a:pt x="593534" y="820194"/>
                  </a:lnTo>
                  <a:lnTo>
                    <a:pt x="633239" y="796843"/>
                  </a:lnTo>
                  <a:lnTo>
                    <a:pt x="670077" y="769191"/>
                  </a:lnTo>
                  <a:lnTo>
                    <a:pt x="703740" y="737563"/>
                  </a:lnTo>
                  <a:lnTo>
                    <a:pt x="733918" y="702283"/>
                  </a:lnTo>
                  <a:lnTo>
                    <a:pt x="760302" y="663674"/>
                  </a:lnTo>
                  <a:lnTo>
                    <a:pt x="782582" y="622061"/>
                  </a:lnTo>
                  <a:lnTo>
                    <a:pt x="800450" y="577769"/>
                  </a:lnTo>
                  <a:lnTo>
                    <a:pt x="813596" y="531121"/>
                  </a:lnTo>
                  <a:lnTo>
                    <a:pt x="821710" y="482441"/>
                  </a:lnTo>
                  <a:lnTo>
                    <a:pt x="824484" y="432054"/>
                  </a:lnTo>
                  <a:lnTo>
                    <a:pt x="821710" y="381666"/>
                  </a:lnTo>
                  <a:lnTo>
                    <a:pt x="813596" y="332986"/>
                  </a:lnTo>
                  <a:lnTo>
                    <a:pt x="800450" y="286338"/>
                  </a:lnTo>
                  <a:lnTo>
                    <a:pt x="782582" y="242046"/>
                  </a:lnTo>
                  <a:lnTo>
                    <a:pt x="760302" y="200433"/>
                  </a:lnTo>
                  <a:lnTo>
                    <a:pt x="733918" y="161824"/>
                  </a:lnTo>
                  <a:lnTo>
                    <a:pt x="703740" y="126544"/>
                  </a:lnTo>
                  <a:lnTo>
                    <a:pt x="670077" y="94916"/>
                  </a:lnTo>
                  <a:lnTo>
                    <a:pt x="633239" y="67264"/>
                  </a:lnTo>
                  <a:lnTo>
                    <a:pt x="593534" y="43913"/>
                  </a:lnTo>
                  <a:lnTo>
                    <a:pt x="551273" y="25187"/>
                  </a:lnTo>
                  <a:lnTo>
                    <a:pt x="506764" y="11410"/>
                  </a:lnTo>
                  <a:lnTo>
                    <a:pt x="460317" y="2906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0" y="432054"/>
                  </a:moveTo>
                  <a:lnTo>
                    <a:pt x="2773" y="381666"/>
                  </a:lnTo>
                  <a:lnTo>
                    <a:pt x="10887" y="332986"/>
                  </a:lnTo>
                  <a:lnTo>
                    <a:pt x="24033" y="286338"/>
                  </a:lnTo>
                  <a:lnTo>
                    <a:pt x="41901" y="242046"/>
                  </a:lnTo>
                  <a:lnTo>
                    <a:pt x="64181" y="200433"/>
                  </a:lnTo>
                  <a:lnTo>
                    <a:pt x="90565" y="161824"/>
                  </a:lnTo>
                  <a:lnTo>
                    <a:pt x="120743" y="126544"/>
                  </a:lnTo>
                  <a:lnTo>
                    <a:pt x="154406" y="94916"/>
                  </a:lnTo>
                  <a:lnTo>
                    <a:pt x="191244" y="67264"/>
                  </a:lnTo>
                  <a:lnTo>
                    <a:pt x="230949" y="43913"/>
                  </a:lnTo>
                  <a:lnTo>
                    <a:pt x="273210" y="25187"/>
                  </a:lnTo>
                  <a:lnTo>
                    <a:pt x="317719" y="11410"/>
                  </a:lnTo>
                  <a:lnTo>
                    <a:pt x="364166" y="2906"/>
                  </a:lnTo>
                  <a:lnTo>
                    <a:pt x="412242" y="0"/>
                  </a:lnTo>
                  <a:lnTo>
                    <a:pt x="460317" y="2906"/>
                  </a:lnTo>
                  <a:lnTo>
                    <a:pt x="506764" y="11410"/>
                  </a:lnTo>
                  <a:lnTo>
                    <a:pt x="551273" y="25187"/>
                  </a:lnTo>
                  <a:lnTo>
                    <a:pt x="593534" y="43913"/>
                  </a:lnTo>
                  <a:lnTo>
                    <a:pt x="633239" y="67264"/>
                  </a:lnTo>
                  <a:lnTo>
                    <a:pt x="670077" y="94916"/>
                  </a:lnTo>
                  <a:lnTo>
                    <a:pt x="703740" y="126544"/>
                  </a:lnTo>
                  <a:lnTo>
                    <a:pt x="733918" y="161824"/>
                  </a:lnTo>
                  <a:lnTo>
                    <a:pt x="760302" y="200433"/>
                  </a:lnTo>
                  <a:lnTo>
                    <a:pt x="782582" y="242046"/>
                  </a:lnTo>
                  <a:lnTo>
                    <a:pt x="800450" y="286338"/>
                  </a:lnTo>
                  <a:lnTo>
                    <a:pt x="813596" y="332986"/>
                  </a:lnTo>
                  <a:lnTo>
                    <a:pt x="821710" y="381666"/>
                  </a:lnTo>
                  <a:lnTo>
                    <a:pt x="824484" y="432054"/>
                  </a:lnTo>
                  <a:lnTo>
                    <a:pt x="821710" y="482441"/>
                  </a:lnTo>
                  <a:lnTo>
                    <a:pt x="813596" y="531121"/>
                  </a:lnTo>
                  <a:lnTo>
                    <a:pt x="800450" y="577769"/>
                  </a:lnTo>
                  <a:lnTo>
                    <a:pt x="782582" y="622061"/>
                  </a:lnTo>
                  <a:lnTo>
                    <a:pt x="760302" y="663674"/>
                  </a:lnTo>
                  <a:lnTo>
                    <a:pt x="733918" y="702283"/>
                  </a:lnTo>
                  <a:lnTo>
                    <a:pt x="703740" y="737563"/>
                  </a:lnTo>
                  <a:lnTo>
                    <a:pt x="670077" y="769191"/>
                  </a:lnTo>
                  <a:lnTo>
                    <a:pt x="633239" y="796843"/>
                  </a:lnTo>
                  <a:lnTo>
                    <a:pt x="593534" y="820194"/>
                  </a:lnTo>
                  <a:lnTo>
                    <a:pt x="551273" y="838920"/>
                  </a:lnTo>
                  <a:lnTo>
                    <a:pt x="506764" y="852697"/>
                  </a:lnTo>
                  <a:lnTo>
                    <a:pt x="460317" y="861201"/>
                  </a:lnTo>
                  <a:lnTo>
                    <a:pt x="412242" y="864108"/>
                  </a:lnTo>
                  <a:lnTo>
                    <a:pt x="364166" y="861201"/>
                  </a:lnTo>
                  <a:lnTo>
                    <a:pt x="317719" y="852697"/>
                  </a:lnTo>
                  <a:lnTo>
                    <a:pt x="273210" y="838920"/>
                  </a:lnTo>
                  <a:lnTo>
                    <a:pt x="230949" y="820194"/>
                  </a:lnTo>
                  <a:lnTo>
                    <a:pt x="191244" y="796843"/>
                  </a:lnTo>
                  <a:lnTo>
                    <a:pt x="154406" y="769191"/>
                  </a:lnTo>
                  <a:lnTo>
                    <a:pt x="120743" y="737563"/>
                  </a:lnTo>
                  <a:lnTo>
                    <a:pt x="90565" y="702283"/>
                  </a:lnTo>
                  <a:lnTo>
                    <a:pt x="64181" y="663674"/>
                  </a:lnTo>
                  <a:lnTo>
                    <a:pt x="41901" y="622061"/>
                  </a:lnTo>
                  <a:lnTo>
                    <a:pt x="24033" y="577769"/>
                  </a:lnTo>
                  <a:lnTo>
                    <a:pt x="10887" y="531121"/>
                  </a:lnTo>
                  <a:lnTo>
                    <a:pt x="2773" y="482441"/>
                  </a:lnTo>
                  <a:lnTo>
                    <a:pt x="0" y="4320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106923" y="4896612"/>
              <a:ext cx="634365" cy="662940"/>
            </a:xfrm>
            <a:custGeom>
              <a:avLst/>
              <a:gdLst/>
              <a:ahLst/>
              <a:cxnLst/>
              <a:rect l="l" t="t" r="r" b="b"/>
              <a:pathLst>
                <a:path w="634364" h="662939">
                  <a:moveTo>
                    <a:pt x="0" y="331469"/>
                  </a:moveTo>
                  <a:lnTo>
                    <a:pt x="3437" y="282486"/>
                  </a:lnTo>
                  <a:lnTo>
                    <a:pt x="13421" y="235735"/>
                  </a:lnTo>
                  <a:lnTo>
                    <a:pt x="29462" y="191728"/>
                  </a:lnTo>
                  <a:lnTo>
                    <a:pt x="51069" y="150979"/>
                  </a:lnTo>
                  <a:lnTo>
                    <a:pt x="77752" y="113999"/>
                  </a:lnTo>
                  <a:lnTo>
                    <a:pt x="109022" y="81302"/>
                  </a:lnTo>
                  <a:lnTo>
                    <a:pt x="144386" y="53400"/>
                  </a:lnTo>
                  <a:lnTo>
                    <a:pt x="183356" y="30806"/>
                  </a:lnTo>
                  <a:lnTo>
                    <a:pt x="225440" y="14033"/>
                  </a:lnTo>
                  <a:lnTo>
                    <a:pt x="270149" y="3593"/>
                  </a:lnTo>
                  <a:lnTo>
                    <a:pt x="316992" y="0"/>
                  </a:lnTo>
                  <a:lnTo>
                    <a:pt x="363834" y="3593"/>
                  </a:lnTo>
                  <a:lnTo>
                    <a:pt x="408543" y="14033"/>
                  </a:lnTo>
                  <a:lnTo>
                    <a:pt x="450627" y="30806"/>
                  </a:lnTo>
                  <a:lnTo>
                    <a:pt x="489597" y="53400"/>
                  </a:lnTo>
                  <a:lnTo>
                    <a:pt x="524961" y="81302"/>
                  </a:lnTo>
                  <a:lnTo>
                    <a:pt x="556231" y="113999"/>
                  </a:lnTo>
                  <a:lnTo>
                    <a:pt x="582914" y="150979"/>
                  </a:lnTo>
                  <a:lnTo>
                    <a:pt x="604521" y="191728"/>
                  </a:lnTo>
                  <a:lnTo>
                    <a:pt x="620562" y="235735"/>
                  </a:lnTo>
                  <a:lnTo>
                    <a:pt x="630546" y="282486"/>
                  </a:lnTo>
                  <a:lnTo>
                    <a:pt x="633984" y="331469"/>
                  </a:lnTo>
                  <a:lnTo>
                    <a:pt x="630546" y="380453"/>
                  </a:lnTo>
                  <a:lnTo>
                    <a:pt x="620562" y="427204"/>
                  </a:lnTo>
                  <a:lnTo>
                    <a:pt x="604521" y="471211"/>
                  </a:lnTo>
                  <a:lnTo>
                    <a:pt x="582914" y="511960"/>
                  </a:lnTo>
                  <a:lnTo>
                    <a:pt x="556231" y="548940"/>
                  </a:lnTo>
                  <a:lnTo>
                    <a:pt x="524961" y="581637"/>
                  </a:lnTo>
                  <a:lnTo>
                    <a:pt x="489597" y="609539"/>
                  </a:lnTo>
                  <a:lnTo>
                    <a:pt x="450627" y="632133"/>
                  </a:lnTo>
                  <a:lnTo>
                    <a:pt x="408543" y="648906"/>
                  </a:lnTo>
                  <a:lnTo>
                    <a:pt x="363834" y="659346"/>
                  </a:lnTo>
                  <a:lnTo>
                    <a:pt x="316992" y="662940"/>
                  </a:lnTo>
                  <a:lnTo>
                    <a:pt x="270149" y="659346"/>
                  </a:lnTo>
                  <a:lnTo>
                    <a:pt x="225440" y="648906"/>
                  </a:lnTo>
                  <a:lnTo>
                    <a:pt x="183356" y="632133"/>
                  </a:lnTo>
                  <a:lnTo>
                    <a:pt x="144386" y="609539"/>
                  </a:lnTo>
                  <a:lnTo>
                    <a:pt x="109022" y="581637"/>
                  </a:lnTo>
                  <a:lnTo>
                    <a:pt x="77752" y="548940"/>
                  </a:lnTo>
                  <a:lnTo>
                    <a:pt x="51069" y="511960"/>
                  </a:lnTo>
                  <a:lnTo>
                    <a:pt x="29462" y="471211"/>
                  </a:lnTo>
                  <a:lnTo>
                    <a:pt x="13421" y="427204"/>
                  </a:lnTo>
                  <a:lnTo>
                    <a:pt x="3437" y="380453"/>
                  </a:lnTo>
                  <a:lnTo>
                    <a:pt x="0" y="33146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209522" y="5023247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4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345947" y="5186166"/>
            <a:ext cx="3151505" cy="114300"/>
            <a:chOff x="345947" y="5186166"/>
            <a:chExt cx="3151505" cy="114300"/>
          </a:xfrm>
        </p:grpSpPr>
        <p:sp>
          <p:nvSpPr>
            <p:cNvPr id="22" name="object 22" descr=""/>
            <p:cNvSpPr/>
            <p:nvPr/>
          </p:nvSpPr>
          <p:spPr>
            <a:xfrm>
              <a:off x="2966465" y="5243321"/>
              <a:ext cx="435609" cy="0"/>
            </a:xfrm>
            <a:custGeom>
              <a:avLst/>
              <a:gdLst/>
              <a:ahLst/>
              <a:cxnLst/>
              <a:rect l="l" t="t" r="r" b="b"/>
              <a:pathLst>
                <a:path w="435610" h="0">
                  <a:moveTo>
                    <a:pt x="0" y="0"/>
                  </a:moveTo>
                  <a:lnTo>
                    <a:pt x="43519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82614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64997" y="5243321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 h="0">
                  <a:moveTo>
                    <a:pt x="0" y="0"/>
                  </a:moveTo>
                  <a:lnTo>
                    <a:pt x="326656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72607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3155454" y="4719116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487583" y="4735592"/>
            <a:ext cx="349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𝑎,</a:t>
            </a:r>
            <a:r>
              <a:rPr dirty="0" sz="1800" spc="-55">
                <a:latin typeface="Cambria Math"/>
                <a:cs typeface="Cambria Math"/>
              </a:rPr>
              <a:t> </a:t>
            </a: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758762" y="6027247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751329" y="420936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69766" y="413110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3489705" y="4804917"/>
            <a:ext cx="837565" cy="875665"/>
            <a:chOff x="3489705" y="4804917"/>
            <a:chExt cx="837565" cy="875665"/>
          </a:xfrm>
        </p:grpSpPr>
        <p:sp>
          <p:nvSpPr>
            <p:cNvPr id="32" name="object 32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3695077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3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586536" y="4452581"/>
            <a:ext cx="4425315" cy="1579245"/>
            <a:chOff x="586536" y="4452581"/>
            <a:chExt cx="4425315" cy="1579245"/>
          </a:xfrm>
        </p:grpSpPr>
        <p:sp>
          <p:nvSpPr>
            <p:cNvPr id="36" name="object 36" descr=""/>
            <p:cNvSpPr/>
            <p:nvPr/>
          </p:nvSpPr>
          <p:spPr>
            <a:xfrm>
              <a:off x="4321301" y="5230035"/>
              <a:ext cx="595630" cy="12700"/>
            </a:xfrm>
            <a:custGeom>
              <a:avLst/>
              <a:gdLst/>
              <a:ahLst/>
              <a:cxnLst/>
              <a:rect l="l" t="t" r="r" b="b"/>
              <a:pathLst>
                <a:path w="595629" h="12700">
                  <a:moveTo>
                    <a:pt x="0" y="12230"/>
                  </a:moveTo>
                  <a:lnTo>
                    <a:pt x="59514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896233" y="5173297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0" y="0"/>
                  </a:moveTo>
                  <a:lnTo>
                    <a:pt x="2349" y="114274"/>
                  </a:lnTo>
                  <a:lnTo>
                    <a:pt x="115443" y="54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321347" y="5637548"/>
              <a:ext cx="1066165" cy="375285"/>
            </a:xfrm>
            <a:custGeom>
              <a:avLst/>
              <a:gdLst/>
              <a:ahLst/>
              <a:cxnLst/>
              <a:rect l="l" t="t" r="r" b="b"/>
              <a:pathLst>
                <a:path w="1066164" h="375285">
                  <a:moveTo>
                    <a:pt x="1065885" y="0"/>
                  </a:moveTo>
                  <a:lnTo>
                    <a:pt x="1056430" y="40929"/>
                  </a:lnTo>
                  <a:lnTo>
                    <a:pt x="1042272" y="80254"/>
                  </a:lnTo>
                  <a:lnTo>
                    <a:pt x="1023672" y="117821"/>
                  </a:lnTo>
                  <a:lnTo>
                    <a:pt x="1000892" y="153472"/>
                  </a:lnTo>
                  <a:lnTo>
                    <a:pt x="974193" y="187052"/>
                  </a:lnTo>
                  <a:lnTo>
                    <a:pt x="943835" y="218405"/>
                  </a:lnTo>
                  <a:lnTo>
                    <a:pt x="910079" y="247375"/>
                  </a:lnTo>
                  <a:lnTo>
                    <a:pt x="873187" y="273807"/>
                  </a:lnTo>
                  <a:lnTo>
                    <a:pt x="833419" y="297545"/>
                  </a:lnTo>
                  <a:lnTo>
                    <a:pt x="791037" y="318432"/>
                  </a:lnTo>
                  <a:lnTo>
                    <a:pt x="746301" y="336314"/>
                  </a:lnTo>
                  <a:lnTo>
                    <a:pt x="699472" y="351034"/>
                  </a:lnTo>
                  <a:lnTo>
                    <a:pt x="650812" y="362436"/>
                  </a:lnTo>
                  <a:lnTo>
                    <a:pt x="600582" y="370365"/>
                  </a:lnTo>
                  <a:lnTo>
                    <a:pt x="549042" y="374665"/>
                  </a:lnTo>
                  <a:lnTo>
                    <a:pt x="496453" y="375180"/>
                  </a:lnTo>
                  <a:lnTo>
                    <a:pt x="443077" y="371754"/>
                  </a:lnTo>
                  <a:lnTo>
                    <a:pt x="388983" y="364147"/>
                  </a:lnTo>
                  <a:lnTo>
                    <a:pt x="336845" y="352620"/>
                  </a:lnTo>
                  <a:lnTo>
                    <a:pt x="286932" y="337375"/>
                  </a:lnTo>
                  <a:lnTo>
                    <a:pt x="239512" y="318613"/>
                  </a:lnTo>
                  <a:lnTo>
                    <a:pt x="194855" y="296535"/>
                  </a:lnTo>
                  <a:lnTo>
                    <a:pt x="153230" y="271343"/>
                  </a:lnTo>
                  <a:lnTo>
                    <a:pt x="114906" y="243238"/>
                  </a:lnTo>
                  <a:lnTo>
                    <a:pt x="80151" y="212421"/>
                  </a:lnTo>
                  <a:lnTo>
                    <a:pt x="49236" y="179094"/>
                  </a:lnTo>
                  <a:lnTo>
                    <a:pt x="22429" y="143458"/>
                  </a:lnTo>
                  <a:lnTo>
                    <a:pt x="0" y="10571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274094" y="5653577"/>
              <a:ext cx="107950" cy="127000"/>
            </a:xfrm>
            <a:custGeom>
              <a:avLst/>
              <a:gdLst/>
              <a:ahLst/>
              <a:cxnLst/>
              <a:rect l="l" t="t" r="r" b="b"/>
              <a:pathLst>
                <a:path w="107950" h="127000">
                  <a:moveTo>
                    <a:pt x="14604" y="0"/>
                  </a:moveTo>
                  <a:lnTo>
                    <a:pt x="0" y="126949"/>
                  </a:lnTo>
                  <a:lnTo>
                    <a:pt x="107403" y="87858"/>
                  </a:lnTo>
                  <a:lnTo>
                    <a:pt x="146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05586" y="4471631"/>
              <a:ext cx="580390" cy="581660"/>
            </a:xfrm>
            <a:custGeom>
              <a:avLst/>
              <a:gdLst/>
              <a:ahLst/>
              <a:cxnLst/>
              <a:rect l="l" t="t" r="r" b="b"/>
              <a:pathLst>
                <a:path w="580390" h="581660">
                  <a:moveTo>
                    <a:pt x="236423" y="581139"/>
                  </a:moveTo>
                  <a:lnTo>
                    <a:pt x="197181" y="575957"/>
                  </a:lnTo>
                  <a:lnTo>
                    <a:pt x="158912" y="561209"/>
                  </a:lnTo>
                  <a:lnTo>
                    <a:pt x="122589" y="538091"/>
                  </a:lnTo>
                  <a:lnTo>
                    <a:pt x="89185" y="507797"/>
                  </a:lnTo>
                  <a:lnTo>
                    <a:pt x="59673" y="471525"/>
                  </a:lnTo>
                  <a:lnTo>
                    <a:pt x="35025" y="430470"/>
                  </a:lnTo>
                  <a:lnTo>
                    <a:pt x="16215" y="385827"/>
                  </a:lnTo>
                  <a:lnTo>
                    <a:pt x="4216" y="338793"/>
                  </a:lnTo>
                  <a:lnTo>
                    <a:pt x="0" y="290563"/>
                  </a:lnTo>
                  <a:lnTo>
                    <a:pt x="4309" y="247125"/>
                  </a:lnTo>
                  <a:lnTo>
                    <a:pt x="16643" y="204559"/>
                  </a:lnTo>
                  <a:lnTo>
                    <a:pt x="36110" y="163735"/>
                  </a:lnTo>
                  <a:lnTo>
                    <a:pt x="61817" y="125526"/>
                  </a:lnTo>
                  <a:lnTo>
                    <a:pt x="92875" y="90803"/>
                  </a:lnTo>
                  <a:lnTo>
                    <a:pt x="128389" y="60438"/>
                  </a:lnTo>
                  <a:lnTo>
                    <a:pt x="167470" y="35304"/>
                  </a:lnTo>
                  <a:lnTo>
                    <a:pt x="209226" y="16272"/>
                  </a:lnTo>
                  <a:lnTo>
                    <a:pt x="252763" y="4213"/>
                  </a:lnTo>
                  <a:lnTo>
                    <a:pt x="297192" y="0"/>
                  </a:lnTo>
                  <a:lnTo>
                    <a:pt x="342342" y="5094"/>
                  </a:lnTo>
                  <a:lnTo>
                    <a:pt x="386556" y="19663"/>
                  </a:lnTo>
                  <a:lnTo>
                    <a:pt x="428898" y="42636"/>
                  </a:lnTo>
                  <a:lnTo>
                    <a:pt x="468433" y="72939"/>
                  </a:lnTo>
                  <a:lnTo>
                    <a:pt x="504224" y="109501"/>
                  </a:lnTo>
                  <a:lnTo>
                    <a:pt x="535336" y="151251"/>
                  </a:lnTo>
                  <a:lnTo>
                    <a:pt x="560833" y="197115"/>
                  </a:lnTo>
                  <a:lnTo>
                    <a:pt x="579780" y="24602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126008" y="4690326"/>
              <a:ext cx="113030" cy="121920"/>
            </a:xfrm>
            <a:custGeom>
              <a:avLst/>
              <a:gdLst/>
              <a:ahLst/>
              <a:cxnLst/>
              <a:rect l="l" t="t" r="r" b="b"/>
              <a:pathLst>
                <a:path w="113030" h="121920">
                  <a:moveTo>
                    <a:pt x="112953" y="0"/>
                  </a:moveTo>
                  <a:lnTo>
                    <a:pt x="0" y="17500"/>
                  </a:lnTo>
                  <a:lnTo>
                    <a:pt x="73977" y="121704"/>
                  </a:lnTo>
                  <a:lnTo>
                    <a:pt x="112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 descr=""/>
          <p:cNvGrpSpPr/>
          <p:nvPr/>
        </p:nvGrpSpPr>
        <p:grpSpPr>
          <a:xfrm>
            <a:off x="10725656" y="3744214"/>
            <a:ext cx="316230" cy="316230"/>
            <a:chOff x="10725656" y="3744214"/>
            <a:chExt cx="316230" cy="316230"/>
          </a:xfrm>
        </p:grpSpPr>
        <p:sp>
          <p:nvSpPr>
            <p:cNvPr id="43" name="object 43" descr=""/>
            <p:cNvSpPr/>
            <p:nvPr/>
          </p:nvSpPr>
          <p:spPr>
            <a:xfrm>
              <a:off x="10732008" y="37505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0732006" y="37505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10761364" y="3801643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10420856" y="4003294"/>
            <a:ext cx="767715" cy="549275"/>
            <a:chOff x="10420856" y="4003294"/>
            <a:chExt cx="767715" cy="549275"/>
          </a:xfrm>
        </p:grpSpPr>
        <p:sp>
          <p:nvSpPr>
            <p:cNvPr id="47" name="object 47" descr=""/>
            <p:cNvSpPr/>
            <p:nvPr/>
          </p:nvSpPr>
          <p:spPr>
            <a:xfrm>
              <a:off x="10619145" y="4009644"/>
              <a:ext cx="156845" cy="184785"/>
            </a:xfrm>
            <a:custGeom>
              <a:avLst/>
              <a:gdLst/>
              <a:ahLst/>
              <a:cxnLst/>
              <a:rect l="l" t="t" r="r" b="b"/>
              <a:pathLst>
                <a:path w="156845" h="184785">
                  <a:moveTo>
                    <a:pt x="156349" y="0"/>
                  </a:moveTo>
                  <a:lnTo>
                    <a:pt x="0" y="18444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0578084" y="4159759"/>
              <a:ext cx="78740" cy="83185"/>
            </a:xfrm>
            <a:custGeom>
              <a:avLst/>
              <a:gdLst/>
              <a:ahLst/>
              <a:cxnLst/>
              <a:rect l="l" t="t" r="r" b="b"/>
              <a:pathLst>
                <a:path w="78740" h="83185">
                  <a:moveTo>
                    <a:pt x="20205" y="0"/>
                  </a:moveTo>
                  <a:lnTo>
                    <a:pt x="0" y="82765"/>
                  </a:lnTo>
                  <a:lnTo>
                    <a:pt x="78333" y="49276"/>
                  </a:lnTo>
                  <a:lnTo>
                    <a:pt x="20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0991088" y="4009644"/>
              <a:ext cx="157480" cy="190500"/>
            </a:xfrm>
            <a:custGeom>
              <a:avLst/>
              <a:gdLst/>
              <a:ahLst/>
              <a:cxnLst/>
              <a:rect l="l" t="t" r="r" b="b"/>
              <a:pathLst>
                <a:path w="157479" h="190500">
                  <a:moveTo>
                    <a:pt x="0" y="0"/>
                  </a:moveTo>
                  <a:lnTo>
                    <a:pt x="156997" y="19025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0427208" y="4165866"/>
              <a:ext cx="761365" cy="380365"/>
            </a:xfrm>
            <a:custGeom>
              <a:avLst/>
              <a:gdLst/>
              <a:ahLst/>
              <a:cxnLst/>
              <a:rect l="l" t="t" r="r" b="b"/>
              <a:pathLst>
                <a:path w="761365" h="380364">
                  <a:moveTo>
                    <a:pt x="303276" y="228587"/>
                  </a:moveTo>
                  <a:lnTo>
                    <a:pt x="295541" y="180670"/>
                  </a:lnTo>
                  <a:lnTo>
                    <a:pt x="274015" y="139039"/>
                  </a:lnTo>
                  <a:lnTo>
                    <a:pt x="241185" y="106210"/>
                  </a:lnTo>
                  <a:lnTo>
                    <a:pt x="199555" y="84683"/>
                  </a:lnTo>
                  <a:lnTo>
                    <a:pt x="151638" y="76949"/>
                  </a:lnTo>
                  <a:lnTo>
                    <a:pt x="103708" y="84683"/>
                  </a:lnTo>
                  <a:lnTo>
                    <a:pt x="62077" y="106210"/>
                  </a:lnTo>
                  <a:lnTo>
                    <a:pt x="29248" y="139039"/>
                  </a:lnTo>
                  <a:lnTo>
                    <a:pt x="7721" y="180670"/>
                  </a:lnTo>
                  <a:lnTo>
                    <a:pt x="0" y="228587"/>
                  </a:lnTo>
                  <a:lnTo>
                    <a:pt x="7721" y="276517"/>
                  </a:lnTo>
                  <a:lnTo>
                    <a:pt x="29248" y="318147"/>
                  </a:lnTo>
                  <a:lnTo>
                    <a:pt x="62077" y="350977"/>
                  </a:lnTo>
                  <a:lnTo>
                    <a:pt x="103708" y="372503"/>
                  </a:lnTo>
                  <a:lnTo>
                    <a:pt x="151638" y="380225"/>
                  </a:lnTo>
                  <a:lnTo>
                    <a:pt x="199555" y="372503"/>
                  </a:lnTo>
                  <a:lnTo>
                    <a:pt x="241185" y="350977"/>
                  </a:lnTo>
                  <a:lnTo>
                    <a:pt x="274015" y="318147"/>
                  </a:lnTo>
                  <a:lnTo>
                    <a:pt x="295541" y="276517"/>
                  </a:lnTo>
                  <a:lnTo>
                    <a:pt x="303276" y="228587"/>
                  </a:lnTo>
                  <a:close/>
                </a:path>
                <a:path w="761365" h="380364">
                  <a:moveTo>
                    <a:pt x="761288" y="83019"/>
                  </a:moveTo>
                  <a:lnTo>
                    <a:pt x="742175" y="0"/>
                  </a:lnTo>
                  <a:lnTo>
                    <a:pt x="683399" y="48501"/>
                  </a:lnTo>
                  <a:lnTo>
                    <a:pt x="761288" y="83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0427206" y="4242816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10456671" y="4293522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11030456" y="4242561"/>
            <a:ext cx="316230" cy="316230"/>
            <a:chOff x="11030456" y="4242561"/>
            <a:chExt cx="316230" cy="316230"/>
          </a:xfrm>
        </p:grpSpPr>
        <p:sp>
          <p:nvSpPr>
            <p:cNvPr id="54" name="object 54" descr=""/>
            <p:cNvSpPr/>
            <p:nvPr/>
          </p:nvSpPr>
          <p:spPr>
            <a:xfrm>
              <a:off x="11036808" y="4248911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1036806" y="4248911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11064439" y="4299882"/>
            <a:ext cx="2089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2</a:t>
            </a:r>
            <a:endParaRPr baseline="-17361" sz="1200">
              <a:latin typeface="Cambria Math"/>
              <a:cs typeface="Cambria Math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9191869" y="3889625"/>
            <a:ext cx="709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Read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10667744" y="4501641"/>
            <a:ext cx="853440" cy="574040"/>
            <a:chOff x="10667744" y="4501641"/>
            <a:chExt cx="853440" cy="574040"/>
          </a:xfrm>
        </p:grpSpPr>
        <p:sp>
          <p:nvSpPr>
            <p:cNvPr id="59" name="object 59" descr=""/>
            <p:cNvSpPr/>
            <p:nvPr/>
          </p:nvSpPr>
          <p:spPr>
            <a:xfrm>
              <a:off x="11295888" y="4507991"/>
              <a:ext cx="184785" cy="222250"/>
            </a:xfrm>
            <a:custGeom>
              <a:avLst/>
              <a:gdLst/>
              <a:ahLst/>
              <a:cxnLst/>
              <a:rect l="l" t="t" r="r" b="b"/>
              <a:pathLst>
                <a:path w="184784" h="222250">
                  <a:moveTo>
                    <a:pt x="0" y="0"/>
                  </a:moveTo>
                  <a:lnTo>
                    <a:pt x="184162" y="22216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1442624" y="4696064"/>
              <a:ext cx="78105" cy="83185"/>
            </a:xfrm>
            <a:custGeom>
              <a:avLst/>
              <a:gdLst/>
              <a:ahLst/>
              <a:cxnLst/>
              <a:rect l="l" t="t" r="r" b="b"/>
              <a:pathLst>
                <a:path w="78104" h="83185">
                  <a:moveTo>
                    <a:pt x="58661" y="0"/>
                  </a:moveTo>
                  <a:lnTo>
                    <a:pt x="0" y="48628"/>
                  </a:lnTo>
                  <a:lnTo>
                    <a:pt x="77952" y="82981"/>
                  </a:lnTo>
                  <a:lnTo>
                    <a:pt x="586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0871151" y="4507991"/>
              <a:ext cx="210820" cy="212725"/>
            </a:xfrm>
            <a:custGeom>
              <a:avLst/>
              <a:gdLst/>
              <a:ahLst/>
              <a:cxnLst/>
              <a:rect l="l" t="t" r="r" b="b"/>
              <a:pathLst>
                <a:path w="210820" h="212725">
                  <a:moveTo>
                    <a:pt x="210261" y="0"/>
                  </a:moveTo>
                  <a:lnTo>
                    <a:pt x="0" y="21254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0674096" y="4684712"/>
              <a:ext cx="303530" cy="384175"/>
            </a:xfrm>
            <a:custGeom>
              <a:avLst/>
              <a:gdLst/>
              <a:ahLst/>
              <a:cxnLst/>
              <a:rect l="l" t="t" r="r" b="b"/>
              <a:pathLst>
                <a:path w="303529" h="384175">
                  <a:moveTo>
                    <a:pt x="233070" y="53581"/>
                  </a:moveTo>
                  <a:lnTo>
                    <a:pt x="178892" y="0"/>
                  </a:lnTo>
                  <a:lnTo>
                    <a:pt x="152387" y="80962"/>
                  </a:lnTo>
                  <a:lnTo>
                    <a:pt x="233070" y="53581"/>
                  </a:lnTo>
                  <a:close/>
                </a:path>
                <a:path w="303529" h="384175">
                  <a:moveTo>
                    <a:pt x="303276" y="232473"/>
                  </a:moveTo>
                  <a:lnTo>
                    <a:pt x="295541" y="184556"/>
                  </a:lnTo>
                  <a:lnTo>
                    <a:pt x="274015" y="142925"/>
                  </a:lnTo>
                  <a:lnTo>
                    <a:pt x="241185" y="110096"/>
                  </a:lnTo>
                  <a:lnTo>
                    <a:pt x="199555" y="88569"/>
                  </a:lnTo>
                  <a:lnTo>
                    <a:pt x="152387" y="80962"/>
                  </a:lnTo>
                  <a:lnTo>
                    <a:pt x="151638" y="80835"/>
                  </a:lnTo>
                  <a:lnTo>
                    <a:pt x="103708" y="88569"/>
                  </a:lnTo>
                  <a:lnTo>
                    <a:pt x="62077" y="110096"/>
                  </a:lnTo>
                  <a:lnTo>
                    <a:pt x="29248" y="142925"/>
                  </a:lnTo>
                  <a:lnTo>
                    <a:pt x="7721" y="184556"/>
                  </a:lnTo>
                  <a:lnTo>
                    <a:pt x="0" y="232473"/>
                  </a:lnTo>
                  <a:lnTo>
                    <a:pt x="7721" y="280403"/>
                  </a:lnTo>
                  <a:lnTo>
                    <a:pt x="29248" y="322033"/>
                  </a:lnTo>
                  <a:lnTo>
                    <a:pt x="62077" y="354863"/>
                  </a:lnTo>
                  <a:lnTo>
                    <a:pt x="103708" y="376389"/>
                  </a:lnTo>
                  <a:lnTo>
                    <a:pt x="151638" y="384111"/>
                  </a:lnTo>
                  <a:lnTo>
                    <a:pt x="199555" y="376389"/>
                  </a:lnTo>
                  <a:lnTo>
                    <a:pt x="241185" y="354863"/>
                  </a:lnTo>
                  <a:lnTo>
                    <a:pt x="274015" y="322033"/>
                  </a:lnTo>
                  <a:lnTo>
                    <a:pt x="295541" y="280403"/>
                  </a:lnTo>
                  <a:lnTo>
                    <a:pt x="303276" y="2324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0674094" y="4765547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10703858" y="4816570"/>
            <a:ext cx="205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11362690" y="4772914"/>
            <a:ext cx="316230" cy="316230"/>
            <a:chOff x="11362690" y="4772914"/>
            <a:chExt cx="316230" cy="316230"/>
          </a:xfrm>
        </p:grpSpPr>
        <p:sp>
          <p:nvSpPr>
            <p:cNvPr id="66" name="object 66" descr=""/>
            <p:cNvSpPr/>
            <p:nvPr/>
          </p:nvSpPr>
          <p:spPr>
            <a:xfrm>
              <a:off x="11369040" y="47792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7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5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7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1369040" y="477926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7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7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5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11396412" y="4829936"/>
            <a:ext cx="2089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solidFill>
                  <a:srgbClr val="FFFFFF"/>
                </a:solidFill>
                <a:latin typeface="Cambria Math"/>
                <a:cs typeface="Cambria Math"/>
              </a:rPr>
              <a:t>3</a:t>
            </a:r>
            <a:endParaRPr baseline="-17361" sz="1200">
              <a:latin typeface="Cambria Math"/>
              <a:cs typeface="Cambria Math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9191869" y="4500439"/>
            <a:ext cx="704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Read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70" name="object 70" descr=""/>
          <p:cNvGrpSpPr/>
          <p:nvPr/>
        </p:nvGrpSpPr>
        <p:grpSpPr>
          <a:xfrm>
            <a:off x="11621769" y="5031994"/>
            <a:ext cx="404495" cy="601345"/>
            <a:chOff x="11621769" y="5031994"/>
            <a:chExt cx="404495" cy="601345"/>
          </a:xfrm>
        </p:grpSpPr>
        <p:sp>
          <p:nvSpPr>
            <p:cNvPr id="71" name="object 71" descr=""/>
            <p:cNvSpPr/>
            <p:nvPr/>
          </p:nvSpPr>
          <p:spPr>
            <a:xfrm>
              <a:off x="11628119" y="5038344"/>
              <a:ext cx="199390" cy="236220"/>
            </a:xfrm>
            <a:custGeom>
              <a:avLst/>
              <a:gdLst/>
              <a:ahLst/>
              <a:cxnLst/>
              <a:rect l="l" t="t" r="r" b="b"/>
              <a:pathLst>
                <a:path w="199390" h="236220">
                  <a:moveTo>
                    <a:pt x="0" y="0"/>
                  </a:moveTo>
                  <a:lnTo>
                    <a:pt x="199326" y="23585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1790147" y="5239901"/>
              <a:ext cx="78740" cy="83185"/>
            </a:xfrm>
            <a:custGeom>
              <a:avLst/>
              <a:gdLst/>
              <a:ahLst/>
              <a:cxnLst/>
              <a:rect l="l" t="t" r="r" b="b"/>
              <a:pathLst>
                <a:path w="78740" h="83185">
                  <a:moveTo>
                    <a:pt x="58204" y="0"/>
                  </a:moveTo>
                  <a:lnTo>
                    <a:pt x="0" y="49187"/>
                  </a:lnTo>
                  <a:lnTo>
                    <a:pt x="78282" y="82791"/>
                  </a:lnTo>
                  <a:lnTo>
                    <a:pt x="582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1716511" y="5323332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638" y="0"/>
                  </a:moveTo>
                  <a:lnTo>
                    <a:pt x="103710" y="7730"/>
                  </a:lnTo>
                  <a:lnTo>
                    <a:pt x="62084" y="29258"/>
                  </a:lnTo>
                  <a:lnTo>
                    <a:pt x="29258" y="62084"/>
                  </a:lnTo>
                  <a:lnTo>
                    <a:pt x="7730" y="103710"/>
                  </a:lnTo>
                  <a:lnTo>
                    <a:pt x="0" y="151638"/>
                  </a:lnTo>
                  <a:lnTo>
                    <a:pt x="7730" y="199565"/>
                  </a:lnTo>
                  <a:lnTo>
                    <a:pt x="29258" y="241191"/>
                  </a:lnTo>
                  <a:lnTo>
                    <a:pt x="62084" y="274017"/>
                  </a:lnTo>
                  <a:lnTo>
                    <a:pt x="103710" y="295545"/>
                  </a:lnTo>
                  <a:lnTo>
                    <a:pt x="151638" y="303276"/>
                  </a:lnTo>
                  <a:lnTo>
                    <a:pt x="199565" y="295545"/>
                  </a:lnTo>
                  <a:lnTo>
                    <a:pt x="241191" y="274017"/>
                  </a:lnTo>
                  <a:lnTo>
                    <a:pt x="274017" y="241191"/>
                  </a:lnTo>
                  <a:lnTo>
                    <a:pt x="295545" y="199565"/>
                  </a:lnTo>
                  <a:lnTo>
                    <a:pt x="303276" y="151638"/>
                  </a:lnTo>
                  <a:lnTo>
                    <a:pt x="295545" y="103710"/>
                  </a:lnTo>
                  <a:lnTo>
                    <a:pt x="274017" y="62084"/>
                  </a:lnTo>
                  <a:lnTo>
                    <a:pt x="241191" y="29258"/>
                  </a:lnTo>
                  <a:lnTo>
                    <a:pt x="199565" y="7730"/>
                  </a:lnTo>
                  <a:lnTo>
                    <a:pt x="151638" y="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1716511" y="5323332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0" y="151638"/>
                  </a:moveTo>
                  <a:lnTo>
                    <a:pt x="7730" y="103710"/>
                  </a:lnTo>
                  <a:lnTo>
                    <a:pt x="29258" y="62084"/>
                  </a:lnTo>
                  <a:lnTo>
                    <a:pt x="62084" y="29258"/>
                  </a:lnTo>
                  <a:lnTo>
                    <a:pt x="103710" y="7730"/>
                  </a:lnTo>
                  <a:lnTo>
                    <a:pt x="151638" y="0"/>
                  </a:lnTo>
                  <a:lnTo>
                    <a:pt x="199565" y="7730"/>
                  </a:lnTo>
                  <a:lnTo>
                    <a:pt x="241191" y="29258"/>
                  </a:lnTo>
                  <a:lnTo>
                    <a:pt x="274017" y="62084"/>
                  </a:lnTo>
                  <a:lnTo>
                    <a:pt x="295545" y="103710"/>
                  </a:lnTo>
                  <a:lnTo>
                    <a:pt x="303276" y="151638"/>
                  </a:lnTo>
                  <a:lnTo>
                    <a:pt x="295545" y="199565"/>
                  </a:lnTo>
                  <a:lnTo>
                    <a:pt x="274017" y="241191"/>
                  </a:lnTo>
                  <a:lnTo>
                    <a:pt x="241191" y="274017"/>
                  </a:lnTo>
                  <a:lnTo>
                    <a:pt x="199565" y="295545"/>
                  </a:lnTo>
                  <a:lnTo>
                    <a:pt x="151638" y="303276"/>
                  </a:lnTo>
                  <a:lnTo>
                    <a:pt x="103710" y="295545"/>
                  </a:lnTo>
                  <a:lnTo>
                    <a:pt x="62084" y="274017"/>
                  </a:lnTo>
                  <a:lnTo>
                    <a:pt x="29258" y="241191"/>
                  </a:lnTo>
                  <a:lnTo>
                    <a:pt x="7730" y="199565"/>
                  </a:lnTo>
                  <a:lnTo>
                    <a:pt x="0" y="1516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 descr=""/>
          <p:cNvSpPr txBox="1"/>
          <p:nvPr/>
        </p:nvSpPr>
        <p:spPr>
          <a:xfrm>
            <a:off x="9231694" y="5084413"/>
            <a:ext cx="685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Read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11744011" y="5373288"/>
            <a:ext cx="2089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Cambria Math"/>
                <a:cs typeface="Cambria Math"/>
              </a:rPr>
              <a:t>𝑞</a:t>
            </a:r>
            <a:r>
              <a:rPr dirty="0" baseline="-17361" sz="1200" spc="-37">
                <a:latin typeface="Cambria Math"/>
                <a:cs typeface="Cambria Math"/>
              </a:rPr>
              <a:t>4</a:t>
            </a:r>
            <a:endParaRPr baseline="-17361" sz="1200">
              <a:latin typeface="Cambria Math"/>
              <a:cs typeface="Cambria Math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10283949" y="4495546"/>
            <a:ext cx="1722755" cy="1117600"/>
            <a:chOff x="10283949" y="4495546"/>
            <a:chExt cx="1722755" cy="1117600"/>
          </a:xfrm>
        </p:grpSpPr>
        <p:sp>
          <p:nvSpPr>
            <p:cNvPr id="78" name="object 78" descr=""/>
            <p:cNvSpPr/>
            <p:nvPr/>
          </p:nvSpPr>
          <p:spPr>
            <a:xfrm>
              <a:off x="11734800" y="5341620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29">
                  <a:moveTo>
                    <a:pt x="0" y="132587"/>
                  </a:moveTo>
                  <a:lnTo>
                    <a:pt x="6759" y="90679"/>
                  </a:lnTo>
                  <a:lnTo>
                    <a:pt x="25581" y="54282"/>
                  </a:lnTo>
                  <a:lnTo>
                    <a:pt x="54282" y="25581"/>
                  </a:lnTo>
                  <a:lnTo>
                    <a:pt x="90679" y="6759"/>
                  </a:lnTo>
                  <a:lnTo>
                    <a:pt x="132588" y="0"/>
                  </a:lnTo>
                  <a:lnTo>
                    <a:pt x="174496" y="6759"/>
                  </a:lnTo>
                  <a:lnTo>
                    <a:pt x="210893" y="25581"/>
                  </a:lnTo>
                  <a:lnTo>
                    <a:pt x="239594" y="54282"/>
                  </a:lnTo>
                  <a:lnTo>
                    <a:pt x="258416" y="90679"/>
                  </a:lnTo>
                  <a:lnTo>
                    <a:pt x="265176" y="132587"/>
                  </a:lnTo>
                  <a:lnTo>
                    <a:pt x="258416" y="174496"/>
                  </a:lnTo>
                  <a:lnTo>
                    <a:pt x="239594" y="210893"/>
                  </a:lnTo>
                  <a:lnTo>
                    <a:pt x="210893" y="239594"/>
                  </a:lnTo>
                  <a:lnTo>
                    <a:pt x="174496" y="258416"/>
                  </a:lnTo>
                  <a:lnTo>
                    <a:pt x="132588" y="265175"/>
                  </a:lnTo>
                  <a:lnTo>
                    <a:pt x="90679" y="258416"/>
                  </a:lnTo>
                  <a:lnTo>
                    <a:pt x="54282" y="239594"/>
                  </a:lnTo>
                  <a:lnTo>
                    <a:pt x="25581" y="210893"/>
                  </a:lnTo>
                  <a:lnTo>
                    <a:pt x="6759" y="174496"/>
                  </a:lnTo>
                  <a:lnTo>
                    <a:pt x="0" y="1325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0318355" y="4501896"/>
              <a:ext cx="153670" cy="238760"/>
            </a:xfrm>
            <a:custGeom>
              <a:avLst/>
              <a:gdLst/>
              <a:ahLst/>
              <a:cxnLst/>
              <a:rect l="l" t="t" r="r" b="b"/>
              <a:pathLst>
                <a:path w="153670" h="238760">
                  <a:moveTo>
                    <a:pt x="153581" y="0"/>
                  </a:moveTo>
                  <a:lnTo>
                    <a:pt x="0" y="238264"/>
                  </a:lnTo>
                </a:path>
              </a:pathLst>
            </a:custGeom>
            <a:ln w="127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0283949" y="4708841"/>
              <a:ext cx="73660" cy="85090"/>
            </a:xfrm>
            <a:custGeom>
              <a:avLst/>
              <a:gdLst/>
              <a:ahLst/>
              <a:cxnLst/>
              <a:rect l="l" t="t" r="r" b="b"/>
              <a:pathLst>
                <a:path w="73659" h="85089">
                  <a:moveTo>
                    <a:pt x="9258" y="0"/>
                  </a:moveTo>
                  <a:lnTo>
                    <a:pt x="0" y="84683"/>
                  </a:lnTo>
                  <a:lnTo>
                    <a:pt x="73304" y="41275"/>
                  </a:lnTo>
                  <a:lnTo>
                    <a:pt x="925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 descr=""/>
          <p:cNvSpPr txBox="1"/>
          <p:nvPr/>
        </p:nvSpPr>
        <p:spPr>
          <a:xfrm>
            <a:off x="6442955" y="4307034"/>
            <a:ext cx="2122805" cy="1122045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  <a:tabLst>
                <a:tab pos="91948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Input: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baseline="-2976" sz="4200" spc="-37">
                <a:latin typeface="Cambria Math"/>
                <a:cs typeface="Cambria Math"/>
              </a:rPr>
              <a:t>𝑎𝑏</a:t>
            </a:r>
            <a:endParaRPr baseline="-2976" sz="4200">
              <a:latin typeface="Cambria Math"/>
              <a:cs typeface="Cambria Math"/>
            </a:endParaRPr>
          </a:p>
          <a:p>
            <a:pPr marL="27940">
              <a:lnSpc>
                <a:spcPct val="100000"/>
              </a:lnSpc>
              <a:spcBef>
                <a:spcPts val="955"/>
              </a:spcBef>
            </a:pPr>
            <a:r>
              <a:rPr dirty="0" sz="2400">
                <a:latin typeface="Franklin Gothic Medium"/>
                <a:cs typeface="Franklin Gothic Medium"/>
              </a:rPr>
              <a:t>Output:</a:t>
            </a:r>
            <a:r>
              <a:rPr dirty="0" sz="2400" spc="265">
                <a:latin typeface="Franklin Gothic Medium"/>
                <a:cs typeface="Franklin Gothic Medium"/>
              </a:rPr>
              <a:t> </a:t>
            </a:r>
            <a:r>
              <a:rPr dirty="0" baseline="1984" sz="4200" spc="-44">
                <a:solidFill>
                  <a:srgbClr val="538235"/>
                </a:solidFill>
                <a:latin typeface="Franklin Gothic Medium"/>
                <a:cs typeface="Franklin Gothic Medium"/>
              </a:rPr>
              <a:t>Accept</a:t>
            </a:r>
            <a:endParaRPr baseline="1984" sz="4200">
              <a:latin typeface="Franklin Gothic Medium"/>
              <a:cs typeface="Franklin Gothic Medium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10074322" y="4821774"/>
            <a:ext cx="3587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Franklin Gothic Medium"/>
                <a:cs typeface="Franklin Gothic Medium"/>
              </a:rPr>
              <a:t>reject</a:t>
            </a:r>
            <a:endParaRPr sz="1100">
              <a:latin typeface="Franklin Gothic Medium"/>
              <a:cs typeface="Franklin Gothic Medium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10605513" y="5077714"/>
            <a:ext cx="194945" cy="298450"/>
            <a:chOff x="10605513" y="5077714"/>
            <a:chExt cx="194945" cy="298450"/>
          </a:xfrm>
        </p:grpSpPr>
        <p:sp>
          <p:nvSpPr>
            <p:cNvPr id="84" name="object 84" descr=""/>
            <p:cNvSpPr/>
            <p:nvPr/>
          </p:nvSpPr>
          <p:spPr>
            <a:xfrm>
              <a:off x="10639918" y="5084064"/>
              <a:ext cx="153670" cy="238760"/>
            </a:xfrm>
            <a:custGeom>
              <a:avLst/>
              <a:gdLst/>
              <a:ahLst/>
              <a:cxnLst/>
              <a:rect l="l" t="t" r="r" b="b"/>
              <a:pathLst>
                <a:path w="153670" h="238760">
                  <a:moveTo>
                    <a:pt x="153581" y="0"/>
                  </a:moveTo>
                  <a:lnTo>
                    <a:pt x="0" y="238264"/>
                  </a:lnTo>
                </a:path>
              </a:pathLst>
            </a:custGeom>
            <a:ln w="127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0605513" y="5291009"/>
              <a:ext cx="73660" cy="85090"/>
            </a:xfrm>
            <a:custGeom>
              <a:avLst/>
              <a:gdLst/>
              <a:ahLst/>
              <a:cxnLst/>
              <a:rect l="l" t="t" r="r" b="b"/>
              <a:pathLst>
                <a:path w="73659" h="85089">
                  <a:moveTo>
                    <a:pt x="9258" y="0"/>
                  </a:moveTo>
                  <a:lnTo>
                    <a:pt x="0" y="84683"/>
                  </a:lnTo>
                  <a:lnTo>
                    <a:pt x="73304" y="41274"/>
                  </a:lnTo>
                  <a:lnTo>
                    <a:pt x="925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 descr=""/>
          <p:cNvSpPr txBox="1"/>
          <p:nvPr/>
        </p:nvSpPr>
        <p:spPr>
          <a:xfrm>
            <a:off x="10396042" y="5403197"/>
            <a:ext cx="3587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Franklin Gothic Medium"/>
                <a:cs typeface="Franklin Gothic Medium"/>
              </a:rPr>
              <a:t>reject</a:t>
            </a:r>
            <a:endParaRPr sz="1100">
              <a:latin typeface="Franklin Gothic Medium"/>
              <a:cs typeface="Franklin Gothic Medium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11654549" y="5702120"/>
            <a:ext cx="4222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538235"/>
                </a:solidFill>
                <a:latin typeface="Franklin Gothic Medium"/>
                <a:cs typeface="Franklin Gothic Medium"/>
              </a:rPr>
              <a:t>Accept</a:t>
            </a:r>
            <a:endParaRPr sz="1100">
              <a:latin typeface="Franklin Gothic Medium"/>
              <a:cs typeface="Franklin Gothic Medium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5981395" y="3603314"/>
            <a:ext cx="22593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Input</a:t>
            </a:r>
            <a:r>
              <a:rPr dirty="0" sz="2800" spc="-16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60"/>
              <a:t>Nondeterminism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92069" y="1355675"/>
            <a:ext cx="8397240" cy="1147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Several</a:t>
            </a:r>
            <a:r>
              <a:rPr dirty="0" sz="2800" spc="-1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choices</a:t>
            </a:r>
            <a:r>
              <a:rPr dirty="0" sz="2800" spc="-1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95">
                <a:latin typeface="Franklin Gothic Medium"/>
                <a:cs typeface="Franklin Gothic Medium"/>
              </a:rPr>
              <a:t>may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exist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for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next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any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point.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2800" spc="-40">
                <a:latin typeface="Franklin Gothic Medium"/>
                <a:cs typeface="Franklin Gothic Medium"/>
              </a:rPr>
              <a:t>Nondeterminism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generalization</a:t>
            </a:r>
            <a:r>
              <a:rPr dirty="0" sz="28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determinism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38983" y="2671572"/>
            <a:ext cx="925068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Franklin Gothic Medium"/>
                <a:cs typeface="Franklin Gothic Medium"/>
              </a:rPr>
              <a:t>Every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0">
                <a:latin typeface="Franklin Gothic Medium"/>
                <a:cs typeface="Franklin Gothic Medium"/>
              </a:rPr>
              <a:t>DFA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automatically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30">
                <a:latin typeface="Franklin Gothic Medium"/>
                <a:cs typeface="Franklin Gothic Medium"/>
              </a:rPr>
              <a:t> Nondeterministic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70">
                <a:latin typeface="Franklin Gothic Medium"/>
                <a:cs typeface="Franklin Gothic Medium"/>
              </a:rPr>
              <a:t>Automaton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(NFA).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06311" y="3581400"/>
            <a:ext cx="5607050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365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How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about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these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inputs?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650404" y="4421427"/>
            <a:ext cx="25006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43710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-</a:t>
            </a:r>
            <a:r>
              <a:rPr dirty="0" sz="2800" spc="2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aa</a:t>
            </a:r>
            <a:r>
              <a:rPr dirty="0" sz="2800">
                <a:latin typeface="Franklin Gothic Medium"/>
                <a:cs typeface="Franklin Gothic Medium"/>
              </a:rPr>
              <a:t>	-</a:t>
            </a:r>
            <a:r>
              <a:rPr dirty="0" sz="2800" spc="2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aba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381833" y="5581868"/>
            <a:ext cx="7721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-</a:t>
            </a:r>
            <a:r>
              <a:rPr dirty="0" sz="2800" spc="2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abb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463631" y="4487252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309945" y="352190"/>
                </a:moveTo>
                <a:lnTo>
                  <a:pt x="176116" y="218377"/>
                </a:lnTo>
                <a:lnTo>
                  <a:pt x="42287" y="352190"/>
                </a:lnTo>
                <a:lnTo>
                  <a:pt x="0" y="309907"/>
                </a:lnTo>
                <a:lnTo>
                  <a:pt x="133828" y="176090"/>
                </a:lnTo>
                <a:lnTo>
                  <a:pt x="0" y="42277"/>
                </a:lnTo>
                <a:lnTo>
                  <a:pt x="42287" y="0"/>
                </a:lnTo>
                <a:lnTo>
                  <a:pt x="176116" y="133812"/>
                </a:lnTo>
                <a:lnTo>
                  <a:pt x="309945" y="0"/>
                </a:lnTo>
                <a:lnTo>
                  <a:pt x="352238" y="42277"/>
                </a:lnTo>
                <a:lnTo>
                  <a:pt x="218404" y="176090"/>
                </a:lnTo>
                <a:lnTo>
                  <a:pt x="352238" y="309907"/>
                </a:lnTo>
                <a:lnTo>
                  <a:pt x="309945" y="35219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318340" y="5639399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309945" y="352185"/>
                </a:moveTo>
                <a:lnTo>
                  <a:pt x="176116" y="218372"/>
                </a:lnTo>
                <a:lnTo>
                  <a:pt x="42287" y="352185"/>
                </a:lnTo>
                <a:lnTo>
                  <a:pt x="0" y="309902"/>
                </a:lnTo>
                <a:lnTo>
                  <a:pt x="133828" y="176090"/>
                </a:lnTo>
                <a:lnTo>
                  <a:pt x="0" y="42277"/>
                </a:lnTo>
                <a:lnTo>
                  <a:pt x="42287" y="0"/>
                </a:lnTo>
                <a:lnTo>
                  <a:pt x="176116" y="133812"/>
                </a:lnTo>
                <a:lnTo>
                  <a:pt x="309945" y="0"/>
                </a:lnTo>
                <a:lnTo>
                  <a:pt x="352233" y="42277"/>
                </a:lnTo>
                <a:lnTo>
                  <a:pt x="218409" y="176090"/>
                </a:lnTo>
                <a:lnTo>
                  <a:pt x="352233" y="309902"/>
                </a:lnTo>
                <a:lnTo>
                  <a:pt x="309945" y="35218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9255468" y="4503173"/>
            <a:ext cx="459740" cy="323215"/>
          </a:xfrm>
          <a:custGeom>
            <a:avLst/>
            <a:gdLst/>
            <a:ahLst/>
            <a:cxnLst/>
            <a:rect l="l" t="t" r="r" b="b"/>
            <a:pathLst>
              <a:path w="459740" h="323214">
                <a:moveTo>
                  <a:pt x="162683" y="322841"/>
                </a:moveTo>
                <a:lnTo>
                  <a:pt x="0" y="155694"/>
                </a:lnTo>
                <a:lnTo>
                  <a:pt x="42287" y="115402"/>
                </a:lnTo>
                <a:lnTo>
                  <a:pt x="164673" y="240757"/>
                </a:lnTo>
                <a:lnTo>
                  <a:pt x="419391" y="0"/>
                </a:lnTo>
                <a:lnTo>
                  <a:pt x="459689" y="41780"/>
                </a:lnTo>
                <a:lnTo>
                  <a:pt x="205469" y="283040"/>
                </a:lnTo>
                <a:lnTo>
                  <a:pt x="162683" y="322841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650527" y="5607434"/>
            <a:ext cx="7689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-</a:t>
            </a:r>
            <a:r>
              <a:rPr dirty="0" sz="2800" spc="2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aab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524201" y="5633982"/>
            <a:ext cx="459740" cy="323215"/>
          </a:xfrm>
          <a:custGeom>
            <a:avLst/>
            <a:gdLst/>
            <a:ahLst/>
            <a:cxnLst/>
            <a:rect l="l" t="t" r="r" b="b"/>
            <a:pathLst>
              <a:path w="459740" h="323214">
                <a:moveTo>
                  <a:pt x="162688" y="322841"/>
                </a:moveTo>
                <a:lnTo>
                  <a:pt x="0" y="155694"/>
                </a:lnTo>
                <a:lnTo>
                  <a:pt x="42287" y="115402"/>
                </a:lnTo>
                <a:lnTo>
                  <a:pt x="164673" y="240757"/>
                </a:lnTo>
                <a:lnTo>
                  <a:pt x="419396" y="0"/>
                </a:lnTo>
                <a:lnTo>
                  <a:pt x="459694" y="41780"/>
                </a:lnTo>
                <a:lnTo>
                  <a:pt x="205469" y="283040"/>
                </a:lnTo>
                <a:lnTo>
                  <a:pt x="162688" y="322841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292608" y="3558540"/>
            <a:ext cx="528955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3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80033" y="4500521"/>
            <a:ext cx="1593215" cy="1179830"/>
            <a:chOff x="780033" y="4500521"/>
            <a:chExt cx="1593215" cy="1179830"/>
          </a:xfrm>
        </p:grpSpPr>
        <p:sp>
          <p:nvSpPr>
            <p:cNvPr id="15" name="object 15" descr=""/>
            <p:cNvSpPr/>
            <p:nvPr/>
          </p:nvSpPr>
          <p:spPr>
            <a:xfrm>
              <a:off x="1297287" y="4519571"/>
              <a:ext cx="1028065" cy="378460"/>
            </a:xfrm>
            <a:custGeom>
              <a:avLst/>
              <a:gdLst/>
              <a:ahLst/>
              <a:cxnLst/>
              <a:rect l="l" t="t" r="r" b="b"/>
              <a:pathLst>
                <a:path w="1028064" h="378460">
                  <a:moveTo>
                    <a:pt x="0" y="378041"/>
                  </a:moveTo>
                  <a:lnTo>
                    <a:pt x="8852" y="337003"/>
                  </a:lnTo>
                  <a:lnTo>
                    <a:pt x="22242" y="297553"/>
                  </a:lnTo>
                  <a:lnTo>
                    <a:pt x="39920" y="259848"/>
                  </a:lnTo>
                  <a:lnTo>
                    <a:pt x="61636" y="224046"/>
                  </a:lnTo>
                  <a:lnTo>
                    <a:pt x="87139" y="190304"/>
                  </a:lnTo>
                  <a:lnTo>
                    <a:pt x="116179" y="158778"/>
                  </a:lnTo>
                  <a:lnTo>
                    <a:pt x="148505" y="129626"/>
                  </a:lnTo>
                  <a:lnTo>
                    <a:pt x="183868" y="103005"/>
                  </a:lnTo>
                  <a:lnTo>
                    <a:pt x="222015" y="79072"/>
                  </a:lnTo>
                  <a:lnTo>
                    <a:pt x="262698" y="57983"/>
                  </a:lnTo>
                  <a:lnTo>
                    <a:pt x="305666" y="39898"/>
                  </a:lnTo>
                  <a:lnTo>
                    <a:pt x="350669" y="24971"/>
                  </a:lnTo>
                  <a:lnTo>
                    <a:pt x="397455" y="13361"/>
                  </a:lnTo>
                  <a:lnTo>
                    <a:pt x="445775" y="5224"/>
                  </a:lnTo>
                  <a:lnTo>
                    <a:pt x="495378" y="718"/>
                  </a:lnTo>
                  <a:lnTo>
                    <a:pt x="546014" y="0"/>
                  </a:lnTo>
                  <a:lnTo>
                    <a:pt x="597433" y="3226"/>
                  </a:lnTo>
                  <a:lnTo>
                    <a:pt x="650118" y="10733"/>
                  </a:lnTo>
                  <a:lnTo>
                    <a:pt x="700893" y="22255"/>
                  </a:lnTo>
                  <a:lnTo>
                    <a:pt x="749492" y="37584"/>
                  </a:lnTo>
                  <a:lnTo>
                    <a:pt x="795646" y="56510"/>
                  </a:lnTo>
                  <a:lnTo>
                    <a:pt x="839090" y="78828"/>
                  </a:lnTo>
                  <a:lnTo>
                    <a:pt x="879556" y="104327"/>
                  </a:lnTo>
                  <a:lnTo>
                    <a:pt x="916777" y="132800"/>
                  </a:lnTo>
                  <a:lnTo>
                    <a:pt x="950486" y="164040"/>
                  </a:lnTo>
                  <a:lnTo>
                    <a:pt x="980417" y="197838"/>
                  </a:lnTo>
                  <a:lnTo>
                    <a:pt x="1006302" y="233985"/>
                  </a:lnTo>
                  <a:lnTo>
                    <a:pt x="1027874" y="27227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264981" y="4755502"/>
              <a:ext cx="108585" cy="127000"/>
            </a:xfrm>
            <a:custGeom>
              <a:avLst/>
              <a:gdLst/>
              <a:ahLst/>
              <a:cxnLst/>
              <a:rect l="l" t="t" r="r" b="b"/>
              <a:pathLst>
                <a:path w="108585" h="127000">
                  <a:moveTo>
                    <a:pt x="108153" y="0"/>
                  </a:moveTo>
                  <a:lnTo>
                    <a:pt x="0" y="36969"/>
                  </a:lnTo>
                  <a:lnTo>
                    <a:pt x="91046" y="126644"/>
                  </a:lnTo>
                  <a:lnTo>
                    <a:pt x="1081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86383" y="4811268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977295" y="5037430"/>
            <a:ext cx="356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2134870" y="4804917"/>
            <a:ext cx="837565" cy="875665"/>
            <a:chOff x="2134870" y="4804917"/>
            <a:chExt cx="837565" cy="875665"/>
          </a:xfrm>
        </p:grpSpPr>
        <p:sp>
          <p:nvSpPr>
            <p:cNvPr id="21" name="object 21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141220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2339996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2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5004561" y="4789678"/>
            <a:ext cx="837565" cy="876935"/>
            <a:chOff x="5004561" y="4789678"/>
            <a:chExt cx="837565" cy="876935"/>
          </a:xfrm>
        </p:grpSpPr>
        <p:sp>
          <p:nvSpPr>
            <p:cNvPr id="25" name="object 25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412242" y="0"/>
                  </a:moveTo>
                  <a:lnTo>
                    <a:pt x="364166" y="2906"/>
                  </a:lnTo>
                  <a:lnTo>
                    <a:pt x="317719" y="11410"/>
                  </a:lnTo>
                  <a:lnTo>
                    <a:pt x="273210" y="25187"/>
                  </a:lnTo>
                  <a:lnTo>
                    <a:pt x="230949" y="43913"/>
                  </a:lnTo>
                  <a:lnTo>
                    <a:pt x="191244" y="67264"/>
                  </a:lnTo>
                  <a:lnTo>
                    <a:pt x="154406" y="94916"/>
                  </a:lnTo>
                  <a:lnTo>
                    <a:pt x="120743" y="126544"/>
                  </a:lnTo>
                  <a:lnTo>
                    <a:pt x="90565" y="161824"/>
                  </a:lnTo>
                  <a:lnTo>
                    <a:pt x="64181" y="200433"/>
                  </a:lnTo>
                  <a:lnTo>
                    <a:pt x="41901" y="242046"/>
                  </a:lnTo>
                  <a:lnTo>
                    <a:pt x="24033" y="286338"/>
                  </a:lnTo>
                  <a:lnTo>
                    <a:pt x="10887" y="332986"/>
                  </a:lnTo>
                  <a:lnTo>
                    <a:pt x="2773" y="381666"/>
                  </a:lnTo>
                  <a:lnTo>
                    <a:pt x="0" y="432054"/>
                  </a:lnTo>
                  <a:lnTo>
                    <a:pt x="2773" y="482441"/>
                  </a:lnTo>
                  <a:lnTo>
                    <a:pt x="10887" y="531121"/>
                  </a:lnTo>
                  <a:lnTo>
                    <a:pt x="24033" y="577769"/>
                  </a:lnTo>
                  <a:lnTo>
                    <a:pt x="41901" y="622061"/>
                  </a:lnTo>
                  <a:lnTo>
                    <a:pt x="64181" y="663674"/>
                  </a:lnTo>
                  <a:lnTo>
                    <a:pt x="90565" y="702283"/>
                  </a:lnTo>
                  <a:lnTo>
                    <a:pt x="120743" y="737563"/>
                  </a:lnTo>
                  <a:lnTo>
                    <a:pt x="154406" y="769191"/>
                  </a:lnTo>
                  <a:lnTo>
                    <a:pt x="191244" y="796843"/>
                  </a:lnTo>
                  <a:lnTo>
                    <a:pt x="230949" y="820194"/>
                  </a:lnTo>
                  <a:lnTo>
                    <a:pt x="273210" y="838920"/>
                  </a:lnTo>
                  <a:lnTo>
                    <a:pt x="317719" y="852697"/>
                  </a:lnTo>
                  <a:lnTo>
                    <a:pt x="364166" y="861201"/>
                  </a:lnTo>
                  <a:lnTo>
                    <a:pt x="412242" y="864108"/>
                  </a:lnTo>
                  <a:lnTo>
                    <a:pt x="460317" y="861201"/>
                  </a:lnTo>
                  <a:lnTo>
                    <a:pt x="506764" y="852697"/>
                  </a:lnTo>
                  <a:lnTo>
                    <a:pt x="551273" y="838920"/>
                  </a:lnTo>
                  <a:lnTo>
                    <a:pt x="593534" y="820194"/>
                  </a:lnTo>
                  <a:lnTo>
                    <a:pt x="633239" y="796843"/>
                  </a:lnTo>
                  <a:lnTo>
                    <a:pt x="670077" y="769191"/>
                  </a:lnTo>
                  <a:lnTo>
                    <a:pt x="703740" y="737563"/>
                  </a:lnTo>
                  <a:lnTo>
                    <a:pt x="733918" y="702283"/>
                  </a:lnTo>
                  <a:lnTo>
                    <a:pt x="760302" y="663674"/>
                  </a:lnTo>
                  <a:lnTo>
                    <a:pt x="782582" y="622061"/>
                  </a:lnTo>
                  <a:lnTo>
                    <a:pt x="800450" y="577769"/>
                  </a:lnTo>
                  <a:lnTo>
                    <a:pt x="813596" y="531121"/>
                  </a:lnTo>
                  <a:lnTo>
                    <a:pt x="821710" y="482441"/>
                  </a:lnTo>
                  <a:lnTo>
                    <a:pt x="824484" y="432054"/>
                  </a:lnTo>
                  <a:lnTo>
                    <a:pt x="821710" y="381666"/>
                  </a:lnTo>
                  <a:lnTo>
                    <a:pt x="813596" y="332986"/>
                  </a:lnTo>
                  <a:lnTo>
                    <a:pt x="800450" y="286338"/>
                  </a:lnTo>
                  <a:lnTo>
                    <a:pt x="782582" y="242046"/>
                  </a:lnTo>
                  <a:lnTo>
                    <a:pt x="760302" y="200433"/>
                  </a:lnTo>
                  <a:lnTo>
                    <a:pt x="733918" y="161824"/>
                  </a:lnTo>
                  <a:lnTo>
                    <a:pt x="703740" y="126544"/>
                  </a:lnTo>
                  <a:lnTo>
                    <a:pt x="670077" y="94916"/>
                  </a:lnTo>
                  <a:lnTo>
                    <a:pt x="633239" y="67264"/>
                  </a:lnTo>
                  <a:lnTo>
                    <a:pt x="593534" y="43913"/>
                  </a:lnTo>
                  <a:lnTo>
                    <a:pt x="551273" y="25187"/>
                  </a:lnTo>
                  <a:lnTo>
                    <a:pt x="506764" y="11410"/>
                  </a:lnTo>
                  <a:lnTo>
                    <a:pt x="460317" y="2906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010911" y="4796028"/>
              <a:ext cx="824865" cy="864235"/>
            </a:xfrm>
            <a:custGeom>
              <a:avLst/>
              <a:gdLst/>
              <a:ahLst/>
              <a:cxnLst/>
              <a:rect l="l" t="t" r="r" b="b"/>
              <a:pathLst>
                <a:path w="824864" h="864235">
                  <a:moveTo>
                    <a:pt x="0" y="432054"/>
                  </a:moveTo>
                  <a:lnTo>
                    <a:pt x="2773" y="381666"/>
                  </a:lnTo>
                  <a:lnTo>
                    <a:pt x="10887" y="332986"/>
                  </a:lnTo>
                  <a:lnTo>
                    <a:pt x="24033" y="286338"/>
                  </a:lnTo>
                  <a:lnTo>
                    <a:pt x="41901" y="242046"/>
                  </a:lnTo>
                  <a:lnTo>
                    <a:pt x="64181" y="200433"/>
                  </a:lnTo>
                  <a:lnTo>
                    <a:pt x="90565" y="161824"/>
                  </a:lnTo>
                  <a:lnTo>
                    <a:pt x="120743" y="126544"/>
                  </a:lnTo>
                  <a:lnTo>
                    <a:pt x="154406" y="94916"/>
                  </a:lnTo>
                  <a:lnTo>
                    <a:pt x="191244" y="67264"/>
                  </a:lnTo>
                  <a:lnTo>
                    <a:pt x="230949" y="43913"/>
                  </a:lnTo>
                  <a:lnTo>
                    <a:pt x="273210" y="25187"/>
                  </a:lnTo>
                  <a:lnTo>
                    <a:pt x="317719" y="11410"/>
                  </a:lnTo>
                  <a:lnTo>
                    <a:pt x="364166" y="2906"/>
                  </a:lnTo>
                  <a:lnTo>
                    <a:pt x="412242" y="0"/>
                  </a:lnTo>
                  <a:lnTo>
                    <a:pt x="460317" y="2906"/>
                  </a:lnTo>
                  <a:lnTo>
                    <a:pt x="506764" y="11410"/>
                  </a:lnTo>
                  <a:lnTo>
                    <a:pt x="551273" y="25187"/>
                  </a:lnTo>
                  <a:lnTo>
                    <a:pt x="593534" y="43913"/>
                  </a:lnTo>
                  <a:lnTo>
                    <a:pt x="633239" y="67264"/>
                  </a:lnTo>
                  <a:lnTo>
                    <a:pt x="670077" y="94916"/>
                  </a:lnTo>
                  <a:lnTo>
                    <a:pt x="703740" y="126544"/>
                  </a:lnTo>
                  <a:lnTo>
                    <a:pt x="733918" y="161824"/>
                  </a:lnTo>
                  <a:lnTo>
                    <a:pt x="760302" y="200433"/>
                  </a:lnTo>
                  <a:lnTo>
                    <a:pt x="782582" y="242046"/>
                  </a:lnTo>
                  <a:lnTo>
                    <a:pt x="800450" y="286338"/>
                  </a:lnTo>
                  <a:lnTo>
                    <a:pt x="813596" y="332986"/>
                  </a:lnTo>
                  <a:lnTo>
                    <a:pt x="821710" y="381666"/>
                  </a:lnTo>
                  <a:lnTo>
                    <a:pt x="824484" y="432054"/>
                  </a:lnTo>
                  <a:lnTo>
                    <a:pt x="821710" y="482441"/>
                  </a:lnTo>
                  <a:lnTo>
                    <a:pt x="813596" y="531121"/>
                  </a:lnTo>
                  <a:lnTo>
                    <a:pt x="800450" y="577769"/>
                  </a:lnTo>
                  <a:lnTo>
                    <a:pt x="782582" y="622061"/>
                  </a:lnTo>
                  <a:lnTo>
                    <a:pt x="760302" y="663674"/>
                  </a:lnTo>
                  <a:lnTo>
                    <a:pt x="733918" y="702283"/>
                  </a:lnTo>
                  <a:lnTo>
                    <a:pt x="703740" y="737563"/>
                  </a:lnTo>
                  <a:lnTo>
                    <a:pt x="670077" y="769191"/>
                  </a:lnTo>
                  <a:lnTo>
                    <a:pt x="633239" y="796843"/>
                  </a:lnTo>
                  <a:lnTo>
                    <a:pt x="593534" y="820194"/>
                  </a:lnTo>
                  <a:lnTo>
                    <a:pt x="551273" y="838920"/>
                  </a:lnTo>
                  <a:lnTo>
                    <a:pt x="506764" y="852697"/>
                  </a:lnTo>
                  <a:lnTo>
                    <a:pt x="460317" y="861201"/>
                  </a:lnTo>
                  <a:lnTo>
                    <a:pt x="412242" y="864108"/>
                  </a:lnTo>
                  <a:lnTo>
                    <a:pt x="364166" y="861201"/>
                  </a:lnTo>
                  <a:lnTo>
                    <a:pt x="317719" y="852697"/>
                  </a:lnTo>
                  <a:lnTo>
                    <a:pt x="273210" y="838920"/>
                  </a:lnTo>
                  <a:lnTo>
                    <a:pt x="230949" y="820194"/>
                  </a:lnTo>
                  <a:lnTo>
                    <a:pt x="191244" y="796843"/>
                  </a:lnTo>
                  <a:lnTo>
                    <a:pt x="154406" y="769191"/>
                  </a:lnTo>
                  <a:lnTo>
                    <a:pt x="120743" y="737563"/>
                  </a:lnTo>
                  <a:lnTo>
                    <a:pt x="90565" y="702283"/>
                  </a:lnTo>
                  <a:lnTo>
                    <a:pt x="64181" y="663674"/>
                  </a:lnTo>
                  <a:lnTo>
                    <a:pt x="41901" y="622061"/>
                  </a:lnTo>
                  <a:lnTo>
                    <a:pt x="24033" y="577769"/>
                  </a:lnTo>
                  <a:lnTo>
                    <a:pt x="10887" y="531121"/>
                  </a:lnTo>
                  <a:lnTo>
                    <a:pt x="2773" y="482441"/>
                  </a:lnTo>
                  <a:lnTo>
                    <a:pt x="0" y="4320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106923" y="4896612"/>
              <a:ext cx="634365" cy="662940"/>
            </a:xfrm>
            <a:custGeom>
              <a:avLst/>
              <a:gdLst/>
              <a:ahLst/>
              <a:cxnLst/>
              <a:rect l="l" t="t" r="r" b="b"/>
              <a:pathLst>
                <a:path w="634364" h="662939">
                  <a:moveTo>
                    <a:pt x="0" y="331469"/>
                  </a:moveTo>
                  <a:lnTo>
                    <a:pt x="3437" y="282486"/>
                  </a:lnTo>
                  <a:lnTo>
                    <a:pt x="13421" y="235735"/>
                  </a:lnTo>
                  <a:lnTo>
                    <a:pt x="29462" y="191728"/>
                  </a:lnTo>
                  <a:lnTo>
                    <a:pt x="51069" y="150979"/>
                  </a:lnTo>
                  <a:lnTo>
                    <a:pt x="77752" y="113999"/>
                  </a:lnTo>
                  <a:lnTo>
                    <a:pt x="109022" y="81302"/>
                  </a:lnTo>
                  <a:lnTo>
                    <a:pt x="144386" y="53400"/>
                  </a:lnTo>
                  <a:lnTo>
                    <a:pt x="183356" y="30806"/>
                  </a:lnTo>
                  <a:lnTo>
                    <a:pt x="225440" y="14033"/>
                  </a:lnTo>
                  <a:lnTo>
                    <a:pt x="270149" y="3593"/>
                  </a:lnTo>
                  <a:lnTo>
                    <a:pt x="316992" y="0"/>
                  </a:lnTo>
                  <a:lnTo>
                    <a:pt x="363834" y="3593"/>
                  </a:lnTo>
                  <a:lnTo>
                    <a:pt x="408543" y="14033"/>
                  </a:lnTo>
                  <a:lnTo>
                    <a:pt x="450627" y="30806"/>
                  </a:lnTo>
                  <a:lnTo>
                    <a:pt x="489597" y="53400"/>
                  </a:lnTo>
                  <a:lnTo>
                    <a:pt x="524961" y="81302"/>
                  </a:lnTo>
                  <a:lnTo>
                    <a:pt x="556231" y="113999"/>
                  </a:lnTo>
                  <a:lnTo>
                    <a:pt x="582914" y="150979"/>
                  </a:lnTo>
                  <a:lnTo>
                    <a:pt x="604521" y="191728"/>
                  </a:lnTo>
                  <a:lnTo>
                    <a:pt x="620562" y="235735"/>
                  </a:lnTo>
                  <a:lnTo>
                    <a:pt x="630546" y="282486"/>
                  </a:lnTo>
                  <a:lnTo>
                    <a:pt x="633984" y="331469"/>
                  </a:lnTo>
                  <a:lnTo>
                    <a:pt x="630546" y="380453"/>
                  </a:lnTo>
                  <a:lnTo>
                    <a:pt x="620562" y="427204"/>
                  </a:lnTo>
                  <a:lnTo>
                    <a:pt x="604521" y="471211"/>
                  </a:lnTo>
                  <a:lnTo>
                    <a:pt x="582914" y="511960"/>
                  </a:lnTo>
                  <a:lnTo>
                    <a:pt x="556231" y="548940"/>
                  </a:lnTo>
                  <a:lnTo>
                    <a:pt x="524961" y="581637"/>
                  </a:lnTo>
                  <a:lnTo>
                    <a:pt x="489597" y="609539"/>
                  </a:lnTo>
                  <a:lnTo>
                    <a:pt x="450627" y="632133"/>
                  </a:lnTo>
                  <a:lnTo>
                    <a:pt x="408543" y="648906"/>
                  </a:lnTo>
                  <a:lnTo>
                    <a:pt x="363834" y="659346"/>
                  </a:lnTo>
                  <a:lnTo>
                    <a:pt x="316992" y="662940"/>
                  </a:lnTo>
                  <a:lnTo>
                    <a:pt x="270149" y="659346"/>
                  </a:lnTo>
                  <a:lnTo>
                    <a:pt x="225440" y="648906"/>
                  </a:lnTo>
                  <a:lnTo>
                    <a:pt x="183356" y="632133"/>
                  </a:lnTo>
                  <a:lnTo>
                    <a:pt x="144386" y="609539"/>
                  </a:lnTo>
                  <a:lnTo>
                    <a:pt x="109022" y="581637"/>
                  </a:lnTo>
                  <a:lnTo>
                    <a:pt x="77752" y="548940"/>
                  </a:lnTo>
                  <a:lnTo>
                    <a:pt x="51069" y="511960"/>
                  </a:lnTo>
                  <a:lnTo>
                    <a:pt x="29462" y="471211"/>
                  </a:lnTo>
                  <a:lnTo>
                    <a:pt x="13421" y="427204"/>
                  </a:lnTo>
                  <a:lnTo>
                    <a:pt x="3437" y="380453"/>
                  </a:lnTo>
                  <a:lnTo>
                    <a:pt x="0" y="33146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5209522" y="5023247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4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345947" y="5186166"/>
            <a:ext cx="3151505" cy="114300"/>
            <a:chOff x="345947" y="5186166"/>
            <a:chExt cx="3151505" cy="114300"/>
          </a:xfrm>
        </p:grpSpPr>
        <p:sp>
          <p:nvSpPr>
            <p:cNvPr id="30" name="object 30" descr=""/>
            <p:cNvSpPr/>
            <p:nvPr/>
          </p:nvSpPr>
          <p:spPr>
            <a:xfrm>
              <a:off x="2966465" y="5243321"/>
              <a:ext cx="435609" cy="0"/>
            </a:xfrm>
            <a:custGeom>
              <a:avLst/>
              <a:gdLst/>
              <a:ahLst/>
              <a:cxnLst/>
              <a:rect l="l" t="t" r="r" b="b"/>
              <a:pathLst>
                <a:path w="435610" h="0">
                  <a:moveTo>
                    <a:pt x="0" y="0"/>
                  </a:moveTo>
                  <a:lnTo>
                    <a:pt x="43519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382614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64997" y="5243321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 h="0">
                  <a:moveTo>
                    <a:pt x="0" y="0"/>
                  </a:moveTo>
                  <a:lnTo>
                    <a:pt x="326656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72607" y="51861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3155454" y="4719116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487583" y="4735592"/>
            <a:ext cx="349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𝑎,</a:t>
            </a:r>
            <a:r>
              <a:rPr dirty="0" sz="1800" spc="-55">
                <a:latin typeface="Cambria Math"/>
                <a:cs typeface="Cambria Math"/>
              </a:rPr>
              <a:t> </a:t>
            </a: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758762" y="6027247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751329" y="420936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669766" y="413110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3489705" y="4804917"/>
            <a:ext cx="837565" cy="875665"/>
            <a:chOff x="3489705" y="4804917"/>
            <a:chExt cx="837565" cy="875665"/>
          </a:xfrm>
        </p:grpSpPr>
        <p:sp>
          <p:nvSpPr>
            <p:cNvPr id="40" name="object 40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496055" y="4811267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3695077" y="5037430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3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586536" y="4452581"/>
            <a:ext cx="4425315" cy="1579245"/>
            <a:chOff x="586536" y="4452581"/>
            <a:chExt cx="4425315" cy="1579245"/>
          </a:xfrm>
        </p:grpSpPr>
        <p:sp>
          <p:nvSpPr>
            <p:cNvPr id="44" name="object 44" descr=""/>
            <p:cNvSpPr/>
            <p:nvPr/>
          </p:nvSpPr>
          <p:spPr>
            <a:xfrm>
              <a:off x="4321301" y="5230035"/>
              <a:ext cx="595630" cy="12700"/>
            </a:xfrm>
            <a:custGeom>
              <a:avLst/>
              <a:gdLst/>
              <a:ahLst/>
              <a:cxnLst/>
              <a:rect l="l" t="t" r="r" b="b"/>
              <a:pathLst>
                <a:path w="595629" h="12700">
                  <a:moveTo>
                    <a:pt x="0" y="12230"/>
                  </a:moveTo>
                  <a:lnTo>
                    <a:pt x="59514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896233" y="5173297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0" y="0"/>
                  </a:moveTo>
                  <a:lnTo>
                    <a:pt x="2349" y="114274"/>
                  </a:lnTo>
                  <a:lnTo>
                    <a:pt x="115443" y="54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321347" y="5637548"/>
              <a:ext cx="1066165" cy="375285"/>
            </a:xfrm>
            <a:custGeom>
              <a:avLst/>
              <a:gdLst/>
              <a:ahLst/>
              <a:cxnLst/>
              <a:rect l="l" t="t" r="r" b="b"/>
              <a:pathLst>
                <a:path w="1066164" h="375285">
                  <a:moveTo>
                    <a:pt x="1065885" y="0"/>
                  </a:moveTo>
                  <a:lnTo>
                    <a:pt x="1056430" y="40929"/>
                  </a:lnTo>
                  <a:lnTo>
                    <a:pt x="1042272" y="80254"/>
                  </a:lnTo>
                  <a:lnTo>
                    <a:pt x="1023672" y="117821"/>
                  </a:lnTo>
                  <a:lnTo>
                    <a:pt x="1000892" y="153472"/>
                  </a:lnTo>
                  <a:lnTo>
                    <a:pt x="974193" y="187052"/>
                  </a:lnTo>
                  <a:lnTo>
                    <a:pt x="943835" y="218405"/>
                  </a:lnTo>
                  <a:lnTo>
                    <a:pt x="910079" y="247375"/>
                  </a:lnTo>
                  <a:lnTo>
                    <a:pt x="873187" y="273807"/>
                  </a:lnTo>
                  <a:lnTo>
                    <a:pt x="833419" y="297545"/>
                  </a:lnTo>
                  <a:lnTo>
                    <a:pt x="791037" y="318432"/>
                  </a:lnTo>
                  <a:lnTo>
                    <a:pt x="746301" y="336314"/>
                  </a:lnTo>
                  <a:lnTo>
                    <a:pt x="699472" y="351034"/>
                  </a:lnTo>
                  <a:lnTo>
                    <a:pt x="650812" y="362436"/>
                  </a:lnTo>
                  <a:lnTo>
                    <a:pt x="600582" y="370365"/>
                  </a:lnTo>
                  <a:lnTo>
                    <a:pt x="549042" y="374665"/>
                  </a:lnTo>
                  <a:lnTo>
                    <a:pt x="496453" y="375180"/>
                  </a:lnTo>
                  <a:lnTo>
                    <a:pt x="443077" y="371754"/>
                  </a:lnTo>
                  <a:lnTo>
                    <a:pt x="388983" y="364147"/>
                  </a:lnTo>
                  <a:lnTo>
                    <a:pt x="336845" y="352620"/>
                  </a:lnTo>
                  <a:lnTo>
                    <a:pt x="286932" y="337375"/>
                  </a:lnTo>
                  <a:lnTo>
                    <a:pt x="239512" y="318613"/>
                  </a:lnTo>
                  <a:lnTo>
                    <a:pt x="194855" y="296535"/>
                  </a:lnTo>
                  <a:lnTo>
                    <a:pt x="153230" y="271343"/>
                  </a:lnTo>
                  <a:lnTo>
                    <a:pt x="114906" y="243238"/>
                  </a:lnTo>
                  <a:lnTo>
                    <a:pt x="80151" y="212421"/>
                  </a:lnTo>
                  <a:lnTo>
                    <a:pt x="49236" y="179094"/>
                  </a:lnTo>
                  <a:lnTo>
                    <a:pt x="22429" y="143458"/>
                  </a:lnTo>
                  <a:lnTo>
                    <a:pt x="0" y="10571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274094" y="5653577"/>
              <a:ext cx="107950" cy="127000"/>
            </a:xfrm>
            <a:custGeom>
              <a:avLst/>
              <a:gdLst/>
              <a:ahLst/>
              <a:cxnLst/>
              <a:rect l="l" t="t" r="r" b="b"/>
              <a:pathLst>
                <a:path w="107950" h="127000">
                  <a:moveTo>
                    <a:pt x="14604" y="0"/>
                  </a:moveTo>
                  <a:lnTo>
                    <a:pt x="0" y="126949"/>
                  </a:lnTo>
                  <a:lnTo>
                    <a:pt x="107403" y="87858"/>
                  </a:lnTo>
                  <a:lnTo>
                    <a:pt x="146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05586" y="4471631"/>
              <a:ext cx="580390" cy="581660"/>
            </a:xfrm>
            <a:custGeom>
              <a:avLst/>
              <a:gdLst/>
              <a:ahLst/>
              <a:cxnLst/>
              <a:rect l="l" t="t" r="r" b="b"/>
              <a:pathLst>
                <a:path w="580390" h="581660">
                  <a:moveTo>
                    <a:pt x="236423" y="581139"/>
                  </a:moveTo>
                  <a:lnTo>
                    <a:pt x="197181" y="575957"/>
                  </a:lnTo>
                  <a:lnTo>
                    <a:pt x="158912" y="561209"/>
                  </a:lnTo>
                  <a:lnTo>
                    <a:pt x="122589" y="538091"/>
                  </a:lnTo>
                  <a:lnTo>
                    <a:pt x="89185" y="507797"/>
                  </a:lnTo>
                  <a:lnTo>
                    <a:pt x="59673" y="471525"/>
                  </a:lnTo>
                  <a:lnTo>
                    <a:pt x="35025" y="430470"/>
                  </a:lnTo>
                  <a:lnTo>
                    <a:pt x="16215" y="385827"/>
                  </a:lnTo>
                  <a:lnTo>
                    <a:pt x="4216" y="338793"/>
                  </a:lnTo>
                  <a:lnTo>
                    <a:pt x="0" y="290563"/>
                  </a:lnTo>
                  <a:lnTo>
                    <a:pt x="4309" y="247125"/>
                  </a:lnTo>
                  <a:lnTo>
                    <a:pt x="16643" y="204559"/>
                  </a:lnTo>
                  <a:lnTo>
                    <a:pt x="36110" y="163735"/>
                  </a:lnTo>
                  <a:lnTo>
                    <a:pt x="61817" y="125526"/>
                  </a:lnTo>
                  <a:lnTo>
                    <a:pt x="92875" y="90803"/>
                  </a:lnTo>
                  <a:lnTo>
                    <a:pt x="128389" y="60438"/>
                  </a:lnTo>
                  <a:lnTo>
                    <a:pt x="167470" y="35304"/>
                  </a:lnTo>
                  <a:lnTo>
                    <a:pt x="209226" y="16272"/>
                  </a:lnTo>
                  <a:lnTo>
                    <a:pt x="252763" y="4213"/>
                  </a:lnTo>
                  <a:lnTo>
                    <a:pt x="297192" y="0"/>
                  </a:lnTo>
                  <a:lnTo>
                    <a:pt x="342342" y="5094"/>
                  </a:lnTo>
                  <a:lnTo>
                    <a:pt x="386556" y="19663"/>
                  </a:lnTo>
                  <a:lnTo>
                    <a:pt x="428898" y="42636"/>
                  </a:lnTo>
                  <a:lnTo>
                    <a:pt x="468433" y="72939"/>
                  </a:lnTo>
                  <a:lnTo>
                    <a:pt x="504224" y="109501"/>
                  </a:lnTo>
                  <a:lnTo>
                    <a:pt x="535336" y="151251"/>
                  </a:lnTo>
                  <a:lnTo>
                    <a:pt x="560833" y="197115"/>
                  </a:lnTo>
                  <a:lnTo>
                    <a:pt x="579780" y="24602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126008" y="4690326"/>
              <a:ext cx="113030" cy="121920"/>
            </a:xfrm>
            <a:custGeom>
              <a:avLst/>
              <a:gdLst/>
              <a:ahLst/>
              <a:cxnLst/>
              <a:rect l="l" t="t" r="r" b="b"/>
              <a:pathLst>
                <a:path w="113030" h="121920">
                  <a:moveTo>
                    <a:pt x="112953" y="0"/>
                  </a:moveTo>
                  <a:lnTo>
                    <a:pt x="0" y="17500"/>
                  </a:lnTo>
                  <a:lnTo>
                    <a:pt x="73977" y="121704"/>
                  </a:lnTo>
                  <a:lnTo>
                    <a:pt x="112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45"/>
              <a:t>Ways</a:t>
            </a:r>
            <a:r>
              <a:rPr dirty="0" sz="4400" spc="-130"/>
              <a:t> </a:t>
            </a:r>
            <a:r>
              <a:rPr dirty="0" sz="4400"/>
              <a:t>to</a:t>
            </a:r>
            <a:r>
              <a:rPr dirty="0" sz="4400" spc="-254"/>
              <a:t> </a:t>
            </a:r>
            <a:r>
              <a:rPr dirty="0" sz="4400" spc="-20"/>
              <a:t>think</a:t>
            </a:r>
            <a:r>
              <a:rPr dirty="0" sz="4400" spc="-190"/>
              <a:t> </a:t>
            </a:r>
            <a:r>
              <a:rPr dirty="0" sz="4400"/>
              <a:t>about</a:t>
            </a:r>
            <a:r>
              <a:rPr dirty="0" sz="4400" spc="-200"/>
              <a:t> </a:t>
            </a:r>
            <a:r>
              <a:rPr dirty="0" sz="4400" spc="-45"/>
              <a:t>Nondeterminism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558571" y="894425"/>
            <a:ext cx="11173460" cy="4158615"/>
          </a:xfrm>
          <a:prstGeom prst="rect">
            <a:avLst/>
          </a:prstGeom>
        </p:spPr>
        <p:txBody>
          <a:bodyPr wrap="square" lIns="0" tIns="192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Computational</a:t>
            </a:r>
            <a:endParaRPr sz="2800">
              <a:latin typeface="Franklin Gothic Medium"/>
              <a:cs typeface="Franklin Gothic Medium"/>
            </a:endParaRPr>
          </a:p>
          <a:p>
            <a:pPr marL="755015">
              <a:lnSpc>
                <a:spcPct val="100000"/>
              </a:lnSpc>
              <a:spcBef>
                <a:spcPts val="1415"/>
              </a:spcBef>
            </a:pPr>
            <a:r>
              <a:rPr dirty="0" sz="2800">
                <a:latin typeface="Franklin Gothic Medium"/>
                <a:cs typeface="Franklin Gothic Medium"/>
              </a:rPr>
              <a:t>New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parallel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thread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accept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if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any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thread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leads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accept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2060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Mathematical</a:t>
            </a:r>
            <a:endParaRPr sz="2800">
              <a:latin typeface="Franklin Gothic Medium"/>
              <a:cs typeface="Franklin Gothic Medium"/>
            </a:endParaRPr>
          </a:p>
          <a:p>
            <a:pPr marL="755015">
              <a:lnSpc>
                <a:spcPct val="100000"/>
              </a:lnSpc>
              <a:spcBef>
                <a:spcPts val="137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Tree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with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branches.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Accept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if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any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branch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leads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accept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Magical</a:t>
            </a:r>
            <a:endParaRPr sz="2800">
              <a:latin typeface="Franklin Gothic Medium"/>
              <a:cs typeface="Franklin Gothic Medium"/>
            </a:endParaRPr>
          </a:p>
          <a:p>
            <a:pPr marL="755015" marR="819785">
              <a:lnSpc>
                <a:spcPct val="100000"/>
              </a:lnSpc>
              <a:spcBef>
                <a:spcPts val="1375"/>
              </a:spcBef>
              <a:tabLst>
                <a:tab pos="8930640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Guess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each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35">
                <a:latin typeface="Franklin Gothic Medium"/>
                <a:cs typeface="Franklin Gothic Medium"/>
              </a:rPr>
              <a:t>nondeterministic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step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which</a:t>
            </a:r>
            <a:r>
              <a:rPr dirty="0" sz="2800" spc="-85">
                <a:latin typeface="Franklin Gothic Medium"/>
                <a:cs typeface="Franklin Gothic Medium"/>
              </a:rPr>
              <a:t> way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go.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10">
                <a:latin typeface="Franklin Gothic Medium"/>
                <a:cs typeface="Franklin Gothic Medium"/>
              </a:rPr>
              <a:t>Machine </a:t>
            </a:r>
            <a:r>
              <a:rPr dirty="0" sz="2800" spc="-45">
                <a:latin typeface="Franklin Gothic Medium"/>
                <a:cs typeface="Franklin Gothic Medium"/>
              </a:rPr>
              <a:t>always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60">
                <a:latin typeface="Franklin Gothic Medium"/>
                <a:cs typeface="Franklin Gothic Medium"/>
              </a:rPr>
              <a:t>makes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right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guess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that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leads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accepting,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if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possible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68680" y="5446776"/>
            <a:ext cx="10454640" cy="107759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3655" rIns="0" bIns="0" rtlCol="0" vert="horz">
            <a:spAutoFit/>
          </a:bodyPr>
          <a:lstStyle/>
          <a:p>
            <a:pPr marL="887730" marR="172720" indent="-704215">
              <a:lnSpc>
                <a:spcPct val="100000"/>
              </a:lnSpc>
              <a:spcBef>
                <a:spcPts val="265"/>
              </a:spcBef>
              <a:tabLst>
                <a:tab pos="3344545" algn="l"/>
              </a:tabLst>
            </a:pPr>
            <a:r>
              <a:rPr dirty="0" sz="3200" spc="-45">
                <a:latin typeface="Franklin Gothic Medium"/>
                <a:cs typeface="Franklin Gothic Medium"/>
              </a:rPr>
              <a:t>Nondeterminism</a:t>
            </a:r>
            <a:r>
              <a:rPr dirty="0" sz="3200" spc="-125">
                <a:latin typeface="Franklin Gothic Medium"/>
                <a:cs typeface="Franklin Gothic Medium"/>
              </a:rPr>
              <a:t> </a:t>
            </a:r>
            <a:r>
              <a:rPr dirty="0" sz="3200">
                <a:latin typeface="Franklin Gothic Medium"/>
                <a:cs typeface="Franklin Gothic Medium"/>
              </a:rPr>
              <a:t>doesn’t</a:t>
            </a:r>
            <a:r>
              <a:rPr dirty="0" sz="3200" spc="-114">
                <a:latin typeface="Franklin Gothic Medium"/>
                <a:cs typeface="Franklin Gothic Medium"/>
              </a:rPr>
              <a:t> </a:t>
            </a:r>
            <a:r>
              <a:rPr dirty="0" sz="3200">
                <a:latin typeface="Franklin Gothic Medium"/>
                <a:cs typeface="Franklin Gothic Medium"/>
              </a:rPr>
              <a:t>correspond</a:t>
            </a:r>
            <a:r>
              <a:rPr dirty="0" sz="3200" spc="-114">
                <a:latin typeface="Franklin Gothic Medium"/>
                <a:cs typeface="Franklin Gothic Medium"/>
              </a:rPr>
              <a:t> </a:t>
            </a:r>
            <a:r>
              <a:rPr dirty="0" sz="3200">
                <a:latin typeface="Franklin Gothic Medium"/>
                <a:cs typeface="Franklin Gothic Medium"/>
              </a:rPr>
              <a:t>to</a:t>
            </a:r>
            <a:r>
              <a:rPr dirty="0" sz="3200" spc="-100">
                <a:latin typeface="Franklin Gothic Medium"/>
                <a:cs typeface="Franklin Gothic Medium"/>
              </a:rPr>
              <a:t> </a:t>
            </a:r>
            <a:r>
              <a:rPr dirty="0" sz="3200">
                <a:latin typeface="Franklin Gothic Medium"/>
                <a:cs typeface="Franklin Gothic Medium"/>
              </a:rPr>
              <a:t>a</a:t>
            </a:r>
            <a:r>
              <a:rPr dirty="0" sz="3200" spc="-85">
                <a:latin typeface="Franklin Gothic Medium"/>
                <a:cs typeface="Franklin Gothic Medium"/>
              </a:rPr>
              <a:t> </a:t>
            </a:r>
            <a:r>
              <a:rPr dirty="0" sz="3200" spc="-25">
                <a:latin typeface="Franklin Gothic Medium"/>
                <a:cs typeface="Franklin Gothic Medium"/>
              </a:rPr>
              <a:t>physical</a:t>
            </a:r>
            <a:r>
              <a:rPr dirty="0" sz="3200" spc="-125">
                <a:latin typeface="Franklin Gothic Medium"/>
                <a:cs typeface="Franklin Gothic Medium"/>
              </a:rPr>
              <a:t> </a:t>
            </a:r>
            <a:r>
              <a:rPr dirty="0" sz="3200" spc="-10">
                <a:latin typeface="Franklin Gothic Medium"/>
                <a:cs typeface="Franklin Gothic Medium"/>
              </a:rPr>
              <a:t>machine </a:t>
            </a:r>
            <a:r>
              <a:rPr dirty="0" sz="3200">
                <a:latin typeface="Franklin Gothic Medium"/>
                <a:cs typeface="Franklin Gothic Medium"/>
              </a:rPr>
              <a:t>we</a:t>
            </a:r>
            <a:r>
              <a:rPr dirty="0" sz="3200" spc="-114">
                <a:latin typeface="Franklin Gothic Medium"/>
                <a:cs typeface="Franklin Gothic Medium"/>
              </a:rPr>
              <a:t> </a:t>
            </a:r>
            <a:r>
              <a:rPr dirty="0" sz="3200">
                <a:latin typeface="Franklin Gothic Medium"/>
                <a:cs typeface="Franklin Gothic Medium"/>
              </a:rPr>
              <a:t>can</a:t>
            </a:r>
            <a:r>
              <a:rPr dirty="0" sz="3200" spc="-110">
                <a:latin typeface="Franklin Gothic Medium"/>
                <a:cs typeface="Franklin Gothic Medium"/>
              </a:rPr>
              <a:t> </a:t>
            </a:r>
            <a:r>
              <a:rPr dirty="0" sz="3200" spc="-10">
                <a:latin typeface="Franklin Gothic Medium"/>
                <a:cs typeface="Franklin Gothic Medium"/>
              </a:rPr>
              <a:t>build.</a:t>
            </a:r>
            <a:r>
              <a:rPr dirty="0" sz="3200">
                <a:latin typeface="Franklin Gothic Medium"/>
                <a:cs typeface="Franklin Gothic Medium"/>
              </a:rPr>
              <a:t>	</a:t>
            </a:r>
            <a:r>
              <a:rPr dirty="0" sz="3200" spc="-60">
                <a:latin typeface="Franklin Gothic Medium"/>
                <a:cs typeface="Franklin Gothic Medium"/>
              </a:rPr>
              <a:t>However,</a:t>
            </a:r>
            <a:r>
              <a:rPr dirty="0" sz="3200" spc="-100">
                <a:latin typeface="Franklin Gothic Medium"/>
                <a:cs typeface="Franklin Gothic Medium"/>
              </a:rPr>
              <a:t> </a:t>
            </a:r>
            <a:r>
              <a:rPr dirty="0" sz="3200">
                <a:latin typeface="Franklin Gothic Medium"/>
                <a:cs typeface="Franklin Gothic Medium"/>
              </a:rPr>
              <a:t>it</a:t>
            </a:r>
            <a:r>
              <a:rPr dirty="0" sz="3200" spc="-65">
                <a:latin typeface="Franklin Gothic Medium"/>
                <a:cs typeface="Franklin Gothic Medium"/>
              </a:rPr>
              <a:t> </a:t>
            </a:r>
            <a:r>
              <a:rPr dirty="0" sz="3200">
                <a:latin typeface="Franklin Gothic Medium"/>
                <a:cs typeface="Franklin Gothic Medium"/>
              </a:rPr>
              <a:t>is</a:t>
            </a:r>
            <a:r>
              <a:rPr dirty="0" sz="3200" spc="-65">
                <a:latin typeface="Franklin Gothic Medium"/>
                <a:cs typeface="Franklin Gothic Medium"/>
              </a:rPr>
              <a:t> </a:t>
            </a:r>
            <a:r>
              <a:rPr dirty="0" sz="3200">
                <a:latin typeface="Franklin Gothic Medium"/>
                <a:cs typeface="Franklin Gothic Medium"/>
              </a:rPr>
              <a:t>useful</a:t>
            </a:r>
            <a:r>
              <a:rPr dirty="0" sz="3200" spc="-100">
                <a:latin typeface="Franklin Gothic Medium"/>
                <a:cs typeface="Franklin Gothic Medium"/>
              </a:rPr>
              <a:t> </a:t>
            </a:r>
            <a:r>
              <a:rPr dirty="0" sz="3200" spc="-10">
                <a:latin typeface="Franklin Gothic Medium"/>
                <a:cs typeface="Franklin Gothic Medium"/>
              </a:rPr>
              <a:t>mathematically.</a:t>
            </a:r>
            <a:endParaRPr sz="32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0"/>
              <a:t>Power</a:t>
            </a:r>
            <a:r>
              <a:rPr dirty="0" sz="4000" spc="-140"/>
              <a:t> </a:t>
            </a:r>
            <a:r>
              <a:rPr dirty="0" sz="4000"/>
              <a:t>Set</a:t>
            </a:r>
            <a:r>
              <a:rPr dirty="0" sz="4000" spc="-135"/>
              <a:t> </a:t>
            </a:r>
            <a:r>
              <a:rPr dirty="0" sz="4000" spc="-65"/>
              <a:t>(Review)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558570" y="1326051"/>
            <a:ext cx="62236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power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set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145">
                <a:latin typeface="Franklin Gothic Medium"/>
                <a:cs typeface="Franklin Gothic Medium"/>
              </a:rPr>
              <a:t>(</a:t>
            </a:r>
            <a:r>
              <a:rPr dirty="0" sz="2800" spc="145">
                <a:solidFill>
                  <a:srgbClr val="6F2F9F"/>
                </a:solidFill>
                <a:latin typeface="Cambria Math"/>
                <a:cs typeface="Cambria Math"/>
              </a:rPr>
              <a:t>𝘗</a:t>
            </a:r>
            <a:r>
              <a:rPr dirty="0" sz="2800" spc="145">
                <a:latin typeface="Franklin Gothic Medium"/>
                <a:cs typeface="Franklin Gothic Medium"/>
              </a:rPr>
              <a:t>)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set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subsets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286255" y="3429000"/>
            <a:ext cx="449580" cy="155575"/>
          </a:xfrm>
          <a:custGeom>
            <a:avLst/>
            <a:gdLst/>
            <a:ahLst/>
            <a:cxnLst/>
            <a:rect l="l" t="t" r="r" b="b"/>
            <a:pathLst>
              <a:path w="449580" h="155575">
                <a:moveTo>
                  <a:pt x="0" y="155448"/>
                </a:moveTo>
                <a:lnTo>
                  <a:pt x="1018" y="125194"/>
                </a:lnTo>
                <a:lnTo>
                  <a:pt x="3795" y="100488"/>
                </a:lnTo>
                <a:lnTo>
                  <a:pt x="7913" y="83831"/>
                </a:lnTo>
                <a:lnTo>
                  <a:pt x="12954" y="77724"/>
                </a:lnTo>
                <a:lnTo>
                  <a:pt x="211836" y="77724"/>
                </a:lnTo>
                <a:lnTo>
                  <a:pt x="216876" y="71616"/>
                </a:lnTo>
                <a:lnTo>
                  <a:pt x="220994" y="54959"/>
                </a:lnTo>
                <a:lnTo>
                  <a:pt x="223771" y="30253"/>
                </a:lnTo>
                <a:lnTo>
                  <a:pt x="224790" y="0"/>
                </a:lnTo>
                <a:lnTo>
                  <a:pt x="225808" y="30253"/>
                </a:lnTo>
                <a:lnTo>
                  <a:pt x="228585" y="54959"/>
                </a:lnTo>
                <a:lnTo>
                  <a:pt x="232703" y="71616"/>
                </a:lnTo>
                <a:lnTo>
                  <a:pt x="237744" y="77724"/>
                </a:lnTo>
                <a:lnTo>
                  <a:pt x="436626" y="77724"/>
                </a:lnTo>
                <a:lnTo>
                  <a:pt x="441666" y="83831"/>
                </a:lnTo>
                <a:lnTo>
                  <a:pt x="445784" y="100488"/>
                </a:lnTo>
                <a:lnTo>
                  <a:pt x="448561" y="125194"/>
                </a:lnTo>
                <a:lnTo>
                  <a:pt x="449580" y="155448"/>
                </a:lnTo>
              </a:path>
            </a:pathLst>
          </a:custGeom>
          <a:ln w="6349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360932" y="3028188"/>
            <a:ext cx="1031875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9369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9"/>
              </a:spcBef>
            </a:pP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set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36675" y="4091940"/>
            <a:ext cx="1039494" cy="155575"/>
          </a:xfrm>
          <a:custGeom>
            <a:avLst/>
            <a:gdLst/>
            <a:ahLst/>
            <a:cxnLst/>
            <a:rect l="l" t="t" r="r" b="b"/>
            <a:pathLst>
              <a:path w="1039494" h="155575">
                <a:moveTo>
                  <a:pt x="1039368" y="0"/>
                </a:moveTo>
                <a:lnTo>
                  <a:pt x="1038349" y="30253"/>
                </a:lnTo>
                <a:lnTo>
                  <a:pt x="1035572" y="54959"/>
                </a:lnTo>
                <a:lnTo>
                  <a:pt x="1031454" y="71616"/>
                </a:lnTo>
                <a:lnTo>
                  <a:pt x="1026414" y="77724"/>
                </a:lnTo>
                <a:lnTo>
                  <a:pt x="532638" y="77724"/>
                </a:lnTo>
                <a:lnTo>
                  <a:pt x="527597" y="83831"/>
                </a:lnTo>
                <a:lnTo>
                  <a:pt x="523479" y="100488"/>
                </a:lnTo>
                <a:lnTo>
                  <a:pt x="520702" y="125194"/>
                </a:lnTo>
                <a:lnTo>
                  <a:pt x="519684" y="155448"/>
                </a:lnTo>
                <a:lnTo>
                  <a:pt x="518665" y="125194"/>
                </a:lnTo>
                <a:lnTo>
                  <a:pt x="515888" y="100488"/>
                </a:lnTo>
                <a:lnTo>
                  <a:pt x="511770" y="83831"/>
                </a:lnTo>
                <a:lnTo>
                  <a:pt x="506730" y="77724"/>
                </a:lnTo>
                <a:lnTo>
                  <a:pt x="12954" y="77724"/>
                </a:lnTo>
                <a:lnTo>
                  <a:pt x="7913" y="71616"/>
                </a:lnTo>
                <a:lnTo>
                  <a:pt x="3795" y="54959"/>
                </a:lnTo>
                <a:lnTo>
                  <a:pt x="1018" y="30253"/>
                </a:lnTo>
                <a:lnTo>
                  <a:pt x="0" y="0"/>
                </a:lnTo>
              </a:path>
            </a:pathLst>
          </a:custGeom>
          <a:ln w="6349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203960" y="4291584"/>
            <a:ext cx="1346200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2000" spc="-55">
                <a:latin typeface="Franklin Gothic Medium"/>
                <a:cs typeface="Franklin Gothic Medium"/>
              </a:rPr>
              <a:t>Power</a:t>
            </a:r>
            <a:r>
              <a:rPr dirty="0" sz="2000" spc="-40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set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179588" y="1262908"/>
            <a:ext cx="33534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53210" algn="l"/>
                <a:tab pos="2487930" algn="l"/>
              </a:tabLst>
            </a:pPr>
            <a:r>
              <a:rPr dirty="0" sz="3200" spc="150">
                <a:solidFill>
                  <a:srgbClr val="6F2F9F"/>
                </a:solidFill>
                <a:latin typeface="Cambria Math"/>
                <a:cs typeface="Cambria Math"/>
              </a:rPr>
              <a:t>𝘗</a:t>
            </a:r>
            <a:r>
              <a:rPr dirty="0" sz="3200" spc="150">
                <a:latin typeface="Cambria Math"/>
                <a:cs typeface="Cambria Math"/>
              </a:rPr>
              <a:t>(𝐵)</a:t>
            </a:r>
            <a:r>
              <a:rPr dirty="0" sz="3200" spc="170">
                <a:latin typeface="Cambria Math"/>
                <a:cs typeface="Cambria Math"/>
              </a:rPr>
              <a:t> </a:t>
            </a:r>
            <a:r>
              <a:rPr dirty="0" sz="3200" spc="-50">
                <a:latin typeface="Cambria Math"/>
                <a:cs typeface="Cambria Math"/>
              </a:rPr>
              <a:t>=</a:t>
            </a:r>
            <a:r>
              <a:rPr dirty="0" sz="3200">
                <a:latin typeface="Cambria Math"/>
                <a:cs typeface="Cambria Math"/>
              </a:rPr>
              <a:t>	</a:t>
            </a:r>
            <a:r>
              <a:rPr dirty="0" sz="3200" spc="-20">
                <a:latin typeface="Cambria Math"/>
                <a:cs typeface="Cambria Math"/>
              </a:rPr>
              <a:t>{𝑆|𝑆</a:t>
            </a:r>
            <a:r>
              <a:rPr dirty="0" sz="3200">
                <a:latin typeface="Cambria Math"/>
                <a:cs typeface="Cambria Math"/>
              </a:rPr>
              <a:t>	⊆</a:t>
            </a:r>
            <a:r>
              <a:rPr dirty="0" sz="3200" spc="165">
                <a:latin typeface="Cambria Math"/>
                <a:cs typeface="Cambria Math"/>
              </a:rPr>
              <a:t> </a:t>
            </a:r>
            <a:r>
              <a:rPr dirty="0" sz="3200" spc="-25">
                <a:latin typeface="Cambria Math"/>
                <a:cs typeface="Cambria Math"/>
              </a:rPr>
              <a:t>𝐵}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021987" y="3628119"/>
            <a:ext cx="502920" cy="379095"/>
          </a:xfrm>
          <a:custGeom>
            <a:avLst/>
            <a:gdLst/>
            <a:ahLst/>
            <a:cxnLst/>
            <a:rect l="l" t="t" r="r" b="b"/>
            <a:pathLst>
              <a:path w="502920" h="379095">
                <a:moveTo>
                  <a:pt x="380733" y="0"/>
                </a:moveTo>
                <a:lnTo>
                  <a:pt x="375564" y="0"/>
                </a:lnTo>
                <a:lnTo>
                  <a:pt x="375564" y="15100"/>
                </a:lnTo>
                <a:lnTo>
                  <a:pt x="378548" y="15100"/>
                </a:lnTo>
                <a:lnTo>
                  <a:pt x="392169" y="16038"/>
                </a:lnTo>
                <a:lnTo>
                  <a:pt x="430773" y="38826"/>
                </a:lnTo>
                <a:lnTo>
                  <a:pt x="439940" y="79667"/>
                </a:lnTo>
                <a:lnTo>
                  <a:pt x="439692" y="87037"/>
                </a:lnTo>
                <a:lnTo>
                  <a:pt x="438948" y="95223"/>
                </a:lnTo>
                <a:lnTo>
                  <a:pt x="437706" y="104225"/>
                </a:lnTo>
                <a:lnTo>
                  <a:pt x="435965" y="114046"/>
                </a:lnTo>
                <a:lnTo>
                  <a:pt x="434224" y="123544"/>
                </a:lnTo>
                <a:lnTo>
                  <a:pt x="432982" y="131579"/>
                </a:lnTo>
                <a:lnTo>
                  <a:pt x="432238" y="138150"/>
                </a:lnTo>
                <a:lnTo>
                  <a:pt x="431990" y="143256"/>
                </a:lnTo>
                <a:lnTo>
                  <a:pt x="432611" y="151318"/>
                </a:lnTo>
                <a:lnTo>
                  <a:pt x="458949" y="184022"/>
                </a:lnTo>
                <a:lnTo>
                  <a:pt x="465569" y="186956"/>
                </a:lnTo>
                <a:lnTo>
                  <a:pt x="465569" y="190538"/>
                </a:lnTo>
                <a:lnTo>
                  <a:pt x="434474" y="218874"/>
                </a:lnTo>
                <a:lnTo>
                  <a:pt x="432091" y="232934"/>
                </a:lnTo>
                <a:lnTo>
                  <a:pt x="431990" y="234251"/>
                </a:lnTo>
                <a:lnTo>
                  <a:pt x="435965" y="263461"/>
                </a:lnTo>
                <a:lnTo>
                  <a:pt x="437706" y="273281"/>
                </a:lnTo>
                <a:lnTo>
                  <a:pt x="438948" y="282282"/>
                </a:lnTo>
                <a:lnTo>
                  <a:pt x="439692" y="290464"/>
                </a:lnTo>
                <a:lnTo>
                  <a:pt x="439820" y="294259"/>
                </a:lnTo>
                <a:lnTo>
                  <a:pt x="439940" y="297827"/>
                </a:lnTo>
                <a:lnTo>
                  <a:pt x="438938" y="314230"/>
                </a:lnTo>
                <a:lnTo>
                  <a:pt x="438921" y="314501"/>
                </a:lnTo>
                <a:lnTo>
                  <a:pt x="414719" y="355352"/>
                </a:lnTo>
                <a:lnTo>
                  <a:pt x="378548" y="363791"/>
                </a:lnTo>
                <a:lnTo>
                  <a:pt x="375564" y="363791"/>
                </a:lnTo>
                <a:lnTo>
                  <a:pt x="375564" y="378891"/>
                </a:lnTo>
                <a:lnTo>
                  <a:pt x="380733" y="378891"/>
                </a:lnTo>
                <a:lnTo>
                  <a:pt x="402607" y="377257"/>
                </a:lnTo>
                <a:lnTo>
                  <a:pt x="450570" y="357530"/>
                </a:lnTo>
                <a:lnTo>
                  <a:pt x="472196" y="314501"/>
                </a:lnTo>
                <a:lnTo>
                  <a:pt x="473710" y="294259"/>
                </a:lnTo>
                <a:lnTo>
                  <a:pt x="473419" y="285724"/>
                </a:lnTo>
                <a:lnTo>
                  <a:pt x="472546" y="276620"/>
                </a:lnTo>
                <a:lnTo>
                  <a:pt x="471090" y="266946"/>
                </a:lnTo>
                <a:lnTo>
                  <a:pt x="469049" y="256705"/>
                </a:lnTo>
                <a:lnTo>
                  <a:pt x="467006" y="247041"/>
                </a:lnTo>
                <a:lnTo>
                  <a:pt x="465589" y="239354"/>
                </a:lnTo>
                <a:lnTo>
                  <a:pt x="464668" y="232934"/>
                </a:lnTo>
                <a:lnTo>
                  <a:pt x="464375" y="228485"/>
                </a:lnTo>
                <a:lnTo>
                  <a:pt x="464375" y="219354"/>
                </a:lnTo>
                <a:lnTo>
                  <a:pt x="502323" y="196900"/>
                </a:lnTo>
                <a:lnTo>
                  <a:pt x="502323" y="180606"/>
                </a:lnTo>
                <a:lnTo>
                  <a:pt x="464375" y="158153"/>
                </a:lnTo>
                <a:lnTo>
                  <a:pt x="464375" y="149009"/>
                </a:lnTo>
                <a:lnTo>
                  <a:pt x="464668" y="144566"/>
                </a:lnTo>
                <a:lnTo>
                  <a:pt x="465545" y="138382"/>
                </a:lnTo>
                <a:lnTo>
                  <a:pt x="467006" y="130460"/>
                </a:lnTo>
                <a:lnTo>
                  <a:pt x="469049" y="120802"/>
                </a:lnTo>
                <a:lnTo>
                  <a:pt x="471090" y="110555"/>
                </a:lnTo>
                <a:lnTo>
                  <a:pt x="472546" y="100882"/>
                </a:lnTo>
                <a:lnTo>
                  <a:pt x="473419" y="91780"/>
                </a:lnTo>
                <a:lnTo>
                  <a:pt x="473710" y="83248"/>
                </a:lnTo>
                <a:lnTo>
                  <a:pt x="472264" y="63884"/>
                </a:lnTo>
                <a:lnTo>
                  <a:pt x="450570" y="21361"/>
                </a:lnTo>
                <a:lnTo>
                  <a:pt x="402607" y="1633"/>
                </a:lnTo>
                <a:lnTo>
                  <a:pt x="380733" y="0"/>
                </a:lnTo>
                <a:close/>
              </a:path>
              <a:path w="502920" h="379095">
                <a:moveTo>
                  <a:pt x="126758" y="0"/>
                </a:moveTo>
                <a:lnTo>
                  <a:pt x="121589" y="0"/>
                </a:lnTo>
                <a:lnTo>
                  <a:pt x="99715" y="1633"/>
                </a:lnTo>
                <a:lnTo>
                  <a:pt x="51752" y="21361"/>
                </a:lnTo>
                <a:lnTo>
                  <a:pt x="30117" y="63497"/>
                </a:lnTo>
                <a:lnTo>
                  <a:pt x="30048" y="63766"/>
                </a:lnTo>
                <a:lnTo>
                  <a:pt x="28600" y="83045"/>
                </a:lnTo>
                <a:lnTo>
                  <a:pt x="28893" y="91579"/>
                </a:lnTo>
                <a:lnTo>
                  <a:pt x="29770" y="100684"/>
                </a:lnTo>
                <a:lnTo>
                  <a:pt x="31231" y="110357"/>
                </a:lnTo>
                <a:lnTo>
                  <a:pt x="33274" y="120599"/>
                </a:lnTo>
                <a:lnTo>
                  <a:pt x="35316" y="130262"/>
                </a:lnTo>
                <a:lnTo>
                  <a:pt x="36734" y="137949"/>
                </a:lnTo>
                <a:lnTo>
                  <a:pt x="37654" y="144370"/>
                </a:lnTo>
                <a:lnTo>
                  <a:pt x="37947" y="148818"/>
                </a:lnTo>
                <a:lnTo>
                  <a:pt x="37947" y="157949"/>
                </a:lnTo>
                <a:lnTo>
                  <a:pt x="0" y="180403"/>
                </a:lnTo>
                <a:lnTo>
                  <a:pt x="0" y="196697"/>
                </a:lnTo>
                <a:lnTo>
                  <a:pt x="37947" y="219151"/>
                </a:lnTo>
                <a:lnTo>
                  <a:pt x="37947" y="228295"/>
                </a:lnTo>
                <a:lnTo>
                  <a:pt x="37654" y="232738"/>
                </a:lnTo>
                <a:lnTo>
                  <a:pt x="36777" y="238921"/>
                </a:lnTo>
                <a:lnTo>
                  <a:pt x="35316" y="246843"/>
                </a:lnTo>
                <a:lnTo>
                  <a:pt x="33274" y="256501"/>
                </a:lnTo>
                <a:lnTo>
                  <a:pt x="31231" y="266748"/>
                </a:lnTo>
                <a:lnTo>
                  <a:pt x="29770" y="276421"/>
                </a:lnTo>
                <a:lnTo>
                  <a:pt x="28893" y="285523"/>
                </a:lnTo>
                <a:lnTo>
                  <a:pt x="28600" y="294055"/>
                </a:lnTo>
                <a:lnTo>
                  <a:pt x="30048" y="314117"/>
                </a:lnTo>
                <a:lnTo>
                  <a:pt x="51752" y="357530"/>
                </a:lnTo>
                <a:lnTo>
                  <a:pt x="99715" y="377257"/>
                </a:lnTo>
                <a:lnTo>
                  <a:pt x="121589" y="378891"/>
                </a:lnTo>
                <a:lnTo>
                  <a:pt x="126758" y="378891"/>
                </a:lnTo>
                <a:lnTo>
                  <a:pt x="126758" y="363791"/>
                </a:lnTo>
                <a:lnTo>
                  <a:pt x="123774" y="363791"/>
                </a:lnTo>
                <a:lnTo>
                  <a:pt x="110153" y="362853"/>
                </a:lnTo>
                <a:lnTo>
                  <a:pt x="71549" y="339972"/>
                </a:lnTo>
                <a:lnTo>
                  <a:pt x="62382" y="297637"/>
                </a:lnTo>
                <a:lnTo>
                  <a:pt x="62630" y="290267"/>
                </a:lnTo>
                <a:lnTo>
                  <a:pt x="63374" y="282081"/>
                </a:lnTo>
                <a:lnTo>
                  <a:pt x="64616" y="273078"/>
                </a:lnTo>
                <a:lnTo>
                  <a:pt x="66357" y="263258"/>
                </a:lnTo>
                <a:lnTo>
                  <a:pt x="68093" y="253759"/>
                </a:lnTo>
                <a:lnTo>
                  <a:pt x="69335" y="245724"/>
                </a:lnTo>
                <a:lnTo>
                  <a:pt x="70082" y="239153"/>
                </a:lnTo>
                <a:lnTo>
                  <a:pt x="70332" y="234048"/>
                </a:lnTo>
                <a:lnTo>
                  <a:pt x="69711" y="225985"/>
                </a:lnTo>
                <a:lnTo>
                  <a:pt x="67968" y="219151"/>
                </a:lnTo>
                <a:lnTo>
                  <a:pt x="67848" y="218678"/>
                </a:lnTo>
                <a:lnTo>
                  <a:pt x="36753" y="190334"/>
                </a:lnTo>
                <a:lnTo>
                  <a:pt x="36753" y="186766"/>
                </a:lnTo>
                <a:lnTo>
                  <a:pt x="67848" y="158427"/>
                </a:lnTo>
                <a:lnTo>
                  <a:pt x="70332" y="143052"/>
                </a:lnTo>
                <a:lnTo>
                  <a:pt x="70094" y="138185"/>
                </a:lnTo>
                <a:lnTo>
                  <a:pt x="70082" y="137949"/>
                </a:lnTo>
                <a:lnTo>
                  <a:pt x="69335" y="131381"/>
                </a:lnTo>
                <a:lnTo>
                  <a:pt x="68093" y="123346"/>
                </a:lnTo>
                <a:lnTo>
                  <a:pt x="66357" y="113842"/>
                </a:lnTo>
                <a:lnTo>
                  <a:pt x="64616" y="104022"/>
                </a:lnTo>
                <a:lnTo>
                  <a:pt x="63374" y="95021"/>
                </a:lnTo>
                <a:lnTo>
                  <a:pt x="62630" y="86839"/>
                </a:lnTo>
                <a:lnTo>
                  <a:pt x="62502" y="83045"/>
                </a:lnTo>
                <a:lnTo>
                  <a:pt x="62382" y="79476"/>
                </a:lnTo>
                <a:lnTo>
                  <a:pt x="63384" y="63766"/>
                </a:lnTo>
                <a:lnTo>
                  <a:pt x="63401" y="63497"/>
                </a:lnTo>
                <a:lnTo>
                  <a:pt x="87603" y="23538"/>
                </a:lnTo>
                <a:lnTo>
                  <a:pt x="123774" y="15100"/>
                </a:lnTo>
                <a:lnTo>
                  <a:pt x="126758" y="15100"/>
                </a:lnTo>
                <a:lnTo>
                  <a:pt x="1267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715407" y="3628119"/>
            <a:ext cx="502920" cy="379095"/>
          </a:xfrm>
          <a:custGeom>
            <a:avLst/>
            <a:gdLst/>
            <a:ahLst/>
            <a:cxnLst/>
            <a:rect l="l" t="t" r="r" b="b"/>
            <a:pathLst>
              <a:path w="502920" h="379095">
                <a:moveTo>
                  <a:pt x="380733" y="0"/>
                </a:moveTo>
                <a:lnTo>
                  <a:pt x="375564" y="0"/>
                </a:lnTo>
                <a:lnTo>
                  <a:pt x="375564" y="15100"/>
                </a:lnTo>
                <a:lnTo>
                  <a:pt x="378548" y="15100"/>
                </a:lnTo>
                <a:lnTo>
                  <a:pt x="392169" y="16038"/>
                </a:lnTo>
                <a:lnTo>
                  <a:pt x="430773" y="38826"/>
                </a:lnTo>
                <a:lnTo>
                  <a:pt x="439940" y="79667"/>
                </a:lnTo>
                <a:lnTo>
                  <a:pt x="439692" y="87037"/>
                </a:lnTo>
                <a:lnTo>
                  <a:pt x="438948" y="95223"/>
                </a:lnTo>
                <a:lnTo>
                  <a:pt x="437706" y="104225"/>
                </a:lnTo>
                <a:lnTo>
                  <a:pt x="435965" y="114046"/>
                </a:lnTo>
                <a:lnTo>
                  <a:pt x="434224" y="123544"/>
                </a:lnTo>
                <a:lnTo>
                  <a:pt x="432982" y="131579"/>
                </a:lnTo>
                <a:lnTo>
                  <a:pt x="432238" y="138150"/>
                </a:lnTo>
                <a:lnTo>
                  <a:pt x="431990" y="143256"/>
                </a:lnTo>
                <a:lnTo>
                  <a:pt x="432611" y="151318"/>
                </a:lnTo>
                <a:lnTo>
                  <a:pt x="458949" y="184022"/>
                </a:lnTo>
                <a:lnTo>
                  <a:pt x="465569" y="186956"/>
                </a:lnTo>
                <a:lnTo>
                  <a:pt x="465569" y="190538"/>
                </a:lnTo>
                <a:lnTo>
                  <a:pt x="434474" y="218874"/>
                </a:lnTo>
                <a:lnTo>
                  <a:pt x="432091" y="232934"/>
                </a:lnTo>
                <a:lnTo>
                  <a:pt x="431990" y="234251"/>
                </a:lnTo>
                <a:lnTo>
                  <a:pt x="435965" y="263461"/>
                </a:lnTo>
                <a:lnTo>
                  <a:pt x="437706" y="273281"/>
                </a:lnTo>
                <a:lnTo>
                  <a:pt x="438948" y="282282"/>
                </a:lnTo>
                <a:lnTo>
                  <a:pt x="439692" y="290464"/>
                </a:lnTo>
                <a:lnTo>
                  <a:pt x="439820" y="294259"/>
                </a:lnTo>
                <a:lnTo>
                  <a:pt x="439940" y="297827"/>
                </a:lnTo>
                <a:lnTo>
                  <a:pt x="438938" y="314230"/>
                </a:lnTo>
                <a:lnTo>
                  <a:pt x="438921" y="314501"/>
                </a:lnTo>
                <a:lnTo>
                  <a:pt x="414719" y="355352"/>
                </a:lnTo>
                <a:lnTo>
                  <a:pt x="378548" y="363791"/>
                </a:lnTo>
                <a:lnTo>
                  <a:pt x="375564" y="363791"/>
                </a:lnTo>
                <a:lnTo>
                  <a:pt x="375564" y="378891"/>
                </a:lnTo>
                <a:lnTo>
                  <a:pt x="380733" y="378891"/>
                </a:lnTo>
                <a:lnTo>
                  <a:pt x="402607" y="377257"/>
                </a:lnTo>
                <a:lnTo>
                  <a:pt x="450570" y="357530"/>
                </a:lnTo>
                <a:lnTo>
                  <a:pt x="472196" y="314501"/>
                </a:lnTo>
                <a:lnTo>
                  <a:pt x="473710" y="294259"/>
                </a:lnTo>
                <a:lnTo>
                  <a:pt x="473419" y="285724"/>
                </a:lnTo>
                <a:lnTo>
                  <a:pt x="472546" y="276620"/>
                </a:lnTo>
                <a:lnTo>
                  <a:pt x="471090" y="266946"/>
                </a:lnTo>
                <a:lnTo>
                  <a:pt x="469049" y="256705"/>
                </a:lnTo>
                <a:lnTo>
                  <a:pt x="467006" y="247041"/>
                </a:lnTo>
                <a:lnTo>
                  <a:pt x="465589" y="239354"/>
                </a:lnTo>
                <a:lnTo>
                  <a:pt x="464668" y="232934"/>
                </a:lnTo>
                <a:lnTo>
                  <a:pt x="464375" y="228485"/>
                </a:lnTo>
                <a:lnTo>
                  <a:pt x="464375" y="219354"/>
                </a:lnTo>
                <a:lnTo>
                  <a:pt x="502323" y="196900"/>
                </a:lnTo>
                <a:lnTo>
                  <a:pt x="502323" y="180606"/>
                </a:lnTo>
                <a:lnTo>
                  <a:pt x="464375" y="158153"/>
                </a:lnTo>
                <a:lnTo>
                  <a:pt x="464375" y="149009"/>
                </a:lnTo>
                <a:lnTo>
                  <a:pt x="464668" y="144566"/>
                </a:lnTo>
                <a:lnTo>
                  <a:pt x="465545" y="138382"/>
                </a:lnTo>
                <a:lnTo>
                  <a:pt x="467006" y="130460"/>
                </a:lnTo>
                <a:lnTo>
                  <a:pt x="469049" y="120802"/>
                </a:lnTo>
                <a:lnTo>
                  <a:pt x="471090" y="110555"/>
                </a:lnTo>
                <a:lnTo>
                  <a:pt x="472546" y="100882"/>
                </a:lnTo>
                <a:lnTo>
                  <a:pt x="473419" y="91780"/>
                </a:lnTo>
                <a:lnTo>
                  <a:pt x="473710" y="83248"/>
                </a:lnTo>
                <a:lnTo>
                  <a:pt x="472264" y="63884"/>
                </a:lnTo>
                <a:lnTo>
                  <a:pt x="450570" y="21361"/>
                </a:lnTo>
                <a:lnTo>
                  <a:pt x="402607" y="1633"/>
                </a:lnTo>
                <a:lnTo>
                  <a:pt x="380733" y="0"/>
                </a:lnTo>
                <a:close/>
              </a:path>
              <a:path w="502920" h="379095">
                <a:moveTo>
                  <a:pt x="126758" y="0"/>
                </a:moveTo>
                <a:lnTo>
                  <a:pt x="121589" y="0"/>
                </a:lnTo>
                <a:lnTo>
                  <a:pt x="99715" y="1633"/>
                </a:lnTo>
                <a:lnTo>
                  <a:pt x="51752" y="21361"/>
                </a:lnTo>
                <a:lnTo>
                  <a:pt x="30117" y="63497"/>
                </a:lnTo>
                <a:lnTo>
                  <a:pt x="30048" y="63766"/>
                </a:lnTo>
                <a:lnTo>
                  <a:pt x="28600" y="83045"/>
                </a:lnTo>
                <a:lnTo>
                  <a:pt x="28893" y="91579"/>
                </a:lnTo>
                <a:lnTo>
                  <a:pt x="29770" y="100684"/>
                </a:lnTo>
                <a:lnTo>
                  <a:pt x="31231" y="110357"/>
                </a:lnTo>
                <a:lnTo>
                  <a:pt x="33274" y="120599"/>
                </a:lnTo>
                <a:lnTo>
                  <a:pt x="35316" y="130262"/>
                </a:lnTo>
                <a:lnTo>
                  <a:pt x="36734" y="137949"/>
                </a:lnTo>
                <a:lnTo>
                  <a:pt x="37654" y="144370"/>
                </a:lnTo>
                <a:lnTo>
                  <a:pt x="37947" y="148818"/>
                </a:lnTo>
                <a:lnTo>
                  <a:pt x="37947" y="157949"/>
                </a:lnTo>
                <a:lnTo>
                  <a:pt x="0" y="180403"/>
                </a:lnTo>
                <a:lnTo>
                  <a:pt x="0" y="196697"/>
                </a:lnTo>
                <a:lnTo>
                  <a:pt x="37947" y="219151"/>
                </a:lnTo>
                <a:lnTo>
                  <a:pt x="37947" y="228295"/>
                </a:lnTo>
                <a:lnTo>
                  <a:pt x="37654" y="232738"/>
                </a:lnTo>
                <a:lnTo>
                  <a:pt x="36777" y="238921"/>
                </a:lnTo>
                <a:lnTo>
                  <a:pt x="35316" y="246843"/>
                </a:lnTo>
                <a:lnTo>
                  <a:pt x="33274" y="256501"/>
                </a:lnTo>
                <a:lnTo>
                  <a:pt x="31231" y="266748"/>
                </a:lnTo>
                <a:lnTo>
                  <a:pt x="29770" y="276421"/>
                </a:lnTo>
                <a:lnTo>
                  <a:pt x="28893" y="285523"/>
                </a:lnTo>
                <a:lnTo>
                  <a:pt x="28600" y="294055"/>
                </a:lnTo>
                <a:lnTo>
                  <a:pt x="30048" y="314117"/>
                </a:lnTo>
                <a:lnTo>
                  <a:pt x="51752" y="357530"/>
                </a:lnTo>
                <a:lnTo>
                  <a:pt x="99715" y="377257"/>
                </a:lnTo>
                <a:lnTo>
                  <a:pt x="121589" y="378891"/>
                </a:lnTo>
                <a:lnTo>
                  <a:pt x="126758" y="378891"/>
                </a:lnTo>
                <a:lnTo>
                  <a:pt x="126758" y="363791"/>
                </a:lnTo>
                <a:lnTo>
                  <a:pt x="123774" y="363791"/>
                </a:lnTo>
                <a:lnTo>
                  <a:pt x="110153" y="362853"/>
                </a:lnTo>
                <a:lnTo>
                  <a:pt x="71549" y="339972"/>
                </a:lnTo>
                <a:lnTo>
                  <a:pt x="62382" y="297637"/>
                </a:lnTo>
                <a:lnTo>
                  <a:pt x="62630" y="290267"/>
                </a:lnTo>
                <a:lnTo>
                  <a:pt x="63374" y="282081"/>
                </a:lnTo>
                <a:lnTo>
                  <a:pt x="64616" y="273078"/>
                </a:lnTo>
                <a:lnTo>
                  <a:pt x="66357" y="263258"/>
                </a:lnTo>
                <a:lnTo>
                  <a:pt x="68093" y="253759"/>
                </a:lnTo>
                <a:lnTo>
                  <a:pt x="69335" y="245724"/>
                </a:lnTo>
                <a:lnTo>
                  <a:pt x="70082" y="239153"/>
                </a:lnTo>
                <a:lnTo>
                  <a:pt x="70332" y="234048"/>
                </a:lnTo>
                <a:lnTo>
                  <a:pt x="69711" y="225985"/>
                </a:lnTo>
                <a:lnTo>
                  <a:pt x="43368" y="193276"/>
                </a:lnTo>
                <a:lnTo>
                  <a:pt x="36753" y="190334"/>
                </a:lnTo>
                <a:lnTo>
                  <a:pt x="36753" y="186766"/>
                </a:lnTo>
                <a:lnTo>
                  <a:pt x="67846" y="158427"/>
                </a:lnTo>
                <a:lnTo>
                  <a:pt x="70231" y="144370"/>
                </a:lnTo>
                <a:lnTo>
                  <a:pt x="70332" y="143052"/>
                </a:lnTo>
                <a:lnTo>
                  <a:pt x="66357" y="113842"/>
                </a:lnTo>
                <a:lnTo>
                  <a:pt x="64616" y="104022"/>
                </a:lnTo>
                <a:lnTo>
                  <a:pt x="63374" y="95021"/>
                </a:lnTo>
                <a:lnTo>
                  <a:pt x="62630" y="86839"/>
                </a:lnTo>
                <a:lnTo>
                  <a:pt x="62502" y="83045"/>
                </a:lnTo>
                <a:lnTo>
                  <a:pt x="62382" y="79476"/>
                </a:lnTo>
                <a:lnTo>
                  <a:pt x="63384" y="63766"/>
                </a:lnTo>
                <a:lnTo>
                  <a:pt x="63401" y="63497"/>
                </a:lnTo>
                <a:lnTo>
                  <a:pt x="87603" y="23538"/>
                </a:lnTo>
                <a:lnTo>
                  <a:pt x="123774" y="15100"/>
                </a:lnTo>
                <a:lnTo>
                  <a:pt x="126758" y="15100"/>
                </a:lnTo>
                <a:lnTo>
                  <a:pt x="1267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407303" y="3628119"/>
            <a:ext cx="502920" cy="379095"/>
          </a:xfrm>
          <a:custGeom>
            <a:avLst/>
            <a:gdLst/>
            <a:ahLst/>
            <a:cxnLst/>
            <a:rect l="l" t="t" r="r" b="b"/>
            <a:pathLst>
              <a:path w="502920" h="379095">
                <a:moveTo>
                  <a:pt x="380733" y="0"/>
                </a:moveTo>
                <a:lnTo>
                  <a:pt x="375564" y="0"/>
                </a:lnTo>
                <a:lnTo>
                  <a:pt x="375564" y="15100"/>
                </a:lnTo>
                <a:lnTo>
                  <a:pt x="378548" y="15100"/>
                </a:lnTo>
                <a:lnTo>
                  <a:pt x="392169" y="16038"/>
                </a:lnTo>
                <a:lnTo>
                  <a:pt x="430773" y="38826"/>
                </a:lnTo>
                <a:lnTo>
                  <a:pt x="439940" y="79667"/>
                </a:lnTo>
                <a:lnTo>
                  <a:pt x="439692" y="87037"/>
                </a:lnTo>
                <a:lnTo>
                  <a:pt x="438948" y="95223"/>
                </a:lnTo>
                <a:lnTo>
                  <a:pt x="437706" y="104225"/>
                </a:lnTo>
                <a:lnTo>
                  <a:pt x="435965" y="114046"/>
                </a:lnTo>
                <a:lnTo>
                  <a:pt x="434224" y="123544"/>
                </a:lnTo>
                <a:lnTo>
                  <a:pt x="432982" y="131579"/>
                </a:lnTo>
                <a:lnTo>
                  <a:pt x="432238" y="138150"/>
                </a:lnTo>
                <a:lnTo>
                  <a:pt x="431990" y="143256"/>
                </a:lnTo>
                <a:lnTo>
                  <a:pt x="432611" y="151318"/>
                </a:lnTo>
                <a:lnTo>
                  <a:pt x="458949" y="184022"/>
                </a:lnTo>
                <a:lnTo>
                  <a:pt x="465569" y="186956"/>
                </a:lnTo>
                <a:lnTo>
                  <a:pt x="465569" y="190538"/>
                </a:lnTo>
                <a:lnTo>
                  <a:pt x="434474" y="218874"/>
                </a:lnTo>
                <a:lnTo>
                  <a:pt x="432091" y="232934"/>
                </a:lnTo>
                <a:lnTo>
                  <a:pt x="431990" y="234251"/>
                </a:lnTo>
                <a:lnTo>
                  <a:pt x="435965" y="263461"/>
                </a:lnTo>
                <a:lnTo>
                  <a:pt x="437706" y="273281"/>
                </a:lnTo>
                <a:lnTo>
                  <a:pt x="438948" y="282282"/>
                </a:lnTo>
                <a:lnTo>
                  <a:pt x="439692" y="290464"/>
                </a:lnTo>
                <a:lnTo>
                  <a:pt x="439820" y="294259"/>
                </a:lnTo>
                <a:lnTo>
                  <a:pt x="439940" y="297827"/>
                </a:lnTo>
                <a:lnTo>
                  <a:pt x="438938" y="314230"/>
                </a:lnTo>
                <a:lnTo>
                  <a:pt x="438921" y="314501"/>
                </a:lnTo>
                <a:lnTo>
                  <a:pt x="414719" y="355352"/>
                </a:lnTo>
                <a:lnTo>
                  <a:pt x="378548" y="363791"/>
                </a:lnTo>
                <a:lnTo>
                  <a:pt x="375564" y="363791"/>
                </a:lnTo>
                <a:lnTo>
                  <a:pt x="375564" y="378891"/>
                </a:lnTo>
                <a:lnTo>
                  <a:pt x="380733" y="378891"/>
                </a:lnTo>
                <a:lnTo>
                  <a:pt x="402607" y="377257"/>
                </a:lnTo>
                <a:lnTo>
                  <a:pt x="450570" y="357530"/>
                </a:lnTo>
                <a:lnTo>
                  <a:pt x="472196" y="314501"/>
                </a:lnTo>
                <a:lnTo>
                  <a:pt x="473710" y="294259"/>
                </a:lnTo>
                <a:lnTo>
                  <a:pt x="473419" y="285724"/>
                </a:lnTo>
                <a:lnTo>
                  <a:pt x="472546" y="276620"/>
                </a:lnTo>
                <a:lnTo>
                  <a:pt x="471090" y="266946"/>
                </a:lnTo>
                <a:lnTo>
                  <a:pt x="469049" y="256705"/>
                </a:lnTo>
                <a:lnTo>
                  <a:pt x="467006" y="247041"/>
                </a:lnTo>
                <a:lnTo>
                  <a:pt x="465589" y="239354"/>
                </a:lnTo>
                <a:lnTo>
                  <a:pt x="464668" y="232934"/>
                </a:lnTo>
                <a:lnTo>
                  <a:pt x="464375" y="228485"/>
                </a:lnTo>
                <a:lnTo>
                  <a:pt x="464375" y="219354"/>
                </a:lnTo>
                <a:lnTo>
                  <a:pt x="502323" y="196900"/>
                </a:lnTo>
                <a:lnTo>
                  <a:pt x="502323" y="180606"/>
                </a:lnTo>
                <a:lnTo>
                  <a:pt x="464375" y="158153"/>
                </a:lnTo>
                <a:lnTo>
                  <a:pt x="464375" y="149009"/>
                </a:lnTo>
                <a:lnTo>
                  <a:pt x="464668" y="144566"/>
                </a:lnTo>
                <a:lnTo>
                  <a:pt x="465545" y="138382"/>
                </a:lnTo>
                <a:lnTo>
                  <a:pt x="467006" y="130460"/>
                </a:lnTo>
                <a:lnTo>
                  <a:pt x="469049" y="120802"/>
                </a:lnTo>
                <a:lnTo>
                  <a:pt x="471090" y="110555"/>
                </a:lnTo>
                <a:lnTo>
                  <a:pt x="472546" y="100882"/>
                </a:lnTo>
                <a:lnTo>
                  <a:pt x="473419" y="91780"/>
                </a:lnTo>
                <a:lnTo>
                  <a:pt x="473710" y="83248"/>
                </a:lnTo>
                <a:lnTo>
                  <a:pt x="472264" y="63884"/>
                </a:lnTo>
                <a:lnTo>
                  <a:pt x="450570" y="21361"/>
                </a:lnTo>
                <a:lnTo>
                  <a:pt x="402607" y="1633"/>
                </a:lnTo>
                <a:lnTo>
                  <a:pt x="380733" y="0"/>
                </a:lnTo>
                <a:close/>
              </a:path>
              <a:path w="502920" h="379095">
                <a:moveTo>
                  <a:pt x="126758" y="0"/>
                </a:moveTo>
                <a:lnTo>
                  <a:pt x="121589" y="0"/>
                </a:lnTo>
                <a:lnTo>
                  <a:pt x="99715" y="1633"/>
                </a:lnTo>
                <a:lnTo>
                  <a:pt x="51752" y="21361"/>
                </a:lnTo>
                <a:lnTo>
                  <a:pt x="30117" y="63497"/>
                </a:lnTo>
                <a:lnTo>
                  <a:pt x="30048" y="63766"/>
                </a:lnTo>
                <a:lnTo>
                  <a:pt x="28600" y="83045"/>
                </a:lnTo>
                <a:lnTo>
                  <a:pt x="28893" y="91579"/>
                </a:lnTo>
                <a:lnTo>
                  <a:pt x="29770" y="100684"/>
                </a:lnTo>
                <a:lnTo>
                  <a:pt x="31231" y="110357"/>
                </a:lnTo>
                <a:lnTo>
                  <a:pt x="33274" y="120599"/>
                </a:lnTo>
                <a:lnTo>
                  <a:pt x="35316" y="130262"/>
                </a:lnTo>
                <a:lnTo>
                  <a:pt x="36734" y="137949"/>
                </a:lnTo>
                <a:lnTo>
                  <a:pt x="37654" y="144370"/>
                </a:lnTo>
                <a:lnTo>
                  <a:pt x="37947" y="148818"/>
                </a:lnTo>
                <a:lnTo>
                  <a:pt x="37947" y="157949"/>
                </a:lnTo>
                <a:lnTo>
                  <a:pt x="0" y="180403"/>
                </a:lnTo>
                <a:lnTo>
                  <a:pt x="0" y="196697"/>
                </a:lnTo>
                <a:lnTo>
                  <a:pt x="37947" y="219151"/>
                </a:lnTo>
                <a:lnTo>
                  <a:pt x="37947" y="228295"/>
                </a:lnTo>
                <a:lnTo>
                  <a:pt x="37654" y="232738"/>
                </a:lnTo>
                <a:lnTo>
                  <a:pt x="36777" y="238921"/>
                </a:lnTo>
                <a:lnTo>
                  <a:pt x="35316" y="246843"/>
                </a:lnTo>
                <a:lnTo>
                  <a:pt x="33274" y="256501"/>
                </a:lnTo>
                <a:lnTo>
                  <a:pt x="31231" y="266748"/>
                </a:lnTo>
                <a:lnTo>
                  <a:pt x="29770" y="276421"/>
                </a:lnTo>
                <a:lnTo>
                  <a:pt x="28893" y="285523"/>
                </a:lnTo>
                <a:lnTo>
                  <a:pt x="28600" y="294055"/>
                </a:lnTo>
                <a:lnTo>
                  <a:pt x="30048" y="314117"/>
                </a:lnTo>
                <a:lnTo>
                  <a:pt x="51752" y="357530"/>
                </a:lnTo>
                <a:lnTo>
                  <a:pt x="99715" y="377257"/>
                </a:lnTo>
                <a:lnTo>
                  <a:pt x="121589" y="378891"/>
                </a:lnTo>
                <a:lnTo>
                  <a:pt x="126758" y="378891"/>
                </a:lnTo>
                <a:lnTo>
                  <a:pt x="126758" y="363791"/>
                </a:lnTo>
                <a:lnTo>
                  <a:pt x="123774" y="363791"/>
                </a:lnTo>
                <a:lnTo>
                  <a:pt x="110153" y="362853"/>
                </a:lnTo>
                <a:lnTo>
                  <a:pt x="71549" y="339972"/>
                </a:lnTo>
                <a:lnTo>
                  <a:pt x="62382" y="297637"/>
                </a:lnTo>
                <a:lnTo>
                  <a:pt x="62630" y="290267"/>
                </a:lnTo>
                <a:lnTo>
                  <a:pt x="63374" y="282081"/>
                </a:lnTo>
                <a:lnTo>
                  <a:pt x="64616" y="273078"/>
                </a:lnTo>
                <a:lnTo>
                  <a:pt x="66357" y="263258"/>
                </a:lnTo>
                <a:lnTo>
                  <a:pt x="68093" y="253759"/>
                </a:lnTo>
                <a:lnTo>
                  <a:pt x="69335" y="245724"/>
                </a:lnTo>
                <a:lnTo>
                  <a:pt x="70082" y="239153"/>
                </a:lnTo>
                <a:lnTo>
                  <a:pt x="70332" y="234048"/>
                </a:lnTo>
                <a:lnTo>
                  <a:pt x="69711" y="225985"/>
                </a:lnTo>
                <a:lnTo>
                  <a:pt x="67968" y="219151"/>
                </a:lnTo>
                <a:lnTo>
                  <a:pt x="67848" y="218678"/>
                </a:lnTo>
                <a:lnTo>
                  <a:pt x="36753" y="190334"/>
                </a:lnTo>
                <a:lnTo>
                  <a:pt x="36753" y="186766"/>
                </a:lnTo>
                <a:lnTo>
                  <a:pt x="67848" y="158427"/>
                </a:lnTo>
                <a:lnTo>
                  <a:pt x="70332" y="143052"/>
                </a:lnTo>
                <a:lnTo>
                  <a:pt x="70094" y="138185"/>
                </a:lnTo>
                <a:lnTo>
                  <a:pt x="70082" y="137949"/>
                </a:lnTo>
                <a:lnTo>
                  <a:pt x="69335" y="131381"/>
                </a:lnTo>
                <a:lnTo>
                  <a:pt x="68093" y="123346"/>
                </a:lnTo>
                <a:lnTo>
                  <a:pt x="66357" y="113842"/>
                </a:lnTo>
                <a:lnTo>
                  <a:pt x="64616" y="104022"/>
                </a:lnTo>
                <a:lnTo>
                  <a:pt x="63374" y="95021"/>
                </a:lnTo>
                <a:lnTo>
                  <a:pt x="62630" y="86839"/>
                </a:lnTo>
                <a:lnTo>
                  <a:pt x="62502" y="83045"/>
                </a:lnTo>
                <a:lnTo>
                  <a:pt x="62382" y="79476"/>
                </a:lnTo>
                <a:lnTo>
                  <a:pt x="63384" y="63766"/>
                </a:lnTo>
                <a:lnTo>
                  <a:pt x="63401" y="63497"/>
                </a:lnTo>
                <a:lnTo>
                  <a:pt x="87603" y="23538"/>
                </a:lnTo>
                <a:lnTo>
                  <a:pt x="123774" y="15100"/>
                </a:lnTo>
                <a:lnTo>
                  <a:pt x="126758" y="15100"/>
                </a:lnTo>
                <a:lnTo>
                  <a:pt x="1267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099199" y="3628119"/>
            <a:ext cx="812165" cy="379095"/>
          </a:xfrm>
          <a:custGeom>
            <a:avLst/>
            <a:gdLst/>
            <a:ahLst/>
            <a:cxnLst/>
            <a:rect l="l" t="t" r="r" b="b"/>
            <a:pathLst>
              <a:path w="812164" h="379095">
                <a:moveTo>
                  <a:pt x="690105" y="0"/>
                </a:moveTo>
                <a:lnTo>
                  <a:pt x="684936" y="0"/>
                </a:lnTo>
                <a:lnTo>
                  <a:pt x="684936" y="15100"/>
                </a:lnTo>
                <a:lnTo>
                  <a:pt x="687920" y="15100"/>
                </a:lnTo>
                <a:lnTo>
                  <a:pt x="701541" y="16038"/>
                </a:lnTo>
                <a:lnTo>
                  <a:pt x="740145" y="38826"/>
                </a:lnTo>
                <a:lnTo>
                  <a:pt x="749312" y="79667"/>
                </a:lnTo>
                <a:lnTo>
                  <a:pt x="749064" y="87037"/>
                </a:lnTo>
                <a:lnTo>
                  <a:pt x="748320" y="95223"/>
                </a:lnTo>
                <a:lnTo>
                  <a:pt x="747078" y="104225"/>
                </a:lnTo>
                <a:lnTo>
                  <a:pt x="745337" y="114046"/>
                </a:lnTo>
                <a:lnTo>
                  <a:pt x="743596" y="123544"/>
                </a:lnTo>
                <a:lnTo>
                  <a:pt x="742354" y="131579"/>
                </a:lnTo>
                <a:lnTo>
                  <a:pt x="741610" y="138150"/>
                </a:lnTo>
                <a:lnTo>
                  <a:pt x="741362" y="143256"/>
                </a:lnTo>
                <a:lnTo>
                  <a:pt x="741983" y="151318"/>
                </a:lnTo>
                <a:lnTo>
                  <a:pt x="768321" y="184022"/>
                </a:lnTo>
                <a:lnTo>
                  <a:pt x="774941" y="186956"/>
                </a:lnTo>
                <a:lnTo>
                  <a:pt x="774941" y="190538"/>
                </a:lnTo>
                <a:lnTo>
                  <a:pt x="743846" y="218874"/>
                </a:lnTo>
                <a:lnTo>
                  <a:pt x="741463" y="232934"/>
                </a:lnTo>
                <a:lnTo>
                  <a:pt x="741362" y="234251"/>
                </a:lnTo>
                <a:lnTo>
                  <a:pt x="745337" y="263461"/>
                </a:lnTo>
                <a:lnTo>
                  <a:pt x="747078" y="273281"/>
                </a:lnTo>
                <a:lnTo>
                  <a:pt x="748320" y="282282"/>
                </a:lnTo>
                <a:lnTo>
                  <a:pt x="749064" y="290464"/>
                </a:lnTo>
                <a:lnTo>
                  <a:pt x="749192" y="294259"/>
                </a:lnTo>
                <a:lnTo>
                  <a:pt x="749312" y="297827"/>
                </a:lnTo>
                <a:lnTo>
                  <a:pt x="748310" y="314230"/>
                </a:lnTo>
                <a:lnTo>
                  <a:pt x="748293" y="314501"/>
                </a:lnTo>
                <a:lnTo>
                  <a:pt x="724091" y="355352"/>
                </a:lnTo>
                <a:lnTo>
                  <a:pt x="687920" y="363791"/>
                </a:lnTo>
                <a:lnTo>
                  <a:pt x="684936" y="363791"/>
                </a:lnTo>
                <a:lnTo>
                  <a:pt x="684936" y="378891"/>
                </a:lnTo>
                <a:lnTo>
                  <a:pt x="690105" y="378891"/>
                </a:lnTo>
                <a:lnTo>
                  <a:pt x="711979" y="377257"/>
                </a:lnTo>
                <a:lnTo>
                  <a:pt x="759942" y="357530"/>
                </a:lnTo>
                <a:lnTo>
                  <a:pt x="781568" y="314501"/>
                </a:lnTo>
                <a:lnTo>
                  <a:pt x="783082" y="294259"/>
                </a:lnTo>
                <a:lnTo>
                  <a:pt x="782791" y="285724"/>
                </a:lnTo>
                <a:lnTo>
                  <a:pt x="781918" y="276620"/>
                </a:lnTo>
                <a:lnTo>
                  <a:pt x="780462" y="266946"/>
                </a:lnTo>
                <a:lnTo>
                  <a:pt x="778421" y="256705"/>
                </a:lnTo>
                <a:lnTo>
                  <a:pt x="776378" y="247041"/>
                </a:lnTo>
                <a:lnTo>
                  <a:pt x="774961" y="239354"/>
                </a:lnTo>
                <a:lnTo>
                  <a:pt x="774040" y="232934"/>
                </a:lnTo>
                <a:lnTo>
                  <a:pt x="773747" y="228485"/>
                </a:lnTo>
                <a:lnTo>
                  <a:pt x="773747" y="219354"/>
                </a:lnTo>
                <a:lnTo>
                  <a:pt x="811695" y="196900"/>
                </a:lnTo>
                <a:lnTo>
                  <a:pt x="811695" y="180606"/>
                </a:lnTo>
                <a:lnTo>
                  <a:pt x="773747" y="158153"/>
                </a:lnTo>
                <a:lnTo>
                  <a:pt x="773747" y="149009"/>
                </a:lnTo>
                <a:lnTo>
                  <a:pt x="774040" y="144566"/>
                </a:lnTo>
                <a:lnTo>
                  <a:pt x="774917" y="138382"/>
                </a:lnTo>
                <a:lnTo>
                  <a:pt x="776378" y="130460"/>
                </a:lnTo>
                <a:lnTo>
                  <a:pt x="778421" y="120802"/>
                </a:lnTo>
                <a:lnTo>
                  <a:pt x="780462" y="110555"/>
                </a:lnTo>
                <a:lnTo>
                  <a:pt x="781918" y="100882"/>
                </a:lnTo>
                <a:lnTo>
                  <a:pt x="782791" y="91780"/>
                </a:lnTo>
                <a:lnTo>
                  <a:pt x="783082" y="83248"/>
                </a:lnTo>
                <a:lnTo>
                  <a:pt x="781636" y="63884"/>
                </a:lnTo>
                <a:lnTo>
                  <a:pt x="759942" y="21361"/>
                </a:lnTo>
                <a:lnTo>
                  <a:pt x="711979" y="1633"/>
                </a:lnTo>
                <a:lnTo>
                  <a:pt x="690105" y="0"/>
                </a:lnTo>
                <a:close/>
              </a:path>
              <a:path w="812164" h="379095">
                <a:moveTo>
                  <a:pt x="126758" y="0"/>
                </a:moveTo>
                <a:lnTo>
                  <a:pt x="121589" y="0"/>
                </a:lnTo>
                <a:lnTo>
                  <a:pt x="99715" y="1633"/>
                </a:lnTo>
                <a:lnTo>
                  <a:pt x="51752" y="21361"/>
                </a:lnTo>
                <a:lnTo>
                  <a:pt x="30117" y="63497"/>
                </a:lnTo>
                <a:lnTo>
                  <a:pt x="28600" y="83045"/>
                </a:lnTo>
                <a:lnTo>
                  <a:pt x="28893" y="91579"/>
                </a:lnTo>
                <a:lnTo>
                  <a:pt x="29770" y="100684"/>
                </a:lnTo>
                <a:lnTo>
                  <a:pt x="31231" y="110357"/>
                </a:lnTo>
                <a:lnTo>
                  <a:pt x="33274" y="120599"/>
                </a:lnTo>
                <a:lnTo>
                  <a:pt x="35316" y="130262"/>
                </a:lnTo>
                <a:lnTo>
                  <a:pt x="36734" y="137949"/>
                </a:lnTo>
                <a:lnTo>
                  <a:pt x="37654" y="144370"/>
                </a:lnTo>
                <a:lnTo>
                  <a:pt x="37947" y="148818"/>
                </a:lnTo>
                <a:lnTo>
                  <a:pt x="37947" y="157949"/>
                </a:lnTo>
                <a:lnTo>
                  <a:pt x="0" y="180403"/>
                </a:lnTo>
                <a:lnTo>
                  <a:pt x="0" y="196697"/>
                </a:lnTo>
                <a:lnTo>
                  <a:pt x="37947" y="219151"/>
                </a:lnTo>
                <a:lnTo>
                  <a:pt x="37947" y="228295"/>
                </a:lnTo>
                <a:lnTo>
                  <a:pt x="37654" y="232738"/>
                </a:lnTo>
                <a:lnTo>
                  <a:pt x="36777" y="238921"/>
                </a:lnTo>
                <a:lnTo>
                  <a:pt x="35316" y="246843"/>
                </a:lnTo>
                <a:lnTo>
                  <a:pt x="33274" y="256501"/>
                </a:lnTo>
                <a:lnTo>
                  <a:pt x="31231" y="266748"/>
                </a:lnTo>
                <a:lnTo>
                  <a:pt x="29770" y="276421"/>
                </a:lnTo>
                <a:lnTo>
                  <a:pt x="28893" y="285523"/>
                </a:lnTo>
                <a:lnTo>
                  <a:pt x="28600" y="294055"/>
                </a:lnTo>
                <a:lnTo>
                  <a:pt x="30048" y="314117"/>
                </a:lnTo>
                <a:lnTo>
                  <a:pt x="51752" y="357530"/>
                </a:lnTo>
                <a:lnTo>
                  <a:pt x="99715" y="377257"/>
                </a:lnTo>
                <a:lnTo>
                  <a:pt x="121589" y="378891"/>
                </a:lnTo>
                <a:lnTo>
                  <a:pt x="126758" y="378891"/>
                </a:lnTo>
                <a:lnTo>
                  <a:pt x="126758" y="363791"/>
                </a:lnTo>
                <a:lnTo>
                  <a:pt x="123774" y="363791"/>
                </a:lnTo>
                <a:lnTo>
                  <a:pt x="110153" y="362853"/>
                </a:lnTo>
                <a:lnTo>
                  <a:pt x="71549" y="339972"/>
                </a:lnTo>
                <a:lnTo>
                  <a:pt x="62382" y="297637"/>
                </a:lnTo>
                <a:lnTo>
                  <a:pt x="62630" y="290267"/>
                </a:lnTo>
                <a:lnTo>
                  <a:pt x="63374" y="282081"/>
                </a:lnTo>
                <a:lnTo>
                  <a:pt x="64616" y="273078"/>
                </a:lnTo>
                <a:lnTo>
                  <a:pt x="66357" y="263258"/>
                </a:lnTo>
                <a:lnTo>
                  <a:pt x="68093" y="253759"/>
                </a:lnTo>
                <a:lnTo>
                  <a:pt x="69335" y="245724"/>
                </a:lnTo>
                <a:lnTo>
                  <a:pt x="70082" y="239153"/>
                </a:lnTo>
                <a:lnTo>
                  <a:pt x="70332" y="234048"/>
                </a:lnTo>
                <a:lnTo>
                  <a:pt x="69711" y="225985"/>
                </a:lnTo>
                <a:lnTo>
                  <a:pt x="67968" y="219151"/>
                </a:lnTo>
                <a:lnTo>
                  <a:pt x="67848" y="218678"/>
                </a:lnTo>
                <a:lnTo>
                  <a:pt x="36753" y="190334"/>
                </a:lnTo>
                <a:lnTo>
                  <a:pt x="36753" y="186766"/>
                </a:lnTo>
                <a:lnTo>
                  <a:pt x="67848" y="158427"/>
                </a:lnTo>
                <a:lnTo>
                  <a:pt x="70332" y="143052"/>
                </a:lnTo>
                <a:lnTo>
                  <a:pt x="70094" y="138185"/>
                </a:lnTo>
                <a:lnTo>
                  <a:pt x="70082" y="137949"/>
                </a:lnTo>
                <a:lnTo>
                  <a:pt x="69335" y="131381"/>
                </a:lnTo>
                <a:lnTo>
                  <a:pt x="68093" y="123346"/>
                </a:lnTo>
                <a:lnTo>
                  <a:pt x="66357" y="113842"/>
                </a:lnTo>
                <a:lnTo>
                  <a:pt x="64616" y="104022"/>
                </a:lnTo>
                <a:lnTo>
                  <a:pt x="63374" y="95021"/>
                </a:lnTo>
                <a:lnTo>
                  <a:pt x="62630" y="86839"/>
                </a:lnTo>
                <a:lnTo>
                  <a:pt x="62502" y="83045"/>
                </a:lnTo>
                <a:lnTo>
                  <a:pt x="62382" y="79476"/>
                </a:lnTo>
                <a:lnTo>
                  <a:pt x="63384" y="63766"/>
                </a:lnTo>
                <a:lnTo>
                  <a:pt x="63401" y="63497"/>
                </a:lnTo>
                <a:lnTo>
                  <a:pt x="87603" y="23538"/>
                </a:lnTo>
                <a:lnTo>
                  <a:pt x="123774" y="15100"/>
                </a:lnTo>
                <a:lnTo>
                  <a:pt x="126758" y="15100"/>
                </a:lnTo>
                <a:lnTo>
                  <a:pt x="1267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100467" y="3628119"/>
            <a:ext cx="812165" cy="379095"/>
          </a:xfrm>
          <a:custGeom>
            <a:avLst/>
            <a:gdLst/>
            <a:ahLst/>
            <a:cxnLst/>
            <a:rect l="l" t="t" r="r" b="b"/>
            <a:pathLst>
              <a:path w="812165" h="379095">
                <a:moveTo>
                  <a:pt x="690105" y="0"/>
                </a:moveTo>
                <a:lnTo>
                  <a:pt x="684936" y="0"/>
                </a:lnTo>
                <a:lnTo>
                  <a:pt x="684936" y="15100"/>
                </a:lnTo>
                <a:lnTo>
                  <a:pt x="687920" y="15100"/>
                </a:lnTo>
                <a:lnTo>
                  <a:pt x="701541" y="16038"/>
                </a:lnTo>
                <a:lnTo>
                  <a:pt x="740145" y="38826"/>
                </a:lnTo>
                <a:lnTo>
                  <a:pt x="749312" y="79667"/>
                </a:lnTo>
                <a:lnTo>
                  <a:pt x="749064" y="87037"/>
                </a:lnTo>
                <a:lnTo>
                  <a:pt x="748320" y="95223"/>
                </a:lnTo>
                <a:lnTo>
                  <a:pt x="747078" y="104225"/>
                </a:lnTo>
                <a:lnTo>
                  <a:pt x="745337" y="114046"/>
                </a:lnTo>
                <a:lnTo>
                  <a:pt x="743596" y="123544"/>
                </a:lnTo>
                <a:lnTo>
                  <a:pt x="742354" y="131579"/>
                </a:lnTo>
                <a:lnTo>
                  <a:pt x="741610" y="138150"/>
                </a:lnTo>
                <a:lnTo>
                  <a:pt x="741362" y="143256"/>
                </a:lnTo>
                <a:lnTo>
                  <a:pt x="741983" y="151318"/>
                </a:lnTo>
                <a:lnTo>
                  <a:pt x="768321" y="184022"/>
                </a:lnTo>
                <a:lnTo>
                  <a:pt x="774941" y="186956"/>
                </a:lnTo>
                <a:lnTo>
                  <a:pt x="774941" y="190538"/>
                </a:lnTo>
                <a:lnTo>
                  <a:pt x="743846" y="218874"/>
                </a:lnTo>
                <a:lnTo>
                  <a:pt x="741463" y="232934"/>
                </a:lnTo>
                <a:lnTo>
                  <a:pt x="741362" y="234251"/>
                </a:lnTo>
                <a:lnTo>
                  <a:pt x="745337" y="263461"/>
                </a:lnTo>
                <a:lnTo>
                  <a:pt x="747078" y="273281"/>
                </a:lnTo>
                <a:lnTo>
                  <a:pt x="748320" y="282282"/>
                </a:lnTo>
                <a:lnTo>
                  <a:pt x="749064" y="290464"/>
                </a:lnTo>
                <a:lnTo>
                  <a:pt x="749192" y="294259"/>
                </a:lnTo>
                <a:lnTo>
                  <a:pt x="749312" y="297827"/>
                </a:lnTo>
                <a:lnTo>
                  <a:pt x="748310" y="314230"/>
                </a:lnTo>
                <a:lnTo>
                  <a:pt x="748293" y="314501"/>
                </a:lnTo>
                <a:lnTo>
                  <a:pt x="724091" y="355352"/>
                </a:lnTo>
                <a:lnTo>
                  <a:pt x="687920" y="363791"/>
                </a:lnTo>
                <a:lnTo>
                  <a:pt x="684936" y="363791"/>
                </a:lnTo>
                <a:lnTo>
                  <a:pt x="684936" y="378891"/>
                </a:lnTo>
                <a:lnTo>
                  <a:pt x="690105" y="378891"/>
                </a:lnTo>
                <a:lnTo>
                  <a:pt x="711979" y="377257"/>
                </a:lnTo>
                <a:lnTo>
                  <a:pt x="759942" y="357530"/>
                </a:lnTo>
                <a:lnTo>
                  <a:pt x="781568" y="314501"/>
                </a:lnTo>
                <a:lnTo>
                  <a:pt x="783082" y="294259"/>
                </a:lnTo>
                <a:lnTo>
                  <a:pt x="782791" y="285724"/>
                </a:lnTo>
                <a:lnTo>
                  <a:pt x="781918" y="276620"/>
                </a:lnTo>
                <a:lnTo>
                  <a:pt x="780462" y="266946"/>
                </a:lnTo>
                <a:lnTo>
                  <a:pt x="778421" y="256705"/>
                </a:lnTo>
                <a:lnTo>
                  <a:pt x="776378" y="247041"/>
                </a:lnTo>
                <a:lnTo>
                  <a:pt x="774961" y="239354"/>
                </a:lnTo>
                <a:lnTo>
                  <a:pt x="774040" y="232934"/>
                </a:lnTo>
                <a:lnTo>
                  <a:pt x="773747" y="228485"/>
                </a:lnTo>
                <a:lnTo>
                  <a:pt x="773747" y="219354"/>
                </a:lnTo>
                <a:lnTo>
                  <a:pt x="811695" y="196900"/>
                </a:lnTo>
                <a:lnTo>
                  <a:pt x="811695" y="180606"/>
                </a:lnTo>
                <a:lnTo>
                  <a:pt x="773747" y="158153"/>
                </a:lnTo>
                <a:lnTo>
                  <a:pt x="773747" y="149009"/>
                </a:lnTo>
                <a:lnTo>
                  <a:pt x="774040" y="144566"/>
                </a:lnTo>
                <a:lnTo>
                  <a:pt x="774917" y="138382"/>
                </a:lnTo>
                <a:lnTo>
                  <a:pt x="776378" y="130460"/>
                </a:lnTo>
                <a:lnTo>
                  <a:pt x="778421" y="120802"/>
                </a:lnTo>
                <a:lnTo>
                  <a:pt x="780462" y="110555"/>
                </a:lnTo>
                <a:lnTo>
                  <a:pt x="781918" y="100882"/>
                </a:lnTo>
                <a:lnTo>
                  <a:pt x="782791" y="91780"/>
                </a:lnTo>
                <a:lnTo>
                  <a:pt x="783082" y="83248"/>
                </a:lnTo>
                <a:lnTo>
                  <a:pt x="781636" y="63884"/>
                </a:lnTo>
                <a:lnTo>
                  <a:pt x="759942" y="21361"/>
                </a:lnTo>
                <a:lnTo>
                  <a:pt x="711979" y="1633"/>
                </a:lnTo>
                <a:lnTo>
                  <a:pt x="690105" y="0"/>
                </a:lnTo>
                <a:close/>
              </a:path>
              <a:path w="812165" h="379095">
                <a:moveTo>
                  <a:pt x="126758" y="0"/>
                </a:moveTo>
                <a:lnTo>
                  <a:pt x="121589" y="0"/>
                </a:lnTo>
                <a:lnTo>
                  <a:pt x="99715" y="1633"/>
                </a:lnTo>
                <a:lnTo>
                  <a:pt x="51752" y="21361"/>
                </a:lnTo>
                <a:lnTo>
                  <a:pt x="30117" y="63497"/>
                </a:lnTo>
                <a:lnTo>
                  <a:pt x="28600" y="83045"/>
                </a:lnTo>
                <a:lnTo>
                  <a:pt x="28893" y="91579"/>
                </a:lnTo>
                <a:lnTo>
                  <a:pt x="29770" y="100684"/>
                </a:lnTo>
                <a:lnTo>
                  <a:pt x="31231" y="110357"/>
                </a:lnTo>
                <a:lnTo>
                  <a:pt x="33274" y="120599"/>
                </a:lnTo>
                <a:lnTo>
                  <a:pt x="35316" y="130262"/>
                </a:lnTo>
                <a:lnTo>
                  <a:pt x="36734" y="137949"/>
                </a:lnTo>
                <a:lnTo>
                  <a:pt x="37654" y="144370"/>
                </a:lnTo>
                <a:lnTo>
                  <a:pt x="37947" y="148818"/>
                </a:lnTo>
                <a:lnTo>
                  <a:pt x="37947" y="157949"/>
                </a:lnTo>
                <a:lnTo>
                  <a:pt x="0" y="180403"/>
                </a:lnTo>
                <a:lnTo>
                  <a:pt x="0" y="196697"/>
                </a:lnTo>
                <a:lnTo>
                  <a:pt x="37947" y="219151"/>
                </a:lnTo>
                <a:lnTo>
                  <a:pt x="37947" y="228295"/>
                </a:lnTo>
                <a:lnTo>
                  <a:pt x="37654" y="232738"/>
                </a:lnTo>
                <a:lnTo>
                  <a:pt x="36777" y="238921"/>
                </a:lnTo>
                <a:lnTo>
                  <a:pt x="35316" y="246843"/>
                </a:lnTo>
                <a:lnTo>
                  <a:pt x="33274" y="256501"/>
                </a:lnTo>
                <a:lnTo>
                  <a:pt x="31231" y="266748"/>
                </a:lnTo>
                <a:lnTo>
                  <a:pt x="29770" y="276421"/>
                </a:lnTo>
                <a:lnTo>
                  <a:pt x="28893" y="285523"/>
                </a:lnTo>
                <a:lnTo>
                  <a:pt x="28600" y="294055"/>
                </a:lnTo>
                <a:lnTo>
                  <a:pt x="30048" y="314117"/>
                </a:lnTo>
                <a:lnTo>
                  <a:pt x="51752" y="357530"/>
                </a:lnTo>
                <a:lnTo>
                  <a:pt x="99715" y="377257"/>
                </a:lnTo>
                <a:lnTo>
                  <a:pt x="121589" y="378891"/>
                </a:lnTo>
                <a:lnTo>
                  <a:pt x="126758" y="378891"/>
                </a:lnTo>
                <a:lnTo>
                  <a:pt x="126758" y="363791"/>
                </a:lnTo>
                <a:lnTo>
                  <a:pt x="123774" y="363791"/>
                </a:lnTo>
                <a:lnTo>
                  <a:pt x="110153" y="362853"/>
                </a:lnTo>
                <a:lnTo>
                  <a:pt x="71549" y="339972"/>
                </a:lnTo>
                <a:lnTo>
                  <a:pt x="62382" y="297637"/>
                </a:lnTo>
                <a:lnTo>
                  <a:pt x="62630" y="290267"/>
                </a:lnTo>
                <a:lnTo>
                  <a:pt x="63374" y="282081"/>
                </a:lnTo>
                <a:lnTo>
                  <a:pt x="64616" y="273078"/>
                </a:lnTo>
                <a:lnTo>
                  <a:pt x="66357" y="263258"/>
                </a:lnTo>
                <a:lnTo>
                  <a:pt x="68093" y="253759"/>
                </a:lnTo>
                <a:lnTo>
                  <a:pt x="69335" y="245724"/>
                </a:lnTo>
                <a:lnTo>
                  <a:pt x="70082" y="239153"/>
                </a:lnTo>
                <a:lnTo>
                  <a:pt x="70332" y="234048"/>
                </a:lnTo>
                <a:lnTo>
                  <a:pt x="69711" y="225985"/>
                </a:lnTo>
                <a:lnTo>
                  <a:pt x="67968" y="219151"/>
                </a:lnTo>
                <a:lnTo>
                  <a:pt x="67848" y="218678"/>
                </a:lnTo>
                <a:lnTo>
                  <a:pt x="36753" y="190334"/>
                </a:lnTo>
                <a:lnTo>
                  <a:pt x="36753" y="186766"/>
                </a:lnTo>
                <a:lnTo>
                  <a:pt x="67848" y="158427"/>
                </a:lnTo>
                <a:lnTo>
                  <a:pt x="70332" y="143052"/>
                </a:lnTo>
                <a:lnTo>
                  <a:pt x="70094" y="138185"/>
                </a:lnTo>
                <a:lnTo>
                  <a:pt x="70082" y="137949"/>
                </a:lnTo>
                <a:lnTo>
                  <a:pt x="69335" y="131381"/>
                </a:lnTo>
                <a:lnTo>
                  <a:pt x="68093" y="123346"/>
                </a:lnTo>
                <a:lnTo>
                  <a:pt x="66357" y="113842"/>
                </a:lnTo>
                <a:lnTo>
                  <a:pt x="64616" y="104022"/>
                </a:lnTo>
                <a:lnTo>
                  <a:pt x="63374" y="95021"/>
                </a:lnTo>
                <a:lnTo>
                  <a:pt x="62630" y="86839"/>
                </a:lnTo>
                <a:lnTo>
                  <a:pt x="62502" y="83045"/>
                </a:lnTo>
                <a:lnTo>
                  <a:pt x="62382" y="79476"/>
                </a:lnTo>
                <a:lnTo>
                  <a:pt x="63384" y="63766"/>
                </a:lnTo>
                <a:lnTo>
                  <a:pt x="63401" y="63497"/>
                </a:lnTo>
                <a:lnTo>
                  <a:pt x="87603" y="23538"/>
                </a:lnTo>
                <a:lnTo>
                  <a:pt x="123774" y="15100"/>
                </a:lnTo>
                <a:lnTo>
                  <a:pt x="126758" y="15100"/>
                </a:lnTo>
                <a:lnTo>
                  <a:pt x="1267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7101735" y="3628119"/>
            <a:ext cx="812165" cy="379095"/>
          </a:xfrm>
          <a:custGeom>
            <a:avLst/>
            <a:gdLst/>
            <a:ahLst/>
            <a:cxnLst/>
            <a:rect l="l" t="t" r="r" b="b"/>
            <a:pathLst>
              <a:path w="812165" h="379095">
                <a:moveTo>
                  <a:pt x="690105" y="0"/>
                </a:moveTo>
                <a:lnTo>
                  <a:pt x="684936" y="0"/>
                </a:lnTo>
                <a:lnTo>
                  <a:pt x="684936" y="15100"/>
                </a:lnTo>
                <a:lnTo>
                  <a:pt x="687920" y="15100"/>
                </a:lnTo>
                <a:lnTo>
                  <a:pt x="701541" y="16038"/>
                </a:lnTo>
                <a:lnTo>
                  <a:pt x="740145" y="38826"/>
                </a:lnTo>
                <a:lnTo>
                  <a:pt x="749312" y="79667"/>
                </a:lnTo>
                <a:lnTo>
                  <a:pt x="749063" y="87037"/>
                </a:lnTo>
                <a:lnTo>
                  <a:pt x="748315" y="95223"/>
                </a:lnTo>
                <a:lnTo>
                  <a:pt x="747073" y="104225"/>
                </a:lnTo>
                <a:lnTo>
                  <a:pt x="745337" y="114046"/>
                </a:lnTo>
                <a:lnTo>
                  <a:pt x="743596" y="123544"/>
                </a:lnTo>
                <a:lnTo>
                  <a:pt x="742354" y="131579"/>
                </a:lnTo>
                <a:lnTo>
                  <a:pt x="741610" y="138150"/>
                </a:lnTo>
                <a:lnTo>
                  <a:pt x="741362" y="143256"/>
                </a:lnTo>
                <a:lnTo>
                  <a:pt x="741983" y="151318"/>
                </a:lnTo>
                <a:lnTo>
                  <a:pt x="768321" y="184022"/>
                </a:lnTo>
                <a:lnTo>
                  <a:pt x="774941" y="186956"/>
                </a:lnTo>
                <a:lnTo>
                  <a:pt x="774941" y="190538"/>
                </a:lnTo>
                <a:lnTo>
                  <a:pt x="743846" y="218874"/>
                </a:lnTo>
                <a:lnTo>
                  <a:pt x="741463" y="232934"/>
                </a:lnTo>
                <a:lnTo>
                  <a:pt x="741362" y="234251"/>
                </a:lnTo>
                <a:lnTo>
                  <a:pt x="745337" y="263461"/>
                </a:lnTo>
                <a:lnTo>
                  <a:pt x="747073" y="273281"/>
                </a:lnTo>
                <a:lnTo>
                  <a:pt x="748315" y="282282"/>
                </a:lnTo>
                <a:lnTo>
                  <a:pt x="749063" y="290464"/>
                </a:lnTo>
                <a:lnTo>
                  <a:pt x="749191" y="294259"/>
                </a:lnTo>
                <a:lnTo>
                  <a:pt x="749312" y="297827"/>
                </a:lnTo>
                <a:lnTo>
                  <a:pt x="748310" y="314230"/>
                </a:lnTo>
                <a:lnTo>
                  <a:pt x="748293" y="314501"/>
                </a:lnTo>
                <a:lnTo>
                  <a:pt x="745237" y="328553"/>
                </a:lnTo>
                <a:lnTo>
                  <a:pt x="713598" y="360040"/>
                </a:lnTo>
                <a:lnTo>
                  <a:pt x="687920" y="363791"/>
                </a:lnTo>
                <a:lnTo>
                  <a:pt x="684936" y="363791"/>
                </a:lnTo>
                <a:lnTo>
                  <a:pt x="684936" y="378891"/>
                </a:lnTo>
                <a:lnTo>
                  <a:pt x="690105" y="378891"/>
                </a:lnTo>
                <a:lnTo>
                  <a:pt x="711979" y="377257"/>
                </a:lnTo>
                <a:lnTo>
                  <a:pt x="759942" y="357530"/>
                </a:lnTo>
                <a:lnTo>
                  <a:pt x="781568" y="314501"/>
                </a:lnTo>
                <a:lnTo>
                  <a:pt x="783082" y="294259"/>
                </a:lnTo>
                <a:lnTo>
                  <a:pt x="782791" y="285724"/>
                </a:lnTo>
                <a:lnTo>
                  <a:pt x="781918" y="276620"/>
                </a:lnTo>
                <a:lnTo>
                  <a:pt x="780462" y="266946"/>
                </a:lnTo>
                <a:lnTo>
                  <a:pt x="778421" y="256705"/>
                </a:lnTo>
                <a:lnTo>
                  <a:pt x="776378" y="247041"/>
                </a:lnTo>
                <a:lnTo>
                  <a:pt x="774961" y="239354"/>
                </a:lnTo>
                <a:lnTo>
                  <a:pt x="774040" y="232934"/>
                </a:lnTo>
                <a:lnTo>
                  <a:pt x="773747" y="228485"/>
                </a:lnTo>
                <a:lnTo>
                  <a:pt x="773747" y="219354"/>
                </a:lnTo>
                <a:lnTo>
                  <a:pt x="811695" y="196900"/>
                </a:lnTo>
                <a:lnTo>
                  <a:pt x="811695" y="180606"/>
                </a:lnTo>
                <a:lnTo>
                  <a:pt x="773747" y="158153"/>
                </a:lnTo>
                <a:lnTo>
                  <a:pt x="773747" y="149009"/>
                </a:lnTo>
                <a:lnTo>
                  <a:pt x="774040" y="144566"/>
                </a:lnTo>
                <a:lnTo>
                  <a:pt x="774917" y="138382"/>
                </a:lnTo>
                <a:lnTo>
                  <a:pt x="776378" y="130460"/>
                </a:lnTo>
                <a:lnTo>
                  <a:pt x="778421" y="120802"/>
                </a:lnTo>
                <a:lnTo>
                  <a:pt x="780462" y="110555"/>
                </a:lnTo>
                <a:lnTo>
                  <a:pt x="781918" y="100882"/>
                </a:lnTo>
                <a:lnTo>
                  <a:pt x="782791" y="91780"/>
                </a:lnTo>
                <a:lnTo>
                  <a:pt x="783082" y="83248"/>
                </a:lnTo>
                <a:lnTo>
                  <a:pt x="781636" y="63884"/>
                </a:lnTo>
                <a:lnTo>
                  <a:pt x="759942" y="21361"/>
                </a:lnTo>
                <a:lnTo>
                  <a:pt x="711979" y="1633"/>
                </a:lnTo>
                <a:lnTo>
                  <a:pt x="690105" y="0"/>
                </a:lnTo>
                <a:close/>
              </a:path>
              <a:path w="812165" h="379095">
                <a:moveTo>
                  <a:pt x="126758" y="0"/>
                </a:moveTo>
                <a:lnTo>
                  <a:pt x="121589" y="0"/>
                </a:lnTo>
                <a:lnTo>
                  <a:pt x="99715" y="1633"/>
                </a:lnTo>
                <a:lnTo>
                  <a:pt x="51752" y="21361"/>
                </a:lnTo>
                <a:lnTo>
                  <a:pt x="30117" y="63497"/>
                </a:lnTo>
                <a:lnTo>
                  <a:pt x="28600" y="83045"/>
                </a:lnTo>
                <a:lnTo>
                  <a:pt x="28893" y="91579"/>
                </a:lnTo>
                <a:lnTo>
                  <a:pt x="29770" y="100684"/>
                </a:lnTo>
                <a:lnTo>
                  <a:pt x="31231" y="110357"/>
                </a:lnTo>
                <a:lnTo>
                  <a:pt x="33274" y="120599"/>
                </a:lnTo>
                <a:lnTo>
                  <a:pt x="35316" y="130262"/>
                </a:lnTo>
                <a:lnTo>
                  <a:pt x="36734" y="137949"/>
                </a:lnTo>
                <a:lnTo>
                  <a:pt x="37654" y="144370"/>
                </a:lnTo>
                <a:lnTo>
                  <a:pt x="37947" y="148818"/>
                </a:lnTo>
                <a:lnTo>
                  <a:pt x="37947" y="157949"/>
                </a:lnTo>
                <a:lnTo>
                  <a:pt x="0" y="180403"/>
                </a:lnTo>
                <a:lnTo>
                  <a:pt x="0" y="196697"/>
                </a:lnTo>
                <a:lnTo>
                  <a:pt x="37947" y="219151"/>
                </a:lnTo>
                <a:lnTo>
                  <a:pt x="37947" y="228295"/>
                </a:lnTo>
                <a:lnTo>
                  <a:pt x="37654" y="232738"/>
                </a:lnTo>
                <a:lnTo>
                  <a:pt x="36777" y="238921"/>
                </a:lnTo>
                <a:lnTo>
                  <a:pt x="35316" y="246843"/>
                </a:lnTo>
                <a:lnTo>
                  <a:pt x="33274" y="256501"/>
                </a:lnTo>
                <a:lnTo>
                  <a:pt x="31231" y="266748"/>
                </a:lnTo>
                <a:lnTo>
                  <a:pt x="29770" y="276421"/>
                </a:lnTo>
                <a:lnTo>
                  <a:pt x="28893" y="285523"/>
                </a:lnTo>
                <a:lnTo>
                  <a:pt x="28600" y="294055"/>
                </a:lnTo>
                <a:lnTo>
                  <a:pt x="30048" y="314117"/>
                </a:lnTo>
                <a:lnTo>
                  <a:pt x="51752" y="357530"/>
                </a:lnTo>
                <a:lnTo>
                  <a:pt x="99715" y="377257"/>
                </a:lnTo>
                <a:lnTo>
                  <a:pt x="121589" y="378891"/>
                </a:lnTo>
                <a:lnTo>
                  <a:pt x="126758" y="378891"/>
                </a:lnTo>
                <a:lnTo>
                  <a:pt x="126758" y="363791"/>
                </a:lnTo>
                <a:lnTo>
                  <a:pt x="123774" y="363791"/>
                </a:lnTo>
                <a:lnTo>
                  <a:pt x="110153" y="362853"/>
                </a:lnTo>
                <a:lnTo>
                  <a:pt x="71549" y="339972"/>
                </a:lnTo>
                <a:lnTo>
                  <a:pt x="62382" y="297637"/>
                </a:lnTo>
                <a:lnTo>
                  <a:pt x="62630" y="290267"/>
                </a:lnTo>
                <a:lnTo>
                  <a:pt x="63374" y="282081"/>
                </a:lnTo>
                <a:lnTo>
                  <a:pt x="64616" y="273078"/>
                </a:lnTo>
                <a:lnTo>
                  <a:pt x="66357" y="263258"/>
                </a:lnTo>
                <a:lnTo>
                  <a:pt x="68093" y="253759"/>
                </a:lnTo>
                <a:lnTo>
                  <a:pt x="69335" y="245724"/>
                </a:lnTo>
                <a:lnTo>
                  <a:pt x="70082" y="239153"/>
                </a:lnTo>
                <a:lnTo>
                  <a:pt x="70332" y="234048"/>
                </a:lnTo>
                <a:lnTo>
                  <a:pt x="69711" y="225985"/>
                </a:lnTo>
                <a:lnTo>
                  <a:pt x="67967" y="219151"/>
                </a:lnTo>
                <a:lnTo>
                  <a:pt x="67846" y="218678"/>
                </a:lnTo>
                <a:lnTo>
                  <a:pt x="36753" y="190334"/>
                </a:lnTo>
                <a:lnTo>
                  <a:pt x="36753" y="186766"/>
                </a:lnTo>
                <a:lnTo>
                  <a:pt x="67846" y="158427"/>
                </a:lnTo>
                <a:lnTo>
                  <a:pt x="70332" y="143052"/>
                </a:lnTo>
                <a:lnTo>
                  <a:pt x="70094" y="138185"/>
                </a:lnTo>
                <a:lnTo>
                  <a:pt x="70082" y="137949"/>
                </a:lnTo>
                <a:lnTo>
                  <a:pt x="69335" y="131381"/>
                </a:lnTo>
                <a:lnTo>
                  <a:pt x="68093" y="123346"/>
                </a:lnTo>
                <a:lnTo>
                  <a:pt x="66357" y="113842"/>
                </a:lnTo>
                <a:lnTo>
                  <a:pt x="64616" y="104022"/>
                </a:lnTo>
                <a:lnTo>
                  <a:pt x="63374" y="95021"/>
                </a:lnTo>
                <a:lnTo>
                  <a:pt x="62630" y="86839"/>
                </a:lnTo>
                <a:lnTo>
                  <a:pt x="62502" y="83045"/>
                </a:lnTo>
                <a:lnTo>
                  <a:pt x="62382" y="79476"/>
                </a:lnTo>
                <a:lnTo>
                  <a:pt x="63384" y="63766"/>
                </a:lnTo>
                <a:lnTo>
                  <a:pt x="63401" y="63497"/>
                </a:lnTo>
                <a:lnTo>
                  <a:pt x="87603" y="23538"/>
                </a:lnTo>
                <a:lnTo>
                  <a:pt x="123774" y="15100"/>
                </a:lnTo>
                <a:lnTo>
                  <a:pt x="126758" y="15100"/>
                </a:lnTo>
                <a:lnTo>
                  <a:pt x="1267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8103002" y="3628119"/>
            <a:ext cx="1122680" cy="379095"/>
          </a:xfrm>
          <a:custGeom>
            <a:avLst/>
            <a:gdLst/>
            <a:ahLst/>
            <a:cxnLst/>
            <a:rect l="l" t="t" r="r" b="b"/>
            <a:pathLst>
              <a:path w="1122679" h="379095">
                <a:moveTo>
                  <a:pt x="1001001" y="0"/>
                </a:moveTo>
                <a:lnTo>
                  <a:pt x="995832" y="0"/>
                </a:lnTo>
                <a:lnTo>
                  <a:pt x="995832" y="15100"/>
                </a:lnTo>
                <a:lnTo>
                  <a:pt x="998816" y="15100"/>
                </a:lnTo>
                <a:lnTo>
                  <a:pt x="1012437" y="16038"/>
                </a:lnTo>
                <a:lnTo>
                  <a:pt x="1051041" y="38826"/>
                </a:lnTo>
                <a:lnTo>
                  <a:pt x="1060208" y="79667"/>
                </a:lnTo>
                <a:lnTo>
                  <a:pt x="1059960" y="87037"/>
                </a:lnTo>
                <a:lnTo>
                  <a:pt x="1059216" y="95223"/>
                </a:lnTo>
                <a:lnTo>
                  <a:pt x="1057974" y="104225"/>
                </a:lnTo>
                <a:lnTo>
                  <a:pt x="1056233" y="114046"/>
                </a:lnTo>
                <a:lnTo>
                  <a:pt x="1054492" y="123544"/>
                </a:lnTo>
                <a:lnTo>
                  <a:pt x="1053250" y="131579"/>
                </a:lnTo>
                <a:lnTo>
                  <a:pt x="1052506" y="138150"/>
                </a:lnTo>
                <a:lnTo>
                  <a:pt x="1052258" y="143256"/>
                </a:lnTo>
                <a:lnTo>
                  <a:pt x="1052879" y="151318"/>
                </a:lnTo>
                <a:lnTo>
                  <a:pt x="1054622" y="158153"/>
                </a:lnTo>
                <a:lnTo>
                  <a:pt x="1054742" y="158626"/>
                </a:lnTo>
                <a:lnTo>
                  <a:pt x="1085837" y="186956"/>
                </a:lnTo>
                <a:lnTo>
                  <a:pt x="1085837" y="190538"/>
                </a:lnTo>
                <a:lnTo>
                  <a:pt x="1054742" y="218874"/>
                </a:lnTo>
                <a:lnTo>
                  <a:pt x="1052258" y="234251"/>
                </a:lnTo>
                <a:lnTo>
                  <a:pt x="1052494" y="239118"/>
                </a:lnTo>
                <a:lnTo>
                  <a:pt x="1052506" y="239354"/>
                </a:lnTo>
                <a:lnTo>
                  <a:pt x="1053250" y="245922"/>
                </a:lnTo>
                <a:lnTo>
                  <a:pt x="1054492" y="253957"/>
                </a:lnTo>
                <a:lnTo>
                  <a:pt x="1056233" y="263461"/>
                </a:lnTo>
                <a:lnTo>
                  <a:pt x="1057974" y="273281"/>
                </a:lnTo>
                <a:lnTo>
                  <a:pt x="1059216" y="282282"/>
                </a:lnTo>
                <a:lnTo>
                  <a:pt x="1059960" y="290464"/>
                </a:lnTo>
                <a:lnTo>
                  <a:pt x="1060088" y="294259"/>
                </a:lnTo>
                <a:lnTo>
                  <a:pt x="1060208" y="297827"/>
                </a:lnTo>
                <a:lnTo>
                  <a:pt x="1059206" y="314230"/>
                </a:lnTo>
                <a:lnTo>
                  <a:pt x="1059189" y="314501"/>
                </a:lnTo>
                <a:lnTo>
                  <a:pt x="1056133" y="328553"/>
                </a:lnTo>
                <a:lnTo>
                  <a:pt x="1024494" y="360040"/>
                </a:lnTo>
                <a:lnTo>
                  <a:pt x="998816" y="363791"/>
                </a:lnTo>
                <a:lnTo>
                  <a:pt x="995832" y="363791"/>
                </a:lnTo>
                <a:lnTo>
                  <a:pt x="995832" y="378891"/>
                </a:lnTo>
                <a:lnTo>
                  <a:pt x="1001001" y="378891"/>
                </a:lnTo>
                <a:lnTo>
                  <a:pt x="1022875" y="377257"/>
                </a:lnTo>
                <a:lnTo>
                  <a:pt x="1070838" y="357530"/>
                </a:lnTo>
                <a:lnTo>
                  <a:pt x="1092464" y="314501"/>
                </a:lnTo>
                <a:lnTo>
                  <a:pt x="1093978" y="294259"/>
                </a:lnTo>
                <a:lnTo>
                  <a:pt x="1093687" y="285724"/>
                </a:lnTo>
                <a:lnTo>
                  <a:pt x="1092814" y="276620"/>
                </a:lnTo>
                <a:lnTo>
                  <a:pt x="1091358" y="266946"/>
                </a:lnTo>
                <a:lnTo>
                  <a:pt x="1089317" y="256705"/>
                </a:lnTo>
                <a:lnTo>
                  <a:pt x="1087274" y="247041"/>
                </a:lnTo>
                <a:lnTo>
                  <a:pt x="1085857" y="239354"/>
                </a:lnTo>
                <a:lnTo>
                  <a:pt x="1084936" y="232934"/>
                </a:lnTo>
                <a:lnTo>
                  <a:pt x="1084643" y="228485"/>
                </a:lnTo>
                <a:lnTo>
                  <a:pt x="1084643" y="219354"/>
                </a:lnTo>
                <a:lnTo>
                  <a:pt x="1122591" y="196900"/>
                </a:lnTo>
                <a:lnTo>
                  <a:pt x="1122591" y="180606"/>
                </a:lnTo>
                <a:lnTo>
                  <a:pt x="1084643" y="158153"/>
                </a:lnTo>
                <a:lnTo>
                  <a:pt x="1084643" y="149009"/>
                </a:lnTo>
                <a:lnTo>
                  <a:pt x="1084936" y="144566"/>
                </a:lnTo>
                <a:lnTo>
                  <a:pt x="1085813" y="138382"/>
                </a:lnTo>
                <a:lnTo>
                  <a:pt x="1087274" y="130460"/>
                </a:lnTo>
                <a:lnTo>
                  <a:pt x="1089317" y="120802"/>
                </a:lnTo>
                <a:lnTo>
                  <a:pt x="1091358" y="110555"/>
                </a:lnTo>
                <a:lnTo>
                  <a:pt x="1092814" y="100882"/>
                </a:lnTo>
                <a:lnTo>
                  <a:pt x="1093687" y="91780"/>
                </a:lnTo>
                <a:lnTo>
                  <a:pt x="1093978" y="83248"/>
                </a:lnTo>
                <a:lnTo>
                  <a:pt x="1092532" y="63884"/>
                </a:lnTo>
                <a:lnTo>
                  <a:pt x="1070838" y="21361"/>
                </a:lnTo>
                <a:lnTo>
                  <a:pt x="1022875" y="1633"/>
                </a:lnTo>
                <a:lnTo>
                  <a:pt x="1001001" y="0"/>
                </a:lnTo>
                <a:close/>
              </a:path>
              <a:path w="1122679" h="379095">
                <a:moveTo>
                  <a:pt x="126758" y="0"/>
                </a:moveTo>
                <a:lnTo>
                  <a:pt x="121589" y="0"/>
                </a:lnTo>
                <a:lnTo>
                  <a:pt x="99715" y="1633"/>
                </a:lnTo>
                <a:lnTo>
                  <a:pt x="51752" y="21361"/>
                </a:lnTo>
                <a:lnTo>
                  <a:pt x="30117" y="63497"/>
                </a:lnTo>
                <a:lnTo>
                  <a:pt x="28600" y="83045"/>
                </a:lnTo>
                <a:lnTo>
                  <a:pt x="28893" y="91579"/>
                </a:lnTo>
                <a:lnTo>
                  <a:pt x="29770" y="100684"/>
                </a:lnTo>
                <a:lnTo>
                  <a:pt x="31231" y="110357"/>
                </a:lnTo>
                <a:lnTo>
                  <a:pt x="33274" y="120599"/>
                </a:lnTo>
                <a:lnTo>
                  <a:pt x="35316" y="130262"/>
                </a:lnTo>
                <a:lnTo>
                  <a:pt x="36734" y="137949"/>
                </a:lnTo>
                <a:lnTo>
                  <a:pt x="37654" y="144370"/>
                </a:lnTo>
                <a:lnTo>
                  <a:pt x="37947" y="148818"/>
                </a:lnTo>
                <a:lnTo>
                  <a:pt x="37947" y="157949"/>
                </a:lnTo>
                <a:lnTo>
                  <a:pt x="0" y="180403"/>
                </a:lnTo>
                <a:lnTo>
                  <a:pt x="0" y="196697"/>
                </a:lnTo>
                <a:lnTo>
                  <a:pt x="37947" y="219151"/>
                </a:lnTo>
                <a:lnTo>
                  <a:pt x="37947" y="228295"/>
                </a:lnTo>
                <a:lnTo>
                  <a:pt x="37654" y="232738"/>
                </a:lnTo>
                <a:lnTo>
                  <a:pt x="36777" y="238921"/>
                </a:lnTo>
                <a:lnTo>
                  <a:pt x="35316" y="246843"/>
                </a:lnTo>
                <a:lnTo>
                  <a:pt x="33274" y="256501"/>
                </a:lnTo>
                <a:lnTo>
                  <a:pt x="31231" y="266748"/>
                </a:lnTo>
                <a:lnTo>
                  <a:pt x="29770" y="276421"/>
                </a:lnTo>
                <a:lnTo>
                  <a:pt x="28893" y="285523"/>
                </a:lnTo>
                <a:lnTo>
                  <a:pt x="28600" y="294055"/>
                </a:lnTo>
                <a:lnTo>
                  <a:pt x="30048" y="314117"/>
                </a:lnTo>
                <a:lnTo>
                  <a:pt x="51752" y="357530"/>
                </a:lnTo>
                <a:lnTo>
                  <a:pt x="99715" y="377257"/>
                </a:lnTo>
                <a:lnTo>
                  <a:pt x="121589" y="378891"/>
                </a:lnTo>
                <a:lnTo>
                  <a:pt x="126758" y="378891"/>
                </a:lnTo>
                <a:lnTo>
                  <a:pt x="126758" y="363791"/>
                </a:lnTo>
                <a:lnTo>
                  <a:pt x="123774" y="363791"/>
                </a:lnTo>
                <a:lnTo>
                  <a:pt x="110153" y="362853"/>
                </a:lnTo>
                <a:lnTo>
                  <a:pt x="71549" y="339972"/>
                </a:lnTo>
                <a:lnTo>
                  <a:pt x="62382" y="297637"/>
                </a:lnTo>
                <a:lnTo>
                  <a:pt x="62630" y="290267"/>
                </a:lnTo>
                <a:lnTo>
                  <a:pt x="63374" y="282081"/>
                </a:lnTo>
                <a:lnTo>
                  <a:pt x="64616" y="273078"/>
                </a:lnTo>
                <a:lnTo>
                  <a:pt x="66357" y="263258"/>
                </a:lnTo>
                <a:lnTo>
                  <a:pt x="68093" y="253759"/>
                </a:lnTo>
                <a:lnTo>
                  <a:pt x="69335" y="245724"/>
                </a:lnTo>
                <a:lnTo>
                  <a:pt x="70082" y="239153"/>
                </a:lnTo>
                <a:lnTo>
                  <a:pt x="70332" y="234048"/>
                </a:lnTo>
                <a:lnTo>
                  <a:pt x="69711" y="225985"/>
                </a:lnTo>
                <a:lnTo>
                  <a:pt x="67968" y="219151"/>
                </a:lnTo>
                <a:lnTo>
                  <a:pt x="67848" y="218678"/>
                </a:lnTo>
                <a:lnTo>
                  <a:pt x="36753" y="190334"/>
                </a:lnTo>
                <a:lnTo>
                  <a:pt x="36753" y="186766"/>
                </a:lnTo>
                <a:lnTo>
                  <a:pt x="67848" y="158427"/>
                </a:lnTo>
                <a:lnTo>
                  <a:pt x="70231" y="144370"/>
                </a:lnTo>
                <a:lnTo>
                  <a:pt x="70332" y="143052"/>
                </a:lnTo>
                <a:lnTo>
                  <a:pt x="70094" y="138185"/>
                </a:lnTo>
                <a:lnTo>
                  <a:pt x="70082" y="137949"/>
                </a:lnTo>
                <a:lnTo>
                  <a:pt x="69335" y="131381"/>
                </a:lnTo>
                <a:lnTo>
                  <a:pt x="68093" y="123346"/>
                </a:lnTo>
                <a:lnTo>
                  <a:pt x="66357" y="113842"/>
                </a:lnTo>
                <a:lnTo>
                  <a:pt x="64616" y="104022"/>
                </a:lnTo>
                <a:lnTo>
                  <a:pt x="63374" y="95021"/>
                </a:lnTo>
                <a:lnTo>
                  <a:pt x="62630" y="86839"/>
                </a:lnTo>
                <a:lnTo>
                  <a:pt x="62502" y="83045"/>
                </a:lnTo>
                <a:lnTo>
                  <a:pt x="62382" y="79476"/>
                </a:lnTo>
                <a:lnTo>
                  <a:pt x="71549" y="38812"/>
                </a:lnTo>
                <a:lnTo>
                  <a:pt x="110153" y="16038"/>
                </a:lnTo>
                <a:lnTo>
                  <a:pt x="123774" y="15100"/>
                </a:lnTo>
                <a:lnTo>
                  <a:pt x="126758" y="15100"/>
                </a:lnTo>
                <a:lnTo>
                  <a:pt x="1267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837564" y="3513170"/>
            <a:ext cx="857694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85545" algn="l"/>
                <a:tab pos="2322195" algn="l"/>
                <a:tab pos="2706370" algn="l"/>
                <a:tab pos="3015615" algn="l"/>
                <a:tab pos="3397885" algn="l"/>
                <a:tab pos="3707765" algn="l"/>
                <a:tab pos="4090035" algn="l"/>
                <a:tab pos="4399280" algn="l"/>
                <a:tab pos="5090795" algn="l"/>
                <a:tab pos="5400675" algn="l"/>
                <a:tab pos="6092190" algn="l"/>
                <a:tab pos="6402070" algn="l"/>
                <a:tab pos="7095490" algn="l"/>
                <a:tab pos="7403465" algn="l"/>
                <a:tab pos="8405495" algn="l"/>
              </a:tabLst>
            </a:pPr>
            <a:r>
              <a:rPr dirty="0" baseline="-1736" sz="4800" spc="390">
                <a:solidFill>
                  <a:srgbClr val="6F2F9F"/>
                </a:solidFill>
                <a:latin typeface="Cambria Math"/>
                <a:cs typeface="Cambria Math"/>
              </a:rPr>
              <a:t>𝘗(</a:t>
            </a:r>
            <a:r>
              <a:rPr dirty="0" baseline="-1736" sz="4800" spc="-46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baseline="-1736" sz="4800">
                <a:latin typeface="Cambria Math"/>
                <a:cs typeface="Cambria Math"/>
              </a:rPr>
              <a:t>𝐵</a:t>
            </a:r>
            <a:r>
              <a:rPr dirty="0" baseline="-1736" sz="4800" spc="-202">
                <a:latin typeface="Cambria Math"/>
                <a:cs typeface="Cambria Math"/>
              </a:rPr>
              <a:t> </a:t>
            </a:r>
            <a:r>
              <a:rPr dirty="0" baseline="-1736" sz="4800" spc="-75">
                <a:solidFill>
                  <a:srgbClr val="6F2F9F"/>
                </a:solidFill>
                <a:latin typeface="Cambria Math"/>
                <a:cs typeface="Cambria Math"/>
              </a:rPr>
              <a:t>)</a:t>
            </a:r>
            <a:r>
              <a:rPr dirty="0" baseline="-1736" sz="48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75">
                <a:latin typeface="Cambria Math"/>
                <a:cs typeface="Cambria Math"/>
              </a:rPr>
              <a:t> </a:t>
            </a:r>
            <a:r>
              <a:rPr dirty="0" sz="3200" spc="-25">
                <a:latin typeface="Cambria Math"/>
                <a:cs typeface="Cambria Math"/>
              </a:rPr>
              <a:t>{∅,</a:t>
            </a:r>
            <a:r>
              <a:rPr dirty="0" sz="3200">
                <a:latin typeface="Cambria Math"/>
                <a:cs typeface="Cambria Math"/>
              </a:rPr>
              <a:t>	</a:t>
            </a:r>
            <a:r>
              <a:rPr dirty="0" sz="3200" spc="-50">
                <a:latin typeface="Cambria Math"/>
                <a:cs typeface="Cambria Math"/>
              </a:rPr>
              <a:t>1</a:t>
            </a:r>
            <a:r>
              <a:rPr dirty="0" sz="3200">
                <a:latin typeface="Cambria Math"/>
                <a:cs typeface="Cambria Math"/>
              </a:rPr>
              <a:t>	</a:t>
            </a:r>
            <a:r>
              <a:rPr dirty="0" sz="3200" spc="-50">
                <a:latin typeface="Cambria Math"/>
                <a:cs typeface="Cambria Math"/>
              </a:rPr>
              <a:t>,</a:t>
            </a:r>
            <a:r>
              <a:rPr dirty="0" sz="3200">
                <a:latin typeface="Cambria Math"/>
                <a:cs typeface="Cambria Math"/>
              </a:rPr>
              <a:t>	</a:t>
            </a:r>
            <a:r>
              <a:rPr dirty="0" sz="3200" spc="-50">
                <a:latin typeface="Cambria Math"/>
                <a:cs typeface="Cambria Math"/>
              </a:rPr>
              <a:t>2</a:t>
            </a:r>
            <a:r>
              <a:rPr dirty="0" sz="3200">
                <a:latin typeface="Cambria Math"/>
                <a:cs typeface="Cambria Math"/>
              </a:rPr>
              <a:t>	</a:t>
            </a:r>
            <a:r>
              <a:rPr dirty="0" sz="3200" spc="-50">
                <a:latin typeface="Cambria Math"/>
                <a:cs typeface="Cambria Math"/>
              </a:rPr>
              <a:t>,</a:t>
            </a:r>
            <a:r>
              <a:rPr dirty="0" sz="3200">
                <a:latin typeface="Cambria Math"/>
                <a:cs typeface="Cambria Math"/>
              </a:rPr>
              <a:t>	</a:t>
            </a:r>
            <a:r>
              <a:rPr dirty="0" sz="3200" spc="-50">
                <a:latin typeface="Cambria Math"/>
                <a:cs typeface="Cambria Math"/>
              </a:rPr>
              <a:t>3</a:t>
            </a:r>
            <a:r>
              <a:rPr dirty="0" sz="3200">
                <a:latin typeface="Cambria Math"/>
                <a:cs typeface="Cambria Math"/>
              </a:rPr>
              <a:t>	</a:t>
            </a:r>
            <a:r>
              <a:rPr dirty="0" sz="3200" spc="-50">
                <a:latin typeface="Cambria Math"/>
                <a:cs typeface="Cambria Math"/>
              </a:rPr>
              <a:t>,</a:t>
            </a:r>
            <a:r>
              <a:rPr dirty="0" sz="3200">
                <a:latin typeface="Cambria Math"/>
                <a:cs typeface="Cambria Math"/>
              </a:rPr>
              <a:t>	</a:t>
            </a:r>
            <a:r>
              <a:rPr dirty="0" sz="3200" spc="-25">
                <a:latin typeface="Cambria Math"/>
                <a:cs typeface="Cambria Math"/>
              </a:rPr>
              <a:t>1,2</a:t>
            </a:r>
            <a:r>
              <a:rPr dirty="0" sz="3200">
                <a:latin typeface="Cambria Math"/>
                <a:cs typeface="Cambria Math"/>
              </a:rPr>
              <a:t>	</a:t>
            </a:r>
            <a:r>
              <a:rPr dirty="0" sz="3200" spc="-50">
                <a:latin typeface="Cambria Math"/>
                <a:cs typeface="Cambria Math"/>
              </a:rPr>
              <a:t>,</a:t>
            </a:r>
            <a:r>
              <a:rPr dirty="0" sz="3200">
                <a:latin typeface="Cambria Math"/>
                <a:cs typeface="Cambria Math"/>
              </a:rPr>
              <a:t>	</a:t>
            </a:r>
            <a:r>
              <a:rPr dirty="0" sz="3200" spc="-25">
                <a:latin typeface="Cambria Math"/>
                <a:cs typeface="Cambria Math"/>
              </a:rPr>
              <a:t>1,3</a:t>
            </a:r>
            <a:r>
              <a:rPr dirty="0" sz="3200">
                <a:latin typeface="Cambria Math"/>
                <a:cs typeface="Cambria Math"/>
              </a:rPr>
              <a:t>	</a:t>
            </a:r>
            <a:r>
              <a:rPr dirty="0" sz="3200" spc="-50">
                <a:latin typeface="Cambria Math"/>
                <a:cs typeface="Cambria Math"/>
              </a:rPr>
              <a:t>,</a:t>
            </a:r>
            <a:r>
              <a:rPr dirty="0" sz="3200">
                <a:latin typeface="Cambria Math"/>
                <a:cs typeface="Cambria Math"/>
              </a:rPr>
              <a:t>	</a:t>
            </a:r>
            <a:r>
              <a:rPr dirty="0" sz="3200" spc="-25">
                <a:latin typeface="Cambria Math"/>
                <a:cs typeface="Cambria Math"/>
              </a:rPr>
              <a:t>2,3</a:t>
            </a:r>
            <a:r>
              <a:rPr dirty="0" sz="3200">
                <a:latin typeface="Cambria Math"/>
                <a:cs typeface="Cambria Math"/>
              </a:rPr>
              <a:t>	</a:t>
            </a:r>
            <a:r>
              <a:rPr dirty="0" sz="3200" spc="-50">
                <a:latin typeface="Cambria Math"/>
                <a:cs typeface="Cambria Math"/>
              </a:rPr>
              <a:t>,</a:t>
            </a:r>
            <a:r>
              <a:rPr dirty="0" sz="3200">
                <a:latin typeface="Cambria Math"/>
                <a:cs typeface="Cambria Math"/>
              </a:rPr>
              <a:t>	</a:t>
            </a:r>
            <a:r>
              <a:rPr dirty="0" sz="3200" spc="-10">
                <a:latin typeface="Cambria Math"/>
                <a:cs typeface="Cambria Math"/>
              </a:rPr>
              <a:t>1,2,3</a:t>
            </a:r>
            <a:r>
              <a:rPr dirty="0" sz="3200">
                <a:latin typeface="Cambria Math"/>
                <a:cs typeface="Cambria Math"/>
              </a:rPr>
              <a:t>	</a:t>
            </a:r>
            <a:r>
              <a:rPr dirty="0" sz="3200" spc="-50">
                <a:latin typeface="Cambria Math"/>
                <a:cs typeface="Cambria Math"/>
              </a:rPr>
              <a:t>}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53005" y="2154970"/>
            <a:ext cx="19919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Cambria Math"/>
                <a:cs typeface="Cambria Math"/>
              </a:rPr>
              <a:t>𝐵</a:t>
            </a:r>
            <a:r>
              <a:rPr dirty="0" sz="3200" spc="26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85">
                <a:latin typeface="Cambria Math"/>
                <a:cs typeface="Cambria Math"/>
              </a:rPr>
              <a:t> </a:t>
            </a:r>
            <a:r>
              <a:rPr dirty="0" sz="3200" spc="-10">
                <a:latin typeface="Cambria Math"/>
                <a:cs typeface="Cambria Math"/>
              </a:rPr>
              <a:t>{1,2,3}</a:t>
            </a:r>
            <a:endParaRPr sz="3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8" y="98253"/>
            <a:ext cx="406209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40"/>
              <a:t>Transitions</a:t>
            </a:r>
            <a:r>
              <a:rPr dirty="0" sz="4000" spc="-120"/>
              <a:t> </a:t>
            </a:r>
            <a:r>
              <a:rPr dirty="0" sz="4000"/>
              <a:t>in</a:t>
            </a:r>
            <a:r>
              <a:rPr dirty="0" sz="4000" spc="-114"/>
              <a:t> </a:t>
            </a:r>
            <a:r>
              <a:rPr dirty="0" sz="4000" spc="-60"/>
              <a:t>NFAs</a:t>
            </a:r>
            <a:endParaRPr sz="4000"/>
          </a:p>
        </p:txBody>
      </p:sp>
      <p:grpSp>
        <p:nvGrpSpPr>
          <p:cNvPr id="3" name="object 3" descr=""/>
          <p:cNvGrpSpPr/>
          <p:nvPr/>
        </p:nvGrpSpPr>
        <p:grpSpPr>
          <a:xfrm>
            <a:off x="3216910" y="3447034"/>
            <a:ext cx="837565" cy="875665"/>
            <a:chOff x="3216910" y="3447034"/>
            <a:chExt cx="837565" cy="875665"/>
          </a:xfrm>
        </p:grpSpPr>
        <p:sp>
          <p:nvSpPr>
            <p:cNvPr id="4" name="object 4" descr=""/>
            <p:cNvSpPr/>
            <p:nvPr/>
          </p:nvSpPr>
          <p:spPr>
            <a:xfrm>
              <a:off x="3223260" y="3453384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223260" y="3453384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39656" y="3680339"/>
            <a:ext cx="1898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𝑞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590532" y="3825118"/>
            <a:ext cx="15430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50"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999489" y="3450082"/>
            <a:ext cx="837565" cy="875665"/>
            <a:chOff x="999489" y="3450082"/>
            <a:chExt cx="837565" cy="875665"/>
          </a:xfrm>
        </p:grpSpPr>
        <p:sp>
          <p:nvSpPr>
            <p:cNvPr id="9" name="object 9" descr=""/>
            <p:cNvSpPr/>
            <p:nvPr/>
          </p:nvSpPr>
          <p:spPr>
            <a:xfrm>
              <a:off x="1005839" y="3456432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05839" y="3456432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230001" y="3682781"/>
            <a:ext cx="1898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𝑞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394593" y="3859565"/>
            <a:ext cx="1377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2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455665" y="3375405"/>
            <a:ext cx="837565" cy="875665"/>
            <a:chOff x="5455665" y="3375405"/>
            <a:chExt cx="837565" cy="875665"/>
          </a:xfrm>
        </p:grpSpPr>
        <p:sp>
          <p:nvSpPr>
            <p:cNvPr id="14" name="object 14" descr=""/>
            <p:cNvSpPr/>
            <p:nvPr/>
          </p:nvSpPr>
          <p:spPr>
            <a:xfrm>
              <a:off x="5462015" y="3381755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462015" y="3381755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556503" y="3482339"/>
              <a:ext cx="634365" cy="662940"/>
            </a:xfrm>
            <a:custGeom>
              <a:avLst/>
              <a:gdLst/>
              <a:ahLst/>
              <a:cxnLst/>
              <a:rect l="l" t="t" r="r" b="b"/>
              <a:pathLst>
                <a:path w="634364" h="662939">
                  <a:moveTo>
                    <a:pt x="0" y="331470"/>
                  </a:moveTo>
                  <a:lnTo>
                    <a:pt x="3437" y="282486"/>
                  </a:lnTo>
                  <a:lnTo>
                    <a:pt x="13421" y="235735"/>
                  </a:lnTo>
                  <a:lnTo>
                    <a:pt x="29462" y="191728"/>
                  </a:lnTo>
                  <a:lnTo>
                    <a:pt x="51069" y="150979"/>
                  </a:lnTo>
                  <a:lnTo>
                    <a:pt x="77752" y="113999"/>
                  </a:lnTo>
                  <a:lnTo>
                    <a:pt x="109022" y="81302"/>
                  </a:lnTo>
                  <a:lnTo>
                    <a:pt x="144386" y="53400"/>
                  </a:lnTo>
                  <a:lnTo>
                    <a:pt x="183356" y="30806"/>
                  </a:lnTo>
                  <a:lnTo>
                    <a:pt x="225440" y="14033"/>
                  </a:lnTo>
                  <a:lnTo>
                    <a:pt x="270149" y="3593"/>
                  </a:lnTo>
                  <a:lnTo>
                    <a:pt x="316992" y="0"/>
                  </a:lnTo>
                  <a:lnTo>
                    <a:pt x="363834" y="3593"/>
                  </a:lnTo>
                  <a:lnTo>
                    <a:pt x="408543" y="14033"/>
                  </a:lnTo>
                  <a:lnTo>
                    <a:pt x="450627" y="30806"/>
                  </a:lnTo>
                  <a:lnTo>
                    <a:pt x="489597" y="53400"/>
                  </a:lnTo>
                  <a:lnTo>
                    <a:pt x="524961" y="81302"/>
                  </a:lnTo>
                  <a:lnTo>
                    <a:pt x="556231" y="113999"/>
                  </a:lnTo>
                  <a:lnTo>
                    <a:pt x="582914" y="150979"/>
                  </a:lnTo>
                  <a:lnTo>
                    <a:pt x="604521" y="191728"/>
                  </a:lnTo>
                  <a:lnTo>
                    <a:pt x="620562" y="235735"/>
                  </a:lnTo>
                  <a:lnTo>
                    <a:pt x="630546" y="282486"/>
                  </a:lnTo>
                  <a:lnTo>
                    <a:pt x="633984" y="331470"/>
                  </a:lnTo>
                  <a:lnTo>
                    <a:pt x="630546" y="380453"/>
                  </a:lnTo>
                  <a:lnTo>
                    <a:pt x="620562" y="427204"/>
                  </a:lnTo>
                  <a:lnTo>
                    <a:pt x="604521" y="471211"/>
                  </a:lnTo>
                  <a:lnTo>
                    <a:pt x="582914" y="511960"/>
                  </a:lnTo>
                  <a:lnTo>
                    <a:pt x="556231" y="548940"/>
                  </a:lnTo>
                  <a:lnTo>
                    <a:pt x="524961" y="581637"/>
                  </a:lnTo>
                  <a:lnTo>
                    <a:pt x="489597" y="609539"/>
                  </a:lnTo>
                  <a:lnTo>
                    <a:pt x="450627" y="632133"/>
                  </a:lnTo>
                  <a:lnTo>
                    <a:pt x="408543" y="648906"/>
                  </a:lnTo>
                  <a:lnTo>
                    <a:pt x="363834" y="659346"/>
                  </a:lnTo>
                  <a:lnTo>
                    <a:pt x="316992" y="662940"/>
                  </a:lnTo>
                  <a:lnTo>
                    <a:pt x="270149" y="659346"/>
                  </a:lnTo>
                  <a:lnTo>
                    <a:pt x="225440" y="648906"/>
                  </a:lnTo>
                  <a:lnTo>
                    <a:pt x="183356" y="632133"/>
                  </a:lnTo>
                  <a:lnTo>
                    <a:pt x="144386" y="609539"/>
                  </a:lnTo>
                  <a:lnTo>
                    <a:pt x="109022" y="581637"/>
                  </a:lnTo>
                  <a:lnTo>
                    <a:pt x="77752" y="548940"/>
                  </a:lnTo>
                  <a:lnTo>
                    <a:pt x="51069" y="511960"/>
                  </a:lnTo>
                  <a:lnTo>
                    <a:pt x="29462" y="471211"/>
                  </a:lnTo>
                  <a:lnTo>
                    <a:pt x="13421" y="427204"/>
                  </a:lnTo>
                  <a:lnTo>
                    <a:pt x="3437" y="380453"/>
                  </a:lnTo>
                  <a:lnTo>
                    <a:pt x="0" y="33147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684775" y="3608849"/>
            <a:ext cx="1898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𝑞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849367" y="3785633"/>
            <a:ext cx="1377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4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3579882" y="2873499"/>
            <a:ext cx="114300" cy="600075"/>
            <a:chOff x="3579882" y="2873499"/>
            <a:chExt cx="114300" cy="600075"/>
          </a:xfrm>
        </p:grpSpPr>
        <p:sp>
          <p:nvSpPr>
            <p:cNvPr id="20" name="object 20" descr=""/>
            <p:cNvSpPr/>
            <p:nvPr/>
          </p:nvSpPr>
          <p:spPr>
            <a:xfrm>
              <a:off x="3637025" y="2968753"/>
              <a:ext cx="0" cy="485775"/>
            </a:xfrm>
            <a:custGeom>
              <a:avLst/>
              <a:gdLst/>
              <a:ahLst/>
              <a:cxnLst/>
              <a:rect l="l" t="t" r="r" b="b"/>
              <a:pathLst>
                <a:path w="0" h="485775">
                  <a:moveTo>
                    <a:pt x="0" y="485178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579882" y="287349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745864" y="4087055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231432" y="294173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392630" y="4191022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363127" y="293885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3216910" y="2003805"/>
            <a:ext cx="837565" cy="875665"/>
            <a:chOff x="3216910" y="2003805"/>
            <a:chExt cx="837565" cy="875665"/>
          </a:xfrm>
        </p:grpSpPr>
        <p:sp>
          <p:nvSpPr>
            <p:cNvPr id="27" name="object 27" descr=""/>
            <p:cNvSpPr/>
            <p:nvPr/>
          </p:nvSpPr>
          <p:spPr>
            <a:xfrm>
              <a:off x="3223260" y="2010155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223260" y="2010155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4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3421876" y="2236916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3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488443" y="1704595"/>
            <a:ext cx="6244590" cy="2818765"/>
            <a:chOff x="488443" y="1704595"/>
            <a:chExt cx="6244590" cy="2818765"/>
          </a:xfrm>
        </p:grpSpPr>
        <p:sp>
          <p:nvSpPr>
            <p:cNvPr id="31" name="object 31" descr=""/>
            <p:cNvSpPr/>
            <p:nvPr/>
          </p:nvSpPr>
          <p:spPr>
            <a:xfrm>
              <a:off x="3926023" y="4173870"/>
              <a:ext cx="1689735" cy="260350"/>
            </a:xfrm>
            <a:custGeom>
              <a:avLst/>
              <a:gdLst/>
              <a:ahLst/>
              <a:cxnLst/>
              <a:rect l="l" t="t" r="r" b="b"/>
              <a:pathLst>
                <a:path w="1689735" h="260350">
                  <a:moveTo>
                    <a:pt x="0" y="0"/>
                  </a:moveTo>
                  <a:lnTo>
                    <a:pt x="53363" y="46616"/>
                  </a:lnTo>
                  <a:lnTo>
                    <a:pt x="117544" y="89160"/>
                  </a:lnTo>
                  <a:lnTo>
                    <a:pt x="153355" y="108846"/>
                  </a:lnTo>
                  <a:lnTo>
                    <a:pt x="191467" y="127443"/>
                  </a:lnTo>
                  <a:lnTo>
                    <a:pt x="231745" y="144927"/>
                  </a:lnTo>
                  <a:lnTo>
                    <a:pt x="274056" y="161276"/>
                  </a:lnTo>
                  <a:lnTo>
                    <a:pt x="318264" y="176466"/>
                  </a:lnTo>
                  <a:lnTo>
                    <a:pt x="364235" y="190473"/>
                  </a:lnTo>
                  <a:lnTo>
                    <a:pt x="411835" y="203273"/>
                  </a:lnTo>
                  <a:lnTo>
                    <a:pt x="460930" y="214844"/>
                  </a:lnTo>
                  <a:lnTo>
                    <a:pt x="511384" y="225161"/>
                  </a:lnTo>
                  <a:lnTo>
                    <a:pt x="563064" y="234202"/>
                  </a:lnTo>
                  <a:lnTo>
                    <a:pt x="615835" y="241942"/>
                  </a:lnTo>
                  <a:lnTo>
                    <a:pt x="669562" y="248358"/>
                  </a:lnTo>
                  <a:lnTo>
                    <a:pt x="724112" y="253426"/>
                  </a:lnTo>
                  <a:lnTo>
                    <a:pt x="779350" y="257124"/>
                  </a:lnTo>
                  <a:lnTo>
                    <a:pt x="835140" y="259427"/>
                  </a:lnTo>
                  <a:lnTo>
                    <a:pt x="891350" y="260312"/>
                  </a:lnTo>
                  <a:lnTo>
                    <a:pt x="947844" y="259755"/>
                  </a:lnTo>
                  <a:lnTo>
                    <a:pt x="1004488" y="257734"/>
                  </a:lnTo>
                  <a:lnTo>
                    <a:pt x="1061147" y="254224"/>
                  </a:lnTo>
                  <a:lnTo>
                    <a:pt x="1117688" y="249202"/>
                  </a:lnTo>
                  <a:lnTo>
                    <a:pt x="1173975" y="242644"/>
                  </a:lnTo>
                  <a:lnTo>
                    <a:pt x="1229875" y="234527"/>
                  </a:lnTo>
                  <a:lnTo>
                    <a:pt x="1285252" y="224828"/>
                  </a:lnTo>
                  <a:lnTo>
                    <a:pt x="1338461" y="213833"/>
                  </a:lnTo>
                  <a:lnTo>
                    <a:pt x="1389859" y="201505"/>
                  </a:lnTo>
                  <a:lnTo>
                    <a:pt x="1439332" y="187891"/>
                  </a:lnTo>
                  <a:lnTo>
                    <a:pt x="1486767" y="173037"/>
                  </a:lnTo>
                  <a:lnTo>
                    <a:pt x="1532048" y="156990"/>
                  </a:lnTo>
                  <a:lnTo>
                    <a:pt x="1575062" y="139798"/>
                  </a:lnTo>
                  <a:lnTo>
                    <a:pt x="1615696" y="121506"/>
                  </a:lnTo>
                  <a:lnTo>
                    <a:pt x="1653836" y="102162"/>
                  </a:lnTo>
                  <a:lnTo>
                    <a:pt x="1689366" y="8181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566933" y="4199832"/>
              <a:ext cx="126364" cy="113664"/>
            </a:xfrm>
            <a:custGeom>
              <a:avLst/>
              <a:gdLst/>
              <a:ahLst/>
              <a:cxnLst/>
              <a:rect l="l" t="t" r="r" b="b"/>
              <a:pathLst>
                <a:path w="126364" h="113664">
                  <a:moveTo>
                    <a:pt x="126174" y="0"/>
                  </a:moveTo>
                  <a:lnTo>
                    <a:pt x="0" y="20307"/>
                  </a:lnTo>
                  <a:lnTo>
                    <a:pt x="66713" y="113118"/>
                  </a:lnTo>
                  <a:lnTo>
                    <a:pt x="126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563904" y="1794819"/>
              <a:ext cx="73660" cy="216535"/>
            </a:xfrm>
            <a:custGeom>
              <a:avLst/>
              <a:gdLst/>
              <a:ahLst/>
              <a:cxnLst/>
              <a:rect l="l" t="t" r="r" b="b"/>
              <a:pathLst>
                <a:path w="73660" h="216535">
                  <a:moveTo>
                    <a:pt x="73164" y="21642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515856" y="1704595"/>
              <a:ext cx="108585" cy="127000"/>
            </a:xfrm>
            <a:custGeom>
              <a:avLst/>
              <a:gdLst/>
              <a:ahLst/>
              <a:cxnLst/>
              <a:rect l="l" t="t" r="r" b="b"/>
              <a:pathLst>
                <a:path w="108585" h="127000">
                  <a:moveTo>
                    <a:pt x="17538" y="0"/>
                  </a:moveTo>
                  <a:lnTo>
                    <a:pt x="0" y="126580"/>
                  </a:lnTo>
                  <a:lnTo>
                    <a:pt x="108280" y="89979"/>
                  </a:lnTo>
                  <a:lnTo>
                    <a:pt x="175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842031" y="3257450"/>
              <a:ext cx="1689100" cy="260985"/>
            </a:xfrm>
            <a:custGeom>
              <a:avLst/>
              <a:gdLst/>
              <a:ahLst/>
              <a:cxnLst/>
              <a:rect l="l" t="t" r="r" b="b"/>
              <a:pathLst>
                <a:path w="1689100" h="260985">
                  <a:moveTo>
                    <a:pt x="0" y="260416"/>
                  </a:moveTo>
                  <a:lnTo>
                    <a:pt x="53292" y="213793"/>
                  </a:lnTo>
                  <a:lnTo>
                    <a:pt x="117396" y="171242"/>
                  </a:lnTo>
                  <a:lnTo>
                    <a:pt x="153166" y="151552"/>
                  </a:lnTo>
                  <a:lnTo>
                    <a:pt x="191236" y="132950"/>
                  </a:lnTo>
                  <a:lnTo>
                    <a:pt x="231472" y="115461"/>
                  </a:lnTo>
                  <a:lnTo>
                    <a:pt x="273739" y="99107"/>
                  </a:lnTo>
                  <a:lnTo>
                    <a:pt x="317903" y="83912"/>
                  </a:lnTo>
                  <a:lnTo>
                    <a:pt x="363829" y="69900"/>
                  </a:lnTo>
                  <a:lnTo>
                    <a:pt x="411384" y="57094"/>
                  </a:lnTo>
                  <a:lnTo>
                    <a:pt x="460432" y="45518"/>
                  </a:lnTo>
                  <a:lnTo>
                    <a:pt x="510841" y="35195"/>
                  </a:lnTo>
                  <a:lnTo>
                    <a:pt x="562474" y="26149"/>
                  </a:lnTo>
                  <a:lnTo>
                    <a:pt x="615199" y="18402"/>
                  </a:lnTo>
                  <a:lnTo>
                    <a:pt x="668880" y="11980"/>
                  </a:lnTo>
                  <a:lnTo>
                    <a:pt x="723384" y="6905"/>
                  </a:lnTo>
                  <a:lnTo>
                    <a:pt x="778576" y="3201"/>
                  </a:lnTo>
                  <a:lnTo>
                    <a:pt x="834322" y="891"/>
                  </a:lnTo>
                  <a:lnTo>
                    <a:pt x="890487" y="0"/>
                  </a:lnTo>
                  <a:lnTo>
                    <a:pt x="946938" y="549"/>
                  </a:lnTo>
                  <a:lnTo>
                    <a:pt x="1003539" y="2564"/>
                  </a:lnTo>
                  <a:lnTo>
                    <a:pt x="1060157" y="6067"/>
                  </a:lnTo>
                  <a:lnTo>
                    <a:pt x="1116658" y="11082"/>
                  </a:lnTo>
                  <a:lnTo>
                    <a:pt x="1172906" y="17633"/>
                  </a:lnTo>
                  <a:lnTo>
                    <a:pt x="1228768" y="25743"/>
                  </a:lnTo>
                  <a:lnTo>
                    <a:pt x="1284109" y="35435"/>
                  </a:lnTo>
                  <a:lnTo>
                    <a:pt x="1337396" y="46446"/>
                  </a:lnTo>
                  <a:lnTo>
                    <a:pt x="1388865" y="58796"/>
                  </a:lnTo>
                  <a:lnTo>
                    <a:pt x="1438403" y="72438"/>
                  </a:lnTo>
                  <a:lnTo>
                    <a:pt x="1485895" y="87326"/>
                  </a:lnTo>
                  <a:lnTo>
                    <a:pt x="1531226" y="103412"/>
                  </a:lnTo>
                  <a:lnTo>
                    <a:pt x="1574282" y="120648"/>
                  </a:lnTo>
                  <a:lnTo>
                    <a:pt x="1614948" y="138989"/>
                  </a:lnTo>
                  <a:lnTo>
                    <a:pt x="1653111" y="158386"/>
                  </a:lnTo>
                  <a:lnTo>
                    <a:pt x="1688655" y="17879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481838" y="3378734"/>
              <a:ext cx="126364" cy="113664"/>
            </a:xfrm>
            <a:custGeom>
              <a:avLst/>
              <a:gdLst/>
              <a:ahLst/>
              <a:cxnLst/>
              <a:rect l="l" t="t" r="r" b="b"/>
              <a:pathLst>
                <a:path w="126364" h="113664">
                  <a:moveTo>
                    <a:pt x="66801" y="0"/>
                  </a:moveTo>
                  <a:lnTo>
                    <a:pt x="0" y="92748"/>
                  </a:lnTo>
                  <a:lnTo>
                    <a:pt x="126149" y="113182"/>
                  </a:lnTo>
                  <a:lnTo>
                    <a:pt x="668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686977" y="4243260"/>
              <a:ext cx="1690370" cy="261620"/>
            </a:xfrm>
            <a:custGeom>
              <a:avLst/>
              <a:gdLst/>
              <a:ahLst/>
              <a:cxnLst/>
              <a:rect l="l" t="t" r="r" b="b"/>
              <a:pathLst>
                <a:path w="1690370" h="261620">
                  <a:moveTo>
                    <a:pt x="1690255" y="0"/>
                  </a:moveTo>
                  <a:lnTo>
                    <a:pt x="1636959" y="46713"/>
                  </a:lnTo>
                  <a:lnTo>
                    <a:pt x="1572840" y="89350"/>
                  </a:lnTo>
                  <a:lnTo>
                    <a:pt x="1537058" y="109080"/>
                  </a:lnTo>
                  <a:lnTo>
                    <a:pt x="1498974" y="127721"/>
                  </a:lnTo>
                  <a:lnTo>
                    <a:pt x="1458721" y="145248"/>
                  </a:lnTo>
                  <a:lnTo>
                    <a:pt x="1416434" y="161638"/>
                  </a:lnTo>
                  <a:lnTo>
                    <a:pt x="1372249" y="176867"/>
                  </a:lnTo>
                  <a:lnTo>
                    <a:pt x="1326298" y="190911"/>
                  </a:lnTo>
                  <a:lnTo>
                    <a:pt x="1278717" y="203748"/>
                  </a:lnTo>
                  <a:lnTo>
                    <a:pt x="1229639" y="215353"/>
                  </a:lnTo>
                  <a:lnTo>
                    <a:pt x="1179200" y="225703"/>
                  </a:lnTo>
                  <a:lnTo>
                    <a:pt x="1127534" y="234774"/>
                  </a:lnTo>
                  <a:lnTo>
                    <a:pt x="1074774" y="242543"/>
                  </a:lnTo>
                  <a:lnTo>
                    <a:pt x="1021056" y="248985"/>
                  </a:lnTo>
                  <a:lnTo>
                    <a:pt x="966514" y="254078"/>
                  </a:lnTo>
                  <a:lnTo>
                    <a:pt x="911282" y="257798"/>
                  </a:lnTo>
                  <a:lnTo>
                    <a:pt x="855495" y="260121"/>
                  </a:lnTo>
                  <a:lnTo>
                    <a:pt x="799287" y="261024"/>
                  </a:lnTo>
                  <a:lnTo>
                    <a:pt x="742792" y="260483"/>
                  </a:lnTo>
                  <a:lnTo>
                    <a:pt x="686145" y="258474"/>
                  </a:lnTo>
                  <a:lnTo>
                    <a:pt x="629481" y="254974"/>
                  </a:lnTo>
                  <a:lnTo>
                    <a:pt x="572933" y="249959"/>
                  </a:lnTo>
                  <a:lnTo>
                    <a:pt x="516636" y="243406"/>
                  </a:lnTo>
                  <a:lnTo>
                    <a:pt x="460724" y="235290"/>
                  </a:lnTo>
                  <a:lnTo>
                    <a:pt x="405333" y="225590"/>
                  </a:lnTo>
                  <a:lnTo>
                    <a:pt x="351934" y="214555"/>
                  </a:lnTo>
                  <a:lnTo>
                    <a:pt x="300358" y="202174"/>
                  </a:lnTo>
                  <a:lnTo>
                    <a:pt x="250719" y="188495"/>
                  </a:lnTo>
                  <a:lnTo>
                    <a:pt x="203132" y="173566"/>
                  </a:lnTo>
                  <a:lnTo>
                    <a:pt x="157712" y="157434"/>
                  </a:lnTo>
                  <a:lnTo>
                    <a:pt x="114574" y="140146"/>
                  </a:lnTo>
                  <a:lnTo>
                    <a:pt x="73833" y="121750"/>
                  </a:lnTo>
                  <a:lnTo>
                    <a:pt x="35603" y="102294"/>
                  </a:lnTo>
                  <a:lnTo>
                    <a:pt x="0" y="8182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609576" y="4269253"/>
              <a:ext cx="126364" cy="113664"/>
            </a:xfrm>
            <a:custGeom>
              <a:avLst/>
              <a:gdLst/>
              <a:ahLst/>
              <a:cxnLst/>
              <a:rect l="l" t="t" r="r" b="b"/>
              <a:pathLst>
                <a:path w="126364" h="113664">
                  <a:moveTo>
                    <a:pt x="0" y="0"/>
                  </a:moveTo>
                  <a:lnTo>
                    <a:pt x="59258" y="113220"/>
                  </a:lnTo>
                  <a:lnTo>
                    <a:pt x="126136" y="205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672377" y="3277257"/>
              <a:ext cx="1689735" cy="260350"/>
            </a:xfrm>
            <a:custGeom>
              <a:avLst/>
              <a:gdLst/>
              <a:ahLst/>
              <a:cxnLst/>
              <a:rect l="l" t="t" r="r" b="b"/>
              <a:pathLst>
                <a:path w="1689735" h="260350">
                  <a:moveTo>
                    <a:pt x="1689366" y="260312"/>
                  </a:moveTo>
                  <a:lnTo>
                    <a:pt x="1636002" y="213695"/>
                  </a:lnTo>
                  <a:lnTo>
                    <a:pt x="1571821" y="171152"/>
                  </a:lnTo>
                  <a:lnTo>
                    <a:pt x="1536011" y="151466"/>
                  </a:lnTo>
                  <a:lnTo>
                    <a:pt x="1497899" y="132869"/>
                  </a:lnTo>
                  <a:lnTo>
                    <a:pt x="1457620" y="115384"/>
                  </a:lnTo>
                  <a:lnTo>
                    <a:pt x="1415310" y="99035"/>
                  </a:lnTo>
                  <a:lnTo>
                    <a:pt x="1371102" y="83845"/>
                  </a:lnTo>
                  <a:lnTo>
                    <a:pt x="1325131" y="69839"/>
                  </a:lnTo>
                  <a:lnTo>
                    <a:pt x="1277530" y="57038"/>
                  </a:lnTo>
                  <a:lnTo>
                    <a:pt x="1228436" y="45467"/>
                  </a:lnTo>
                  <a:lnTo>
                    <a:pt x="1177982" y="35150"/>
                  </a:lnTo>
                  <a:lnTo>
                    <a:pt x="1126302" y="26110"/>
                  </a:lnTo>
                  <a:lnTo>
                    <a:pt x="1073531" y="18370"/>
                  </a:lnTo>
                  <a:lnTo>
                    <a:pt x="1019803" y="11954"/>
                  </a:lnTo>
                  <a:lnTo>
                    <a:pt x="965254" y="6885"/>
                  </a:lnTo>
                  <a:lnTo>
                    <a:pt x="910016" y="3188"/>
                  </a:lnTo>
                  <a:lnTo>
                    <a:pt x="854225" y="885"/>
                  </a:lnTo>
                  <a:lnTo>
                    <a:pt x="798016" y="0"/>
                  </a:lnTo>
                  <a:lnTo>
                    <a:pt x="741522" y="556"/>
                  </a:lnTo>
                  <a:lnTo>
                    <a:pt x="684878" y="2577"/>
                  </a:lnTo>
                  <a:lnTo>
                    <a:pt x="628218" y="6088"/>
                  </a:lnTo>
                  <a:lnTo>
                    <a:pt x="571678" y="11110"/>
                  </a:lnTo>
                  <a:lnTo>
                    <a:pt x="515390" y="17667"/>
                  </a:lnTo>
                  <a:lnTo>
                    <a:pt x="459491" y="25784"/>
                  </a:lnTo>
                  <a:lnTo>
                    <a:pt x="404113" y="35484"/>
                  </a:lnTo>
                  <a:lnTo>
                    <a:pt x="350904" y="46478"/>
                  </a:lnTo>
                  <a:lnTo>
                    <a:pt x="299506" y="58806"/>
                  </a:lnTo>
                  <a:lnTo>
                    <a:pt x="250033" y="72421"/>
                  </a:lnTo>
                  <a:lnTo>
                    <a:pt x="202599" y="87274"/>
                  </a:lnTo>
                  <a:lnTo>
                    <a:pt x="157318" y="103321"/>
                  </a:lnTo>
                  <a:lnTo>
                    <a:pt x="114303" y="120514"/>
                  </a:lnTo>
                  <a:lnTo>
                    <a:pt x="73669" y="138805"/>
                  </a:lnTo>
                  <a:lnTo>
                    <a:pt x="35530" y="158149"/>
                  </a:lnTo>
                  <a:lnTo>
                    <a:pt x="0" y="17849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594660" y="3398488"/>
              <a:ext cx="126364" cy="113664"/>
            </a:xfrm>
            <a:custGeom>
              <a:avLst/>
              <a:gdLst/>
              <a:ahLst/>
              <a:cxnLst/>
              <a:rect l="l" t="t" r="r" b="b"/>
              <a:pathLst>
                <a:path w="126364" h="113664">
                  <a:moveTo>
                    <a:pt x="59461" y="0"/>
                  </a:moveTo>
                  <a:lnTo>
                    <a:pt x="0" y="113118"/>
                  </a:lnTo>
                  <a:lnTo>
                    <a:pt x="126174" y="92811"/>
                  </a:lnTo>
                  <a:lnTo>
                    <a:pt x="594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38751" y="3036442"/>
              <a:ext cx="389255" cy="546735"/>
            </a:xfrm>
            <a:custGeom>
              <a:avLst/>
              <a:gdLst/>
              <a:ahLst/>
              <a:cxnLst/>
              <a:rect l="l" t="t" r="r" b="b"/>
              <a:pathLst>
                <a:path w="389255" h="546735">
                  <a:moveTo>
                    <a:pt x="388962" y="546328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83519" y="2958840"/>
              <a:ext cx="113030" cy="126364"/>
            </a:xfrm>
            <a:custGeom>
              <a:avLst/>
              <a:gdLst/>
              <a:ahLst/>
              <a:cxnLst/>
              <a:rect l="l" t="t" r="r" b="b"/>
              <a:pathLst>
                <a:path w="113029" h="126364">
                  <a:moveTo>
                    <a:pt x="0" y="0"/>
                  </a:moveTo>
                  <a:lnTo>
                    <a:pt x="19723" y="126263"/>
                  </a:lnTo>
                  <a:lnTo>
                    <a:pt x="112839" y="599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77585" y="4193285"/>
              <a:ext cx="549910" cy="207010"/>
            </a:xfrm>
            <a:custGeom>
              <a:avLst/>
              <a:gdLst/>
              <a:ahLst/>
              <a:cxnLst/>
              <a:rect l="l" t="t" r="r" b="b"/>
              <a:pathLst>
                <a:path w="549910" h="207010">
                  <a:moveTo>
                    <a:pt x="549770" y="0"/>
                  </a:moveTo>
                  <a:lnTo>
                    <a:pt x="0" y="206883"/>
                  </a:lnTo>
                </a:path>
              </a:pathLst>
            </a:custGeom>
            <a:ln w="381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88443" y="4339969"/>
              <a:ext cx="127635" cy="107314"/>
            </a:xfrm>
            <a:custGeom>
              <a:avLst/>
              <a:gdLst/>
              <a:ahLst/>
              <a:cxnLst/>
              <a:rect l="l" t="t" r="r" b="b"/>
              <a:pathLst>
                <a:path w="127634" h="107314">
                  <a:moveTo>
                    <a:pt x="86842" y="0"/>
                  </a:moveTo>
                  <a:lnTo>
                    <a:pt x="0" y="93751"/>
                  </a:lnTo>
                  <a:lnTo>
                    <a:pt x="127101" y="106972"/>
                  </a:lnTo>
                  <a:lnTo>
                    <a:pt x="868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874257" y="2941373"/>
              <a:ext cx="434340" cy="441325"/>
            </a:xfrm>
            <a:custGeom>
              <a:avLst/>
              <a:gdLst/>
              <a:ahLst/>
              <a:cxnLst/>
              <a:rect l="l" t="t" r="r" b="b"/>
              <a:pathLst>
                <a:path w="434339" h="441325">
                  <a:moveTo>
                    <a:pt x="0" y="441071"/>
                  </a:moveTo>
                  <a:lnTo>
                    <a:pt x="434213" y="0"/>
                  </a:lnTo>
                </a:path>
              </a:pathLst>
            </a:custGeom>
            <a:ln w="3809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254382" y="2873498"/>
              <a:ext cx="121285" cy="121920"/>
            </a:xfrm>
            <a:custGeom>
              <a:avLst/>
              <a:gdLst/>
              <a:ahLst/>
              <a:cxnLst/>
              <a:rect l="l" t="t" r="r" b="b"/>
              <a:pathLst>
                <a:path w="121285" h="121919">
                  <a:moveTo>
                    <a:pt x="120916" y="0"/>
                  </a:moveTo>
                  <a:lnTo>
                    <a:pt x="0" y="41363"/>
                  </a:lnTo>
                  <a:lnTo>
                    <a:pt x="81457" y="121551"/>
                  </a:lnTo>
                  <a:lnTo>
                    <a:pt x="1209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165342" y="4120133"/>
              <a:ext cx="480695" cy="213995"/>
            </a:xfrm>
            <a:custGeom>
              <a:avLst/>
              <a:gdLst/>
              <a:ahLst/>
              <a:cxnLst/>
              <a:rect l="l" t="t" r="r" b="b"/>
              <a:pathLst>
                <a:path w="480695" h="213995">
                  <a:moveTo>
                    <a:pt x="0" y="0"/>
                  </a:moveTo>
                  <a:lnTo>
                    <a:pt x="480580" y="213537"/>
                  </a:lnTo>
                </a:path>
              </a:pathLst>
            </a:custGeom>
            <a:ln w="3809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605308" y="4273708"/>
              <a:ext cx="128270" cy="104775"/>
            </a:xfrm>
            <a:custGeom>
              <a:avLst/>
              <a:gdLst/>
              <a:ahLst/>
              <a:cxnLst/>
              <a:rect l="l" t="t" r="r" b="b"/>
              <a:pathLst>
                <a:path w="128270" h="104775">
                  <a:moveTo>
                    <a:pt x="46418" y="0"/>
                  </a:moveTo>
                  <a:lnTo>
                    <a:pt x="0" y="104444"/>
                  </a:lnTo>
                  <a:lnTo>
                    <a:pt x="127660" y="98640"/>
                  </a:lnTo>
                  <a:lnTo>
                    <a:pt x="464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4695235" y="2938853"/>
            <a:ext cx="129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3404668" y="4256434"/>
            <a:ext cx="554990" cy="448309"/>
            <a:chOff x="3404668" y="4256434"/>
            <a:chExt cx="554990" cy="448309"/>
          </a:xfrm>
        </p:grpSpPr>
        <p:sp>
          <p:nvSpPr>
            <p:cNvPr id="51" name="object 51" descr=""/>
            <p:cNvSpPr/>
            <p:nvPr/>
          </p:nvSpPr>
          <p:spPr>
            <a:xfrm>
              <a:off x="3423718" y="4275484"/>
              <a:ext cx="492125" cy="410209"/>
            </a:xfrm>
            <a:custGeom>
              <a:avLst/>
              <a:gdLst/>
              <a:ahLst/>
              <a:cxnLst/>
              <a:rect l="l" t="t" r="r" b="b"/>
              <a:pathLst>
                <a:path w="492125" h="410210">
                  <a:moveTo>
                    <a:pt x="42945" y="0"/>
                  </a:moveTo>
                  <a:lnTo>
                    <a:pt x="21059" y="39926"/>
                  </a:lnTo>
                  <a:lnTo>
                    <a:pt x="6803" y="82275"/>
                  </a:lnTo>
                  <a:lnTo>
                    <a:pt x="0" y="126027"/>
                  </a:lnTo>
                  <a:lnTo>
                    <a:pt x="471" y="170163"/>
                  </a:lnTo>
                  <a:lnTo>
                    <a:pt x="8040" y="213664"/>
                  </a:lnTo>
                  <a:lnTo>
                    <a:pt x="22530" y="255509"/>
                  </a:lnTo>
                  <a:lnTo>
                    <a:pt x="43762" y="294680"/>
                  </a:lnTo>
                  <a:lnTo>
                    <a:pt x="71560" y="330157"/>
                  </a:lnTo>
                  <a:lnTo>
                    <a:pt x="105746" y="360921"/>
                  </a:lnTo>
                  <a:lnTo>
                    <a:pt x="144437" y="384971"/>
                  </a:lnTo>
                  <a:lnTo>
                    <a:pt x="185231" y="401084"/>
                  </a:lnTo>
                  <a:lnTo>
                    <a:pt x="227159" y="409419"/>
                  </a:lnTo>
                  <a:lnTo>
                    <a:pt x="269255" y="410133"/>
                  </a:lnTo>
                  <a:lnTo>
                    <a:pt x="310550" y="403385"/>
                  </a:lnTo>
                  <a:lnTo>
                    <a:pt x="350076" y="389334"/>
                  </a:lnTo>
                  <a:lnTo>
                    <a:pt x="386867" y="368137"/>
                  </a:lnTo>
                  <a:lnTo>
                    <a:pt x="419953" y="339953"/>
                  </a:lnTo>
                  <a:lnTo>
                    <a:pt x="448367" y="304939"/>
                  </a:lnTo>
                  <a:lnTo>
                    <a:pt x="471861" y="261181"/>
                  </a:lnTo>
                  <a:lnTo>
                    <a:pt x="486345" y="214331"/>
                  </a:lnTo>
                  <a:lnTo>
                    <a:pt x="491901" y="165781"/>
                  </a:lnTo>
                  <a:lnTo>
                    <a:pt x="488613" y="116920"/>
                  </a:lnTo>
                  <a:lnTo>
                    <a:pt x="476561" y="6913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853319" y="4261535"/>
              <a:ext cx="106045" cy="127635"/>
            </a:xfrm>
            <a:custGeom>
              <a:avLst/>
              <a:gdLst/>
              <a:ahLst/>
              <a:cxnLst/>
              <a:rect l="l" t="t" r="r" b="b"/>
              <a:pathLst>
                <a:path w="106045" h="127635">
                  <a:moveTo>
                    <a:pt x="0" y="0"/>
                  </a:moveTo>
                  <a:lnTo>
                    <a:pt x="6489" y="127622"/>
                  </a:lnTo>
                  <a:lnTo>
                    <a:pt x="105994" y="71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3505254" y="4685605"/>
            <a:ext cx="344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𝑏,</a:t>
            </a:r>
            <a:r>
              <a:rPr dirty="0" sz="1800" spc="-65">
                <a:latin typeface="Cambria Math"/>
                <a:cs typeface="Cambria Math"/>
              </a:rPr>
              <a:t> </a:t>
            </a: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7589484" y="2186190"/>
            <a:ext cx="31813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If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you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in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𝑞</a:t>
            </a:r>
            <a:r>
              <a:rPr dirty="0" baseline="-16260" sz="3075" spc="-37">
                <a:latin typeface="Cambria Math"/>
                <a:cs typeface="Cambria Math"/>
              </a:rPr>
              <a:t>1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7781694" y="2853206"/>
            <a:ext cx="17037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60">
                <a:latin typeface="Franklin Gothic Medium"/>
                <a:cs typeface="Franklin Gothic Medium"/>
              </a:rPr>
              <a:t>You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read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80">
                <a:latin typeface="Cambria Math"/>
                <a:cs typeface="Cambria Math"/>
              </a:rPr>
              <a:t>"𝑎𝑎</a:t>
            </a:r>
            <a:r>
              <a:rPr dirty="0" sz="2400" spc="-80">
                <a:latin typeface="Franklin Gothic Medium"/>
                <a:cs typeface="Franklin Gothic Medium"/>
              </a:rPr>
              <a:t>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6" name="object 56" descr=""/>
          <p:cNvSpPr/>
          <p:nvPr/>
        </p:nvSpPr>
        <p:spPr>
          <a:xfrm>
            <a:off x="9591125" y="2942305"/>
            <a:ext cx="918844" cy="283845"/>
          </a:xfrm>
          <a:custGeom>
            <a:avLst/>
            <a:gdLst/>
            <a:ahLst/>
            <a:cxnLst/>
            <a:rect l="l" t="t" r="r" b="b"/>
            <a:pathLst>
              <a:path w="918845" h="283844">
                <a:moveTo>
                  <a:pt x="827722" y="0"/>
                </a:moveTo>
                <a:lnTo>
                  <a:pt x="823849" y="0"/>
                </a:lnTo>
                <a:lnTo>
                  <a:pt x="823849" y="11315"/>
                </a:lnTo>
                <a:lnTo>
                  <a:pt x="826084" y="11315"/>
                </a:lnTo>
                <a:lnTo>
                  <a:pt x="836288" y="12017"/>
                </a:lnTo>
                <a:lnTo>
                  <a:pt x="869021" y="37447"/>
                </a:lnTo>
                <a:lnTo>
                  <a:pt x="872070" y="59677"/>
                </a:lnTo>
                <a:lnTo>
                  <a:pt x="871980" y="62357"/>
                </a:lnTo>
                <a:lnTo>
                  <a:pt x="871885" y="65194"/>
                </a:lnTo>
                <a:lnTo>
                  <a:pt x="871327" y="71326"/>
                </a:lnTo>
                <a:lnTo>
                  <a:pt x="870399" y="78072"/>
                </a:lnTo>
                <a:lnTo>
                  <a:pt x="869099" y="85432"/>
                </a:lnTo>
                <a:lnTo>
                  <a:pt x="867105" y="95643"/>
                </a:lnTo>
                <a:lnTo>
                  <a:pt x="866114" y="102933"/>
                </a:lnTo>
                <a:lnTo>
                  <a:pt x="866114" y="115735"/>
                </a:lnTo>
                <a:lnTo>
                  <a:pt x="868591" y="122656"/>
                </a:lnTo>
                <a:lnTo>
                  <a:pt x="878522" y="133477"/>
                </a:lnTo>
                <a:lnTo>
                  <a:pt x="884428" y="137464"/>
                </a:lnTo>
                <a:lnTo>
                  <a:pt x="891273" y="140042"/>
                </a:lnTo>
                <a:lnTo>
                  <a:pt x="891273" y="142722"/>
                </a:lnTo>
                <a:lnTo>
                  <a:pt x="884428" y="145300"/>
                </a:lnTo>
                <a:lnTo>
                  <a:pt x="878522" y="149301"/>
                </a:lnTo>
                <a:lnTo>
                  <a:pt x="868591" y="160108"/>
                </a:lnTo>
                <a:lnTo>
                  <a:pt x="866114" y="167030"/>
                </a:lnTo>
                <a:lnTo>
                  <a:pt x="866114" y="179832"/>
                </a:lnTo>
                <a:lnTo>
                  <a:pt x="867105" y="187121"/>
                </a:lnTo>
                <a:lnTo>
                  <a:pt x="869099" y="197345"/>
                </a:lnTo>
                <a:lnTo>
                  <a:pt x="870399" y="204705"/>
                </a:lnTo>
                <a:lnTo>
                  <a:pt x="871327" y="211450"/>
                </a:lnTo>
                <a:lnTo>
                  <a:pt x="871885" y="217578"/>
                </a:lnTo>
                <a:lnTo>
                  <a:pt x="871980" y="220408"/>
                </a:lnTo>
                <a:lnTo>
                  <a:pt x="872070" y="223088"/>
                </a:lnTo>
                <a:lnTo>
                  <a:pt x="871321" y="235372"/>
                </a:lnTo>
                <a:lnTo>
                  <a:pt x="871308" y="235575"/>
                </a:lnTo>
                <a:lnTo>
                  <a:pt x="869021" y="246100"/>
                </a:lnTo>
                <a:lnTo>
                  <a:pt x="836288" y="271801"/>
                </a:lnTo>
                <a:lnTo>
                  <a:pt x="826084" y="272503"/>
                </a:lnTo>
                <a:lnTo>
                  <a:pt x="823849" y="272503"/>
                </a:lnTo>
                <a:lnTo>
                  <a:pt x="823849" y="283819"/>
                </a:lnTo>
                <a:lnTo>
                  <a:pt x="827722" y="283819"/>
                </a:lnTo>
                <a:lnTo>
                  <a:pt x="844107" y="282590"/>
                </a:lnTo>
                <a:lnTo>
                  <a:pt x="880033" y="267817"/>
                </a:lnTo>
                <a:lnTo>
                  <a:pt x="896234" y="235575"/>
                </a:lnTo>
                <a:lnTo>
                  <a:pt x="896285" y="235372"/>
                </a:lnTo>
                <a:lnTo>
                  <a:pt x="897369" y="220408"/>
                </a:lnTo>
                <a:lnTo>
                  <a:pt x="897272" y="217578"/>
                </a:lnTo>
                <a:lnTo>
                  <a:pt x="897150" y="214021"/>
                </a:lnTo>
                <a:lnTo>
                  <a:pt x="896494" y="207206"/>
                </a:lnTo>
                <a:lnTo>
                  <a:pt x="895402" y="199963"/>
                </a:lnTo>
                <a:lnTo>
                  <a:pt x="893876" y="192290"/>
                </a:lnTo>
                <a:lnTo>
                  <a:pt x="891540" y="181775"/>
                </a:lnTo>
                <a:lnTo>
                  <a:pt x="890371" y="174726"/>
                </a:lnTo>
                <a:lnTo>
                  <a:pt x="890371" y="164312"/>
                </a:lnTo>
                <a:lnTo>
                  <a:pt x="892733" y="158724"/>
                </a:lnTo>
                <a:lnTo>
                  <a:pt x="902157" y="150088"/>
                </a:lnTo>
                <a:lnTo>
                  <a:pt x="909281" y="147789"/>
                </a:lnTo>
                <a:lnTo>
                  <a:pt x="918806" y="147485"/>
                </a:lnTo>
                <a:lnTo>
                  <a:pt x="918806" y="135280"/>
                </a:lnTo>
                <a:lnTo>
                  <a:pt x="909281" y="134988"/>
                </a:lnTo>
                <a:lnTo>
                  <a:pt x="902157" y="132676"/>
                </a:lnTo>
                <a:lnTo>
                  <a:pt x="892733" y="124053"/>
                </a:lnTo>
                <a:lnTo>
                  <a:pt x="890371" y="118465"/>
                </a:lnTo>
                <a:lnTo>
                  <a:pt x="890371" y="108051"/>
                </a:lnTo>
                <a:lnTo>
                  <a:pt x="891540" y="101003"/>
                </a:lnTo>
                <a:lnTo>
                  <a:pt x="893876" y="90487"/>
                </a:lnTo>
                <a:lnTo>
                  <a:pt x="895402" y="82814"/>
                </a:lnTo>
                <a:lnTo>
                  <a:pt x="896494" y="75569"/>
                </a:lnTo>
                <a:lnTo>
                  <a:pt x="897150" y="68750"/>
                </a:lnTo>
                <a:lnTo>
                  <a:pt x="897272" y="65194"/>
                </a:lnTo>
                <a:lnTo>
                  <a:pt x="897369" y="62357"/>
                </a:lnTo>
                <a:lnTo>
                  <a:pt x="896285" y="47850"/>
                </a:lnTo>
                <a:lnTo>
                  <a:pt x="870263" y="9222"/>
                </a:lnTo>
                <a:lnTo>
                  <a:pt x="844107" y="1221"/>
                </a:lnTo>
                <a:lnTo>
                  <a:pt x="827722" y="0"/>
                </a:lnTo>
                <a:close/>
              </a:path>
              <a:path w="918845" h="283844">
                <a:moveTo>
                  <a:pt x="94957" y="0"/>
                </a:moveTo>
                <a:lnTo>
                  <a:pt x="91084" y="0"/>
                </a:lnTo>
                <a:lnTo>
                  <a:pt x="74699" y="1221"/>
                </a:lnTo>
                <a:lnTo>
                  <a:pt x="38773" y="16002"/>
                </a:lnTo>
                <a:lnTo>
                  <a:pt x="22573" y="47561"/>
                </a:lnTo>
                <a:lnTo>
                  <a:pt x="22521" y="47764"/>
                </a:lnTo>
                <a:lnTo>
                  <a:pt x="21638" y="59524"/>
                </a:lnTo>
                <a:lnTo>
                  <a:pt x="21654" y="68598"/>
                </a:lnTo>
                <a:lnTo>
                  <a:pt x="22307" y="75417"/>
                </a:lnTo>
                <a:lnTo>
                  <a:pt x="23398" y="82662"/>
                </a:lnTo>
                <a:lnTo>
                  <a:pt x="24930" y="90335"/>
                </a:lnTo>
                <a:lnTo>
                  <a:pt x="27266" y="100850"/>
                </a:lnTo>
                <a:lnTo>
                  <a:pt x="28422" y="107899"/>
                </a:lnTo>
                <a:lnTo>
                  <a:pt x="28422" y="118313"/>
                </a:lnTo>
                <a:lnTo>
                  <a:pt x="26073" y="123901"/>
                </a:lnTo>
                <a:lnTo>
                  <a:pt x="16649" y="132537"/>
                </a:lnTo>
                <a:lnTo>
                  <a:pt x="9525" y="134835"/>
                </a:lnTo>
                <a:lnTo>
                  <a:pt x="0" y="135140"/>
                </a:lnTo>
                <a:lnTo>
                  <a:pt x="0" y="147345"/>
                </a:lnTo>
                <a:lnTo>
                  <a:pt x="9525" y="147637"/>
                </a:lnTo>
                <a:lnTo>
                  <a:pt x="16649" y="149948"/>
                </a:lnTo>
                <a:lnTo>
                  <a:pt x="26073" y="158572"/>
                </a:lnTo>
                <a:lnTo>
                  <a:pt x="28422" y="164160"/>
                </a:lnTo>
                <a:lnTo>
                  <a:pt x="28422" y="174574"/>
                </a:lnTo>
                <a:lnTo>
                  <a:pt x="27266" y="181622"/>
                </a:lnTo>
                <a:lnTo>
                  <a:pt x="24930" y="192138"/>
                </a:lnTo>
                <a:lnTo>
                  <a:pt x="23398" y="199810"/>
                </a:lnTo>
                <a:lnTo>
                  <a:pt x="22307" y="207056"/>
                </a:lnTo>
                <a:lnTo>
                  <a:pt x="21654" y="213874"/>
                </a:lnTo>
                <a:lnTo>
                  <a:pt x="21533" y="217431"/>
                </a:lnTo>
                <a:lnTo>
                  <a:pt x="21437" y="220268"/>
                </a:lnTo>
                <a:lnTo>
                  <a:pt x="22521" y="235292"/>
                </a:lnTo>
                <a:lnTo>
                  <a:pt x="48543" y="274589"/>
                </a:lnTo>
                <a:lnTo>
                  <a:pt x="91084" y="283819"/>
                </a:lnTo>
                <a:lnTo>
                  <a:pt x="94957" y="283819"/>
                </a:lnTo>
                <a:lnTo>
                  <a:pt x="94957" y="272503"/>
                </a:lnTo>
                <a:lnTo>
                  <a:pt x="92722" y="272503"/>
                </a:lnTo>
                <a:lnTo>
                  <a:pt x="82516" y="271801"/>
                </a:lnTo>
                <a:lnTo>
                  <a:pt x="49785" y="246068"/>
                </a:lnTo>
                <a:lnTo>
                  <a:pt x="46736" y="222948"/>
                </a:lnTo>
                <a:lnTo>
                  <a:pt x="46826" y="220268"/>
                </a:lnTo>
                <a:lnTo>
                  <a:pt x="46921" y="217431"/>
                </a:lnTo>
                <a:lnTo>
                  <a:pt x="47478" y="211299"/>
                </a:lnTo>
                <a:lnTo>
                  <a:pt x="48407" y="204553"/>
                </a:lnTo>
                <a:lnTo>
                  <a:pt x="49707" y="197192"/>
                </a:lnTo>
                <a:lnTo>
                  <a:pt x="51701" y="186982"/>
                </a:lnTo>
                <a:lnTo>
                  <a:pt x="52692" y="179679"/>
                </a:lnTo>
                <a:lnTo>
                  <a:pt x="52692" y="166890"/>
                </a:lnTo>
                <a:lnTo>
                  <a:pt x="50203" y="159969"/>
                </a:lnTo>
                <a:lnTo>
                  <a:pt x="40284" y="149148"/>
                </a:lnTo>
                <a:lnTo>
                  <a:pt x="34378" y="145161"/>
                </a:lnTo>
                <a:lnTo>
                  <a:pt x="27533" y="142582"/>
                </a:lnTo>
                <a:lnTo>
                  <a:pt x="27533" y="139903"/>
                </a:lnTo>
                <a:lnTo>
                  <a:pt x="34378" y="137325"/>
                </a:lnTo>
                <a:lnTo>
                  <a:pt x="40284" y="133324"/>
                </a:lnTo>
                <a:lnTo>
                  <a:pt x="50203" y="122504"/>
                </a:lnTo>
                <a:lnTo>
                  <a:pt x="52692" y="115595"/>
                </a:lnTo>
                <a:lnTo>
                  <a:pt x="52692" y="102793"/>
                </a:lnTo>
                <a:lnTo>
                  <a:pt x="51701" y="95504"/>
                </a:lnTo>
                <a:lnTo>
                  <a:pt x="49707" y="85280"/>
                </a:lnTo>
                <a:lnTo>
                  <a:pt x="48407" y="77920"/>
                </a:lnTo>
                <a:lnTo>
                  <a:pt x="47478" y="71173"/>
                </a:lnTo>
                <a:lnTo>
                  <a:pt x="46921" y="65042"/>
                </a:lnTo>
                <a:lnTo>
                  <a:pt x="46826" y="62204"/>
                </a:lnTo>
                <a:lnTo>
                  <a:pt x="46736" y="59524"/>
                </a:lnTo>
                <a:lnTo>
                  <a:pt x="47485" y="47764"/>
                </a:lnTo>
                <a:lnTo>
                  <a:pt x="73483" y="14123"/>
                </a:lnTo>
                <a:lnTo>
                  <a:pt x="92722" y="11315"/>
                </a:lnTo>
                <a:lnTo>
                  <a:pt x="94957" y="11315"/>
                </a:lnTo>
                <a:lnTo>
                  <a:pt x="949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9620191" y="3489906"/>
            <a:ext cx="1322705" cy="283845"/>
          </a:xfrm>
          <a:custGeom>
            <a:avLst/>
            <a:gdLst/>
            <a:ahLst/>
            <a:cxnLst/>
            <a:rect l="l" t="t" r="r" b="b"/>
            <a:pathLst>
              <a:path w="1322704" h="283845">
                <a:moveTo>
                  <a:pt x="1231582" y="0"/>
                </a:moveTo>
                <a:lnTo>
                  <a:pt x="1227708" y="0"/>
                </a:lnTo>
                <a:lnTo>
                  <a:pt x="1227708" y="11315"/>
                </a:lnTo>
                <a:lnTo>
                  <a:pt x="1229944" y="11315"/>
                </a:lnTo>
                <a:lnTo>
                  <a:pt x="1240148" y="12017"/>
                </a:lnTo>
                <a:lnTo>
                  <a:pt x="1272881" y="37447"/>
                </a:lnTo>
                <a:lnTo>
                  <a:pt x="1275930" y="59677"/>
                </a:lnTo>
                <a:lnTo>
                  <a:pt x="1275840" y="62357"/>
                </a:lnTo>
                <a:lnTo>
                  <a:pt x="1275745" y="65194"/>
                </a:lnTo>
                <a:lnTo>
                  <a:pt x="1275187" y="71326"/>
                </a:lnTo>
                <a:lnTo>
                  <a:pt x="1274259" y="78072"/>
                </a:lnTo>
                <a:lnTo>
                  <a:pt x="1272959" y="85432"/>
                </a:lnTo>
                <a:lnTo>
                  <a:pt x="1270965" y="95643"/>
                </a:lnTo>
                <a:lnTo>
                  <a:pt x="1269974" y="102933"/>
                </a:lnTo>
                <a:lnTo>
                  <a:pt x="1269974" y="115735"/>
                </a:lnTo>
                <a:lnTo>
                  <a:pt x="1272451" y="122656"/>
                </a:lnTo>
                <a:lnTo>
                  <a:pt x="1282382" y="133477"/>
                </a:lnTo>
                <a:lnTo>
                  <a:pt x="1288287" y="137464"/>
                </a:lnTo>
                <a:lnTo>
                  <a:pt x="1295133" y="140042"/>
                </a:lnTo>
                <a:lnTo>
                  <a:pt x="1295133" y="142722"/>
                </a:lnTo>
                <a:lnTo>
                  <a:pt x="1288287" y="145300"/>
                </a:lnTo>
                <a:lnTo>
                  <a:pt x="1282382" y="149301"/>
                </a:lnTo>
                <a:lnTo>
                  <a:pt x="1272451" y="160108"/>
                </a:lnTo>
                <a:lnTo>
                  <a:pt x="1269974" y="167030"/>
                </a:lnTo>
                <a:lnTo>
                  <a:pt x="1269974" y="179832"/>
                </a:lnTo>
                <a:lnTo>
                  <a:pt x="1270965" y="187121"/>
                </a:lnTo>
                <a:lnTo>
                  <a:pt x="1272959" y="197345"/>
                </a:lnTo>
                <a:lnTo>
                  <a:pt x="1274259" y="204705"/>
                </a:lnTo>
                <a:lnTo>
                  <a:pt x="1275187" y="211450"/>
                </a:lnTo>
                <a:lnTo>
                  <a:pt x="1275745" y="217578"/>
                </a:lnTo>
                <a:lnTo>
                  <a:pt x="1275840" y="220408"/>
                </a:lnTo>
                <a:lnTo>
                  <a:pt x="1275930" y="223088"/>
                </a:lnTo>
                <a:lnTo>
                  <a:pt x="1275181" y="235372"/>
                </a:lnTo>
                <a:lnTo>
                  <a:pt x="1275168" y="235575"/>
                </a:lnTo>
                <a:lnTo>
                  <a:pt x="1272881" y="246100"/>
                </a:lnTo>
                <a:lnTo>
                  <a:pt x="1240148" y="271801"/>
                </a:lnTo>
                <a:lnTo>
                  <a:pt x="1229944" y="272503"/>
                </a:lnTo>
                <a:lnTo>
                  <a:pt x="1227708" y="272503"/>
                </a:lnTo>
                <a:lnTo>
                  <a:pt x="1227708" y="283819"/>
                </a:lnTo>
                <a:lnTo>
                  <a:pt x="1231582" y="283819"/>
                </a:lnTo>
                <a:lnTo>
                  <a:pt x="1247967" y="282590"/>
                </a:lnTo>
                <a:lnTo>
                  <a:pt x="1283893" y="267817"/>
                </a:lnTo>
                <a:lnTo>
                  <a:pt x="1300094" y="235575"/>
                </a:lnTo>
                <a:lnTo>
                  <a:pt x="1300145" y="235372"/>
                </a:lnTo>
                <a:lnTo>
                  <a:pt x="1301229" y="220408"/>
                </a:lnTo>
                <a:lnTo>
                  <a:pt x="1301132" y="217578"/>
                </a:lnTo>
                <a:lnTo>
                  <a:pt x="1301010" y="214021"/>
                </a:lnTo>
                <a:lnTo>
                  <a:pt x="1300354" y="207206"/>
                </a:lnTo>
                <a:lnTo>
                  <a:pt x="1299262" y="199963"/>
                </a:lnTo>
                <a:lnTo>
                  <a:pt x="1297736" y="192290"/>
                </a:lnTo>
                <a:lnTo>
                  <a:pt x="1295399" y="181775"/>
                </a:lnTo>
                <a:lnTo>
                  <a:pt x="1294231" y="174726"/>
                </a:lnTo>
                <a:lnTo>
                  <a:pt x="1294231" y="164312"/>
                </a:lnTo>
                <a:lnTo>
                  <a:pt x="1296593" y="158724"/>
                </a:lnTo>
                <a:lnTo>
                  <a:pt x="1306017" y="150088"/>
                </a:lnTo>
                <a:lnTo>
                  <a:pt x="1313141" y="147789"/>
                </a:lnTo>
                <a:lnTo>
                  <a:pt x="1322666" y="147485"/>
                </a:lnTo>
                <a:lnTo>
                  <a:pt x="1322666" y="135280"/>
                </a:lnTo>
                <a:lnTo>
                  <a:pt x="1313141" y="134988"/>
                </a:lnTo>
                <a:lnTo>
                  <a:pt x="1306017" y="132676"/>
                </a:lnTo>
                <a:lnTo>
                  <a:pt x="1296593" y="124053"/>
                </a:lnTo>
                <a:lnTo>
                  <a:pt x="1294231" y="118465"/>
                </a:lnTo>
                <a:lnTo>
                  <a:pt x="1294231" y="108051"/>
                </a:lnTo>
                <a:lnTo>
                  <a:pt x="1295399" y="101003"/>
                </a:lnTo>
                <a:lnTo>
                  <a:pt x="1297736" y="90487"/>
                </a:lnTo>
                <a:lnTo>
                  <a:pt x="1299262" y="82814"/>
                </a:lnTo>
                <a:lnTo>
                  <a:pt x="1300354" y="75569"/>
                </a:lnTo>
                <a:lnTo>
                  <a:pt x="1301010" y="68750"/>
                </a:lnTo>
                <a:lnTo>
                  <a:pt x="1301132" y="65194"/>
                </a:lnTo>
                <a:lnTo>
                  <a:pt x="1301229" y="62357"/>
                </a:lnTo>
                <a:lnTo>
                  <a:pt x="1300145" y="47850"/>
                </a:lnTo>
                <a:lnTo>
                  <a:pt x="1274123" y="9222"/>
                </a:lnTo>
                <a:lnTo>
                  <a:pt x="1247967" y="1221"/>
                </a:lnTo>
                <a:lnTo>
                  <a:pt x="1231582" y="0"/>
                </a:lnTo>
                <a:close/>
              </a:path>
              <a:path w="1322704" h="283845">
                <a:moveTo>
                  <a:pt x="94957" y="0"/>
                </a:moveTo>
                <a:lnTo>
                  <a:pt x="91084" y="0"/>
                </a:lnTo>
                <a:lnTo>
                  <a:pt x="74699" y="1221"/>
                </a:lnTo>
                <a:lnTo>
                  <a:pt x="38773" y="16002"/>
                </a:lnTo>
                <a:lnTo>
                  <a:pt x="21638" y="59524"/>
                </a:lnTo>
                <a:lnTo>
                  <a:pt x="21654" y="68598"/>
                </a:lnTo>
                <a:lnTo>
                  <a:pt x="22307" y="75417"/>
                </a:lnTo>
                <a:lnTo>
                  <a:pt x="23398" y="82662"/>
                </a:lnTo>
                <a:lnTo>
                  <a:pt x="24930" y="90335"/>
                </a:lnTo>
                <a:lnTo>
                  <a:pt x="27266" y="100850"/>
                </a:lnTo>
                <a:lnTo>
                  <a:pt x="28422" y="107899"/>
                </a:lnTo>
                <a:lnTo>
                  <a:pt x="28422" y="118313"/>
                </a:lnTo>
                <a:lnTo>
                  <a:pt x="26073" y="123901"/>
                </a:lnTo>
                <a:lnTo>
                  <a:pt x="16649" y="132537"/>
                </a:lnTo>
                <a:lnTo>
                  <a:pt x="9524" y="134835"/>
                </a:lnTo>
                <a:lnTo>
                  <a:pt x="0" y="135140"/>
                </a:lnTo>
                <a:lnTo>
                  <a:pt x="0" y="147345"/>
                </a:lnTo>
                <a:lnTo>
                  <a:pt x="9524" y="147637"/>
                </a:lnTo>
                <a:lnTo>
                  <a:pt x="16649" y="149948"/>
                </a:lnTo>
                <a:lnTo>
                  <a:pt x="26073" y="158572"/>
                </a:lnTo>
                <a:lnTo>
                  <a:pt x="28422" y="164160"/>
                </a:lnTo>
                <a:lnTo>
                  <a:pt x="28422" y="174574"/>
                </a:lnTo>
                <a:lnTo>
                  <a:pt x="27266" y="181622"/>
                </a:lnTo>
                <a:lnTo>
                  <a:pt x="24930" y="192138"/>
                </a:lnTo>
                <a:lnTo>
                  <a:pt x="23398" y="199810"/>
                </a:lnTo>
                <a:lnTo>
                  <a:pt x="22307" y="207056"/>
                </a:lnTo>
                <a:lnTo>
                  <a:pt x="21654" y="213874"/>
                </a:lnTo>
                <a:lnTo>
                  <a:pt x="21533" y="217431"/>
                </a:lnTo>
                <a:lnTo>
                  <a:pt x="21437" y="220268"/>
                </a:lnTo>
                <a:lnTo>
                  <a:pt x="31188" y="259066"/>
                </a:lnTo>
                <a:lnTo>
                  <a:pt x="74699" y="282590"/>
                </a:lnTo>
                <a:lnTo>
                  <a:pt x="91084" y="283819"/>
                </a:lnTo>
                <a:lnTo>
                  <a:pt x="94957" y="283819"/>
                </a:lnTo>
                <a:lnTo>
                  <a:pt x="94957" y="272503"/>
                </a:lnTo>
                <a:lnTo>
                  <a:pt x="92722" y="272503"/>
                </a:lnTo>
                <a:lnTo>
                  <a:pt x="82516" y="271801"/>
                </a:lnTo>
                <a:lnTo>
                  <a:pt x="49785" y="246068"/>
                </a:lnTo>
                <a:lnTo>
                  <a:pt x="46735" y="222948"/>
                </a:lnTo>
                <a:lnTo>
                  <a:pt x="46826" y="220268"/>
                </a:lnTo>
                <a:lnTo>
                  <a:pt x="46921" y="217431"/>
                </a:lnTo>
                <a:lnTo>
                  <a:pt x="47478" y="211299"/>
                </a:lnTo>
                <a:lnTo>
                  <a:pt x="48407" y="204553"/>
                </a:lnTo>
                <a:lnTo>
                  <a:pt x="49707" y="197192"/>
                </a:lnTo>
                <a:lnTo>
                  <a:pt x="51688" y="186982"/>
                </a:lnTo>
                <a:lnTo>
                  <a:pt x="52692" y="179679"/>
                </a:lnTo>
                <a:lnTo>
                  <a:pt x="52692" y="166890"/>
                </a:lnTo>
                <a:lnTo>
                  <a:pt x="50203" y="159969"/>
                </a:lnTo>
                <a:lnTo>
                  <a:pt x="40284" y="149148"/>
                </a:lnTo>
                <a:lnTo>
                  <a:pt x="34378" y="145161"/>
                </a:lnTo>
                <a:lnTo>
                  <a:pt x="27533" y="142582"/>
                </a:lnTo>
                <a:lnTo>
                  <a:pt x="27533" y="139903"/>
                </a:lnTo>
                <a:lnTo>
                  <a:pt x="34378" y="137325"/>
                </a:lnTo>
                <a:lnTo>
                  <a:pt x="40284" y="133324"/>
                </a:lnTo>
                <a:lnTo>
                  <a:pt x="50203" y="122504"/>
                </a:lnTo>
                <a:lnTo>
                  <a:pt x="52692" y="115595"/>
                </a:lnTo>
                <a:lnTo>
                  <a:pt x="52692" y="102793"/>
                </a:lnTo>
                <a:lnTo>
                  <a:pt x="51688" y="95504"/>
                </a:lnTo>
                <a:lnTo>
                  <a:pt x="49707" y="85280"/>
                </a:lnTo>
                <a:lnTo>
                  <a:pt x="48407" y="77920"/>
                </a:lnTo>
                <a:lnTo>
                  <a:pt x="47478" y="71173"/>
                </a:lnTo>
                <a:lnTo>
                  <a:pt x="46921" y="65042"/>
                </a:lnTo>
                <a:lnTo>
                  <a:pt x="46826" y="62204"/>
                </a:lnTo>
                <a:lnTo>
                  <a:pt x="46735" y="59524"/>
                </a:lnTo>
                <a:lnTo>
                  <a:pt x="58940" y="22542"/>
                </a:lnTo>
                <a:lnTo>
                  <a:pt x="92722" y="11315"/>
                </a:lnTo>
                <a:lnTo>
                  <a:pt x="94957" y="11315"/>
                </a:lnTo>
                <a:lnTo>
                  <a:pt x="949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 txBox="1"/>
          <p:nvPr/>
        </p:nvSpPr>
        <p:spPr>
          <a:xfrm>
            <a:off x="9656236" y="2670806"/>
            <a:ext cx="1209675" cy="1120775"/>
          </a:xfrm>
          <a:prstGeom prst="rect">
            <a:avLst/>
          </a:prstGeom>
        </p:spPr>
        <p:txBody>
          <a:bodyPr wrap="square" lIns="0" tIns="1943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30"/>
              </a:spcBef>
            </a:pPr>
            <a:r>
              <a:rPr dirty="0" sz="2400">
                <a:latin typeface="Cambria Math"/>
                <a:cs typeface="Cambria Math"/>
              </a:rPr>
              <a:t>𝑞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65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3</a:t>
            </a:r>
            <a:endParaRPr baseline="-15873" sz="2625">
              <a:latin typeface="Cambria Math"/>
              <a:cs typeface="Cambria Math"/>
            </a:endParaRPr>
          </a:p>
          <a:p>
            <a:pPr marL="66675">
              <a:lnSpc>
                <a:spcPct val="100000"/>
              </a:lnSpc>
              <a:spcBef>
                <a:spcPts val="1430"/>
              </a:spcBef>
            </a:pPr>
            <a:r>
              <a:rPr dirty="0" sz="2400">
                <a:latin typeface="Cambria Math"/>
                <a:cs typeface="Cambria Math"/>
              </a:rPr>
              <a:t>𝑞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9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𝑞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4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7810760" y="3234259"/>
            <a:ext cx="1708150" cy="1090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895" marR="5080" indent="-36830">
              <a:lnSpc>
                <a:spcPct val="145500"/>
              </a:lnSpc>
              <a:spcBef>
                <a:spcPts val="100"/>
              </a:spcBef>
            </a:pPr>
            <a:r>
              <a:rPr dirty="0" sz="2400" spc="-60">
                <a:latin typeface="Franklin Gothic Medium"/>
                <a:cs typeface="Franklin Gothic Medium"/>
              </a:rPr>
              <a:t>You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read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85">
                <a:latin typeface="Cambria Math"/>
                <a:cs typeface="Cambria Math"/>
              </a:rPr>
              <a:t>"𝑏𝑎</a:t>
            </a:r>
            <a:r>
              <a:rPr dirty="0" sz="2400" spc="-85">
                <a:latin typeface="Franklin Gothic Medium"/>
                <a:cs typeface="Franklin Gothic Medium"/>
              </a:rPr>
              <a:t>: </a:t>
            </a:r>
            <a:r>
              <a:rPr dirty="0" sz="2400" spc="-60">
                <a:latin typeface="Franklin Gothic Medium"/>
                <a:cs typeface="Franklin Gothic Medium"/>
              </a:rPr>
              <a:t>You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read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320">
                <a:latin typeface="Cambria Math"/>
                <a:cs typeface="Cambria Math"/>
              </a:rPr>
              <a:t>"𝜀𝜀𝑎</a:t>
            </a:r>
            <a:r>
              <a:rPr dirty="0" sz="2400" spc="-320">
                <a:latin typeface="Franklin Gothic Medium"/>
                <a:cs typeface="Franklin Gothic Medium"/>
              </a:rPr>
              <a:t>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60" name="object 60" descr=""/>
          <p:cNvSpPr/>
          <p:nvPr/>
        </p:nvSpPr>
        <p:spPr>
          <a:xfrm>
            <a:off x="9623197" y="4022773"/>
            <a:ext cx="911225" cy="283845"/>
          </a:xfrm>
          <a:custGeom>
            <a:avLst/>
            <a:gdLst/>
            <a:ahLst/>
            <a:cxnLst/>
            <a:rect l="l" t="t" r="r" b="b"/>
            <a:pathLst>
              <a:path w="911225" h="283845">
                <a:moveTo>
                  <a:pt x="820102" y="0"/>
                </a:moveTo>
                <a:lnTo>
                  <a:pt x="816228" y="0"/>
                </a:lnTo>
                <a:lnTo>
                  <a:pt x="816228" y="11315"/>
                </a:lnTo>
                <a:lnTo>
                  <a:pt x="818464" y="11315"/>
                </a:lnTo>
                <a:lnTo>
                  <a:pt x="828668" y="12017"/>
                </a:lnTo>
                <a:lnTo>
                  <a:pt x="861401" y="37447"/>
                </a:lnTo>
                <a:lnTo>
                  <a:pt x="864450" y="59677"/>
                </a:lnTo>
                <a:lnTo>
                  <a:pt x="864360" y="62357"/>
                </a:lnTo>
                <a:lnTo>
                  <a:pt x="864265" y="65194"/>
                </a:lnTo>
                <a:lnTo>
                  <a:pt x="863707" y="71326"/>
                </a:lnTo>
                <a:lnTo>
                  <a:pt x="862779" y="78072"/>
                </a:lnTo>
                <a:lnTo>
                  <a:pt x="861479" y="85432"/>
                </a:lnTo>
                <a:lnTo>
                  <a:pt x="859485" y="95643"/>
                </a:lnTo>
                <a:lnTo>
                  <a:pt x="858494" y="102933"/>
                </a:lnTo>
                <a:lnTo>
                  <a:pt x="858494" y="115735"/>
                </a:lnTo>
                <a:lnTo>
                  <a:pt x="860971" y="122656"/>
                </a:lnTo>
                <a:lnTo>
                  <a:pt x="870902" y="133477"/>
                </a:lnTo>
                <a:lnTo>
                  <a:pt x="876807" y="137464"/>
                </a:lnTo>
                <a:lnTo>
                  <a:pt x="883653" y="140042"/>
                </a:lnTo>
                <a:lnTo>
                  <a:pt x="883653" y="142722"/>
                </a:lnTo>
                <a:lnTo>
                  <a:pt x="876807" y="145300"/>
                </a:lnTo>
                <a:lnTo>
                  <a:pt x="870902" y="149301"/>
                </a:lnTo>
                <a:lnTo>
                  <a:pt x="860971" y="160108"/>
                </a:lnTo>
                <a:lnTo>
                  <a:pt x="858494" y="167030"/>
                </a:lnTo>
                <a:lnTo>
                  <a:pt x="858494" y="179832"/>
                </a:lnTo>
                <a:lnTo>
                  <a:pt x="859485" y="187121"/>
                </a:lnTo>
                <a:lnTo>
                  <a:pt x="861479" y="197345"/>
                </a:lnTo>
                <a:lnTo>
                  <a:pt x="862779" y="204705"/>
                </a:lnTo>
                <a:lnTo>
                  <a:pt x="863707" y="211450"/>
                </a:lnTo>
                <a:lnTo>
                  <a:pt x="864265" y="217578"/>
                </a:lnTo>
                <a:lnTo>
                  <a:pt x="864360" y="220408"/>
                </a:lnTo>
                <a:lnTo>
                  <a:pt x="864450" y="223088"/>
                </a:lnTo>
                <a:lnTo>
                  <a:pt x="863701" y="235372"/>
                </a:lnTo>
                <a:lnTo>
                  <a:pt x="863688" y="235575"/>
                </a:lnTo>
                <a:lnTo>
                  <a:pt x="861401" y="246100"/>
                </a:lnTo>
                <a:lnTo>
                  <a:pt x="828668" y="271801"/>
                </a:lnTo>
                <a:lnTo>
                  <a:pt x="818464" y="272503"/>
                </a:lnTo>
                <a:lnTo>
                  <a:pt x="816228" y="272503"/>
                </a:lnTo>
                <a:lnTo>
                  <a:pt x="816228" y="283819"/>
                </a:lnTo>
                <a:lnTo>
                  <a:pt x="820102" y="283819"/>
                </a:lnTo>
                <a:lnTo>
                  <a:pt x="836487" y="282590"/>
                </a:lnTo>
                <a:lnTo>
                  <a:pt x="872413" y="267817"/>
                </a:lnTo>
                <a:lnTo>
                  <a:pt x="888614" y="235575"/>
                </a:lnTo>
                <a:lnTo>
                  <a:pt x="888665" y="235372"/>
                </a:lnTo>
                <a:lnTo>
                  <a:pt x="889749" y="220408"/>
                </a:lnTo>
                <a:lnTo>
                  <a:pt x="889652" y="217578"/>
                </a:lnTo>
                <a:lnTo>
                  <a:pt x="889530" y="214021"/>
                </a:lnTo>
                <a:lnTo>
                  <a:pt x="888874" y="207206"/>
                </a:lnTo>
                <a:lnTo>
                  <a:pt x="887782" y="199963"/>
                </a:lnTo>
                <a:lnTo>
                  <a:pt x="886256" y="192290"/>
                </a:lnTo>
                <a:lnTo>
                  <a:pt x="883919" y="181775"/>
                </a:lnTo>
                <a:lnTo>
                  <a:pt x="882751" y="174726"/>
                </a:lnTo>
                <a:lnTo>
                  <a:pt x="882751" y="164312"/>
                </a:lnTo>
                <a:lnTo>
                  <a:pt x="885113" y="158724"/>
                </a:lnTo>
                <a:lnTo>
                  <a:pt x="894537" y="150088"/>
                </a:lnTo>
                <a:lnTo>
                  <a:pt x="901661" y="147789"/>
                </a:lnTo>
                <a:lnTo>
                  <a:pt x="911186" y="147485"/>
                </a:lnTo>
                <a:lnTo>
                  <a:pt x="911186" y="135280"/>
                </a:lnTo>
                <a:lnTo>
                  <a:pt x="901661" y="134988"/>
                </a:lnTo>
                <a:lnTo>
                  <a:pt x="894537" y="132676"/>
                </a:lnTo>
                <a:lnTo>
                  <a:pt x="885113" y="124053"/>
                </a:lnTo>
                <a:lnTo>
                  <a:pt x="882751" y="118465"/>
                </a:lnTo>
                <a:lnTo>
                  <a:pt x="882751" y="108051"/>
                </a:lnTo>
                <a:lnTo>
                  <a:pt x="883919" y="101003"/>
                </a:lnTo>
                <a:lnTo>
                  <a:pt x="886256" y="90487"/>
                </a:lnTo>
                <a:lnTo>
                  <a:pt x="887782" y="82814"/>
                </a:lnTo>
                <a:lnTo>
                  <a:pt x="888874" y="75569"/>
                </a:lnTo>
                <a:lnTo>
                  <a:pt x="889530" y="68750"/>
                </a:lnTo>
                <a:lnTo>
                  <a:pt x="889652" y="65194"/>
                </a:lnTo>
                <a:lnTo>
                  <a:pt x="889749" y="62357"/>
                </a:lnTo>
                <a:lnTo>
                  <a:pt x="888665" y="47850"/>
                </a:lnTo>
                <a:lnTo>
                  <a:pt x="862643" y="9222"/>
                </a:lnTo>
                <a:lnTo>
                  <a:pt x="836487" y="1221"/>
                </a:lnTo>
                <a:lnTo>
                  <a:pt x="820102" y="0"/>
                </a:lnTo>
                <a:close/>
              </a:path>
              <a:path w="911225" h="283845">
                <a:moveTo>
                  <a:pt x="94957" y="0"/>
                </a:moveTo>
                <a:lnTo>
                  <a:pt x="91084" y="0"/>
                </a:lnTo>
                <a:lnTo>
                  <a:pt x="74699" y="1221"/>
                </a:lnTo>
                <a:lnTo>
                  <a:pt x="38773" y="16002"/>
                </a:lnTo>
                <a:lnTo>
                  <a:pt x="22573" y="47561"/>
                </a:lnTo>
                <a:lnTo>
                  <a:pt x="22521" y="47764"/>
                </a:lnTo>
                <a:lnTo>
                  <a:pt x="21638" y="59524"/>
                </a:lnTo>
                <a:lnTo>
                  <a:pt x="21654" y="68598"/>
                </a:lnTo>
                <a:lnTo>
                  <a:pt x="22307" y="75417"/>
                </a:lnTo>
                <a:lnTo>
                  <a:pt x="23398" y="82662"/>
                </a:lnTo>
                <a:lnTo>
                  <a:pt x="24930" y="90335"/>
                </a:lnTo>
                <a:lnTo>
                  <a:pt x="27266" y="100850"/>
                </a:lnTo>
                <a:lnTo>
                  <a:pt x="28422" y="107899"/>
                </a:lnTo>
                <a:lnTo>
                  <a:pt x="28422" y="118313"/>
                </a:lnTo>
                <a:lnTo>
                  <a:pt x="26073" y="123901"/>
                </a:lnTo>
                <a:lnTo>
                  <a:pt x="16649" y="132537"/>
                </a:lnTo>
                <a:lnTo>
                  <a:pt x="9524" y="134835"/>
                </a:lnTo>
                <a:lnTo>
                  <a:pt x="0" y="135140"/>
                </a:lnTo>
                <a:lnTo>
                  <a:pt x="0" y="147345"/>
                </a:lnTo>
                <a:lnTo>
                  <a:pt x="9524" y="147637"/>
                </a:lnTo>
                <a:lnTo>
                  <a:pt x="16649" y="149948"/>
                </a:lnTo>
                <a:lnTo>
                  <a:pt x="26073" y="158572"/>
                </a:lnTo>
                <a:lnTo>
                  <a:pt x="28422" y="164160"/>
                </a:lnTo>
                <a:lnTo>
                  <a:pt x="28422" y="174574"/>
                </a:lnTo>
                <a:lnTo>
                  <a:pt x="27266" y="181622"/>
                </a:lnTo>
                <a:lnTo>
                  <a:pt x="24930" y="192138"/>
                </a:lnTo>
                <a:lnTo>
                  <a:pt x="23398" y="199810"/>
                </a:lnTo>
                <a:lnTo>
                  <a:pt x="22307" y="207056"/>
                </a:lnTo>
                <a:lnTo>
                  <a:pt x="21654" y="213874"/>
                </a:lnTo>
                <a:lnTo>
                  <a:pt x="21533" y="217431"/>
                </a:lnTo>
                <a:lnTo>
                  <a:pt x="21437" y="220268"/>
                </a:lnTo>
                <a:lnTo>
                  <a:pt x="22521" y="235292"/>
                </a:lnTo>
                <a:lnTo>
                  <a:pt x="48543" y="274589"/>
                </a:lnTo>
                <a:lnTo>
                  <a:pt x="91084" y="283819"/>
                </a:lnTo>
                <a:lnTo>
                  <a:pt x="94957" y="283819"/>
                </a:lnTo>
                <a:lnTo>
                  <a:pt x="94957" y="272503"/>
                </a:lnTo>
                <a:lnTo>
                  <a:pt x="92722" y="272503"/>
                </a:lnTo>
                <a:lnTo>
                  <a:pt x="82516" y="271801"/>
                </a:lnTo>
                <a:lnTo>
                  <a:pt x="49785" y="246068"/>
                </a:lnTo>
                <a:lnTo>
                  <a:pt x="46735" y="222948"/>
                </a:lnTo>
                <a:lnTo>
                  <a:pt x="46826" y="220268"/>
                </a:lnTo>
                <a:lnTo>
                  <a:pt x="51688" y="186982"/>
                </a:lnTo>
                <a:lnTo>
                  <a:pt x="52692" y="179679"/>
                </a:lnTo>
                <a:lnTo>
                  <a:pt x="52692" y="166890"/>
                </a:lnTo>
                <a:lnTo>
                  <a:pt x="50203" y="159969"/>
                </a:lnTo>
                <a:lnTo>
                  <a:pt x="40284" y="149148"/>
                </a:lnTo>
                <a:lnTo>
                  <a:pt x="34378" y="145161"/>
                </a:lnTo>
                <a:lnTo>
                  <a:pt x="27533" y="142582"/>
                </a:lnTo>
                <a:lnTo>
                  <a:pt x="27533" y="139903"/>
                </a:lnTo>
                <a:lnTo>
                  <a:pt x="34378" y="137325"/>
                </a:lnTo>
                <a:lnTo>
                  <a:pt x="40284" y="133324"/>
                </a:lnTo>
                <a:lnTo>
                  <a:pt x="50203" y="122504"/>
                </a:lnTo>
                <a:lnTo>
                  <a:pt x="52692" y="115595"/>
                </a:lnTo>
                <a:lnTo>
                  <a:pt x="52692" y="102793"/>
                </a:lnTo>
                <a:lnTo>
                  <a:pt x="51688" y="95504"/>
                </a:lnTo>
                <a:lnTo>
                  <a:pt x="49707" y="85280"/>
                </a:lnTo>
                <a:lnTo>
                  <a:pt x="48407" y="77920"/>
                </a:lnTo>
                <a:lnTo>
                  <a:pt x="47478" y="71173"/>
                </a:lnTo>
                <a:lnTo>
                  <a:pt x="46921" y="65042"/>
                </a:lnTo>
                <a:lnTo>
                  <a:pt x="46826" y="62204"/>
                </a:lnTo>
                <a:lnTo>
                  <a:pt x="46735" y="59524"/>
                </a:lnTo>
                <a:lnTo>
                  <a:pt x="47485" y="47764"/>
                </a:lnTo>
                <a:lnTo>
                  <a:pt x="73483" y="14123"/>
                </a:lnTo>
                <a:lnTo>
                  <a:pt x="92722" y="11315"/>
                </a:lnTo>
                <a:lnTo>
                  <a:pt x="94957" y="11315"/>
                </a:lnTo>
                <a:lnTo>
                  <a:pt x="949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 txBox="1"/>
          <p:nvPr/>
        </p:nvSpPr>
        <p:spPr>
          <a:xfrm>
            <a:off x="9713707" y="3933116"/>
            <a:ext cx="5949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4800" algn="l"/>
              </a:tabLst>
            </a:pPr>
            <a:r>
              <a:rPr dirty="0" sz="2400" spc="-50">
                <a:latin typeface="Cambria Math"/>
                <a:cs typeface="Cambria Math"/>
              </a:rPr>
              <a:t>𝑞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𝑞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9864585" y="4077896"/>
            <a:ext cx="56769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5450" algn="l"/>
              </a:tabLst>
            </a:pPr>
            <a:r>
              <a:rPr dirty="0" sz="1750" spc="-50">
                <a:latin typeface="Cambria Math"/>
                <a:cs typeface="Cambria Math"/>
              </a:rPr>
              <a:t>1</a:t>
            </a:r>
            <a:r>
              <a:rPr dirty="0" sz="1750">
                <a:latin typeface="Cambria Math"/>
                <a:cs typeface="Cambria Math"/>
              </a:rPr>
              <a:t>	</a:t>
            </a:r>
            <a:r>
              <a:rPr dirty="0" sz="1750" spc="-50">
                <a:latin typeface="Cambria Math"/>
                <a:cs typeface="Cambria Math"/>
              </a:rPr>
              <a:t>4</a:t>
            </a:r>
            <a:endParaRPr sz="1750">
              <a:latin typeface="Cambria Math"/>
              <a:cs typeface="Cambria Math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1267967" y="4319780"/>
            <a:ext cx="189865" cy="834390"/>
            <a:chOff x="1267967" y="4319780"/>
            <a:chExt cx="189865" cy="834390"/>
          </a:xfrm>
        </p:grpSpPr>
        <p:sp>
          <p:nvSpPr>
            <p:cNvPr id="64" name="object 64" descr=""/>
            <p:cNvSpPr/>
            <p:nvPr/>
          </p:nvSpPr>
          <p:spPr>
            <a:xfrm>
              <a:off x="1287017" y="4413797"/>
              <a:ext cx="117475" cy="721360"/>
            </a:xfrm>
            <a:custGeom>
              <a:avLst/>
              <a:gdLst/>
              <a:ahLst/>
              <a:cxnLst/>
              <a:rect l="l" t="t" r="r" b="b"/>
              <a:pathLst>
                <a:path w="117475" h="721360">
                  <a:moveTo>
                    <a:pt x="0" y="720953"/>
                  </a:moveTo>
                  <a:lnTo>
                    <a:pt x="117182" y="0"/>
                  </a:lnTo>
                </a:path>
              </a:pathLst>
            </a:custGeom>
            <a:ln w="381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344749" y="4319780"/>
              <a:ext cx="113030" cy="122555"/>
            </a:xfrm>
            <a:custGeom>
              <a:avLst/>
              <a:gdLst/>
              <a:ahLst/>
              <a:cxnLst/>
              <a:rect l="l" t="t" r="r" b="b"/>
              <a:pathLst>
                <a:path w="113030" h="122554">
                  <a:moveTo>
                    <a:pt x="74739" y="0"/>
                  </a:moveTo>
                  <a:lnTo>
                    <a:pt x="0" y="103644"/>
                  </a:lnTo>
                  <a:lnTo>
                    <a:pt x="112814" y="121983"/>
                  </a:lnTo>
                  <a:lnTo>
                    <a:pt x="747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8" y="98253"/>
            <a:ext cx="842518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45"/>
              <a:t>Nondeterministic</a:t>
            </a:r>
            <a:r>
              <a:rPr dirty="0" sz="4000" spc="-135"/>
              <a:t> </a:t>
            </a:r>
            <a:r>
              <a:rPr dirty="0" sz="4000" spc="-20"/>
              <a:t>Finite</a:t>
            </a:r>
            <a:r>
              <a:rPr dirty="0" sz="4000" spc="-125"/>
              <a:t> </a:t>
            </a:r>
            <a:r>
              <a:rPr dirty="0" sz="4000" spc="-114"/>
              <a:t>Automata</a:t>
            </a:r>
            <a:r>
              <a:rPr dirty="0" sz="4000" spc="-135"/>
              <a:t> </a:t>
            </a:r>
            <a:r>
              <a:rPr dirty="0" sz="4000" spc="-10"/>
              <a:t>(NFA)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529590" y="1212977"/>
            <a:ext cx="104159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Def:</a:t>
            </a:r>
            <a:r>
              <a:rPr dirty="0" sz="2800" spc="-175">
                <a:latin typeface="Franklin Gothic Medium"/>
                <a:cs typeface="Franklin Gothic Medium"/>
              </a:rPr>
              <a:t> </a:t>
            </a: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 spc="5">
                <a:latin typeface="Franklin Gothic Medium"/>
                <a:cs typeface="Franklin Gothic Medium"/>
              </a:rPr>
              <a:t> </a:t>
            </a:r>
            <a:r>
              <a:rPr dirty="0" sz="2800" spc="-35">
                <a:latin typeface="Franklin Gothic Medium"/>
                <a:cs typeface="Franklin Gothic Medium"/>
              </a:rPr>
              <a:t>nondeterministic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finite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 spc="-45">
                <a:latin typeface="Franklin Gothic Medium"/>
                <a:cs typeface="Franklin Gothic Medium"/>
              </a:rPr>
              <a:t>automaton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𝑁</a:t>
            </a:r>
            <a:r>
              <a:rPr dirty="0" sz="2800" spc="105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5-tuple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 spc="-459">
                <a:latin typeface="Cambria Math"/>
                <a:cs typeface="Cambria Math"/>
              </a:rPr>
              <a:t>(𝑄𝑄,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130">
                <a:latin typeface="Cambria Math"/>
                <a:cs typeface="Cambria Math"/>
              </a:rPr>
              <a:t>Z,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-470">
                <a:latin typeface="Cambria Math"/>
                <a:cs typeface="Cambria Math"/>
              </a:rPr>
              <a:t>𝛿𝛿,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𝑞</a:t>
            </a:r>
            <a:r>
              <a:rPr dirty="0" baseline="-16260" sz="3075">
                <a:latin typeface="Cambria Math"/>
                <a:cs typeface="Cambria Math"/>
              </a:rPr>
              <a:t>0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𝐹)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107423" y="1714500"/>
            <a:ext cx="2593975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dirty="0" sz="2000" spc="-140">
                <a:latin typeface="Franklin Gothic Medium"/>
                <a:cs typeface="Franklin Gothic Medium"/>
              </a:rPr>
              <a:t>A</a:t>
            </a:r>
            <a:r>
              <a:rPr dirty="0" sz="2000" spc="-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list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of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5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components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73804" y="3851342"/>
            <a:ext cx="150812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52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525">
                <a:latin typeface="Franklin Gothic Medium"/>
                <a:cs typeface="Franklin Gothic Medium"/>
              </a:rPr>
              <a:t>:</a:t>
            </a:r>
            <a:r>
              <a:rPr dirty="0" sz="240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set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99315" y="3851342"/>
            <a:ext cx="23088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3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30">
                <a:latin typeface="Franklin Gothic Medium"/>
                <a:cs typeface="Franklin Gothic Medium"/>
              </a:rPr>
              <a:t>: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alphabet,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finite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299315" y="4217102"/>
            <a:ext cx="15430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set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950707" y="3851342"/>
            <a:ext cx="2700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9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395">
                <a:latin typeface="Franklin Gothic Medium"/>
                <a:cs typeface="Franklin Gothic Medium"/>
              </a:rPr>
              <a:t>:</a:t>
            </a:r>
            <a:r>
              <a:rPr dirty="0" sz="240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transition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function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17264" y="2323198"/>
            <a:ext cx="36906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3600" spc="32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3600">
                <a:latin typeface="Cambria Math"/>
                <a:cs typeface="Cambria Math"/>
              </a:rPr>
              <a:t>=</a:t>
            </a:r>
            <a:r>
              <a:rPr dirty="0" sz="3600" spc="135">
                <a:latin typeface="Cambria Math"/>
                <a:cs typeface="Cambria Math"/>
              </a:rPr>
              <a:t> </a:t>
            </a:r>
            <a:r>
              <a:rPr dirty="0" sz="3600" spc="-600">
                <a:latin typeface="Cambria Math"/>
                <a:cs typeface="Cambria Math"/>
              </a:rPr>
              <a:t>(</a:t>
            </a:r>
            <a:r>
              <a:rPr dirty="0" sz="3600" spc="-60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3600" spc="-600">
                <a:latin typeface="Cambria Math"/>
                <a:cs typeface="Cambria Math"/>
              </a:rPr>
              <a:t>,</a:t>
            </a:r>
            <a:r>
              <a:rPr dirty="0" sz="3600" spc="-170">
                <a:latin typeface="Cambria Math"/>
                <a:cs typeface="Cambria Math"/>
              </a:rPr>
              <a:t> </a:t>
            </a:r>
            <a:r>
              <a:rPr dirty="0" sz="3600" spc="16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3600" spc="165">
                <a:latin typeface="Cambria Math"/>
                <a:cs typeface="Cambria Math"/>
              </a:rPr>
              <a:t>,</a:t>
            </a:r>
            <a:r>
              <a:rPr dirty="0" sz="3600" spc="-170">
                <a:latin typeface="Cambria Math"/>
                <a:cs typeface="Cambria Math"/>
              </a:rPr>
              <a:t> </a:t>
            </a:r>
            <a:r>
              <a:rPr dirty="0" sz="3600" spc="-61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3600" spc="-615">
                <a:latin typeface="Cambria Math"/>
                <a:cs typeface="Cambria Math"/>
              </a:rPr>
              <a:t>,</a:t>
            </a:r>
            <a:r>
              <a:rPr dirty="0" sz="3600" spc="-180">
                <a:latin typeface="Cambria Math"/>
                <a:cs typeface="Cambria Math"/>
              </a:rPr>
              <a:t> </a:t>
            </a:r>
            <a:r>
              <a:rPr dirty="0" sz="36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6025" sz="390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3600">
                <a:latin typeface="Cambria Math"/>
                <a:cs typeface="Cambria Math"/>
              </a:rPr>
              <a:t>,</a:t>
            </a:r>
            <a:r>
              <a:rPr dirty="0" sz="3600" spc="-165">
                <a:latin typeface="Cambria Math"/>
                <a:cs typeface="Cambria Math"/>
              </a:rPr>
              <a:t> </a:t>
            </a:r>
            <a:r>
              <a:rPr dirty="0" sz="3600" spc="1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3600" spc="15">
                <a:latin typeface="Cambria Math"/>
                <a:cs typeface="Cambria Math"/>
              </a:rPr>
              <a:t>)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867275" y="3851342"/>
            <a:ext cx="18510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Franklin Gothic Medium"/>
                <a:cs typeface="Franklin Gothic Medium"/>
              </a:rPr>
              <a:t>:</a:t>
            </a:r>
            <a:r>
              <a:rPr dirty="0" sz="2400" spc="4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start</a:t>
            </a:r>
            <a:r>
              <a:rPr dirty="0" sz="2400" spc="2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923754" y="3851342"/>
            <a:ext cx="216725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5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55">
                <a:latin typeface="Franklin Gothic Medium"/>
                <a:cs typeface="Franklin Gothic Medium"/>
              </a:rPr>
              <a:t>: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set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latin typeface="Franklin Gothic Medium"/>
                <a:cs typeface="Franklin Gothic Medium"/>
              </a:rPr>
              <a:t>ACCEPT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141475" y="2932174"/>
            <a:ext cx="4363720" cy="895350"/>
            <a:chOff x="1141475" y="2932174"/>
            <a:chExt cx="4363720" cy="895350"/>
          </a:xfrm>
        </p:grpSpPr>
        <p:sp>
          <p:nvSpPr>
            <p:cNvPr id="13" name="object 13" descr=""/>
            <p:cNvSpPr/>
            <p:nvPr/>
          </p:nvSpPr>
          <p:spPr>
            <a:xfrm>
              <a:off x="1179572" y="3147059"/>
              <a:ext cx="3889375" cy="617220"/>
            </a:xfrm>
            <a:custGeom>
              <a:avLst/>
              <a:gdLst/>
              <a:ahLst/>
              <a:cxnLst/>
              <a:rect l="l" t="t" r="r" b="b"/>
              <a:pathLst>
                <a:path w="3889375" h="617220">
                  <a:moveTo>
                    <a:pt x="3889209" y="0"/>
                  </a:moveTo>
                  <a:lnTo>
                    <a:pt x="0" y="0"/>
                  </a:lnTo>
                  <a:lnTo>
                    <a:pt x="0" y="61690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141475" y="37512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068823" y="2932174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21531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233925" y="3220211"/>
              <a:ext cx="2263775" cy="537845"/>
            </a:xfrm>
            <a:custGeom>
              <a:avLst/>
              <a:gdLst/>
              <a:ahLst/>
              <a:cxnLst/>
              <a:rect l="l" t="t" r="r" b="b"/>
              <a:pathLst>
                <a:path w="2263775" h="537845">
                  <a:moveTo>
                    <a:pt x="2263622" y="0"/>
                  </a:moveTo>
                  <a:lnTo>
                    <a:pt x="0" y="0"/>
                  </a:lnTo>
                  <a:lnTo>
                    <a:pt x="0" y="53726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195827" y="374477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498591" y="3031229"/>
              <a:ext cx="0" cy="190500"/>
            </a:xfrm>
            <a:custGeom>
              <a:avLst/>
              <a:gdLst/>
              <a:ahLst/>
              <a:cxnLst/>
              <a:rect l="l" t="t" r="r" b="b"/>
              <a:pathLst>
                <a:path w="0" h="190500">
                  <a:moveTo>
                    <a:pt x="0" y="19011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6508750" y="2904744"/>
            <a:ext cx="4404995" cy="895985"/>
            <a:chOff x="6508750" y="2904744"/>
            <a:chExt cx="4404995" cy="895985"/>
          </a:xfrm>
        </p:grpSpPr>
        <p:sp>
          <p:nvSpPr>
            <p:cNvPr id="20" name="object 20" descr=""/>
            <p:cNvSpPr/>
            <p:nvPr/>
          </p:nvSpPr>
          <p:spPr>
            <a:xfrm>
              <a:off x="6986016" y="3119628"/>
              <a:ext cx="3889375" cy="617220"/>
            </a:xfrm>
            <a:custGeom>
              <a:avLst/>
              <a:gdLst/>
              <a:ahLst/>
              <a:cxnLst/>
              <a:rect l="l" t="t" r="r" b="b"/>
              <a:pathLst>
                <a:path w="3889375" h="617220">
                  <a:moveTo>
                    <a:pt x="0" y="0"/>
                  </a:moveTo>
                  <a:lnTo>
                    <a:pt x="3889209" y="0"/>
                  </a:lnTo>
                  <a:lnTo>
                    <a:pt x="3889209" y="61690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837120" y="37238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986016" y="2904744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21531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515100" y="3201924"/>
              <a:ext cx="2263775" cy="535305"/>
            </a:xfrm>
            <a:custGeom>
              <a:avLst/>
              <a:gdLst/>
              <a:ahLst/>
              <a:cxnLst/>
              <a:rect l="l" t="t" r="r" b="b"/>
              <a:pathLst>
                <a:path w="2263775" h="535304">
                  <a:moveTo>
                    <a:pt x="0" y="0"/>
                  </a:moveTo>
                  <a:lnTo>
                    <a:pt x="2263622" y="0"/>
                  </a:lnTo>
                  <a:lnTo>
                    <a:pt x="2263622" y="53512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740618" y="372435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515100" y="3012950"/>
              <a:ext cx="0" cy="189865"/>
            </a:xfrm>
            <a:custGeom>
              <a:avLst/>
              <a:gdLst/>
              <a:ahLst/>
              <a:cxnLst/>
              <a:rect l="l" t="t" r="r" b="b"/>
              <a:pathLst>
                <a:path w="0" h="189864">
                  <a:moveTo>
                    <a:pt x="0" y="189433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 descr=""/>
          <p:cNvGrpSpPr/>
          <p:nvPr/>
        </p:nvGrpSpPr>
        <p:grpSpPr>
          <a:xfrm>
            <a:off x="5946651" y="2950464"/>
            <a:ext cx="76200" cy="831215"/>
            <a:chOff x="5946651" y="2950464"/>
            <a:chExt cx="76200" cy="831215"/>
          </a:xfrm>
        </p:grpSpPr>
        <p:sp>
          <p:nvSpPr>
            <p:cNvPr id="27" name="object 27" descr=""/>
            <p:cNvSpPr/>
            <p:nvPr/>
          </p:nvSpPr>
          <p:spPr>
            <a:xfrm>
              <a:off x="5984747" y="2950464"/>
              <a:ext cx="0" cy="767715"/>
            </a:xfrm>
            <a:custGeom>
              <a:avLst/>
              <a:gdLst/>
              <a:ahLst/>
              <a:cxnLst/>
              <a:rect l="l" t="t" r="r" b="b"/>
              <a:pathLst>
                <a:path w="0" h="767714">
                  <a:moveTo>
                    <a:pt x="0" y="0"/>
                  </a:moveTo>
                  <a:lnTo>
                    <a:pt x="0" y="7674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946651" y="370526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0404347" y="4828032"/>
            <a:ext cx="122872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3655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265"/>
              </a:spcBef>
            </a:pPr>
            <a:r>
              <a:rPr dirty="0" sz="2800">
                <a:latin typeface="Cambria Math"/>
                <a:cs typeface="Cambria Math"/>
              </a:rPr>
              <a:t>𝐹</a:t>
            </a:r>
            <a:r>
              <a:rPr dirty="0" sz="2800" spc="26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⊆</a:t>
            </a:r>
            <a:r>
              <a:rPr dirty="0" sz="2800" spc="135">
                <a:latin typeface="Cambria Math"/>
                <a:cs typeface="Cambria Math"/>
              </a:rPr>
              <a:t> </a:t>
            </a:r>
            <a:r>
              <a:rPr dirty="0" sz="2800" spc="-969">
                <a:latin typeface="Cambria Math"/>
                <a:cs typeface="Cambria Math"/>
              </a:rPr>
              <a:t>𝑄𝑄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760720" y="4539996"/>
            <a:ext cx="1076325" cy="33845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937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dirty="0" sz="1600" spc="-40">
                <a:latin typeface="Franklin Gothic Medium"/>
                <a:cs typeface="Franklin Gothic Medium"/>
              </a:rPr>
              <a:t>Power</a:t>
            </a:r>
            <a:r>
              <a:rPr dirty="0" sz="1600" spc="-25">
                <a:latin typeface="Franklin Gothic Medium"/>
                <a:cs typeface="Franklin Gothic Medium"/>
              </a:rPr>
              <a:t> Set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4094988" y="4878323"/>
            <a:ext cx="4439920" cy="462280"/>
          </a:xfrm>
          <a:custGeom>
            <a:avLst/>
            <a:gdLst/>
            <a:ahLst/>
            <a:cxnLst/>
            <a:rect l="l" t="t" r="r" b="b"/>
            <a:pathLst>
              <a:path w="4439920" h="462279">
                <a:moveTo>
                  <a:pt x="4439412" y="0"/>
                </a:moveTo>
                <a:lnTo>
                  <a:pt x="0" y="0"/>
                </a:lnTo>
                <a:lnTo>
                  <a:pt x="0" y="461772"/>
                </a:lnTo>
                <a:lnTo>
                  <a:pt x="4439412" y="461772"/>
                </a:lnTo>
                <a:lnTo>
                  <a:pt x="443941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4069588" y="4902904"/>
            <a:ext cx="44907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6055">
              <a:lnSpc>
                <a:spcPct val="100000"/>
              </a:lnSpc>
              <a:spcBef>
                <a:spcPts val="100"/>
              </a:spcBef>
              <a:tabLst>
                <a:tab pos="2956560" algn="l"/>
                <a:tab pos="3657600" algn="l"/>
              </a:tabLst>
            </a:pPr>
            <a:r>
              <a:rPr dirty="0" sz="2400" spc="-405">
                <a:latin typeface="Cambria Math"/>
                <a:cs typeface="Cambria Math"/>
              </a:rPr>
              <a:t>𝛿𝛿: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 spc="-830">
                <a:latin typeface="Cambria Math"/>
                <a:cs typeface="Cambria Math"/>
              </a:rPr>
              <a:t>𝑄𝑄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110">
                <a:latin typeface="Cambria Math"/>
                <a:cs typeface="Cambria Math"/>
              </a:rPr>
              <a:t>Z</a:t>
            </a:r>
            <a:r>
              <a:rPr dirty="0" baseline="-15873" sz="2625" spc="165">
                <a:latin typeface="Cambria Math"/>
                <a:cs typeface="Cambria Math"/>
              </a:rPr>
              <a:t>𝗌</a:t>
            </a:r>
            <a:r>
              <a:rPr dirty="0" baseline="-15873" sz="2625" spc="69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→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 spc="-245">
                <a:latin typeface="Cambria Math"/>
                <a:cs typeface="Cambria Math"/>
              </a:rPr>
              <a:t>𝘗(𝑄𝑄)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20">
                <a:latin typeface="Cambria Math"/>
                <a:cs typeface="Cambria Math"/>
              </a:rPr>
              <a:t>{𝑆|𝑆</a:t>
            </a:r>
            <a:r>
              <a:rPr dirty="0" sz="2400">
                <a:latin typeface="Cambria Math"/>
                <a:cs typeface="Cambria Math"/>
              </a:rPr>
              <a:t>	⊆</a:t>
            </a:r>
            <a:r>
              <a:rPr dirty="0" sz="2400" spc="114">
                <a:latin typeface="Cambria Math"/>
                <a:cs typeface="Cambria Math"/>
              </a:rPr>
              <a:t> </a:t>
            </a:r>
            <a:r>
              <a:rPr dirty="0" sz="2400" spc="-555">
                <a:latin typeface="Cambria Math"/>
                <a:cs typeface="Cambria Math"/>
              </a:rPr>
              <a:t>𝑄𝑄}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6933165" y="6046128"/>
            <a:ext cx="780415" cy="282575"/>
          </a:xfrm>
          <a:custGeom>
            <a:avLst/>
            <a:gdLst/>
            <a:ahLst/>
            <a:cxnLst/>
            <a:rect l="l" t="t" r="r" b="b"/>
            <a:pathLst>
              <a:path w="780415" h="282575">
                <a:moveTo>
                  <a:pt x="690016" y="0"/>
                </a:moveTo>
                <a:lnTo>
                  <a:pt x="686003" y="11455"/>
                </a:lnTo>
                <a:lnTo>
                  <a:pt x="702345" y="18551"/>
                </a:lnTo>
                <a:lnTo>
                  <a:pt x="716399" y="28371"/>
                </a:lnTo>
                <a:lnTo>
                  <a:pt x="744932" y="73880"/>
                </a:lnTo>
                <a:lnTo>
                  <a:pt x="753219" y="115357"/>
                </a:lnTo>
                <a:lnTo>
                  <a:pt x="753262" y="115661"/>
                </a:lnTo>
                <a:lnTo>
                  <a:pt x="753258" y="164649"/>
                </a:lnTo>
                <a:lnTo>
                  <a:pt x="744890" y="207587"/>
                </a:lnTo>
                <a:lnTo>
                  <a:pt x="716411" y="253828"/>
                </a:lnTo>
                <a:lnTo>
                  <a:pt x="686447" y="270865"/>
                </a:lnTo>
                <a:lnTo>
                  <a:pt x="690016" y="282320"/>
                </a:lnTo>
                <a:lnTo>
                  <a:pt x="728525" y="264263"/>
                </a:lnTo>
                <a:lnTo>
                  <a:pt x="756843" y="232994"/>
                </a:lnTo>
                <a:lnTo>
                  <a:pt x="774252" y="191111"/>
                </a:lnTo>
                <a:lnTo>
                  <a:pt x="780059" y="141236"/>
                </a:lnTo>
                <a:lnTo>
                  <a:pt x="778621" y="115661"/>
                </a:lnTo>
                <a:lnTo>
                  <a:pt x="778604" y="115357"/>
                </a:lnTo>
                <a:lnTo>
                  <a:pt x="766959" y="69479"/>
                </a:lnTo>
                <a:lnTo>
                  <a:pt x="743858" y="32129"/>
                </a:lnTo>
                <a:lnTo>
                  <a:pt x="710483" y="7391"/>
                </a:lnTo>
                <a:lnTo>
                  <a:pt x="690016" y="0"/>
                </a:lnTo>
                <a:close/>
              </a:path>
              <a:path w="780415" h="282575">
                <a:moveTo>
                  <a:pt x="90030" y="0"/>
                </a:moveTo>
                <a:lnTo>
                  <a:pt x="51617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1450" y="167173"/>
                </a:lnTo>
                <a:lnTo>
                  <a:pt x="13056" y="213051"/>
                </a:lnTo>
                <a:lnTo>
                  <a:pt x="36093" y="250279"/>
                </a:lnTo>
                <a:lnTo>
                  <a:pt x="69501" y="274944"/>
                </a:lnTo>
                <a:lnTo>
                  <a:pt x="90030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805" y="141236"/>
                </a:lnTo>
                <a:lnTo>
                  <a:pt x="25742" y="139750"/>
                </a:lnTo>
                <a:lnTo>
                  <a:pt x="29925" y="93705"/>
                </a:lnTo>
                <a:lnTo>
                  <a:pt x="42481" y="56184"/>
                </a:lnTo>
                <a:lnTo>
                  <a:pt x="77773" y="18551"/>
                </a:lnTo>
                <a:lnTo>
                  <a:pt x="94056" y="11455"/>
                </a:lnTo>
                <a:lnTo>
                  <a:pt x="900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" name="object 34" descr=""/>
          <p:cNvGrpSpPr/>
          <p:nvPr/>
        </p:nvGrpSpPr>
        <p:grpSpPr>
          <a:xfrm>
            <a:off x="195072" y="4683252"/>
            <a:ext cx="5270500" cy="2174875"/>
            <a:chOff x="195072" y="4683252"/>
            <a:chExt cx="5270500" cy="2174875"/>
          </a:xfrm>
        </p:grpSpPr>
        <p:sp>
          <p:nvSpPr>
            <p:cNvPr id="35" name="object 35" descr=""/>
            <p:cNvSpPr/>
            <p:nvPr/>
          </p:nvSpPr>
          <p:spPr>
            <a:xfrm>
              <a:off x="5018531" y="5341620"/>
              <a:ext cx="441959" cy="97790"/>
            </a:xfrm>
            <a:custGeom>
              <a:avLst/>
              <a:gdLst/>
              <a:ahLst/>
              <a:cxnLst/>
              <a:rect l="l" t="t" r="r" b="b"/>
              <a:pathLst>
                <a:path w="441960" h="97789">
                  <a:moveTo>
                    <a:pt x="0" y="97535"/>
                  </a:moveTo>
                  <a:lnTo>
                    <a:pt x="639" y="78552"/>
                  </a:lnTo>
                  <a:lnTo>
                    <a:pt x="2382" y="63050"/>
                  </a:lnTo>
                  <a:lnTo>
                    <a:pt x="4966" y="52600"/>
                  </a:lnTo>
                  <a:lnTo>
                    <a:pt x="8128" y="48767"/>
                  </a:lnTo>
                  <a:lnTo>
                    <a:pt x="212852" y="48767"/>
                  </a:lnTo>
                  <a:lnTo>
                    <a:pt x="216013" y="44935"/>
                  </a:lnTo>
                  <a:lnTo>
                    <a:pt x="218597" y="34485"/>
                  </a:lnTo>
                  <a:lnTo>
                    <a:pt x="220340" y="18983"/>
                  </a:lnTo>
                  <a:lnTo>
                    <a:pt x="220979" y="0"/>
                  </a:lnTo>
                  <a:lnTo>
                    <a:pt x="221619" y="18983"/>
                  </a:lnTo>
                  <a:lnTo>
                    <a:pt x="223362" y="34485"/>
                  </a:lnTo>
                  <a:lnTo>
                    <a:pt x="225946" y="44935"/>
                  </a:lnTo>
                  <a:lnTo>
                    <a:pt x="229108" y="48767"/>
                  </a:lnTo>
                  <a:lnTo>
                    <a:pt x="433831" y="48767"/>
                  </a:lnTo>
                  <a:lnTo>
                    <a:pt x="436993" y="52600"/>
                  </a:lnTo>
                  <a:lnTo>
                    <a:pt x="439577" y="63050"/>
                  </a:lnTo>
                  <a:lnTo>
                    <a:pt x="441320" y="78552"/>
                  </a:lnTo>
                  <a:lnTo>
                    <a:pt x="441959" y="97535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072" y="4683252"/>
              <a:ext cx="4152899" cy="2174748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144" y="4878324"/>
              <a:ext cx="3564635" cy="1773935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4121517" y="5315751"/>
            <a:ext cx="5011420" cy="1471295"/>
          </a:xfrm>
          <a:prstGeom prst="rect">
            <a:avLst/>
          </a:prstGeom>
        </p:spPr>
        <p:txBody>
          <a:bodyPr wrap="square" lIns="0" tIns="169545" rIns="0" bIns="0" rtlCol="0" vert="horz">
            <a:spAutoFit/>
          </a:bodyPr>
          <a:lstStyle/>
          <a:p>
            <a:pPr marL="840740">
              <a:lnSpc>
                <a:spcPct val="100000"/>
              </a:lnSpc>
              <a:spcBef>
                <a:spcPts val="1335"/>
              </a:spcBef>
            </a:pPr>
            <a:r>
              <a:rPr dirty="0" sz="1800">
                <a:latin typeface="Cambria Math"/>
                <a:cs typeface="Cambria Math"/>
              </a:rPr>
              <a:t>Σ ∪</a:t>
            </a:r>
            <a:r>
              <a:rPr dirty="0" sz="1800" spc="-10">
                <a:latin typeface="Cambria Math"/>
                <a:cs typeface="Cambria Math"/>
              </a:rPr>
              <a:t> </a:t>
            </a:r>
            <a:r>
              <a:rPr dirty="0" sz="1800" spc="-25">
                <a:latin typeface="Cambria Math"/>
                <a:cs typeface="Cambria Math"/>
              </a:rPr>
              <a:t>{</a:t>
            </a:r>
            <a:r>
              <a:rPr dirty="0" sz="1800" spc="-25">
                <a:latin typeface="Franklin Gothic Medium"/>
                <a:cs typeface="Franklin Gothic Medium"/>
              </a:rPr>
              <a:t>ε</a:t>
            </a:r>
            <a:r>
              <a:rPr dirty="0" sz="1800" spc="-25">
                <a:latin typeface="Cambria Math"/>
                <a:cs typeface="Cambria Math"/>
              </a:rPr>
              <a:t>}</a:t>
            </a:r>
            <a:endParaRPr sz="1800">
              <a:latin typeface="Cambria Math"/>
              <a:cs typeface="Cambria Math"/>
            </a:endParaRPr>
          </a:p>
          <a:p>
            <a:pPr marL="88900">
              <a:lnSpc>
                <a:spcPct val="100000"/>
              </a:lnSpc>
              <a:spcBef>
                <a:spcPts val="1645"/>
              </a:spcBef>
              <a:tabLst>
                <a:tab pos="2910840" algn="l"/>
                <a:tab pos="3703320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baseline="-15873" sz="2625" spc="-15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292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35">
                <a:latin typeface="Franklin Gothic Medium"/>
                <a:cs typeface="Franklin Gothic Medium"/>
              </a:rPr>
              <a:t>example: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670">
                <a:latin typeface="Cambria Math"/>
                <a:cs typeface="Cambria Math"/>
              </a:rPr>
              <a:t>𝛿𝛿</a:t>
            </a:r>
            <a:r>
              <a:rPr dirty="0" sz="2400">
                <a:latin typeface="Cambria Math"/>
                <a:cs typeface="Cambria Math"/>
              </a:rPr>
              <a:t>	𝑞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5">
                <a:latin typeface="Cambria Math"/>
                <a:cs typeface="Cambria Math"/>
              </a:rPr>
              <a:t> </a:t>
            </a:r>
            <a:r>
              <a:rPr dirty="0" sz="2400" spc="-6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=</a:t>
            </a:r>
            <a:r>
              <a:rPr dirty="0" sz="2400" spc="85">
                <a:latin typeface="Cambria Math"/>
                <a:cs typeface="Cambria Math"/>
              </a:rPr>
              <a:t> </a:t>
            </a:r>
            <a:r>
              <a:rPr dirty="0" baseline="2314" sz="3600">
                <a:latin typeface="Cambria Math"/>
                <a:cs typeface="Cambria Math"/>
              </a:rPr>
              <a:t>{𝑞</a:t>
            </a:r>
            <a:r>
              <a:rPr dirty="0" baseline="-12698" sz="2625">
                <a:latin typeface="Cambria Math"/>
                <a:cs typeface="Cambria Math"/>
              </a:rPr>
              <a:t>1</a:t>
            </a:r>
            <a:r>
              <a:rPr dirty="0" baseline="2314" sz="3600">
                <a:latin typeface="Cambria Math"/>
                <a:cs typeface="Cambria Math"/>
              </a:rPr>
              <a:t>,</a:t>
            </a:r>
            <a:r>
              <a:rPr dirty="0" baseline="2314" sz="3600" spc="-202">
                <a:latin typeface="Cambria Math"/>
                <a:cs typeface="Cambria Math"/>
              </a:rPr>
              <a:t> </a:t>
            </a:r>
            <a:r>
              <a:rPr dirty="0" baseline="2314" sz="3600" spc="-37">
                <a:latin typeface="Cambria Math"/>
                <a:cs typeface="Cambria Math"/>
              </a:rPr>
              <a:t>𝑞</a:t>
            </a:r>
            <a:r>
              <a:rPr dirty="0" baseline="-12698" sz="2625" spc="-37">
                <a:latin typeface="Cambria Math"/>
                <a:cs typeface="Cambria Math"/>
              </a:rPr>
              <a:t>2</a:t>
            </a:r>
            <a:r>
              <a:rPr dirty="0" baseline="2314" sz="3600" spc="-37">
                <a:latin typeface="Cambria Math"/>
                <a:cs typeface="Cambria Math"/>
              </a:rPr>
              <a:t>}</a:t>
            </a:r>
            <a:endParaRPr baseline="2314" sz="3600">
              <a:latin typeface="Cambria Math"/>
              <a:cs typeface="Cambria Math"/>
            </a:endParaRPr>
          </a:p>
          <a:p>
            <a:pPr marL="2554605">
              <a:lnSpc>
                <a:spcPct val="100000"/>
              </a:lnSpc>
              <a:spcBef>
                <a:spcPts val="580"/>
              </a:spcBef>
            </a:pPr>
            <a:r>
              <a:rPr dirty="0" sz="2400" spc="-645">
                <a:latin typeface="Cambria Math"/>
                <a:cs typeface="Cambria Math"/>
              </a:rPr>
              <a:t>𝛿𝛿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 spc="-10">
                <a:latin typeface="Cambria Math"/>
                <a:cs typeface="Cambria Math"/>
              </a:rPr>
              <a:t>(𝑞</a:t>
            </a:r>
            <a:r>
              <a:rPr dirty="0" baseline="-15873" sz="2625" spc="-15">
                <a:latin typeface="Cambria Math"/>
                <a:cs typeface="Cambria Math"/>
              </a:rPr>
              <a:t>1</a:t>
            </a:r>
            <a:r>
              <a:rPr dirty="0" sz="2400" spc="-10">
                <a:latin typeface="Cambria Math"/>
                <a:cs typeface="Cambria Math"/>
              </a:rPr>
              <a:t>,</a:t>
            </a:r>
            <a:r>
              <a:rPr dirty="0" sz="2400" spc="-1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𝑏)</a:t>
            </a:r>
            <a:r>
              <a:rPr dirty="0" sz="2400" spc="16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baseline="-4629" sz="3600" spc="-75">
                <a:latin typeface="Cambria Math"/>
                <a:cs typeface="Cambria Math"/>
              </a:rPr>
              <a:t>∅</a:t>
            </a:r>
            <a:endParaRPr baseline="-4629" sz="3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8" y="98253"/>
            <a:ext cx="842518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45"/>
              <a:t>Nondeterministic</a:t>
            </a:r>
            <a:r>
              <a:rPr dirty="0" sz="4000" spc="-135"/>
              <a:t> </a:t>
            </a:r>
            <a:r>
              <a:rPr dirty="0" sz="4000" spc="-20"/>
              <a:t>Finite</a:t>
            </a:r>
            <a:r>
              <a:rPr dirty="0" sz="4000" spc="-125"/>
              <a:t> </a:t>
            </a:r>
            <a:r>
              <a:rPr dirty="0" sz="4000" spc="-114"/>
              <a:t>Automata</a:t>
            </a:r>
            <a:r>
              <a:rPr dirty="0" sz="4000" spc="-135"/>
              <a:t> </a:t>
            </a:r>
            <a:r>
              <a:rPr dirty="0" sz="4000" spc="-10"/>
              <a:t>(NFA)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1533221" y="3395958"/>
            <a:ext cx="13779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110">
                <a:latin typeface="Cambria Math"/>
                <a:cs typeface="Cambria Math"/>
              </a:rPr>
              <a:t>𝗌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64897" y="3251178"/>
            <a:ext cx="2352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8575" algn="l"/>
              </a:tabLst>
            </a:pPr>
            <a:r>
              <a:rPr dirty="0" sz="2400" spc="-39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395">
                <a:latin typeface="Franklin Gothic Medium"/>
                <a:cs typeface="Franklin Gothic Medium"/>
              </a:rPr>
              <a:t>:</a:t>
            </a:r>
            <a:r>
              <a:rPr dirty="0" sz="2400">
                <a:latin typeface="Franklin Gothic Medium"/>
                <a:cs typeface="Franklin Gothic Medium"/>
              </a:rPr>
              <a:t> </a:t>
            </a:r>
            <a:r>
              <a:rPr dirty="0" sz="2400" spc="-830">
                <a:latin typeface="Cambria Math"/>
                <a:cs typeface="Cambria Math"/>
              </a:rPr>
              <a:t>𝑄𝑄</a:t>
            </a:r>
            <a:r>
              <a:rPr dirty="0" sz="2400" spc="8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 </a:t>
            </a:r>
            <a:r>
              <a:rPr dirty="0" sz="2400" spc="114">
                <a:latin typeface="Cambria Math"/>
                <a:cs typeface="Cambria Math"/>
              </a:rPr>
              <a:t>Z</a:t>
            </a:r>
            <a:r>
              <a:rPr dirty="0" sz="2400">
                <a:latin typeface="Cambria Math"/>
                <a:cs typeface="Cambria Math"/>
              </a:rPr>
              <a:t>	→</a:t>
            </a:r>
            <a:r>
              <a:rPr dirty="0" sz="2400" spc="110">
                <a:latin typeface="Cambria Math"/>
                <a:cs typeface="Cambria Math"/>
              </a:rPr>
              <a:t> </a:t>
            </a:r>
            <a:r>
              <a:rPr dirty="0" sz="2400" spc="-220">
                <a:latin typeface="Cambria Math"/>
                <a:cs typeface="Cambria Math"/>
              </a:rPr>
              <a:t>𝘗(𝑄𝑄)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39497" y="1132363"/>
            <a:ext cx="3953510" cy="1890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3600" spc="32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3600">
                <a:latin typeface="Cambria Math"/>
                <a:cs typeface="Cambria Math"/>
              </a:rPr>
              <a:t>=</a:t>
            </a:r>
            <a:r>
              <a:rPr dirty="0" sz="3600" spc="135">
                <a:latin typeface="Cambria Math"/>
                <a:cs typeface="Cambria Math"/>
              </a:rPr>
              <a:t> </a:t>
            </a:r>
            <a:r>
              <a:rPr dirty="0" sz="3600" spc="-600">
                <a:latin typeface="Cambria Math"/>
                <a:cs typeface="Cambria Math"/>
              </a:rPr>
              <a:t>(</a:t>
            </a:r>
            <a:r>
              <a:rPr dirty="0" sz="3600" spc="-60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3600" spc="-600">
                <a:latin typeface="Cambria Math"/>
                <a:cs typeface="Cambria Math"/>
              </a:rPr>
              <a:t>,</a:t>
            </a:r>
            <a:r>
              <a:rPr dirty="0" sz="3600" spc="-170">
                <a:latin typeface="Cambria Math"/>
                <a:cs typeface="Cambria Math"/>
              </a:rPr>
              <a:t> </a:t>
            </a:r>
            <a:r>
              <a:rPr dirty="0" sz="3600" spc="16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3600" spc="165">
                <a:latin typeface="Cambria Math"/>
                <a:cs typeface="Cambria Math"/>
              </a:rPr>
              <a:t>,</a:t>
            </a:r>
            <a:r>
              <a:rPr dirty="0" sz="3600" spc="-170">
                <a:latin typeface="Cambria Math"/>
                <a:cs typeface="Cambria Math"/>
              </a:rPr>
              <a:t> </a:t>
            </a:r>
            <a:r>
              <a:rPr dirty="0" sz="3600" spc="-61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3600" spc="-615">
                <a:latin typeface="Cambria Math"/>
                <a:cs typeface="Cambria Math"/>
              </a:rPr>
              <a:t>,</a:t>
            </a:r>
            <a:r>
              <a:rPr dirty="0" sz="3600" spc="-180">
                <a:latin typeface="Cambria Math"/>
                <a:cs typeface="Cambria Math"/>
              </a:rPr>
              <a:t> </a:t>
            </a:r>
            <a:r>
              <a:rPr dirty="0" sz="36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6025" sz="390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3600">
                <a:latin typeface="Cambria Math"/>
                <a:cs typeface="Cambria Math"/>
              </a:rPr>
              <a:t>,</a:t>
            </a:r>
            <a:r>
              <a:rPr dirty="0" sz="3600" spc="-165">
                <a:latin typeface="Cambria Math"/>
                <a:cs typeface="Cambria Math"/>
              </a:rPr>
              <a:t> </a:t>
            </a:r>
            <a:r>
              <a:rPr dirty="0" sz="3600" spc="1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3600" spc="15">
                <a:latin typeface="Cambria Math"/>
                <a:cs typeface="Cambria Math"/>
              </a:rPr>
              <a:t>)</a:t>
            </a:r>
            <a:endParaRPr sz="36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2600"/>
              </a:spcBef>
            </a:pPr>
            <a:r>
              <a:rPr dirty="0" sz="2400" spc="-52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525">
                <a:latin typeface="Franklin Gothic Medium"/>
                <a:cs typeface="Franklin Gothic Medium"/>
              </a:rPr>
              <a:t>:</a:t>
            </a:r>
            <a:r>
              <a:rPr dirty="0" sz="240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12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set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endParaRPr sz="2400">
              <a:latin typeface="Franklin Gothic Medium"/>
              <a:cs typeface="Franklin Gothic Medium"/>
            </a:endParaRPr>
          </a:p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dirty="0" sz="2400" spc="13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30">
                <a:latin typeface="Franklin Gothic Medium"/>
                <a:cs typeface="Franklin Gothic Medium"/>
              </a:rPr>
              <a:t>: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alphabet,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set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39497" y="3871160"/>
            <a:ext cx="3078480" cy="1011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Franklin Gothic Medium"/>
                <a:cs typeface="Franklin Gothic Medium"/>
              </a:rPr>
              <a:t>:</a:t>
            </a:r>
            <a:r>
              <a:rPr dirty="0" sz="2400" spc="4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start</a:t>
            </a:r>
            <a:r>
              <a:rPr dirty="0" sz="2400" spc="2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dirty="0" sz="2400" spc="5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55">
                <a:latin typeface="Franklin Gothic Medium"/>
                <a:cs typeface="Franklin Gothic Medium"/>
              </a:rPr>
              <a:t>: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set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ACCEPT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87340" y="1030224"/>
            <a:ext cx="156527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92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75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87340" y="1661160"/>
            <a:ext cx="528955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305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400546" y="1950869"/>
            <a:ext cx="1591945" cy="1178560"/>
            <a:chOff x="6400546" y="1950869"/>
            <a:chExt cx="1591945" cy="1178560"/>
          </a:xfrm>
        </p:grpSpPr>
        <p:sp>
          <p:nvSpPr>
            <p:cNvPr id="10" name="object 10" descr=""/>
            <p:cNvSpPr/>
            <p:nvPr/>
          </p:nvSpPr>
          <p:spPr>
            <a:xfrm>
              <a:off x="6916289" y="1969919"/>
              <a:ext cx="1028065" cy="377825"/>
            </a:xfrm>
            <a:custGeom>
              <a:avLst/>
              <a:gdLst/>
              <a:ahLst/>
              <a:cxnLst/>
              <a:rect l="l" t="t" r="r" b="b"/>
              <a:pathLst>
                <a:path w="1028065" h="377825">
                  <a:moveTo>
                    <a:pt x="0" y="377280"/>
                  </a:moveTo>
                  <a:lnTo>
                    <a:pt x="8862" y="336315"/>
                  </a:lnTo>
                  <a:lnTo>
                    <a:pt x="22263" y="296937"/>
                  </a:lnTo>
                  <a:lnTo>
                    <a:pt x="39951" y="259302"/>
                  </a:lnTo>
                  <a:lnTo>
                    <a:pt x="61677" y="223567"/>
                  </a:lnTo>
                  <a:lnTo>
                    <a:pt x="87188" y="189889"/>
                  </a:lnTo>
                  <a:lnTo>
                    <a:pt x="116236" y="158424"/>
                  </a:lnTo>
                  <a:lnTo>
                    <a:pt x="148570" y="129329"/>
                  </a:lnTo>
                  <a:lnTo>
                    <a:pt x="183939" y="102762"/>
                  </a:lnTo>
                  <a:lnTo>
                    <a:pt x="222093" y="78878"/>
                  </a:lnTo>
                  <a:lnTo>
                    <a:pt x="262782" y="57835"/>
                  </a:lnTo>
                  <a:lnTo>
                    <a:pt x="305754" y="39788"/>
                  </a:lnTo>
                  <a:lnTo>
                    <a:pt x="350761" y="24896"/>
                  </a:lnTo>
                  <a:lnTo>
                    <a:pt x="397550" y="13314"/>
                  </a:lnTo>
                  <a:lnTo>
                    <a:pt x="445873" y="5200"/>
                  </a:lnTo>
                  <a:lnTo>
                    <a:pt x="495478" y="709"/>
                  </a:lnTo>
                  <a:lnTo>
                    <a:pt x="546116" y="0"/>
                  </a:lnTo>
                  <a:lnTo>
                    <a:pt x="597535" y="3227"/>
                  </a:lnTo>
                  <a:lnTo>
                    <a:pt x="650132" y="10717"/>
                  </a:lnTo>
                  <a:lnTo>
                    <a:pt x="700827" y="22202"/>
                  </a:lnTo>
                  <a:lnTo>
                    <a:pt x="749351" y="37474"/>
                  </a:lnTo>
                  <a:lnTo>
                    <a:pt x="795441" y="56327"/>
                  </a:lnTo>
                  <a:lnTo>
                    <a:pt x="838829" y="78554"/>
                  </a:lnTo>
                  <a:lnTo>
                    <a:pt x="879251" y="103949"/>
                  </a:lnTo>
                  <a:lnTo>
                    <a:pt x="916440" y="132304"/>
                  </a:lnTo>
                  <a:lnTo>
                    <a:pt x="950131" y="163413"/>
                  </a:lnTo>
                  <a:lnTo>
                    <a:pt x="980058" y="197070"/>
                  </a:lnTo>
                  <a:lnTo>
                    <a:pt x="1005955" y="233067"/>
                  </a:lnTo>
                  <a:lnTo>
                    <a:pt x="1027557" y="27119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883805" y="2205062"/>
              <a:ext cx="108585" cy="127000"/>
            </a:xfrm>
            <a:custGeom>
              <a:avLst/>
              <a:gdLst/>
              <a:ahLst/>
              <a:cxnLst/>
              <a:rect l="l" t="t" r="r" b="b"/>
              <a:pathLst>
                <a:path w="108584" h="127000">
                  <a:moveTo>
                    <a:pt x="108089" y="0"/>
                  </a:moveTo>
                  <a:lnTo>
                    <a:pt x="0" y="37147"/>
                  </a:lnTo>
                  <a:lnTo>
                    <a:pt x="91185" y="126669"/>
                  </a:lnTo>
                  <a:lnTo>
                    <a:pt x="1080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406896" y="2260092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406896" y="2260092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6597194" y="2486958"/>
            <a:ext cx="356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755381" y="2253742"/>
            <a:ext cx="837565" cy="875665"/>
            <a:chOff x="7755381" y="2253742"/>
            <a:chExt cx="837565" cy="875665"/>
          </a:xfrm>
        </p:grpSpPr>
        <p:sp>
          <p:nvSpPr>
            <p:cNvPr id="16" name="object 16" descr=""/>
            <p:cNvSpPr/>
            <p:nvPr/>
          </p:nvSpPr>
          <p:spPr>
            <a:xfrm>
              <a:off x="7761731" y="2260092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761731" y="2260092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7959895" y="2486958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2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0625073" y="2240026"/>
            <a:ext cx="837565" cy="875665"/>
            <a:chOff x="10625073" y="2240026"/>
            <a:chExt cx="837565" cy="875665"/>
          </a:xfrm>
        </p:grpSpPr>
        <p:sp>
          <p:nvSpPr>
            <p:cNvPr id="20" name="object 20" descr=""/>
            <p:cNvSpPr/>
            <p:nvPr/>
          </p:nvSpPr>
          <p:spPr>
            <a:xfrm>
              <a:off x="10631423" y="2246376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631423" y="2246376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727435" y="2345436"/>
              <a:ext cx="632460" cy="662940"/>
            </a:xfrm>
            <a:custGeom>
              <a:avLst/>
              <a:gdLst/>
              <a:ahLst/>
              <a:cxnLst/>
              <a:rect l="l" t="t" r="r" b="b"/>
              <a:pathLst>
                <a:path w="632459" h="662939">
                  <a:moveTo>
                    <a:pt x="0" y="331470"/>
                  </a:moveTo>
                  <a:lnTo>
                    <a:pt x="3428" y="282486"/>
                  </a:lnTo>
                  <a:lnTo>
                    <a:pt x="13388" y="235735"/>
                  </a:lnTo>
                  <a:lnTo>
                    <a:pt x="29390" y="191728"/>
                  </a:lnTo>
                  <a:lnTo>
                    <a:pt x="50946" y="150979"/>
                  </a:lnTo>
                  <a:lnTo>
                    <a:pt x="77565" y="113999"/>
                  </a:lnTo>
                  <a:lnTo>
                    <a:pt x="108759" y="81302"/>
                  </a:lnTo>
                  <a:lnTo>
                    <a:pt x="144038" y="53400"/>
                  </a:lnTo>
                  <a:lnTo>
                    <a:pt x="182914" y="30806"/>
                  </a:lnTo>
                  <a:lnTo>
                    <a:pt x="224898" y="14033"/>
                  </a:lnTo>
                  <a:lnTo>
                    <a:pt x="269499" y="3593"/>
                  </a:lnTo>
                  <a:lnTo>
                    <a:pt x="316230" y="0"/>
                  </a:lnTo>
                  <a:lnTo>
                    <a:pt x="362960" y="3593"/>
                  </a:lnTo>
                  <a:lnTo>
                    <a:pt x="407561" y="14033"/>
                  </a:lnTo>
                  <a:lnTo>
                    <a:pt x="449545" y="30806"/>
                  </a:lnTo>
                  <a:lnTo>
                    <a:pt x="488421" y="53400"/>
                  </a:lnTo>
                  <a:lnTo>
                    <a:pt x="523700" y="81302"/>
                  </a:lnTo>
                  <a:lnTo>
                    <a:pt x="554894" y="113999"/>
                  </a:lnTo>
                  <a:lnTo>
                    <a:pt x="581513" y="150979"/>
                  </a:lnTo>
                  <a:lnTo>
                    <a:pt x="603069" y="191728"/>
                  </a:lnTo>
                  <a:lnTo>
                    <a:pt x="619071" y="235735"/>
                  </a:lnTo>
                  <a:lnTo>
                    <a:pt x="629031" y="282486"/>
                  </a:lnTo>
                  <a:lnTo>
                    <a:pt x="632460" y="331470"/>
                  </a:lnTo>
                  <a:lnTo>
                    <a:pt x="629031" y="380453"/>
                  </a:lnTo>
                  <a:lnTo>
                    <a:pt x="619071" y="427204"/>
                  </a:lnTo>
                  <a:lnTo>
                    <a:pt x="603069" y="471211"/>
                  </a:lnTo>
                  <a:lnTo>
                    <a:pt x="581513" y="511960"/>
                  </a:lnTo>
                  <a:lnTo>
                    <a:pt x="554894" y="548940"/>
                  </a:lnTo>
                  <a:lnTo>
                    <a:pt x="523700" y="581637"/>
                  </a:lnTo>
                  <a:lnTo>
                    <a:pt x="488421" y="609539"/>
                  </a:lnTo>
                  <a:lnTo>
                    <a:pt x="449545" y="632133"/>
                  </a:lnTo>
                  <a:lnTo>
                    <a:pt x="407561" y="648906"/>
                  </a:lnTo>
                  <a:lnTo>
                    <a:pt x="362960" y="659346"/>
                  </a:lnTo>
                  <a:lnTo>
                    <a:pt x="316230" y="662940"/>
                  </a:lnTo>
                  <a:lnTo>
                    <a:pt x="269499" y="659346"/>
                  </a:lnTo>
                  <a:lnTo>
                    <a:pt x="224898" y="648906"/>
                  </a:lnTo>
                  <a:lnTo>
                    <a:pt x="182914" y="632133"/>
                  </a:lnTo>
                  <a:lnTo>
                    <a:pt x="144038" y="609539"/>
                  </a:lnTo>
                  <a:lnTo>
                    <a:pt x="108759" y="581637"/>
                  </a:lnTo>
                  <a:lnTo>
                    <a:pt x="77565" y="548940"/>
                  </a:lnTo>
                  <a:lnTo>
                    <a:pt x="50946" y="511960"/>
                  </a:lnTo>
                  <a:lnTo>
                    <a:pt x="29390" y="471211"/>
                  </a:lnTo>
                  <a:lnTo>
                    <a:pt x="13388" y="427204"/>
                  </a:lnTo>
                  <a:lnTo>
                    <a:pt x="3428" y="380453"/>
                  </a:lnTo>
                  <a:lnTo>
                    <a:pt x="0" y="33147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0829419" y="2472775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4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5966459" y="2634990"/>
            <a:ext cx="3151505" cy="114300"/>
            <a:chOff x="5966459" y="2634990"/>
            <a:chExt cx="3151505" cy="114300"/>
          </a:xfrm>
        </p:grpSpPr>
        <p:sp>
          <p:nvSpPr>
            <p:cNvPr id="25" name="object 25" descr=""/>
            <p:cNvSpPr/>
            <p:nvPr/>
          </p:nvSpPr>
          <p:spPr>
            <a:xfrm>
              <a:off x="8586977" y="2692145"/>
              <a:ext cx="435609" cy="0"/>
            </a:xfrm>
            <a:custGeom>
              <a:avLst/>
              <a:gdLst/>
              <a:ahLst/>
              <a:cxnLst/>
              <a:rect l="l" t="t" r="r" b="b"/>
              <a:pathLst>
                <a:path w="435609" h="0">
                  <a:moveTo>
                    <a:pt x="0" y="0"/>
                  </a:moveTo>
                  <a:lnTo>
                    <a:pt x="43519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003127" y="263499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985509" y="2692145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 h="0">
                  <a:moveTo>
                    <a:pt x="0" y="0"/>
                  </a:moveTo>
                  <a:lnTo>
                    <a:pt x="326656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293117" y="263499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8775351" y="2168645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0057460" y="2185120"/>
            <a:ext cx="349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𝑎,</a:t>
            </a:r>
            <a:r>
              <a:rPr dirty="0" sz="1800" spc="-55">
                <a:latin typeface="Cambria Math"/>
                <a:cs typeface="Cambria Math"/>
              </a:rPr>
              <a:t> </a:t>
            </a: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378659" y="3142575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371227" y="16588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289663" y="158063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9110218" y="2253742"/>
            <a:ext cx="837565" cy="875665"/>
            <a:chOff x="9110218" y="2253742"/>
            <a:chExt cx="837565" cy="875665"/>
          </a:xfrm>
        </p:grpSpPr>
        <p:sp>
          <p:nvSpPr>
            <p:cNvPr id="35" name="object 35" descr=""/>
            <p:cNvSpPr/>
            <p:nvPr/>
          </p:nvSpPr>
          <p:spPr>
            <a:xfrm>
              <a:off x="9116568" y="2260092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412242" y="0"/>
                  </a:moveTo>
                  <a:lnTo>
                    <a:pt x="364166" y="2901"/>
                  </a:lnTo>
                  <a:lnTo>
                    <a:pt x="317719" y="11390"/>
                  </a:lnTo>
                  <a:lnTo>
                    <a:pt x="273210" y="25143"/>
                  </a:lnTo>
                  <a:lnTo>
                    <a:pt x="230949" y="43836"/>
                  </a:lnTo>
                  <a:lnTo>
                    <a:pt x="191244" y="67145"/>
                  </a:lnTo>
                  <a:lnTo>
                    <a:pt x="154406" y="94748"/>
                  </a:lnTo>
                  <a:lnTo>
                    <a:pt x="120743" y="126320"/>
                  </a:lnTo>
                  <a:lnTo>
                    <a:pt x="90565" y="161538"/>
                  </a:lnTo>
                  <a:lnTo>
                    <a:pt x="64181" y="200079"/>
                  </a:lnTo>
                  <a:lnTo>
                    <a:pt x="41901" y="241618"/>
                  </a:lnTo>
                  <a:lnTo>
                    <a:pt x="24033" y="285832"/>
                  </a:lnTo>
                  <a:lnTo>
                    <a:pt x="10887" y="332399"/>
                  </a:lnTo>
                  <a:lnTo>
                    <a:pt x="2773" y="380993"/>
                  </a:lnTo>
                  <a:lnTo>
                    <a:pt x="0" y="431291"/>
                  </a:lnTo>
                  <a:lnTo>
                    <a:pt x="2773" y="481590"/>
                  </a:lnTo>
                  <a:lnTo>
                    <a:pt x="10887" y="530184"/>
                  </a:lnTo>
                  <a:lnTo>
                    <a:pt x="24033" y="576751"/>
                  </a:lnTo>
                  <a:lnTo>
                    <a:pt x="41901" y="620965"/>
                  </a:lnTo>
                  <a:lnTo>
                    <a:pt x="64181" y="662504"/>
                  </a:lnTo>
                  <a:lnTo>
                    <a:pt x="90565" y="701045"/>
                  </a:lnTo>
                  <a:lnTo>
                    <a:pt x="120743" y="736263"/>
                  </a:lnTo>
                  <a:lnTo>
                    <a:pt x="154406" y="767835"/>
                  </a:lnTo>
                  <a:lnTo>
                    <a:pt x="191244" y="795438"/>
                  </a:lnTo>
                  <a:lnTo>
                    <a:pt x="230949" y="818747"/>
                  </a:lnTo>
                  <a:lnTo>
                    <a:pt x="273210" y="837440"/>
                  </a:lnTo>
                  <a:lnTo>
                    <a:pt x="317719" y="851193"/>
                  </a:lnTo>
                  <a:lnTo>
                    <a:pt x="364166" y="859682"/>
                  </a:lnTo>
                  <a:lnTo>
                    <a:pt x="412242" y="862583"/>
                  </a:lnTo>
                  <a:lnTo>
                    <a:pt x="460317" y="859682"/>
                  </a:lnTo>
                  <a:lnTo>
                    <a:pt x="506764" y="851193"/>
                  </a:lnTo>
                  <a:lnTo>
                    <a:pt x="551273" y="837440"/>
                  </a:lnTo>
                  <a:lnTo>
                    <a:pt x="593534" y="818747"/>
                  </a:lnTo>
                  <a:lnTo>
                    <a:pt x="633239" y="795438"/>
                  </a:lnTo>
                  <a:lnTo>
                    <a:pt x="670077" y="767835"/>
                  </a:lnTo>
                  <a:lnTo>
                    <a:pt x="703740" y="736263"/>
                  </a:lnTo>
                  <a:lnTo>
                    <a:pt x="733918" y="701045"/>
                  </a:lnTo>
                  <a:lnTo>
                    <a:pt x="760302" y="662504"/>
                  </a:lnTo>
                  <a:lnTo>
                    <a:pt x="782582" y="620965"/>
                  </a:lnTo>
                  <a:lnTo>
                    <a:pt x="800450" y="576751"/>
                  </a:lnTo>
                  <a:lnTo>
                    <a:pt x="813596" y="530184"/>
                  </a:lnTo>
                  <a:lnTo>
                    <a:pt x="821710" y="481590"/>
                  </a:lnTo>
                  <a:lnTo>
                    <a:pt x="824484" y="431291"/>
                  </a:lnTo>
                  <a:lnTo>
                    <a:pt x="821710" y="380993"/>
                  </a:lnTo>
                  <a:lnTo>
                    <a:pt x="813596" y="332399"/>
                  </a:lnTo>
                  <a:lnTo>
                    <a:pt x="800450" y="285832"/>
                  </a:lnTo>
                  <a:lnTo>
                    <a:pt x="782582" y="241618"/>
                  </a:lnTo>
                  <a:lnTo>
                    <a:pt x="760302" y="200079"/>
                  </a:lnTo>
                  <a:lnTo>
                    <a:pt x="733918" y="161538"/>
                  </a:lnTo>
                  <a:lnTo>
                    <a:pt x="703740" y="126320"/>
                  </a:lnTo>
                  <a:lnTo>
                    <a:pt x="670077" y="94748"/>
                  </a:lnTo>
                  <a:lnTo>
                    <a:pt x="633239" y="67145"/>
                  </a:lnTo>
                  <a:lnTo>
                    <a:pt x="593534" y="43836"/>
                  </a:lnTo>
                  <a:lnTo>
                    <a:pt x="551273" y="25143"/>
                  </a:lnTo>
                  <a:lnTo>
                    <a:pt x="506764" y="11390"/>
                  </a:lnTo>
                  <a:lnTo>
                    <a:pt x="460317" y="2901"/>
                  </a:lnTo>
                  <a:lnTo>
                    <a:pt x="4122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9116568" y="2260092"/>
              <a:ext cx="824865" cy="862965"/>
            </a:xfrm>
            <a:custGeom>
              <a:avLst/>
              <a:gdLst/>
              <a:ahLst/>
              <a:cxnLst/>
              <a:rect l="l" t="t" r="r" b="b"/>
              <a:pathLst>
                <a:path w="824865" h="862964">
                  <a:moveTo>
                    <a:pt x="0" y="431291"/>
                  </a:moveTo>
                  <a:lnTo>
                    <a:pt x="2773" y="380993"/>
                  </a:lnTo>
                  <a:lnTo>
                    <a:pt x="10887" y="332399"/>
                  </a:lnTo>
                  <a:lnTo>
                    <a:pt x="24033" y="285832"/>
                  </a:lnTo>
                  <a:lnTo>
                    <a:pt x="41901" y="241618"/>
                  </a:lnTo>
                  <a:lnTo>
                    <a:pt x="64181" y="200079"/>
                  </a:lnTo>
                  <a:lnTo>
                    <a:pt x="90565" y="161538"/>
                  </a:lnTo>
                  <a:lnTo>
                    <a:pt x="120743" y="126320"/>
                  </a:lnTo>
                  <a:lnTo>
                    <a:pt x="154406" y="94748"/>
                  </a:lnTo>
                  <a:lnTo>
                    <a:pt x="191244" y="67145"/>
                  </a:lnTo>
                  <a:lnTo>
                    <a:pt x="230949" y="43836"/>
                  </a:lnTo>
                  <a:lnTo>
                    <a:pt x="273210" y="25143"/>
                  </a:lnTo>
                  <a:lnTo>
                    <a:pt x="317719" y="11390"/>
                  </a:lnTo>
                  <a:lnTo>
                    <a:pt x="364166" y="2901"/>
                  </a:lnTo>
                  <a:lnTo>
                    <a:pt x="412242" y="0"/>
                  </a:lnTo>
                  <a:lnTo>
                    <a:pt x="460317" y="2901"/>
                  </a:lnTo>
                  <a:lnTo>
                    <a:pt x="506764" y="11390"/>
                  </a:lnTo>
                  <a:lnTo>
                    <a:pt x="551273" y="25143"/>
                  </a:lnTo>
                  <a:lnTo>
                    <a:pt x="593534" y="43836"/>
                  </a:lnTo>
                  <a:lnTo>
                    <a:pt x="633239" y="67145"/>
                  </a:lnTo>
                  <a:lnTo>
                    <a:pt x="670077" y="94748"/>
                  </a:lnTo>
                  <a:lnTo>
                    <a:pt x="703740" y="126320"/>
                  </a:lnTo>
                  <a:lnTo>
                    <a:pt x="733918" y="161538"/>
                  </a:lnTo>
                  <a:lnTo>
                    <a:pt x="760302" y="200079"/>
                  </a:lnTo>
                  <a:lnTo>
                    <a:pt x="782582" y="241618"/>
                  </a:lnTo>
                  <a:lnTo>
                    <a:pt x="800450" y="285832"/>
                  </a:lnTo>
                  <a:lnTo>
                    <a:pt x="813596" y="332399"/>
                  </a:lnTo>
                  <a:lnTo>
                    <a:pt x="821710" y="380993"/>
                  </a:lnTo>
                  <a:lnTo>
                    <a:pt x="824484" y="431291"/>
                  </a:lnTo>
                  <a:lnTo>
                    <a:pt x="821710" y="481590"/>
                  </a:lnTo>
                  <a:lnTo>
                    <a:pt x="813596" y="530184"/>
                  </a:lnTo>
                  <a:lnTo>
                    <a:pt x="800450" y="576751"/>
                  </a:lnTo>
                  <a:lnTo>
                    <a:pt x="782582" y="620965"/>
                  </a:lnTo>
                  <a:lnTo>
                    <a:pt x="760302" y="662504"/>
                  </a:lnTo>
                  <a:lnTo>
                    <a:pt x="733918" y="701045"/>
                  </a:lnTo>
                  <a:lnTo>
                    <a:pt x="703740" y="736263"/>
                  </a:lnTo>
                  <a:lnTo>
                    <a:pt x="670077" y="767835"/>
                  </a:lnTo>
                  <a:lnTo>
                    <a:pt x="633239" y="795438"/>
                  </a:lnTo>
                  <a:lnTo>
                    <a:pt x="593534" y="818747"/>
                  </a:lnTo>
                  <a:lnTo>
                    <a:pt x="551273" y="837440"/>
                  </a:lnTo>
                  <a:lnTo>
                    <a:pt x="506764" y="851193"/>
                  </a:lnTo>
                  <a:lnTo>
                    <a:pt x="460317" y="859682"/>
                  </a:lnTo>
                  <a:lnTo>
                    <a:pt x="412242" y="862583"/>
                  </a:lnTo>
                  <a:lnTo>
                    <a:pt x="364166" y="859682"/>
                  </a:lnTo>
                  <a:lnTo>
                    <a:pt x="317719" y="851193"/>
                  </a:lnTo>
                  <a:lnTo>
                    <a:pt x="273210" y="837440"/>
                  </a:lnTo>
                  <a:lnTo>
                    <a:pt x="230949" y="818747"/>
                  </a:lnTo>
                  <a:lnTo>
                    <a:pt x="191244" y="795438"/>
                  </a:lnTo>
                  <a:lnTo>
                    <a:pt x="154406" y="767835"/>
                  </a:lnTo>
                  <a:lnTo>
                    <a:pt x="120743" y="736263"/>
                  </a:lnTo>
                  <a:lnTo>
                    <a:pt x="90565" y="701045"/>
                  </a:lnTo>
                  <a:lnTo>
                    <a:pt x="64181" y="662504"/>
                  </a:lnTo>
                  <a:lnTo>
                    <a:pt x="41901" y="620965"/>
                  </a:lnTo>
                  <a:lnTo>
                    <a:pt x="24033" y="576751"/>
                  </a:lnTo>
                  <a:lnTo>
                    <a:pt x="10887" y="530184"/>
                  </a:lnTo>
                  <a:lnTo>
                    <a:pt x="2773" y="481590"/>
                  </a:lnTo>
                  <a:lnTo>
                    <a:pt x="0" y="43129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9314974" y="2486958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20833" sz="2400" spc="-37">
                <a:latin typeface="Cambria Math"/>
                <a:cs typeface="Cambria Math"/>
              </a:rPr>
              <a:t>3</a:t>
            </a:r>
            <a:endParaRPr baseline="-20833" sz="2400">
              <a:latin typeface="Cambria Math"/>
              <a:cs typeface="Cambria Math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6205524" y="1901405"/>
            <a:ext cx="4427220" cy="1581150"/>
            <a:chOff x="6205524" y="1901405"/>
            <a:chExt cx="4427220" cy="1581150"/>
          </a:xfrm>
        </p:grpSpPr>
        <p:sp>
          <p:nvSpPr>
            <p:cNvPr id="39" name="object 39" descr=""/>
            <p:cNvSpPr/>
            <p:nvPr/>
          </p:nvSpPr>
          <p:spPr>
            <a:xfrm>
              <a:off x="9941814" y="2680383"/>
              <a:ext cx="595630" cy="12700"/>
            </a:xfrm>
            <a:custGeom>
              <a:avLst/>
              <a:gdLst/>
              <a:ahLst/>
              <a:cxnLst/>
              <a:rect l="l" t="t" r="r" b="b"/>
              <a:pathLst>
                <a:path w="595629" h="12700">
                  <a:moveTo>
                    <a:pt x="0" y="12230"/>
                  </a:moveTo>
                  <a:lnTo>
                    <a:pt x="59514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0516746" y="2623645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0" y="0"/>
                  </a:moveTo>
                  <a:lnTo>
                    <a:pt x="2349" y="114274"/>
                  </a:lnTo>
                  <a:lnTo>
                    <a:pt x="115442" y="54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940429" y="3087971"/>
              <a:ext cx="1067435" cy="375285"/>
            </a:xfrm>
            <a:custGeom>
              <a:avLst/>
              <a:gdLst/>
              <a:ahLst/>
              <a:cxnLst/>
              <a:rect l="l" t="t" r="r" b="b"/>
              <a:pathLst>
                <a:path w="1067434" h="375285">
                  <a:moveTo>
                    <a:pt x="1067295" y="0"/>
                  </a:moveTo>
                  <a:lnTo>
                    <a:pt x="1057818" y="40928"/>
                  </a:lnTo>
                  <a:lnTo>
                    <a:pt x="1043632" y="80253"/>
                  </a:lnTo>
                  <a:lnTo>
                    <a:pt x="1024999" y="117817"/>
                  </a:lnTo>
                  <a:lnTo>
                    <a:pt x="1002180" y="153466"/>
                  </a:lnTo>
                  <a:lnTo>
                    <a:pt x="975436" y="187042"/>
                  </a:lnTo>
                  <a:lnTo>
                    <a:pt x="945029" y="218392"/>
                  </a:lnTo>
                  <a:lnTo>
                    <a:pt x="911220" y="247358"/>
                  </a:lnTo>
                  <a:lnTo>
                    <a:pt x="874271" y="273785"/>
                  </a:lnTo>
                  <a:lnTo>
                    <a:pt x="834442" y="297517"/>
                  </a:lnTo>
                  <a:lnTo>
                    <a:pt x="791997" y="318398"/>
                  </a:lnTo>
                  <a:lnTo>
                    <a:pt x="747195" y="336273"/>
                  </a:lnTo>
                  <a:lnTo>
                    <a:pt x="700298" y="350986"/>
                  </a:lnTo>
                  <a:lnTo>
                    <a:pt x="651569" y="362381"/>
                  </a:lnTo>
                  <a:lnTo>
                    <a:pt x="601267" y="370302"/>
                  </a:lnTo>
                  <a:lnTo>
                    <a:pt x="549656" y="374593"/>
                  </a:lnTo>
                  <a:lnTo>
                    <a:pt x="496995" y="375100"/>
                  </a:lnTo>
                  <a:lnTo>
                    <a:pt x="443547" y="371665"/>
                  </a:lnTo>
                  <a:lnTo>
                    <a:pt x="389399" y="364056"/>
                  </a:lnTo>
                  <a:lnTo>
                    <a:pt x="337208" y="352529"/>
                  </a:lnTo>
                  <a:lnTo>
                    <a:pt x="287244" y="337287"/>
                  </a:lnTo>
                  <a:lnTo>
                    <a:pt x="239777" y="318529"/>
                  </a:lnTo>
                  <a:lnTo>
                    <a:pt x="195074" y="296457"/>
                  </a:lnTo>
                  <a:lnTo>
                    <a:pt x="153405" y="271273"/>
                  </a:lnTo>
                  <a:lnTo>
                    <a:pt x="115040" y="243177"/>
                  </a:lnTo>
                  <a:lnTo>
                    <a:pt x="80248" y="212371"/>
                  </a:lnTo>
                  <a:lnTo>
                    <a:pt x="49298" y="179055"/>
                  </a:lnTo>
                  <a:lnTo>
                    <a:pt x="22459" y="143432"/>
                  </a:lnTo>
                  <a:lnTo>
                    <a:pt x="0" y="10570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893199" y="3104018"/>
              <a:ext cx="107950" cy="127000"/>
            </a:xfrm>
            <a:custGeom>
              <a:avLst/>
              <a:gdLst/>
              <a:ahLst/>
              <a:cxnLst/>
              <a:rect l="l" t="t" r="r" b="b"/>
              <a:pathLst>
                <a:path w="107950" h="127000">
                  <a:moveTo>
                    <a:pt x="14516" y="0"/>
                  </a:moveTo>
                  <a:lnTo>
                    <a:pt x="0" y="126961"/>
                  </a:lnTo>
                  <a:lnTo>
                    <a:pt x="107378" y="87795"/>
                  </a:lnTo>
                  <a:lnTo>
                    <a:pt x="145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224574" y="1920455"/>
              <a:ext cx="580390" cy="581660"/>
            </a:xfrm>
            <a:custGeom>
              <a:avLst/>
              <a:gdLst/>
              <a:ahLst/>
              <a:cxnLst/>
              <a:rect l="l" t="t" r="r" b="b"/>
              <a:pathLst>
                <a:path w="580390" h="581660">
                  <a:moveTo>
                    <a:pt x="236423" y="581139"/>
                  </a:moveTo>
                  <a:lnTo>
                    <a:pt x="197181" y="575957"/>
                  </a:lnTo>
                  <a:lnTo>
                    <a:pt x="158912" y="561209"/>
                  </a:lnTo>
                  <a:lnTo>
                    <a:pt x="122589" y="538091"/>
                  </a:lnTo>
                  <a:lnTo>
                    <a:pt x="89185" y="507797"/>
                  </a:lnTo>
                  <a:lnTo>
                    <a:pt x="59673" y="471525"/>
                  </a:lnTo>
                  <a:lnTo>
                    <a:pt x="35025" y="430470"/>
                  </a:lnTo>
                  <a:lnTo>
                    <a:pt x="16215" y="385827"/>
                  </a:lnTo>
                  <a:lnTo>
                    <a:pt x="4216" y="338793"/>
                  </a:lnTo>
                  <a:lnTo>
                    <a:pt x="0" y="290563"/>
                  </a:lnTo>
                  <a:lnTo>
                    <a:pt x="4309" y="247125"/>
                  </a:lnTo>
                  <a:lnTo>
                    <a:pt x="16643" y="204559"/>
                  </a:lnTo>
                  <a:lnTo>
                    <a:pt x="36110" y="163735"/>
                  </a:lnTo>
                  <a:lnTo>
                    <a:pt x="61817" y="125526"/>
                  </a:lnTo>
                  <a:lnTo>
                    <a:pt x="92875" y="90803"/>
                  </a:lnTo>
                  <a:lnTo>
                    <a:pt x="128389" y="60438"/>
                  </a:lnTo>
                  <a:lnTo>
                    <a:pt x="167470" y="35304"/>
                  </a:lnTo>
                  <a:lnTo>
                    <a:pt x="209226" y="16272"/>
                  </a:lnTo>
                  <a:lnTo>
                    <a:pt x="252763" y="4213"/>
                  </a:lnTo>
                  <a:lnTo>
                    <a:pt x="297192" y="0"/>
                  </a:lnTo>
                  <a:lnTo>
                    <a:pt x="342342" y="5094"/>
                  </a:lnTo>
                  <a:lnTo>
                    <a:pt x="386556" y="19663"/>
                  </a:lnTo>
                  <a:lnTo>
                    <a:pt x="428898" y="42636"/>
                  </a:lnTo>
                  <a:lnTo>
                    <a:pt x="468433" y="72939"/>
                  </a:lnTo>
                  <a:lnTo>
                    <a:pt x="504224" y="109501"/>
                  </a:lnTo>
                  <a:lnTo>
                    <a:pt x="535336" y="151251"/>
                  </a:lnTo>
                  <a:lnTo>
                    <a:pt x="560833" y="197115"/>
                  </a:lnTo>
                  <a:lnTo>
                    <a:pt x="579780" y="24602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744996" y="2139151"/>
              <a:ext cx="113030" cy="121920"/>
            </a:xfrm>
            <a:custGeom>
              <a:avLst/>
              <a:gdLst/>
              <a:ahLst/>
              <a:cxnLst/>
              <a:rect l="l" t="t" r="r" b="b"/>
              <a:pathLst>
                <a:path w="113029" h="121919">
                  <a:moveTo>
                    <a:pt x="112953" y="0"/>
                  </a:moveTo>
                  <a:lnTo>
                    <a:pt x="0" y="17500"/>
                  </a:lnTo>
                  <a:lnTo>
                    <a:pt x="73977" y="121704"/>
                  </a:lnTo>
                  <a:lnTo>
                    <a:pt x="112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5440236" y="3568353"/>
            <a:ext cx="30048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baseline="-16260" sz="3075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r>
              <a:rPr dirty="0" baseline="-16260" sz="3075" spc="46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40">
                <a:latin typeface="Cambria Math"/>
                <a:cs typeface="Cambria Math"/>
              </a:rPr>
              <a:t> </a:t>
            </a:r>
            <a:r>
              <a:rPr dirty="0" sz="2800" spc="-459">
                <a:latin typeface="Cambria Math"/>
                <a:cs typeface="Cambria Math"/>
              </a:rPr>
              <a:t>(</a:t>
            </a:r>
            <a:r>
              <a:rPr dirty="0" sz="2800" spc="-459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800" spc="-459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13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800" spc="130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-4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800" spc="-47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6260" sz="307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800" spc="-25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8370280" y="4135875"/>
            <a:ext cx="5137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64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229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506558" y="3950778"/>
            <a:ext cx="2554605" cy="1048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0960" marR="43180" indent="-10795">
              <a:lnSpc>
                <a:spcPct val="139800"/>
              </a:lnSpc>
              <a:spcBef>
                <a:spcPts val="100"/>
              </a:spcBef>
              <a:tabLst>
                <a:tab pos="740410" algn="l"/>
                <a:tab pos="772795" algn="l"/>
              </a:tabLst>
            </a:pPr>
            <a:r>
              <a:rPr dirty="0" sz="2400" spc="-83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21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 spc="-6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{𝑞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𝑞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𝑞</a:t>
            </a:r>
            <a:r>
              <a:rPr dirty="0" baseline="-15873" sz="2625">
                <a:latin typeface="Cambria Math"/>
                <a:cs typeface="Cambria Math"/>
              </a:rPr>
              <a:t>3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4</a:t>
            </a:r>
            <a:r>
              <a:rPr dirty="0" sz="2400" spc="-25">
                <a:latin typeface="Cambria Math"/>
                <a:cs typeface="Cambria Math"/>
              </a:rPr>
              <a:t>} </a:t>
            </a:r>
            <a:r>
              <a:rPr dirty="0" sz="2400" spc="16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21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	{𝑎,</a:t>
            </a:r>
            <a:r>
              <a:rPr dirty="0" sz="2400" spc="-110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𝑏}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9796056" y="4496003"/>
            <a:ext cx="2308860" cy="1097280"/>
            <a:chOff x="9796056" y="4496003"/>
            <a:chExt cx="2308860" cy="1097280"/>
          </a:xfrm>
        </p:grpSpPr>
        <p:sp>
          <p:nvSpPr>
            <p:cNvPr id="49" name="object 49" descr=""/>
            <p:cNvSpPr/>
            <p:nvPr/>
          </p:nvSpPr>
          <p:spPr>
            <a:xfrm>
              <a:off x="9796056" y="4496003"/>
              <a:ext cx="769620" cy="365760"/>
            </a:xfrm>
            <a:custGeom>
              <a:avLst/>
              <a:gdLst/>
              <a:ahLst/>
              <a:cxnLst/>
              <a:rect l="l" t="t" r="r" b="b"/>
              <a:pathLst>
                <a:path w="769620" h="365760">
                  <a:moveTo>
                    <a:pt x="76948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769480" y="365760"/>
                  </a:lnTo>
                  <a:lnTo>
                    <a:pt x="76948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0565536" y="4861763"/>
              <a:ext cx="769620" cy="365760"/>
            </a:xfrm>
            <a:custGeom>
              <a:avLst/>
              <a:gdLst/>
              <a:ahLst/>
              <a:cxnLst/>
              <a:rect l="l" t="t" r="r" b="b"/>
              <a:pathLst>
                <a:path w="769620" h="365760">
                  <a:moveTo>
                    <a:pt x="769480" y="0"/>
                  </a:moveTo>
                  <a:lnTo>
                    <a:pt x="0" y="0"/>
                  </a:lnTo>
                  <a:lnTo>
                    <a:pt x="0" y="365759"/>
                  </a:lnTo>
                  <a:lnTo>
                    <a:pt x="769480" y="365759"/>
                  </a:lnTo>
                  <a:lnTo>
                    <a:pt x="769480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9796056" y="5227535"/>
              <a:ext cx="2308860" cy="365760"/>
            </a:xfrm>
            <a:custGeom>
              <a:avLst/>
              <a:gdLst/>
              <a:ahLst/>
              <a:cxnLst/>
              <a:rect l="l" t="t" r="r" b="b"/>
              <a:pathLst>
                <a:path w="2308859" h="365760">
                  <a:moveTo>
                    <a:pt x="76948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769480" y="365760"/>
                  </a:lnTo>
                  <a:lnTo>
                    <a:pt x="769480" y="0"/>
                  </a:lnTo>
                  <a:close/>
                </a:path>
                <a:path w="2308859" h="365760">
                  <a:moveTo>
                    <a:pt x="2308415" y="0"/>
                  </a:moveTo>
                  <a:lnTo>
                    <a:pt x="1538947" y="0"/>
                  </a:lnTo>
                  <a:lnTo>
                    <a:pt x="1538947" y="365760"/>
                  </a:lnTo>
                  <a:lnTo>
                    <a:pt x="2308415" y="365760"/>
                  </a:lnTo>
                  <a:lnTo>
                    <a:pt x="2308415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9828594" y="4575847"/>
              <a:ext cx="2076450" cy="944244"/>
            </a:xfrm>
            <a:custGeom>
              <a:avLst/>
              <a:gdLst/>
              <a:ahLst/>
              <a:cxnLst/>
              <a:rect l="l" t="t" r="r" b="b"/>
              <a:pathLst>
                <a:path w="2076450" h="944245">
                  <a:moveTo>
                    <a:pt x="71208" y="0"/>
                  </a:moveTo>
                  <a:lnTo>
                    <a:pt x="68313" y="0"/>
                  </a:lnTo>
                  <a:lnTo>
                    <a:pt x="56019" y="914"/>
                  </a:lnTo>
                  <a:lnTo>
                    <a:pt x="19316" y="26428"/>
                  </a:lnTo>
                  <a:lnTo>
                    <a:pt x="16065" y="46659"/>
                  </a:lnTo>
                  <a:lnTo>
                    <a:pt x="16065" y="52832"/>
                  </a:lnTo>
                  <a:lnTo>
                    <a:pt x="16941" y="59867"/>
                  </a:lnTo>
                  <a:lnTo>
                    <a:pt x="20447" y="75641"/>
                  </a:lnTo>
                  <a:lnTo>
                    <a:pt x="21310" y="80924"/>
                  </a:lnTo>
                  <a:lnTo>
                    <a:pt x="21310" y="88734"/>
                  </a:lnTo>
                  <a:lnTo>
                    <a:pt x="19545" y="92925"/>
                  </a:lnTo>
                  <a:lnTo>
                    <a:pt x="12484" y="99402"/>
                  </a:lnTo>
                  <a:lnTo>
                    <a:pt x="7137" y="101130"/>
                  </a:lnTo>
                  <a:lnTo>
                    <a:pt x="0" y="101346"/>
                  </a:lnTo>
                  <a:lnTo>
                    <a:pt x="0" y="110502"/>
                  </a:lnTo>
                  <a:lnTo>
                    <a:pt x="7137" y="110731"/>
                  </a:lnTo>
                  <a:lnTo>
                    <a:pt x="12484" y="112458"/>
                  </a:lnTo>
                  <a:lnTo>
                    <a:pt x="19545" y="118935"/>
                  </a:lnTo>
                  <a:lnTo>
                    <a:pt x="21310" y="123113"/>
                  </a:lnTo>
                  <a:lnTo>
                    <a:pt x="21310" y="130937"/>
                  </a:lnTo>
                  <a:lnTo>
                    <a:pt x="20447" y="136220"/>
                  </a:lnTo>
                  <a:lnTo>
                    <a:pt x="16941" y="151993"/>
                  </a:lnTo>
                  <a:lnTo>
                    <a:pt x="16065" y="159016"/>
                  </a:lnTo>
                  <a:lnTo>
                    <a:pt x="16065" y="165201"/>
                  </a:lnTo>
                  <a:lnTo>
                    <a:pt x="16878" y="176466"/>
                  </a:lnTo>
                  <a:lnTo>
                    <a:pt x="45389" y="209626"/>
                  </a:lnTo>
                  <a:lnTo>
                    <a:pt x="68313" y="212864"/>
                  </a:lnTo>
                  <a:lnTo>
                    <a:pt x="71208" y="212864"/>
                  </a:lnTo>
                  <a:lnTo>
                    <a:pt x="71208" y="204381"/>
                  </a:lnTo>
                  <a:lnTo>
                    <a:pt x="69532" y="204381"/>
                  </a:lnTo>
                  <a:lnTo>
                    <a:pt x="61887" y="203847"/>
                  </a:lnTo>
                  <a:lnTo>
                    <a:pt x="35039" y="167208"/>
                  </a:lnTo>
                  <a:lnTo>
                    <a:pt x="35039" y="162001"/>
                  </a:lnTo>
                  <a:lnTo>
                    <a:pt x="35788" y="155562"/>
                  </a:lnTo>
                  <a:lnTo>
                    <a:pt x="38760" y="140233"/>
                  </a:lnTo>
                  <a:lnTo>
                    <a:pt x="39509" y="134759"/>
                  </a:lnTo>
                  <a:lnTo>
                    <a:pt x="39509" y="125158"/>
                  </a:lnTo>
                  <a:lnTo>
                    <a:pt x="37642" y="119976"/>
                  </a:lnTo>
                  <a:lnTo>
                    <a:pt x="30213" y="111861"/>
                  </a:lnTo>
                  <a:lnTo>
                    <a:pt x="25781" y="108864"/>
                  </a:lnTo>
                  <a:lnTo>
                    <a:pt x="20650" y="106934"/>
                  </a:lnTo>
                  <a:lnTo>
                    <a:pt x="20650" y="104927"/>
                  </a:lnTo>
                  <a:lnTo>
                    <a:pt x="25781" y="102984"/>
                  </a:lnTo>
                  <a:lnTo>
                    <a:pt x="30213" y="99999"/>
                  </a:lnTo>
                  <a:lnTo>
                    <a:pt x="37642" y="91884"/>
                  </a:lnTo>
                  <a:lnTo>
                    <a:pt x="39509" y="86690"/>
                  </a:lnTo>
                  <a:lnTo>
                    <a:pt x="39509" y="77089"/>
                  </a:lnTo>
                  <a:lnTo>
                    <a:pt x="38760" y="71628"/>
                  </a:lnTo>
                  <a:lnTo>
                    <a:pt x="35788" y="56299"/>
                  </a:lnTo>
                  <a:lnTo>
                    <a:pt x="35039" y="49860"/>
                  </a:lnTo>
                  <a:lnTo>
                    <a:pt x="35039" y="44653"/>
                  </a:lnTo>
                  <a:lnTo>
                    <a:pt x="35598" y="35826"/>
                  </a:lnTo>
                  <a:lnTo>
                    <a:pt x="69532" y="8483"/>
                  </a:lnTo>
                  <a:lnTo>
                    <a:pt x="71208" y="8483"/>
                  </a:lnTo>
                  <a:lnTo>
                    <a:pt x="71208" y="0"/>
                  </a:lnTo>
                  <a:close/>
                </a:path>
                <a:path w="2076450" h="944245">
                  <a:moveTo>
                    <a:pt x="225132" y="731227"/>
                  </a:moveTo>
                  <a:lnTo>
                    <a:pt x="222237" y="731227"/>
                  </a:lnTo>
                  <a:lnTo>
                    <a:pt x="209943" y="732142"/>
                  </a:lnTo>
                  <a:lnTo>
                    <a:pt x="173240" y="757669"/>
                  </a:lnTo>
                  <a:lnTo>
                    <a:pt x="169989" y="777887"/>
                  </a:lnTo>
                  <a:lnTo>
                    <a:pt x="169989" y="784059"/>
                  </a:lnTo>
                  <a:lnTo>
                    <a:pt x="170865" y="791095"/>
                  </a:lnTo>
                  <a:lnTo>
                    <a:pt x="174371" y="806869"/>
                  </a:lnTo>
                  <a:lnTo>
                    <a:pt x="175234" y="812152"/>
                  </a:lnTo>
                  <a:lnTo>
                    <a:pt x="175234" y="819962"/>
                  </a:lnTo>
                  <a:lnTo>
                    <a:pt x="173469" y="824153"/>
                  </a:lnTo>
                  <a:lnTo>
                    <a:pt x="166408" y="830630"/>
                  </a:lnTo>
                  <a:lnTo>
                    <a:pt x="161061" y="832358"/>
                  </a:lnTo>
                  <a:lnTo>
                    <a:pt x="153924" y="832573"/>
                  </a:lnTo>
                  <a:lnTo>
                    <a:pt x="153924" y="841730"/>
                  </a:lnTo>
                  <a:lnTo>
                    <a:pt x="161061" y="841959"/>
                  </a:lnTo>
                  <a:lnTo>
                    <a:pt x="166408" y="843686"/>
                  </a:lnTo>
                  <a:lnTo>
                    <a:pt x="173469" y="850163"/>
                  </a:lnTo>
                  <a:lnTo>
                    <a:pt x="175234" y="854341"/>
                  </a:lnTo>
                  <a:lnTo>
                    <a:pt x="175234" y="862164"/>
                  </a:lnTo>
                  <a:lnTo>
                    <a:pt x="174371" y="867448"/>
                  </a:lnTo>
                  <a:lnTo>
                    <a:pt x="170865" y="883221"/>
                  </a:lnTo>
                  <a:lnTo>
                    <a:pt x="169989" y="890244"/>
                  </a:lnTo>
                  <a:lnTo>
                    <a:pt x="169989" y="896429"/>
                  </a:lnTo>
                  <a:lnTo>
                    <a:pt x="170802" y="907694"/>
                  </a:lnTo>
                  <a:lnTo>
                    <a:pt x="199313" y="940866"/>
                  </a:lnTo>
                  <a:lnTo>
                    <a:pt x="222237" y="944092"/>
                  </a:lnTo>
                  <a:lnTo>
                    <a:pt x="225132" y="944092"/>
                  </a:lnTo>
                  <a:lnTo>
                    <a:pt x="225132" y="935609"/>
                  </a:lnTo>
                  <a:lnTo>
                    <a:pt x="223456" y="935609"/>
                  </a:lnTo>
                  <a:lnTo>
                    <a:pt x="215811" y="935088"/>
                  </a:lnTo>
                  <a:lnTo>
                    <a:pt x="188963" y="898436"/>
                  </a:lnTo>
                  <a:lnTo>
                    <a:pt x="188963" y="893229"/>
                  </a:lnTo>
                  <a:lnTo>
                    <a:pt x="189712" y="886790"/>
                  </a:lnTo>
                  <a:lnTo>
                    <a:pt x="192684" y="871461"/>
                  </a:lnTo>
                  <a:lnTo>
                    <a:pt x="193433" y="865987"/>
                  </a:lnTo>
                  <a:lnTo>
                    <a:pt x="193433" y="856386"/>
                  </a:lnTo>
                  <a:lnTo>
                    <a:pt x="191566" y="851204"/>
                  </a:lnTo>
                  <a:lnTo>
                    <a:pt x="184137" y="843089"/>
                  </a:lnTo>
                  <a:lnTo>
                    <a:pt x="179705" y="840092"/>
                  </a:lnTo>
                  <a:lnTo>
                    <a:pt x="174574" y="838161"/>
                  </a:lnTo>
                  <a:lnTo>
                    <a:pt x="174574" y="836155"/>
                  </a:lnTo>
                  <a:lnTo>
                    <a:pt x="179705" y="834212"/>
                  </a:lnTo>
                  <a:lnTo>
                    <a:pt x="184137" y="831227"/>
                  </a:lnTo>
                  <a:lnTo>
                    <a:pt x="191566" y="823112"/>
                  </a:lnTo>
                  <a:lnTo>
                    <a:pt x="193433" y="817918"/>
                  </a:lnTo>
                  <a:lnTo>
                    <a:pt x="193433" y="808316"/>
                  </a:lnTo>
                  <a:lnTo>
                    <a:pt x="192684" y="802855"/>
                  </a:lnTo>
                  <a:lnTo>
                    <a:pt x="189712" y="787527"/>
                  </a:lnTo>
                  <a:lnTo>
                    <a:pt x="188963" y="781088"/>
                  </a:lnTo>
                  <a:lnTo>
                    <a:pt x="188963" y="775881"/>
                  </a:lnTo>
                  <a:lnTo>
                    <a:pt x="189522" y="767054"/>
                  </a:lnTo>
                  <a:lnTo>
                    <a:pt x="223456" y="739711"/>
                  </a:lnTo>
                  <a:lnTo>
                    <a:pt x="225132" y="739711"/>
                  </a:lnTo>
                  <a:lnTo>
                    <a:pt x="225132" y="731227"/>
                  </a:lnTo>
                  <a:close/>
                </a:path>
                <a:path w="2076450" h="944245">
                  <a:moveTo>
                    <a:pt x="535165" y="832688"/>
                  </a:moveTo>
                  <a:lnTo>
                    <a:pt x="528027" y="832472"/>
                  </a:lnTo>
                  <a:lnTo>
                    <a:pt x="522693" y="830732"/>
                  </a:lnTo>
                  <a:lnTo>
                    <a:pt x="515620" y="824268"/>
                  </a:lnTo>
                  <a:lnTo>
                    <a:pt x="513854" y="820077"/>
                  </a:lnTo>
                  <a:lnTo>
                    <a:pt x="513854" y="812266"/>
                  </a:lnTo>
                  <a:lnTo>
                    <a:pt x="514731" y="806983"/>
                  </a:lnTo>
                  <a:lnTo>
                    <a:pt x="518223" y="791210"/>
                  </a:lnTo>
                  <a:lnTo>
                    <a:pt x="519099" y="784174"/>
                  </a:lnTo>
                  <a:lnTo>
                    <a:pt x="519099" y="778002"/>
                  </a:lnTo>
                  <a:lnTo>
                    <a:pt x="518287" y="767118"/>
                  </a:lnTo>
                  <a:lnTo>
                    <a:pt x="489775" y="734453"/>
                  </a:lnTo>
                  <a:lnTo>
                    <a:pt x="466864" y="731227"/>
                  </a:lnTo>
                  <a:lnTo>
                    <a:pt x="463956" y="731227"/>
                  </a:lnTo>
                  <a:lnTo>
                    <a:pt x="463956" y="739711"/>
                  </a:lnTo>
                  <a:lnTo>
                    <a:pt x="465632" y="739711"/>
                  </a:lnTo>
                  <a:lnTo>
                    <a:pt x="473278" y="740244"/>
                  </a:lnTo>
                  <a:lnTo>
                    <a:pt x="500126" y="775982"/>
                  </a:lnTo>
                  <a:lnTo>
                    <a:pt x="500126" y="781202"/>
                  </a:lnTo>
                  <a:lnTo>
                    <a:pt x="499376" y="787628"/>
                  </a:lnTo>
                  <a:lnTo>
                    <a:pt x="496404" y="802957"/>
                  </a:lnTo>
                  <a:lnTo>
                    <a:pt x="495655" y="808431"/>
                  </a:lnTo>
                  <a:lnTo>
                    <a:pt x="495655" y="818032"/>
                  </a:lnTo>
                  <a:lnTo>
                    <a:pt x="497522" y="823226"/>
                  </a:lnTo>
                  <a:lnTo>
                    <a:pt x="504964" y="831329"/>
                  </a:lnTo>
                  <a:lnTo>
                    <a:pt x="509384" y="834326"/>
                  </a:lnTo>
                  <a:lnTo>
                    <a:pt x="514515" y="836269"/>
                  </a:lnTo>
                  <a:lnTo>
                    <a:pt x="514515" y="838276"/>
                  </a:lnTo>
                  <a:lnTo>
                    <a:pt x="509384" y="840206"/>
                  </a:lnTo>
                  <a:lnTo>
                    <a:pt x="504964" y="843203"/>
                  </a:lnTo>
                  <a:lnTo>
                    <a:pt x="497522" y="851319"/>
                  </a:lnTo>
                  <a:lnTo>
                    <a:pt x="495655" y="856500"/>
                  </a:lnTo>
                  <a:lnTo>
                    <a:pt x="495655" y="866101"/>
                  </a:lnTo>
                  <a:lnTo>
                    <a:pt x="496404" y="871575"/>
                  </a:lnTo>
                  <a:lnTo>
                    <a:pt x="499376" y="886904"/>
                  </a:lnTo>
                  <a:lnTo>
                    <a:pt x="500126" y="893343"/>
                  </a:lnTo>
                  <a:lnTo>
                    <a:pt x="500126" y="898550"/>
                  </a:lnTo>
                  <a:lnTo>
                    <a:pt x="499567" y="907757"/>
                  </a:lnTo>
                  <a:lnTo>
                    <a:pt x="465632" y="935609"/>
                  </a:lnTo>
                  <a:lnTo>
                    <a:pt x="463956" y="935609"/>
                  </a:lnTo>
                  <a:lnTo>
                    <a:pt x="463956" y="944092"/>
                  </a:lnTo>
                  <a:lnTo>
                    <a:pt x="466864" y="944092"/>
                  </a:lnTo>
                  <a:lnTo>
                    <a:pt x="479145" y="943178"/>
                  </a:lnTo>
                  <a:lnTo>
                    <a:pt x="515848" y="917422"/>
                  </a:lnTo>
                  <a:lnTo>
                    <a:pt x="519099" y="896543"/>
                  </a:lnTo>
                  <a:lnTo>
                    <a:pt x="519099" y="890358"/>
                  </a:lnTo>
                  <a:lnTo>
                    <a:pt x="518223" y="883335"/>
                  </a:lnTo>
                  <a:lnTo>
                    <a:pt x="514731" y="867549"/>
                  </a:lnTo>
                  <a:lnTo>
                    <a:pt x="513854" y="862266"/>
                  </a:lnTo>
                  <a:lnTo>
                    <a:pt x="513854" y="854456"/>
                  </a:lnTo>
                  <a:lnTo>
                    <a:pt x="515620" y="850277"/>
                  </a:lnTo>
                  <a:lnTo>
                    <a:pt x="522693" y="843800"/>
                  </a:lnTo>
                  <a:lnTo>
                    <a:pt x="528027" y="842073"/>
                  </a:lnTo>
                  <a:lnTo>
                    <a:pt x="535165" y="841844"/>
                  </a:lnTo>
                  <a:lnTo>
                    <a:pt x="535165" y="832688"/>
                  </a:lnTo>
                  <a:close/>
                </a:path>
                <a:path w="2076450" h="944245">
                  <a:moveTo>
                    <a:pt x="687565" y="101460"/>
                  </a:moveTo>
                  <a:lnTo>
                    <a:pt x="680427" y="101244"/>
                  </a:lnTo>
                  <a:lnTo>
                    <a:pt x="675093" y="99504"/>
                  </a:lnTo>
                  <a:lnTo>
                    <a:pt x="668020" y="93040"/>
                  </a:lnTo>
                  <a:lnTo>
                    <a:pt x="666254" y="88849"/>
                  </a:lnTo>
                  <a:lnTo>
                    <a:pt x="666254" y="81038"/>
                  </a:lnTo>
                  <a:lnTo>
                    <a:pt x="667131" y="75755"/>
                  </a:lnTo>
                  <a:lnTo>
                    <a:pt x="670623" y="59982"/>
                  </a:lnTo>
                  <a:lnTo>
                    <a:pt x="671499" y="52946"/>
                  </a:lnTo>
                  <a:lnTo>
                    <a:pt x="671499" y="46774"/>
                  </a:lnTo>
                  <a:lnTo>
                    <a:pt x="670687" y="35890"/>
                  </a:lnTo>
                  <a:lnTo>
                    <a:pt x="642175" y="3213"/>
                  </a:lnTo>
                  <a:lnTo>
                    <a:pt x="619264" y="0"/>
                  </a:lnTo>
                  <a:lnTo>
                    <a:pt x="616356" y="0"/>
                  </a:lnTo>
                  <a:lnTo>
                    <a:pt x="616356" y="8483"/>
                  </a:lnTo>
                  <a:lnTo>
                    <a:pt x="618032" y="8483"/>
                  </a:lnTo>
                  <a:lnTo>
                    <a:pt x="625678" y="9004"/>
                  </a:lnTo>
                  <a:lnTo>
                    <a:pt x="652526" y="44754"/>
                  </a:lnTo>
                  <a:lnTo>
                    <a:pt x="652526" y="49974"/>
                  </a:lnTo>
                  <a:lnTo>
                    <a:pt x="651776" y="56400"/>
                  </a:lnTo>
                  <a:lnTo>
                    <a:pt x="648804" y="71729"/>
                  </a:lnTo>
                  <a:lnTo>
                    <a:pt x="648055" y="77203"/>
                  </a:lnTo>
                  <a:lnTo>
                    <a:pt x="648055" y="86804"/>
                  </a:lnTo>
                  <a:lnTo>
                    <a:pt x="649922" y="91998"/>
                  </a:lnTo>
                  <a:lnTo>
                    <a:pt x="657364" y="100101"/>
                  </a:lnTo>
                  <a:lnTo>
                    <a:pt x="661784" y="103098"/>
                  </a:lnTo>
                  <a:lnTo>
                    <a:pt x="666915" y="105041"/>
                  </a:lnTo>
                  <a:lnTo>
                    <a:pt x="666915" y="107048"/>
                  </a:lnTo>
                  <a:lnTo>
                    <a:pt x="661784" y="108978"/>
                  </a:lnTo>
                  <a:lnTo>
                    <a:pt x="657364" y="111975"/>
                  </a:lnTo>
                  <a:lnTo>
                    <a:pt x="649922" y="120091"/>
                  </a:lnTo>
                  <a:lnTo>
                    <a:pt x="648055" y="125272"/>
                  </a:lnTo>
                  <a:lnTo>
                    <a:pt x="648055" y="134874"/>
                  </a:lnTo>
                  <a:lnTo>
                    <a:pt x="648804" y="140347"/>
                  </a:lnTo>
                  <a:lnTo>
                    <a:pt x="651776" y="155676"/>
                  </a:lnTo>
                  <a:lnTo>
                    <a:pt x="652526" y="162115"/>
                  </a:lnTo>
                  <a:lnTo>
                    <a:pt x="652526" y="167322"/>
                  </a:lnTo>
                  <a:lnTo>
                    <a:pt x="651967" y="176530"/>
                  </a:lnTo>
                  <a:lnTo>
                    <a:pt x="618032" y="204381"/>
                  </a:lnTo>
                  <a:lnTo>
                    <a:pt x="616356" y="204381"/>
                  </a:lnTo>
                  <a:lnTo>
                    <a:pt x="616356" y="212864"/>
                  </a:lnTo>
                  <a:lnTo>
                    <a:pt x="619264" y="212864"/>
                  </a:lnTo>
                  <a:lnTo>
                    <a:pt x="631545" y="211937"/>
                  </a:lnTo>
                  <a:lnTo>
                    <a:pt x="668248" y="186194"/>
                  </a:lnTo>
                  <a:lnTo>
                    <a:pt x="671499" y="165315"/>
                  </a:lnTo>
                  <a:lnTo>
                    <a:pt x="671499" y="159131"/>
                  </a:lnTo>
                  <a:lnTo>
                    <a:pt x="670623" y="152107"/>
                  </a:lnTo>
                  <a:lnTo>
                    <a:pt x="667131" y="136321"/>
                  </a:lnTo>
                  <a:lnTo>
                    <a:pt x="666254" y="131038"/>
                  </a:lnTo>
                  <a:lnTo>
                    <a:pt x="666254" y="123228"/>
                  </a:lnTo>
                  <a:lnTo>
                    <a:pt x="668020" y="119049"/>
                  </a:lnTo>
                  <a:lnTo>
                    <a:pt x="675093" y="112572"/>
                  </a:lnTo>
                  <a:lnTo>
                    <a:pt x="680427" y="110845"/>
                  </a:lnTo>
                  <a:lnTo>
                    <a:pt x="687565" y="110617"/>
                  </a:lnTo>
                  <a:lnTo>
                    <a:pt x="687565" y="101460"/>
                  </a:lnTo>
                  <a:close/>
                </a:path>
                <a:path w="2076450" h="944245">
                  <a:moveTo>
                    <a:pt x="853871" y="370166"/>
                  </a:moveTo>
                  <a:lnTo>
                    <a:pt x="850976" y="370166"/>
                  </a:lnTo>
                  <a:lnTo>
                    <a:pt x="838695" y="371081"/>
                  </a:lnTo>
                  <a:lnTo>
                    <a:pt x="801979" y="396608"/>
                  </a:lnTo>
                  <a:lnTo>
                    <a:pt x="798728" y="416826"/>
                  </a:lnTo>
                  <a:lnTo>
                    <a:pt x="798728" y="422998"/>
                  </a:lnTo>
                  <a:lnTo>
                    <a:pt x="799604" y="430034"/>
                  </a:lnTo>
                  <a:lnTo>
                    <a:pt x="803109" y="445808"/>
                  </a:lnTo>
                  <a:lnTo>
                    <a:pt x="803973" y="451091"/>
                  </a:lnTo>
                  <a:lnTo>
                    <a:pt x="803973" y="458901"/>
                  </a:lnTo>
                  <a:lnTo>
                    <a:pt x="802208" y="463092"/>
                  </a:lnTo>
                  <a:lnTo>
                    <a:pt x="795147" y="469569"/>
                  </a:lnTo>
                  <a:lnTo>
                    <a:pt x="789800" y="471297"/>
                  </a:lnTo>
                  <a:lnTo>
                    <a:pt x="782662" y="471512"/>
                  </a:lnTo>
                  <a:lnTo>
                    <a:pt x="782662" y="480669"/>
                  </a:lnTo>
                  <a:lnTo>
                    <a:pt x="789800" y="480898"/>
                  </a:lnTo>
                  <a:lnTo>
                    <a:pt x="795147" y="482625"/>
                  </a:lnTo>
                  <a:lnTo>
                    <a:pt x="802208" y="489102"/>
                  </a:lnTo>
                  <a:lnTo>
                    <a:pt x="803973" y="493280"/>
                  </a:lnTo>
                  <a:lnTo>
                    <a:pt x="803973" y="501103"/>
                  </a:lnTo>
                  <a:lnTo>
                    <a:pt x="803109" y="506387"/>
                  </a:lnTo>
                  <a:lnTo>
                    <a:pt x="799604" y="522160"/>
                  </a:lnTo>
                  <a:lnTo>
                    <a:pt x="798728" y="529183"/>
                  </a:lnTo>
                  <a:lnTo>
                    <a:pt x="798728" y="535368"/>
                  </a:lnTo>
                  <a:lnTo>
                    <a:pt x="799541" y="546646"/>
                  </a:lnTo>
                  <a:lnTo>
                    <a:pt x="828052" y="579805"/>
                  </a:lnTo>
                  <a:lnTo>
                    <a:pt x="850976" y="583031"/>
                  </a:lnTo>
                  <a:lnTo>
                    <a:pt x="853871" y="583031"/>
                  </a:lnTo>
                  <a:lnTo>
                    <a:pt x="853871" y="574548"/>
                  </a:lnTo>
                  <a:lnTo>
                    <a:pt x="852195" y="574548"/>
                  </a:lnTo>
                  <a:lnTo>
                    <a:pt x="844550" y="574027"/>
                  </a:lnTo>
                  <a:lnTo>
                    <a:pt x="817702" y="537375"/>
                  </a:lnTo>
                  <a:lnTo>
                    <a:pt x="817702" y="532168"/>
                  </a:lnTo>
                  <a:lnTo>
                    <a:pt x="818451" y="525729"/>
                  </a:lnTo>
                  <a:lnTo>
                    <a:pt x="821423" y="510400"/>
                  </a:lnTo>
                  <a:lnTo>
                    <a:pt x="822172" y="504926"/>
                  </a:lnTo>
                  <a:lnTo>
                    <a:pt x="822172" y="495325"/>
                  </a:lnTo>
                  <a:lnTo>
                    <a:pt x="820305" y="490143"/>
                  </a:lnTo>
                  <a:lnTo>
                    <a:pt x="812876" y="482028"/>
                  </a:lnTo>
                  <a:lnTo>
                    <a:pt x="808443" y="479031"/>
                  </a:lnTo>
                  <a:lnTo>
                    <a:pt x="803313" y="477100"/>
                  </a:lnTo>
                  <a:lnTo>
                    <a:pt x="803313" y="475094"/>
                  </a:lnTo>
                  <a:lnTo>
                    <a:pt x="808443" y="473151"/>
                  </a:lnTo>
                  <a:lnTo>
                    <a:pt x="812876" y="470166"/>
                  </a:lnTo>
                  <a:lnTo>
                    <a:pt x="820305" y="462051"/>
                  </a:lnTo>
                  <a:lnTo>
                    <a:pt x="822172" y="456857"/>
                  </a:lnTo>
                  <a:lnTo>
                    <a:pt x="822172" y="447255"/>
                  </a:lnTo>
                  <a:lnTo>
                    <a:pt x="821423" y="441794"/>
                  </a:lnTo>
                  <a:lnTo>
                    <a:pt x="818451" y="426466"/>
                  </a:lnTo>
                  <a:lnTo>
                    <a:pt x="817702" y="420027"/>
                  </a:lnTo>
                  <a:lnTo>
                    <a:pt x="817702" y="414820"/>
                  </a:lnTo>
                  <a:lnTo>
                    <a:pt x="818273" y="406006"/>
                  </a:lnTo>
                  <a:lnTo>
                    <a:pt x="818273" y="405853"/>
                  </a:lnTo>
                  <a:lnTo>
                    <a:pt x="852195" y="378650"/>
                  </a:lnTo>
                  <a:lnTo>
                    <a:pt x="853871" y="378650"/>
                  </a:lnTo>
                  <a:lnTo>
                    <a:pt x="853871" y="370166"/>
                  </a:lnTo>
                  <a:close/>
                </a:path>
                <a:path w="2076450" h="944245">
                  <a:moveTo>
                    <a:pt x="1470228" y="471627"/>
                  </a:moveTo>
                  <a:lnTo>
                    <a:pt x="1463090" y="471411"/>
                  </a:lnTo>
                  <a:lnTo>
                    <a:pt x="1457756" y="469671"/>
                  </a:lnTo>
                  <a:lnTo>
                    <a:pt x="1450682" y="463207"/>
                  </a:lnTo>
                  <a:lnTo>
                    <a:pt x="1448917" y="459016"/>
                  </a:lnTo>
                  <a:lnTo>
                    <a:pt x="1448917" y="451205"/>
                  </a:lnTo>
                  <a:lnTo>
                    <a:pt x="1449793" y="445922"/>
                  </a:lnTo>
                  <a:lnTo>
                    <a:pt x="1453286" y="430149"/>
                  </a:lnTo>
                  <a:lnTo>
                    <a:pt x="1454162" y="423113"/>
                  </a:lnTo>
                  <a:lnTo>
                    <a:pt x="1454162" y="416941"/>
                  </a:lnTo>
                  <a:lnTo>
                    <a:pt x="1453349" y="406069"/>
                  </a:lnTo>
                  <a:lnTo>
                    <a:pt x="1424851" y="373392"/>
                  </a:lnTo>
                  <a:lnTo>
                    <a:pt x="1401927" y="370166"/>
                  </a:lnTo>
                  <a:lnTo>
                    <a:pt x="1399019" y="370166"/>
                  </a:lnTo>
                  <a:lnTo>
                    <a:pt x="1399019" y="378650"/>
                  </a:lnTo>
                  <a:lnTo>
                    <a:pt x="1400695" y="378650"/>
                  </a:lnTo>
                  <a:lnTo>
                    <a:pt x="1408341" y="379183"/>
                  </a:lnTo>
                  <a:lnTo>
                    <a:pt x="1435188" y="414921"/>
                  </a:lnTo>
                  <a:lnTo>
                    <a:pt x="1435188" y="420141"/>
                  </a:lnTo>
                  <a:lnTo>
                    <a:pt x="1434439" y="426567"/>
                  </a:lnTo>
                  <a:lnTo>
                    <a:pt x="1431467" y="441896"/>
                  </a:lnTo>
                  <a:lnTo>
                    <a:pt x="1430718" y="447370"/>
                  </a:lnTo>
                  <a:lnTo>
                    <a:pt x="1430718" y="456971"/>
                  </a:lnTo>
                  <a:lnTo>
                    <a:pt x="1432585" y="462165"/>
                  </a:lnTo>
                  <a:lnTo>
                    <a:pt x="1440027" y="470268"/>
                  </a:lnTo>
                  <a:lnTo>
                    <a:pt x="1444447" y="473265"/>
                  </a:lnTo>
                  <a:lnTo>
                    <a:pt x="1449578" y="475208"/>
                  </a:lnTo>
                  <a:lnTo>
                    <a:pt x="1449578" y="477215"/>
                  </a:lnTo>
                  <a:lnTo>
                    <a:pt x="1444447" y="479145"/>
                  </a:lnTo>
                  <a:lnTo>
                    <a:pt x="1440027" y="482142"/>
                  </a:lnTo>
                  <a:lnTo>
                    <a:pt x="1432585" y="490258"/>
                  </a:lnTo>
                  <a:lnTo>
                    <a:pt x="1430718" y="495439"/>
                  </a:lnTo>
                  <a:lnTo>
                    <a:pt x="1430718" y="505040"/>
                  </a:lnTo>
                  <a:lnTo>
                    <a:pt x="1431467" y="510514"/>
                  </a:lnTo>
                  <a:lnTo>
                    <a:pt x="1434439" y="525843"/>
                  </a:lnTo>
                  <a:lnTo>
                    <a:pt x="1435188" y="532282"/>
                  </a:lnTo>
                  <a:lnTo>
                    <a:pt x="1435188" y="537489"/>
                  </a:lnTo>
                  <a:lnTo>
                    <a:pt x="1434630" y="546709"/>
                  </a:lnTo>
                  <a:lnTo>
                    <a:pt x="1400695" y="574548"/>
                  </a:lnTo>
                  <a:lnTo>
                    <a:pt x="1399019" y="574548"/>
                  </a:lnTo>
                  <a:lnTo>
                    <a:pt x="1399019" y="583031"/>
                  </a:lnTo>
                  <a:lnTo>
                    <a:pt x="1401927" y="583031"/>
                  </a:lnTo>
                  <a:lnTo>
                    <a:pt x="1414208" y="582117"/>
                  </a:lnTo>
                  <a:lnTo>
                    <a:pt x="1450911" y="556361"/>
                  </a:lnTo>
                  <a:lnTo>
                    <a:pt x="1454162" y="535482"/>
                  </a:lnTo>
                  <a:lnTo>
                    <a:pt x="1454162" y="529297"/>
                  </a:lnTo>
                  <a:lnTo>
                    <a:pt x="1453286" y="522274"/>
                  </a:lnTo>
                  <a:lnTo>
                    <a:pt x="1449793" y="506488"/>
                  </a:lnTo>
                  <a:lnTo>
                    <a:pt x="1448917" y="501205"/>
                  </a:lnTo>
                  <a:lnTo>
                    <a:pt x="1448917" y="493395"/>
                  </a:lnTo>
                  <a:lnTo>
                    <a:pt x="1450682" y="489216"/>
                  </a:lnTo>
                  <a:lnTo>
                    <a:pt x="1457756" y="482739"/>
                  </a:lnTo>
                  <a:lnTo>
                    <a:pt x="1463090" y="481012"/>
                  </a:lnTo>
                  <a:lnTo>
                    <a:pt x="1470228" y="480783"/>
                  </a:lnTo>
                  <a:lnTo>
                    <a:pt x="1470228" y="471627"/>
                  </a:lnTo>
                  <a:close/>
                </a:path>
                <a:path w="2076450" h="944245">
                  <a:moveTo>
                    <a:pt x="1766404" y="730567"/>
                  </a:moveTo>
                  <a:lnTo>
                    <a:pt x="1763509" y="730567"/>
                  </a:lnTo>
                  <a:lnTo>
                    <a:pt x="1751228" y="731481"/>
                  </a:lnTo>
                  <a:lnTo>
                    <a:pt x="1714525" y="756996"/>
                  </a:lnTo>
                  <a:lnTo>
                    <a:pt x="1712125" y="766241"/>
                  </a:lnTo>
                  <a:lnTo>
                    <a:pt x="1712074" y="766394"/>
                  </a:lnTo>
                  <a:lnTo>
                    <a:pt x="1711261" y="777227"/>
                  </a:lnTo>
                  <a:lnTo>
                    <a:pt x="1711261" y="783399"/>
                  </a:lnTo>
                  <a:lnTo>
                    <a:pt x="1712137" y="790435"/>
                  </a:lnTo>
                  <a:lnTo>
                    <a:pt x="1715643" y="806208"/>
                  </a:lnTo>
                  <a:lnTo>
                    <a:pt x="1716506" y="811491"/>
                  </a:lnTo>
                  <a:lnTo>
                    <a:pt x="1716506" y="819302"/>
                  </a:lnTo>
                  <a:lnTo>
                    <a:pt x="1714741" y="823493"/>
                  </a:lnTo>
                  <a:lnTo>
                    <a:pt x="1707680" y="829970"/>
                  </a:lnTo>
                  <a:lnTo>
                    <a:pt x="1702333" y="831697"/>
                  </a:lnTo>
                  <a:lnTo>
                    <a:pt x="1695196" y="831913"/>
                  </a:lnTo>
                  <a:lnTo>
                    <a:pt x="1695196" y="841070"/>
                  </a:lnTo>
                  <a:lnTo>
                    <a:pt x="1702333" y="841298"/>
                  </a:lnTo>
                  <a:lnTo>
                    <a:pt x="1707680" y="843026"/>
                  </a:lnTo>
                  <a:lnTo>
                    <a:pt x="1714741" y="849503"/>
                  </a:lnTo>
                  <a:lnTo>
                    <a:pt x="1716506" y="853681"/>
                  </a:lnTo>
                  <a:lnTo>
                    <a:pt x="1716506" y="861504"/>
                  </a:lnTo>
                  <a:lnTo>
                    <a:pt x="1715643" y="866787"/>
                  </a:lnTo>
                  <a:lnTo>
                    <a:pt x="1712137" y="882561"/>
                  </a:lnTo>
                  <a:lnTo>
                    <a:pt x="1711261" y="889584"/>
                  </a:lnTo>
                  <a:lnTo>
                    <a:pt x="1711261" y="895769"/>
                  </a:lnTo>
                  <a:lnTo>
                    <a:pt x="1712074" y="907034"/>
                  </a:lnTo>
                  <a:lnTo>
                    <a:pt x="1740585" y="940193"/>
                  </a:lnTo>
                  <a:lnTo>
                    <a:pt x="1763509" y="943432"/>
                  </a:lnTo>
                  <a:lnTo>
                    <a:pt x="1766404" y="943432"/>
                  </a:lnTo>
                  <a:lnTo>
                    <a:pt x="1766404" y="934948"/>
                  </a:lnTo>
                  <a:lnTo>
                    <a:pt x="1764728" y="934948"/>
                  </a:lnTo>
                  <a:lnTo>
                    <a:pt x="1757083" y="934415"/>
                  </a:lnTo>
                  <a:lnTo>
                    <a:pt x="1730235" y="897775"/>
                  </a:lnTo>
                  <a:lnTo>
                    <a:pt x="1730235" y="892568"/>
                  </a:lnTo>
                  <a:lnTo>
                    <a:pt x="1730984" y="886129"/>
                  </a:lnTo>
                  <a:lnTo>
                    <a:pt x="1733956" y="870800"/>
                  </a:lnTo>
                  <a:lnTo>
                    <a:pt x="1734705" y="865327"/>
                  </a:lnTo>
                  <a:lnTo>
                    <a:pt x="1734705" y="855726"/>
                  </a:lnTo>
                  <a:lnTo>
                    <a:pt x="1732838" y="850544"/>
                  </a:lnTo>
                  <a:lnTo>
                    <a:pt x="1725409" y="842429"/>
                  </a:lnTo>
                  <a:lnTo>
                    <a:pt x="1720977" y="839431"/>
                  </a:lnTo>
                  <a:lnTo>
                    <a:pt x="1715846" y="837501"/>
                  </a:lnTo>
                  <a:lnTo>
                    <a:pt x="1715846" y="835494"/>
                  </a:lnTo>
                  <a:lnTo>
                    <a:pt x="1720977" y="833551"/>
                  </a:lnTo>
                  <a:lnTo>
                    <a:pt x="1725409" y="830567"/>
                  </a:lnTo>
                  <a:lnTo>
                    <a:pt x="1732838" y="822452"/>
                  </a:lnTo>
                  <a:lnTo>
                    <a:pt x="1734705" y="817257"/>
                  </a:lnTo>
                  <a:lnTo>
                    <a:pt x="1734705" y="807656"/>
                  </a:lnTo>
                  <a:lnTo>
                    <a:pt x="1733956" y="802195"/>
                  </a:lnTo>
                  <a:lnTo>
                    <a:pt x="1730984" y="786866"/>
                  </a:lnTo>
                  <a:lnTo>
                    <a:pt x="1730235" y="780427"/>
                  </a:lnTo>
                  <a:lnTo>
                    <a:pt x="1730235" y="775220"/>
                  </a:lnTo>
                  <a:lnTo>
                    <a:pt x="1730806" y="766394"/>
                  </a:lnTo>
                  <a:lnTo>
                    <a:pt x="1764728" y="739051"/>
                  </a:lnTo>
                  <a:lnTo>
                    <a:pt x="1766404" y="739051"/>
                  </a:lnTo>
                  <a:lnTo>
                    <a:pt x="1766404" y="730567"/>
                  </a:lnTo>
                  <a:close/>
                </a:path>
                <a:path w="2076450" h="944245">
                  <a:moveTo>
                    <a:pt x="2076437" y="832027"/>
                  </a:moveTo>
                  <a:lnTo>
                    <a:pt x="2069299" y="831811"/>
                  </a:lnTo>
                  <a:lnTo>
                    <a:pt x="2063965" y="830072"/>
                  </a:lnTo>
                  <a:lnTo>
                    <a:pt x="2056892" y="823607"/>
                  </a:lnTo>
                  <a:lnTo>
                    <a:pt x="2055126" y="819416"/>
                  </a:lnTo>
                  <a:lnTo>
                    <a:pt x="2055126" y="811606"/>
                  </a:lnTo>
                  <a:lnTo>
                    <a:pt x="2056003" y="806323"/>
                  </a:lnTo>
                  <a:lnTo>
                    <a:pt x="2059495" y="790549"/>
                  </a:lnTo>
                  <a:lnTo>
                    <a:pt x="2060371" y="783513"/>
                  </a:lnTo>
                  <a:lnTo>
                    <a:pt x="2060371" y="777341"/>
                  </a:lnTo>
                  <a:lnTo>
                    <a:pt x="2059559" y="766457"/>
                  </a:lnTo>
                  <a:lnTo>
                    <a:pt x="2031060" y="733780"/>
                  </a:lnTo>
                  <a:lnTo>
                    <a:pt x="2008136" y="730567"/>
                  </a:lnTo>
                  <a:lnTo>
                    <a:pt x="2005228" y="730567"/>
                  </a:lnTo>
                  <a:lnTo>
                    <a:pt x="2005228" y="739051"/>
                  </a:lnTo>
                  <a:lnTo>
                    <a:pt x="2006904" y="739051"/>
                  </a:lnTo>
                  <a:lnTo>
                    <a:pt x="2014562" y="739571"/>
                  </a:lnTo>
                  <a:lnTo>
                    <a:pt x="2041398" y="775322"/>
                  </a:lnTo>
                  <a:lnTo>
                    <a:pt x="2041398" y="780542"/>
                  </a:lnTo>
                  <a:lnTo>
                    <a:pt x="2040648" y="786968"/>
                  </a:lnTo>
                  <a:lnTo>
                    <a:pt x="2037676" y="802297"/>
                  </a:lnTo>
                  <a:lnTo>
                    <a:pt x="2036927" y="807770"/>
                  </a:lnTo>
                  <a:lnTo>
                    <a:pt x="2036927" y="817372"/>
                  </a:lnTo>
                  <a:lnTo>
                    <a:pt x="2038794" y="822566"/>
                  </a:lnTo>
                  <a:lnTo>
                    <a:pt x="2046236" y="830668"/>
                  </a:lnTo>
                  <a:lnTo>
                    <a:pt x="2050656" y="833666"/>
                  </a:lnTo>
                  <a:lnTo>
                    <a:pt x="2055787" y="835609"/>
                  </a:lnTo>
                  <a:lnTo>
                    <a:pt x="2055787" y="837615"/>
                  </a:lnTo>
                  <a:lnTo>
                    <a:pt x="2050656" y="839546"/>
                  </a:lnTo>
                  <a:lnTo>
                    <a:pt x="2046236" y="842543"/>
                  </a:lnTo>
                  <a:lnTo>
                    <a:pt x="2038794" y="850658"/>
                  </a:lnTo>
                  <a:lnTo>
                    <a:pt x="2036927" y="855840"/>
                  </a:lnTo>
                  <a:lnTo>
                    <a:pt x="2036927" y="865441"/>
                  </a:lnTo>
                  <a:lnTo>
                    <a:pt x="2037676" y="870915"/>
                  </a:lnTo>
                  <a:lnTo>
                    <a:pt x="2040648" y="886244"/>
                  </a:lnTo>
                  <a:lnTo>
                    <a:pt x="2041398" y="892683"/>
                  </a:lnTo>
                  <a:lnTo>
                    <a:pt x="2041398" y="897890"/>
                  </a:lnTo>
                  <a:lnTo>
                    <a:pt x="2040839" y="907097"/>
                  </a:lnTo>
                  <a:lnTo>
                    <a:pt x="2006904" y="934948"/>
                  </a:lnTo>
                  <a:lnTo>
                    <a:pt x="2005228" y="934948"/>
                  </a:lnTo>
                  <a:lnTo>
                    <a:pt x="2005228" y="943432"/>
                  </a:lnTo>
                  <a:lnTo>
                    <a:pt x="2008136" y="943432"/>
                  </a:lnTo>
                  <a:lnTo>
                    <a:pt x="2020430" y="942505"/>
                  </a:lnTo>
                  <a:lnTo>
                    <a:pt x="2057120" y="916762"/>
                  </a:lnTo>
                  <a:lnTo>
                    <a:pt x="2060371" y="895883"/>
                  </a:lnTo>
                  <a:lnTo>
                    <a:pt x="2060371" y="889698"/>
                  </a:lnTo>
                  <a:lnTo>
                    <a:pt x="2059495" y="882675"/>
                  </a:lnTo>
                  <a:lnTo>
                    <a:pt x="2056003" y="866889"/>
                  </a:lnTo>
                  <a:lnTo>
                    <a:pt x="2055126" y="861606"/>
                  </a:lnTo>
                  <a:lnTo>
                    <a:pt x="2055126" y="853795"/>
                  </a:lnTo>
                  <a:lnTo>
                    <a:pt x="2056892" y="849617"/>
                  </a:lnTo>
                  <a:lnTo>
                    <a:pt x="2063965" y="843140"/>
                  </a:lnTo>
                  <a:lnTo>
                    <a:pt x="2069299" y="841413"/>
                  </a:lnTo>
                  <a:lnTo>
                    <a:pt x="2076437" y="841184"/>
                  </a:lnTo>
                  <a:lnTo>
                    <a:pt x="2076437" y="8320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5534647" y="4911451"/>
            <a:ext cx="1429385" cy="104394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25"/>
              </a:spcBef>
              <a:tabLst>
                <a:tab pos="838200" algn="l"/>
              </a:tabLst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509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  <a:p>
            <a:pPr marL="100965">
              <a:lnSpc>
                <a:spcPct val="100000"/>
              </a:lnSpc>
              <a:spcBef>
                <a:spcPts val="1130"/>
              </a:spcBef>
              <a:tabLst>
                <a:tab pos="831215" algn="l"/>
              </a:tabLst>
            </a:pP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22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20">
                <a:latin typeface="Cambria Math"/>
                <a:cs typeface="Cambria Math"/>
              </a:rPr>
              <a:t>{𝑞</a:t>
            </a:r>
            <a:r>
              <a:rPr dirty="0" baseline="-15873" sz="2625" spc="-30">
                <a:latin typeface="Cambria Math"/>
                <a:cs typeface="Cambria Math"/>
              </a:rPr>
              <a:t>4</a:t>
            </a:r>
            <a:r>
              <a:rPr dirty="0" sz="2400" spc="-2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54" name="object 54" descr=""/>
          <p:cNvGraphicFramePr>
            <a:graphicFrameLocks noGrp="1"/>
          </p:cNvGraphicFramePr>
          <p:nvPr/>
        </p:nvGraphicFramePr>
        <p:xfrm>
          <a:off x="9020228" y="4123890"/>
          <a:ext cx="3167380" cy="1828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9620"/>
                <a:gridCol w="769620"/>
                <a:gridCol w="769620"/>
                <a:gridCol w="769619"/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82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60">
                          <a:latin typeface="Cambria Math"/>
                          <a:cs typeface="Cambria Math"/>
                        </a:rPr>
                        <a:t>𝑎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82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65">
                          <a:latin typeface="Cambria Math"/>
                          <a:cs typeface="Cambria Math"/>
                        </a:rPr>
                        <a:t>𝑏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𝜺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-370">
                          <a:latin typeface="Cambria Math"/>
                          <a:cs typeface="Cambria Math"/>
                        </a:rPr>
                        <a:t>𝒒𝒒</a:t>
                      </a:r>
                      <a:r>
                        <a:rPr dirty="0" baseline="-14957" sz="1950" spc="-555">
                          <a:latin typeface="Cambria Math"/>
                          <a:cs typeface="Cambria Math"/>
                        </a:rPr>
                        <a:t>1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841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4957" sz="195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dirty="0" sz="1800" spc="-7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800" spc="-25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4957" sz="1950" spc="-37">
                          <a:latin typeface="Cambria Math"/>
                          <a:cs typeface="Cambria Math"/>
                        </a:rPr>
                        <a:t>2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∅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∅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-490">
                          <a:latin typeface="Cambria Math"/>
                          <a:cs typeface="Cambria Math"/>
                        </a:rPr>
                        <a:t>𝒒𝒒</a:t>
                      </a:r>
                      <a:r>
                        <a:rPr dirty="0" baseline="-14957" sz="1950" spc="-735">
                          <a:latin typeface="Cambria Math"/>
                          <a:cs typeface="Cambria Math"/>
                        </a:rPr>
                        <a:t>𝟐𝟐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6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∅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80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4957" sz="195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dirty="0" sz="1800" spc="-7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800" spc="-25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4957" sz="1950" spc="-37">
                          <a:latin typeface="Cambria Math"/>
                          <a:cs typeface="Cambria Math"/>
                        </a:rPr>
                        <a:t>3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∅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-490">
                          <a:latin typeface="Cambria Math"/>
                          <a:cs typeface="Cambria Math"/>
                        </a:rPr>
                        <a:t>𝒒𝒒</a:t>
                      </a:r>
                      <a:r>
                        <a:rPr dirty="0" baseline="-14957" sz="1950" spc="-735">
                          <a:latin typeface="Cambria Math"/>
                          <a:cs typeface="Cambria Math"/>
                        </a:rPr>
                        <a:t>𝟑𝟑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4957" sz="1950" spc="-37">
                          <a:latin typeface="Cambria Math"/>
                          <a:cs typeface="Cambria Math"/>
                        </a:rPr>
                        <a:t>4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∅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4957" sz="1950" spc="-37">
                          <a:latin typeface="Cambria Math"/>
                          <a:cs typeface="Cambria Math"/>
                        </a:rPr>
                        <a:t>4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-490">
                          <a:latin typeface="Cambria Math"/>
                          <a:cs typeface="Cambria Math"/>
                        </a:rPr>
                        <a:t>𝒒𝒒</a:t>
                      </a:r>
                      <a:r>
                        <a:rPr dirty="0" baseline="-14957" sz="1950" spc="-735">
                          <a:latin typeface="Cambria Math"/>
                          <a:cs typeface="Cambria Math"/>
                        </a:rPr>
                        <a:t>𝟒𝟒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6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∅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∅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∅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8" y="98253"/>
            <a:ext cx="52470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0"/>
              <a:t>Converting</a:t>
            </a:r>
            <a:r>
              <a:rPr dirty="0" sz="4000" spc="-180"/>
              <a:t> </a:t>
            </a:r>
            <a:r>
              <a:rPr dirty="0" sz="4000" spc="-65"/>
              <a:t>NFAs</a:t>
            </a:r>
            <a:r>
              <a:rPr dirty="0" sz="4000" spc="-175"/>
              <a:t> </a:t>
            </a:r>
            <a:r>
              <a:rPr dirty="0" sz="4000"/>
              <a:t>to</a:t>
            </a:r>
            <a:r>
              <a:rPr dirty="0" sz="4000" spc="-185"/>
              <a:t> </a:t>
            </a:r>
            <a:r>
              <a:rPr dirty="0" sz="4000" spc="-75"/>
              <a:t>DFAs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554990" y="1212977"/>
            <a:ext cx="75133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Theorem: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If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90">
                <a:latin typeface="Franklin Gothic Medium"/>
                <a:cs typeface="Franklin Gothic Medium"/>
              </a:rPr>
              <a:t>NFA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recognizes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35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then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3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68295" y="1834895"/>
            <a:ext cx="9252585" cy="70739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1440" marR="1158875">
              <a:lnSpc>
                <a:spcPct val="100000"/>
              </a:lnSpc>
              <a:spcBef>
                <a:spcPts val="295"/>
              </a:spcBef>
            </a:pPr>
            <a:r>
              <a:rPr dirty="0" sz="2000">
                <a:latin typeface="Franklin Gothic Medium"/>
                <a:cs typeface="Franklin Gothic Medium"/>
              </a:rPr>
              <a:t>Even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though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 spc="-40">
                <a:latin typeface="Franklin Gothic Medium"/>
                <a:cs typeface="Franklin Gothic Medium"/>
              </a:rPr>
              <a:t>NFAs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seem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to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be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more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powerful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than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 spc="-30">
                <a:latin typeface="Franklin Gothic Medium"/>
                <a:cs typeface="Franklin Gothic Medium"/>
              </a:rPr>
              <a:t>DFAs,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in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 spc="-30">
                <a:latin typeface="Franklin Gothic Medium"/>
                <a:cs typeface="Franklin Gothic Medium"/>
              </a:rPr>
              <a:t>reality,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they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can </a:t>
            </a:r>
            <a:r>
              <a:rPr dirty="0" sz="2000" spc="-10">
                <a:latin typeface="Franklin Gothic Medium"/>
                <a:cs typeface="Franklin Gothic Medium"/>
              </a:rPr>
              <a:t>recognize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95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same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class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of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languages,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regular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languages.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54990" y="2684819"/>
            <a:ext cx="33083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Proof:</a:t>
            </a:r>
            <a:r>
              <a:rPr dirty="0" sz="2800" spc="-15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Construction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74591" y="2723388"/>
            <a:ext cx="3499485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dirty="0" sz="2000" spc="-10">
                <a:latin typeface="Franklin Gothic Medium"/>
                <a:cs typeface="Franklin Gothic Medium"/>
              </a:rPr>
              <a:t>Construct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</a:t>
            </a:r>
            <a:r>
              <a:rPr dirty="0" sz="2000" spc="-45">
                <a:latin typeface="Franklin Gothic Medium"/>
                <a:cs typeface="Franklin Gothic Medium"/>
              </a:rPr>
              <a:t> </a:t>
            </a:r>
            <a:r>
              <a:rPr dirty="0" sz="2000" spc="-70">
                <a:latin typeface="Franklin Gothic Medium"/>
                <a:cs typeface="Franklin Gothic Medium"/>
              </a:rPr>
              <a:t>DFA</a:t>
            </a:r>
            <a:r>
              <a:rPr dirty="0" sz="2000" spc="-45">
                <a:latin typeface="Franklin Gothic Medium"/>
                <a:cs typeface="Franklin Gothic Medium"/>
              </a:rPr>
              <a:t> </a:t>
            </a:r>
            <a:r>
              <a:rPr dirty="0" sz="2000" spc="-50">
                <a:latin typeface="Franklin Gothic Medium"/>
                <a:cs typeface="Franklin Gothic Medium"/>
              </a:rPr>
              <a:t>from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an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NFA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99465" y="4720120"/>
            <a:ext cx="708660" cy="360045"/>
          </a:xfrm>
          <a:custGeom>
            <a:avLst/>
            <a:gdLst/>
            <a:ahLst/>
            <a:cxnLst/>
            <a:rect l="l" t="t" r="r" b="b"/>
            <a:pathLst>
              <a:path w="708660" h="360045">
                <a:moveTo>
                  <a:pt x="708660" y="0"/>
                </a:moveTo>
                <a:lnTo>
                  <a:pt x="0" y="0"/>
                </a:lnTo>
                <a:lnTo>
                  <a:pt x="0" y="359663"/>
                </a:lnTo>
                <a:lnTo>
                  <a:pt x="708660" y="359663"/>
                </a:lnTo>
                <a:lnTo>
                  <a:pt x="70866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74063" y="3194617"/>
            <a:ext cx="8843010" cy="188912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02870">
              <a:lnSpc>
                <a:spcPct val="100000"/>
              </a:lnSpc>
              <a:spcBef>
                <a:spcPts val="370"/>
              </a:spcBef>
              <a:tabLst>
                <a:tab pos="1236980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Let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NFA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20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 spc="-405">
                <a:latin typeface="Cambria Math"/>
                <a:cs typeface="Cambria Math"/>
              </a:rPr>
              <a:t>(</a:t>
            </a:r>
            <a:r>
              <a:rPr dirty="0" sz="2400" spc="-40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405">
                <a:latin typeface="Cambria Math"/>
                <a:cs typeface="Cambria Math"/>
              </a:rPr>
              <a:t>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 spc="-40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405">
                <a:latin typeface="Cambria Math"/>
                <a:cs typeface="Cambria Math"/>
              </a:rPr>
              <a:t>,</a:t>
            </a:r>
            <a:r>
              <a:rPr dirty="0" sz="2400" spc="210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1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7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400">
              <a:latin typeface="Cambria Math"/>
              <a:cs typeface="Cambria Math"/>
            </a:endParaRPr>
          </a:p>
          <a:p>
            <a:pPr marL="102870">
              <a:lnSpc>
                <a:spcPct val="100000"/>
              </a:lnSpc>
              <a:spcBef>
                <a:spcPts val="270"/>
              </a:spcBef>
              <a:tabLst>
                <a:tab pos="2306320" algn="l"/>
                <a:tab pos="2724150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Construct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DFA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60">
                <a:latin typeface="Cambria Math"/>
                <a:cs typeface="Cambria Math"/>
              </a:rPr>
              <a:t>(</a:t>
            </a:r>
            <a:r>
              <a:rPr dirty="0" sz="2400" spc="-56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26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baseline="28571" sz="2625" spc="254">
                <a:solidFill>
                  <a:srgbClr val="C55A11"/>
                </a:solidFill>
                <a:latin typeface="Cambria Math"/>
                <a:cs typeface="Cambria Math"/>
              </a:rPr>
              <a:t>′</a:t>
            </a:r>
            <a:r>
              <a:rPr dirty="0" baseline="28571" sz="2625" spc="-22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 spc="2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220">
                <a:latin typeface="Cambria Math"/>
                <a:cs typeface="Cambria Math"/>
              </a:rPr>
              <a:t>,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 spc="-225">
                <a:solidFill>
                  <a:srgbClr val="538235"/>
                </a:solidFill>
                <a:latin typeface="Cambria Math"/>
                <a:cs typeface="Cambria Math"/>
              </a:rPr>
              <a:t>𝛿𝛿′</a:t>
            </a:r>
            <a:r>
              <a:rPr dirty="0" sz="2400" spc="-225">
                <a:latin typeface="Cambria Math"/>
                <a:cs typeface="Cambria Math"/>
              </a:rPr>
              <a:t>,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𝑞′</a:t>
            </a:r>
            <a:r>
              <a:rPr dirty="0" baseline="-20833" sz="240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40">
                <a:latin typeface="Cambria Math"/>
                <a:cs typeface="Cambria Math"/>
              </a:rPr>
              <a:t> </a:t>
            </a:r>
            <a:r>
              <a:rPr dirty="0" sz="2400" spc="125">
                <a:solidFill>
                  <a:srgbClr val="8496AF"/>
                </a:solidFill>
                <a:latin typeface="Cambria Math"/>
                <a:cs typeface="Cambria Math"/>
              </a:rPr>
              <a:t>𝐹′</a:t>
            </a:r>
            <a:r>
              <a:rPr dirty="0" sz="2400" spc="125">
                <a:latin typeface="Cambria Math"/>
                <a:cs typeface="Cambria Math"/>
              </a:rPr>
              <a:t>)</a:t>
            </a:r>
            <a:r>
              <a:rPr dirty="0" sz="2400" spc="26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2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400">
              <a:latin typeface="Cambria Math"/>
              <a:cs typeface="Cambria Math"/>
            </a:endParaRPr>
          </a:p>
          <a:p>
            <a:pPr marL="377825">
              <a:lnSpc>
                <a:spcPct val="100000"/>
              </a:lnSpc>
              <a:spcBef>
                <a:spcPts val="944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(Ignore</a:t>
            </a:r>
            <a:r>
              <a:rPr dirty="0" sz="1800" spc="-8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 spc="-254">
                <a:latin typeface="Cambria Math"/>
                <a:cs typeface="Cambria Math"/>
              </a:rPr>
              <a:t>𝜀𝜀</a:t>
            </a:r>
            <a:r>
              <a:rPr dirty="0" sz="1800" spc="-254">
                <a:latin typeface="Franklin Gothic Medium"/>
                <a:cs typeface="Franklin Gothic Medium"/>
              </a:rPr>
              <a:t>-</a:t>
            </a:r>
            <a:r>
              <a:rPr dirty="0" sz="1800" spc="-10">
                <a:latin typeface="Franklin Gothic Medium"/>
                <a:cs typeface="Franklin Gothic Medium"/>
              </a:rPr>
              <a:t>transitions,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can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easily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30">
                <a:latin typeface="Franklin Gothic Medium"/>
                <a:cs typeface="Franklin Gothic Medium"/>
              </a:rPr>
              <a:t>modify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to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handle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them)</a:t>
            </a:r>
            <a:endParaRPr sz="18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800">
              <a:latin typeface="Franklin Gothic Medium"/>
              <a:cs typeface="Franklin Gothic Medium"/>
            </a:endParaRPr>
          </a:p>
          <a:p>
            <a:pPr marL="25400">
              <a:lnSpc>
                <a:spcPct val="100000"/>
              </a:lnSpc>
            </a:pPr>
            <a:r>
              <a:rPr dirty="0" sz="2400" spc="120">
                <a:latin typeface="Franklin Gothic Medium"/>
                <a:cs typeface="Franklin Gothic Medium"/>
              </a:rPr>
              <a:t>IDEA:</a:t>
            </a:r>
            <a:r>
              <a:rPr dirty="0" sz="2400" spc="2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DFA</a:t>
            </a:r>
            <a:r>
              <a:rPr dirty="0" sz="2400" spc="30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6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keeps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track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subset</a:t>
            </a:r>
            <a:r>
              <a:rPr dirty="0" u="sng" sz="2400" spc="-5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of</a:t>
            </a:r>
            <a:r>
              <a:rPr dirty="0" u="sng" sz="2400" spc="-45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possible</a:t>
            </a:r>
            <a:r>
              <a:rPr dirty="0" u="sng" sz="2400" spc="-55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states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65">
                <a:latin typeface="Franklin Gothic Medium"/>
                <a:cs typeface="Franklin Gothic Medium"/>
              </a:rPr>
              <a:t>NFA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-25">
                <a:latin typeface="Franklin Gothic Medium"/>
                <a:cs typeface="Franklin Gothic Medium"/>
              </a:rPr>
              <a:t>.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8" y="98253"/>
            <a:ext cx="52470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0"/>
              <a:t>Converting</a:t>
            </a:r>
            <a:r>
              <a:rPr dirty="0" sz="4000" spc="-180"/>
              <a:t> </a:t>
            </a:r>
            <a:r>
              <a:rPr dirty="0" sz="4000" spc="-65"/>
              <a:t>NFAs</a:t>
            </a:r>
            <a:r>
              <a:rPr dirty="0" sz="4000" spc="-175"/>
              <a:t> </a:t>
            </a:r>
            <a:r>
              <a:rPr dirty="0" sz="4000"/>
              <a:t>to</a:t>
            </a:r>
            <a:r>
              <a:rPr dirty="0" sz="4000" spc="-185"/>
              <a:t> </a:t>
            </a:r>
            <a:r>
              <a:rPr dirty="0" sz="4000" spc="-75"/>
              <a:t>DFAs</a:t>
            </a:r>
            <a:endParaRPr sz="4000"/>
          </a:p>
        </p:txBody>
      </p:sp>
      <p:sp>
        <p:nvSpPr>
          <p:cNvPr id="3" name="object 3" descr=""/>
          <p:cNvSpPr/>
          <p:nvPr/>
        </p:nvSpPr>
        <p:spPr>
          <a:xfrm>
            <a:off x="799465" y="3650703"/>
            <a:ext cx="708660" cy="360045"/>
          </a:xfrm>
          <a:custGeom>
            <a:avLst/>
            <a:gdLst/>
            <a:ahLst/>
            <a:cxnLst/>
            <a:rect l="l" t="t" r="r" b="b"/>
            <a:pathLst>
              <a:path w="708660" h="360045">
                <a:moveTo>
                  <a:pt x="708660" y="0"/>
                </a:moveTo>
                <a:lnTo>
                  <a:pt x="0" y="0"/>
                </a:lnTo>
                <a:lnTo>
                  <a:pt x="0" y="359663"/>
                </a:lnTo>
                <a:lnTo>
                  <a:pt x="708660" y="359663"/>
                </a:lnTo>
                <a:lnTo>
                  <a:pt x="70866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708" y="4251500"/>
            <a:ext cx="3822340" cy="234269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442230" y="5067824"/>
            <a:ext cx="1152525" cy="846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4318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Cambria Math"/>
                <a:cs typeface="Cambria Math"/>
              </a:rPr>
              <a:t>𝑞</a:t>
            </a:r>
            <a:r>
              <a:rPr dirty="0" baseline="-16666" sz="1500" spc="-37">
                <a:latin typeface="Cambria Math"/>
                <a:cs typeface="Cambria Math"/>
              </a:rPr>
              <a:t>7</a:t>
            </a:r>
            <a:endParaRPr baseline="-16666" sz="15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14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</a:pPr>
            <a:r>
              <a:rPr dirty="0" sz="1400" spc="-25">
                <a:latin typeface="Cambria Math"/>
                <a:cs typeface="Cambria Math"/>
              </a:rPr>
              <a:t>𝑞</a:t>
            </a:r>
            <a:r>
              <a:rPr dirty="0" baseline="-16666" sz="1500" spc="-37">
                <a:latin typeface="Cambria Math"/>
                <a:cs typeface="Cambria Math"/>
              </a:rPr>
              <a:t>3</a:t>
            </a:r>
            <a:endParaRPr baseline="-16666" sz="15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84524" y="4337610"/>
            <a:ext cx="2120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233161" y="5054853"/>
            <a:ext cx="991235" cy="497840"/>
            <a:chOff x="5233161" y="5054853"/>
            <a:chExt cx="991235" cy="497840"/>
          </a:xfrm>
        </p:grpSpPr>
        <p:sp>
          <p:nvSpPr>
            <p:cNvPr id="8" name="object 8" descr=""/>
            <p:cNvSpPr/>
            <p:nvPr/>
          </p:nvSpPr>
          <p:spPr>
            <a:xfrm>
              <a:off x="5239511" y="5061203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736092" y="0"/>
                  </a:moveTo>
                  <a:lnTo>
                    <a:pt x="736092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736092" y="363474"/>
                  </a:lnTo>
                  <a:lnTo>
                    <a:pt x="736092" y="484632"/>
                  </a:lnTo>
                  <a:lnTo>
                    <a:pt x="978408" y="242316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239511" y="5061203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0" y="121158"/>
                  </a:moveTo>
                  <a:lnTo>
                    <a:pt x="736092" y="121158"/>
                  </a:lnTo>
                  <a:lnTo>
                    <a:pt x="736092" y="0"/>
                  </a:lnTo>
                  <a:lnTo>
                    <a:pt x="978408" y="242316"/>
                  </a:lnTo>
                  <a:lnTo>
                    <a:pt x="736092" y="484632"/>
                  </a:lnTo>
                  <a:lnTo>
                    <a:pt x="736092" y="363474"/>
                  </a:lnTo>
                  <a:lnTo>
                    <a:pt x="0" y="363474"/>
                  </a:lnTo>
                  <a:lnTo>
                    <a:pt x="0" y="121158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2803" y="4187425"/>
            <a:ext cx="3822114" cy="234269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8524894" y="4809249"/>
            <a:ext cx="6286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{𝑞</a:t>
            </a:r>
            <a:r>
              <a:rPr dirty="0" baseline="-16666" sz="1500">
                <a:latin typeface="Cambria Math"/>
                <a:cs typeface="Cambria Math"/>
              </a:rPr>
              <a:t>3</a:t>
            </a:r>
            <a:r>
              <a:rPr dirty="0" sz="1400">
                <a:latin typeface="Cambria Math"/>
                <a:cs typeface="Cambria Math"/>
              </a:rPr>
              <a:t>,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 spc="-25">
                <a:latin typeface="Cambria Math"/>
                <a:cs typeface="Cambria Math"/>
              </a:rPr>
              <a:t>𝑞</a:t>
            </a:r>
            <a:r>
              <a:rPr dirty="0" baseline="-16666" sz="1500" spc="-37">
                <a:latin typeface="Cambria Math"/>
                <a:cs typeface="Cambria Math"/>
              </a:rPr>
              <a:t>7</a:t>
            </a:r>
            <a:r>
              <a:rPr dirty="0" sz="1400" spc="-25">
                <a:latin typeface="Cambria Math"/>
                <a:cs typeface="Cambria Math"/>
              </a:rPr>
              <a:t>}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124393" y="4273536"/>
            <a:ext cx="242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16534" y="1109645"/>
            <a:ext cx="9100820" cy="2904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1553845">
              <a:lnSpc>
                <a:spcPct val="124100"/>
              </a:lnSpc>
              <a:spcBef>
                <a:spcPts val="100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Theorem: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If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90">
                <a:latin typeface="Franklin Gothic Medium"/>
                <a:cs typeface="Franklin Gothic Medium"/>
              </a:rPr>
              <a:t>NFA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recognizes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35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then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3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regular. </a:t>
            </a:r>
            <a:r>
              <a:rPr dirty="0" sz="2800" spc="-25">
                <a:latin typeface="Franklin Gothic Medium"/>
                <a:cs typeface="Franklin Gothic Medium"/>
              </a:rPr>
              <a:t>Proof:</a:t>
            </a:r>
            <a:r>
              <a:rPr dirty="0" sz="2800" spc="-15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Construction</a:t>
            </a:r>
            <a:endParaRPr sz="2800">
              <a:latin typeface="Franklin Gothic Medium"/>
              <a:cs typeface="Franklin Gothic Medium"/>
            </a:endParaRPr>
          </a:p>
          <a:p>
            <a:pPr marL="360680">
              <a:lnSpc>
                <a:spcPct val="100000"/>
              </a:lnSpc>
              <a:spcBef>
                <a:spcPts val="390"/>
              </a:spcBef>
              <a:tabLst>
                <a:tab pos="149415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Let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NFA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20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 spc="-405">
                <a:latin typeface="Cambria Math"/>
                <a:cs typeface="Cambria Math"/>
              </a:rPr>
              <a:t>(</a:t>
            </a:r>
            <a:r>
              <a:rPr dirty="0" sz="2400" spc="-40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405">
                <a:latin typeface="Cambria Math"/>
                <a:cs typeface="Cambria Math"/>
              </a:rPr>
              <a:t>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 spc="-40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405">
                <a:latin typeface="Cambria Math"/>
                <a:cs typeface="Cambria Math"/>
              </a:rPr>
              <a:t>,</a:t>
            </a:r>
            <a:r>
              <a:rPr dirty="0" sz="2400" spc="210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1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7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400">
              <a:latin typeface="Cambria Math"/>
              <a:cs typeface="Cambria Math"/>
            </a:endParaRPr>
          </a:p>
          <a:p>
            <a:pPr marL="360680">
              <a:lnSpc>
                <a:spcPct val="100000"/>
              </a:lnSpc>
              <a:spcBef>
                <a:spcPts val="805"/>
              </a:spcBef>
              <a:tabLst>
                <a:tab pos="2564130" algn="l"/>
                <a:tab pos="2981960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Construct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DFA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60">
                <a:latin typeface="Cambria Math"/>
                <a:cs typeface="Cambria Math"/>
              </a:rPr>
              <a:t>(</a:t>
            </a:r>
            <a:r>
              <a:rPr dirty="0" sz="2400" spc="-56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26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baseline="28571" sz="2625" spc="254">
                <a:solidFill>
                  <a:srgbClr val="C55A11"/>
                </a:solidFill>
                <a:latin typeface="Cambria Math"/>
                <a:cs typeface="Cambria Math"/>
              </a:rPr>
              <a:t>′</a:t>
            </a:r>
            <a:r>
              <a:rPr dirty="0" baseline="28571" sz="2625" spc="-22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 spc="2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220">
                <a:latin typeface="Cambria Math"/>
                <a:cs typeface="Cambria Math"/>
              </a:rPr>
              <a:t>,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 spc="-225">
                <a:solidFill>
                  <a:srgbClr val="538235"/>
                </a:solidFill>
                <a:latin typeface="Cambria Math"/>
                <a:cs typeface="Cambria Math"/>
              </a:rPr>
              <a:t>𝛿𝛿′</a:t>
            </a:r>
            <a:r>
              <a:rPr dirty="0" sz="2400" spc="-225">
                <a:latin typeface="Cambria Math"/>
                <a:cs typeface="Cambria Math"/>
              </a:rPr>
              <a:t>,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𝑞′</a:t>
            </a:r>
            <a:r>
              <a:rPr dirty="0" baseline="-20833" sz="240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40">
                <a:latin typeface="Cambria Math"/>
                <a:cs typeface="Cambria Math"/>
              </a:rPr>
              <a:t> </a:t>
            </a:r>
            <a:r>
              <a:rPr dirty="0" sz="2400" spc="125">
                <a:solidFill>
                  <a:srgbClr val="8496AF"/>
                </a:solidFill>
                <a:latin typeface="Cambria Math"/>
                <a:cs typeface="Cambria Math"/>
              </a:rPr>
              <a:t>𝐹′</a:t>
            </a:r>
            <a:r>
              <a:rPr dirty="0" sz="2400" spc="125">
                <a:latin typeface="Cambria Math"/>
                <a:cs typeface="Cambria Math"/>
              </a:rPr>
              <a:t>)</a:t>
            </a:r>
            <a:r>
              <a:rPr dirty="0" sz="2400" spc="26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2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400">
              <a:latin typeface="Cambria Math"/>
              <a:cs typeface="Cambria Math"/>
            </a:endParaRPr>
          </a:p>
          <a:p>
            <a:pPr marL="635000">
              <a:lnSpc>
                <a:spcPct val="100000"/>
              </a:lnSpc>
              <a:spcBef>
                <a:spcPts val="944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(Ignore</a:t>
            </a:r>
            <a:r>
              <a:rPr dirty="0" sz="1800" spc="-8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 spc="-254">
                <a:latin typeface="Cambria Math"/>
                <a:cs typeface="Cambria Math"/>
              </a:rPr>
              <a:t>𝜀𝜀</a:t>
            </a:r>
            <a:r>
              <a:rPr dirty="0" sz="1800" spc="-254">
                <a:latin typeface="Franklin Gothic Medium"/>
                <a:cs typeface="Franklin Gothic Medium"/>
              </a:rPr>
              <a:t>-</a:t>
            </a:r>
            <a:r>
              <a:rPr dirty="0" sz="1800" spc="-10">
                <a:latin typeface="Franklin Gothic Medium"/>
                <a:cs typeface="Franklin Gothic Medium"/>
              </a:rPr>
              <a:t>transitions,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can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easily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30">
                <a:latin typeface="Franklin Gothic Medium"/>
                <a:cs typeface="Franklin Gothic Medium"/>
              </a:rPr>
              <a:t>modify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to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handle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them)</a:t>
            </a:r>
            <a:endParaRPr sz="1800">
              <a:latin typeface="Franklin Gothic Medium"/>
              <a:cs typeface="Franklin Gothic Medium"/>
            </a:endParaRPr>
          </a:p>
          <a:p>
            <a:pPr marL="282575">
              <a:lnSpc>
                <a:spcPct val="100000"/>
              </a:lnSpc>
              <a:spcBef>
                <a:spcPts val="1390"/>
              </a:spcBef>
            </a:pPr>
            <a:r>
              <a:rPr dirty="0" sz="2400" spc="120">
                <a:latin typeface="Franklin Gothic Medium"/>
                <a:cs typeface="Franklin Gothic Medium"/>
              </a:rPr>
              <a:t>IDEA:</a:t>
            </a:r>
            <a:r>
              <a:rPr dirty="0" sz="2400" spc="2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DFA</a:t>
            </a:r>
            <a:r>
              <a:rPr dirty="0" sz="2400" spc="30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6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keeps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track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subset</a:t>
            </a:r>
            <a:r>
              <a:rPr dirty="0" u="sng" sz="2400" spc="-5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of</a:t>
            </a:r>
            <a:r>
              <a:rPr dirty="0" u="sng" sz="2400" spc="-45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possible</a:t>
            </a:r>
            <a:r>
              <a:rPr dirty="0" u="sng" sz="2400" spc="-55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states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65">
                <a:latin typeface="Franklin Gothic Medium"/>
                <a:cs typeface="Franklin Gothic Medium"/>
              </a:rPr>
              <a:t>NFA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-25">
                <a:latin typeface="Franklin Gothic Medium"/>
                <a:cs typeface="Franklin Gothic Medium"/>
              </a:rPr>
              <a:t>.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8" y="98253"/>
            <a:ext cx="52470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0"/>
              <a:t>Converting</a:t>
            </a:r>
            <a:r>
              <a:rPr dirty="0" sz="4000" spc="-180"/>
              <a:t> </a:t>
            </a:r>
            <a:r>
              <a:rPr dirty="0" sz="4000" spc="-65"/>
              <a:t>NFAs</a:t>
            </a:r>
            <a:r>
              <a:rPr dirty="0" sz="4000" spc="-175"/>
              <a:t> </a:t>
            </a:r>
            <a:r>
              <a:rPr dirty="0" sz="4000"/>
              <a:t>to</a:t>
            </a:r>
            <a:r>
              <a:rPr dirty="0" sz="4000" spc="-185"/>
              <a:t> </a:t>
            </a:r>
            <a:r>
              <a:rPr dirty="0" sz="4000" spc="-75"/>
              <a:t>DFAs</a:t>
            </a:r>
            <a:endParaRPr sz="4000"/>
          </a:p>
        </p:txBody>
      </p:sp>
      <p:sp>
        <p:nvSpPr>
          <p:cNvPr id="3" name="object 3" descr=""/>
          <p:cNvSpPr/>
          <p:nvPr/>
        </p:nvSpPr>
        <p:spPr>
          <a:xfrm>
            <a:off x="799465" y="3650703"/>
            <a:ext cx="708660" cy="360045"/>
          </a:xfrm>
          <a:custGeom>
            <a:avLst/>
            <a:gdLst/>
            <a:ahLst/>
            <a:cxnLst/>
            <a:rect l="l" t="t" r="r" b="b"/>
            <a:pathLst>
              <a:path w="708660" h="360045">
                <a:moveTo>
                  <a:pt x="708660" y="0"/>
                </a:moveTo>
                <a:lnTo>
                  <a:pt x="0" y="0"/>
                </a:lnTo>
                <a:lnTo>
                  <a:pt x="0" y="359663"/>
                </a:lnTo>
                <a:lnTo>
                  <a:pt x="708660" y="359663"/>
                </a:lnTo>
                <a:lnTo>
                  <a:pt x="70866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723" y="4251500"/>
            <a:ext cx="3820872" cy="234269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819476" y="5674770"/>
            <a:ext cx="2444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Cambria Math"/>
                <a:cs typeface="Cambria Math"/>
              </a:rPr>
              <a:t>𝑞</a:t>
            </a:r>
            <a:r>
              <a:rPr dirty="0" baseline="-16666" sz="1500" spc="-37">
                <a:latin typeface="Cambria Math"/>
                <a:cs typeface="Cambria Math"/>
              </a:rPr>
              <a:t>3</a:t>
            </a:r>
            <a:endParaRPr baseline="-16666" sz="15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701883" y="5067824"/>
            <a:ext cx="2444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Cambria Math"/>
                <a:cs typeface="Cambria Math"/>
              </a:rPr>
              <a:t>𝑞</a:t>
            </a:r>
            <a:r>
              <a:rPr dirty="0" baseline="-16666" sz="1500" spc="-37">
                <a:latin typeface="Cambria Math"/>
                <a:cs typeface="Cambria Math"/>
              </a:rPr>
              <a:t>7</a:t>
            </a:r>
            <a:endParaRPr baseline="-16666" sz="15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49070" y="4337610"/>
            <a:ext cx="2120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597653" y="5054853"/>
            <a:ext cx="991235" cy="497840"/>
            <a:chOff x="4597653" y="5054853"/>
            <a:chExt cx="991235" cy="497840"/>
          </a:xfrm>
        </p:grpSpPr>
        <p:sp>
          <p:nvSpPr>
            <p:cNvPr id="9" name="object 9" descr=""/>
            <p:cNvSpPr/>
            <p:nvPr/>
          </p:nvSpPr>
          <p:spPr>
            <a:xfrm>
              <a:off x="4604003" y="5061203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736092" y="0"/>
                  </a:moveTo>
                  <a:lnTo>
                    <a:pt x="736092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736092" y="363474"/>
                  </a:lnTo>
                  <a:lnTo>
                    <a:pt x="736092" y="484632"/>
                  </a:lnTo>
                  <a:lnTo>
                    <a:pt x="978408" y="242316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04003" y="5061203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0" y="121158"/>
                  </a:moveTo>
                  <a:lnTo>
                    <a:pt x="736092" y="121158"/>
                  </a:lnTo>
                  <a:lnTo>
                    <a:pt x="736092" y="0"/>
                  </a:lnTo>
                  <a:lnTo>
                    <a:pt x="978408" y="242316"/>
                  </a:lnTo>
                  <a:lnTo>
                    <a:pt x="736092" y="484632"/>
                  </a:lnTo>
                  <a:lnTo>
                    <a:pt x="736092" y="363474"/>
                  </a:lnTo>
                  <a:lnTo>
                    <a:pt x="0" y="363474"/>
                  </a:lnTo>
                  <a:lnTo>
                    <a:pt x="0" y="121158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7296" y="4187425"/>
            <a:ext cx="3822169" cy="234269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7889440" y="4809249"/>
            <a:ext cx="6286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mbria Math"/>
                <a:cs typeface="Cambria Math"/>
              </a:rPr>
              <a:t>{𝑞</a:t>
            </a:r>
            <a:r>
              <a:rPr dirty="0" baseline="-16666" sz="1500">
                <a:latin typeface="Cambria Math"/>
                <a:cs typeface="Cambria Math"/>
              </a:rPr>
              <a:t>3</a:t>
            </a:r>
            <a:r>
              <a:rPr dirty="0" sz="1400">
                <a:latin typeface="Cambria Math"/>
                <a:cs typeface="Cambria Math"/>
              </a:rPr>
              <a:t>,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 spc="-25">
                <a:latin typeface="Cambria Math"/>
                <a:cs typeface="Cambria Math"/>
              </a:rPr>
              <a:t>𝑞</a:t>
            </a:r>
            <a:r>
              <a:rPr dirty="0" baseline="-16666" sz="1500" spc="-37">
                <a:latin typeface="Cambria Math"/>
                <a:cs typeface="Cambria Math"/>
              </a:rPr>
              <a:t>7</a:t>
            </a:r>
            <a:r>
              <a:rPr dirty="0" sz="1400" spc="-25">
                <a:latin typeface="Cambria Math"/>
                <a:cs typeface="Cambria Math"/>
              </a:rPr>
              <a:t>}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488940" y="4273536"/>
            <a:ext cx="242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697211" y="4498847"/>
            <a:ext cx="2379345" cy="163258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9369" rIns="0" bIns="0" rtlCol="0" vert="horz">
            <a:spAutoFit/>
          </a:bodyPr>
          <a:lstStyle/>
          <a:p>
            <a:pPr marL="92075" marR="236854" indent="-635">
              <a:lnSpc>
                <a:spcPct val="100000"/>
              </a:lnSpc>
              <a:spcBef>
                <a:spcPts val="309"/>
              </a:spcBef>
            </a:pP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30">
                <a:latin typeface="Franklin Gothic Medium"/>
                <a:cs typeface="Franklin Gothic Medium"/>
              </a:rPr>
              <a:t> </a:t>
            </a:r>
            <a:r>
              <a:rPr dirty="0" sz="2000" spc="-75">
                <a:latin typeface="Franklin Gothic Medium"/>
                <a:cs typeface="Franklin Gothic Medium"/>
              </a:rPr>
              <a:t>DFA</a:t>
            </a:r>
            <a:r>
              <a:rPr dirty="0" sz="2000" spc="-20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000" spc="9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is</a:t>
            </a:r>
            <a:r>
              <a:rPr dirty="0" sz="2000" spc="-20">
                <a:latin typeface="Franklin Gothic Medium"/>
                <a:cs typeface="Franklin Gothic Medium"/>
              </a:rPr>
              <a:t> </a:t>
            </a:r>
            <a:r>
              <a:rPr dirty="0" sz="2000" spc="-35">
                <a:latin typeface="Franklin Gothic Medium"/>
                <a:cs typeface="Franklin Gothic Medium"/>
              </a:rPr>
              <a:t>going </a:t>
            </a:r>
            <a:r>
              <a:rPr dirty="0" sz="2000">
                <a:latin typeface="Franklin Gothic Medium"/>
                <a:cs typeface="Franklin Gothic Medium"/>
              </a:rPr>
              <a:t>to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have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for </a:t>
            </a:r>
            <a:r>
              <a:rPr dirty="0" sz="2000">
                <a:latin typeface="Franklin Gothic Medium"/>
                <a:cs typeface="Franklin Gothic Medium"/>
              </a:rPr>
              <a:t>every</a:t>
            </a:r>
            <a:r>
              <a:rPr dirty="0" sz="2000" spc="-12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possible </a:t>
            </a:r>
            <a:r>
              <a:rPr dirty="0" sz="2000">
                <a:latin typeface="Franklin Gothic Medium"/>
                <a:cs typeface="Franklin Gothic Medium"/>
              </a:rPr>
              <a:t>subset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of</a:t>
            </a:r>
            <a:r>
              <a:rPr dirty="0" sz="2000" spc="-9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states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of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 spc="-60">
                <a:latin typeface="Franklin Gothic Medium"/>
                <a:cs typeface="Franklin Gothic Medium"/>
              </a:rPr>
              <a:t>NFA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 spc="-5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16534" y="1109645"/>
            <a:ext cx="9100820" cy="2904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1553845">
              <a:lnSpc>
                <a:spcPct val="124100"/>
              </a:lnSpc>
              <a:spcBef>
                <a:spcPts val="100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Theorem: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If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90">
                <a:latin typeface="Franklin Gothic Medium"/>
                <a:cs typeface="Franklin Gothic Medium"/>
              </a:rPr>
              <a:t>NFA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recognizes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35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then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3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regular. </a:t>
            </a:r>
            <a:r>
              <a:rPr dirty="0" sz="2800" spc="-25">
                <a:latin typeface="Franklin Gothic Medium"/>
                <a:cs typeface="Franklin Gothic Medium"/>
              </a:rPr>
              <a:t>Proof:</a:t>
            </a:r>
            <a:r>
              <a:rPr dirty="0" sz="2800" spc="-15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Construction</a:t>
            </a:r>
            <a:endParaRPr sz="2800">
              <a:latin typeface="Franklin Gothic Medium"/>
              <a:cs typeface="Franklin Gothic Medium"/>
            </a:endParaRPr>
          </a:p>
          <a:p>
            <a:pPr marL="360680">
              <a:lnSpc>
                <a:spcPct val="100000"/>
              </a:lnSpc>
              <a:spcBef>
                <a:spcPts val="390"/>
              </a:spcBef>
              <a:tabLst>
                <a:tab pos="149415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Let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NFA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20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 spc="-405">
                <a:latin typeface="Cambria Math"/>
                <a:cs typeface="Cambria Math"/>
              </a:rPr>
              <a:t>(</a:t>
            </a:r>
            <a:r>
              <a:rPr dirty="0" sz="2400" spc="-40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405">
                <a:latin typeface="Cambria Math"/>
                <a:cs typeface="Cambria Math"/>
              </a:rPr>
              <a:t>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 spc="-40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405">
                <a:latin typeface="Cambria Math"/>
                <a:cs typeface="Cambria Math"/>
              </a:rPr>
              <a:t>,</a:t>
            </a:r>
            <a:r>
              <a:rPr dirty="0" sz="2400" spc="210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1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7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400">
              <a:latin typeface="Cambria Math"/>
              <a:cs typeface="Cambria Math"/>
            </a:endParaRPr>
          </a:p>
          <a:p>
            <a:pPr marL="360680">
              <a:lnSpc>
                <a:spcPct val="100000"/>
              </a:lnSpc>
              <a:spcBef>
                <a:spcPts val="805"/>
              </a:spcBef>
              <a:tabLst>
                <a:tab pos="2564130" algn="l"/>
                <a:tab pos="2981960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Construct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DFA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60">
                <a:latin typeface="Cambria Math"/>
                <a:cs typeface="Cambria Math"/>
              </a:rPr>
              <a:t>(</a:t>
            </a:r>
            <a:r>
              <a:rPr dirty="0" sz="2400" spc="-56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26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baseline="28571" sz="2625" spc="254">
                <a:solidFill>
                  <a:srgbClr val="C55A11"/>
                </a:solidFill>
                <a:latin typeface="Cambria Math"/>
                <a:cs typeface="Cambria Math"/>
              </a:rPr>
              <a:t>′</a:t>
            </a:r>
            <a:r>
              <a:rPr dirty="0" baseline="28571" sz="2625" spc="-22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 spc="2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220">
                <a:latin typeface="Cambria Math"/>
                <a:cs typeface="Cambria Math"/>
              </a:rPr>
              <a:t>,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 spc="-225">
                <a:solidFill>
                  <a:srgbClr val="538235"/>
                </a:solidFill>
                <a:latin typeface="Cambria Math"/>
                <a:cs typeface="Cambria Math"/>
              </a:rPr>
              <a:t>𝛿𝛿′</a:t>
            </a:r>
            <a:r>
              <a:rPr dirty="0" sz="2400" spc="-225">
                <a:latin typeface="Cambria Math"/>
                <a:cs typeface="Cambria Math"/>
              </a:rPr>
              <a:t>,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𝑞′</a:t>
            </a:r>
            <a:r>
              <a:rPr dirty="0" baseline="-20833" sz="240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40">
                <a:latin typeface="Cambria Math"/>
                <a:cs typeface="Cambria Math"/>
              </a:rPr>
              <a:t> </a:t>
            </a:r>
            <a:r>
              <a:rPr dirty="0" sz="2400" spc="125">
                <a:solidFill>
                  <a:srgbClr val="8496AF"/>
                </a:solidFill>
                <a:latin typeface="Cambria Math"/>
                <a:cs typeface="Cambria Math"/>
              </a:rPr>
              <a:t>𝐹′</a:t>
            </a:r>
            <a:r>
              <a:rPr dirty="0" sz="2400" spc="125">
                <a:latin typeface="Cambria Math"/>
                <a:cs typeface="Cambria Math"/>
              </a:rPr>
              <a:t>)</a:t>
            </a:r>
            <a:r>
              <a:rPr dirty="0" sz="2400" spc="26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2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400">
              <a:latin typeface="Cambria Math"/>
              <a:cs typeface="Cambria Math"/>
            </a:endParaRPr>
          </a:p>
          <a:p>
            <a:pPr marL="635000">
              <a:lnSpc>
                <a:spcPct val="100000"/>
              </a:lnSpc>
              <a:spcBef>
                <a:spcPts val="944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(Ignore</a:t>
            </a:r>
            <a:r>
              <a:rPr dirty="0" sz="1800" spc="-8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 spc="-254">
                <a:latin typeface="Cambria Math"/>
                <a:cs typeface="Cambria Math"/>
              </a:rPr>
              <a:t>𝜀𝜀</a:t>
            </a:r>
            <a:r>
              <a:rPr dirty="0" sz="1800" spc="-254">
                <a:latin typeface="Franklin Gothic Medium"/>
                <a:cs typeface="Franklin Gothic Medium"/>
              </a:rPr>
              <a:t>-</a:t>
            </a:r>
            <a:r>
              <a:rPr dirty="0" sz="1800" spc="-10">
                <a:latin typeface="Franklin Gothic Medium"/>
                <a:cs typeface="Franklin Gothic Medium"/>
              </a:rPr>
              <a:t>transitions,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can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easily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30">
                <a:latin typeface="Franklin Gothic Medium"/>
                <a:cs typeface="Franklin Gothic Medium"/>
              </a:rPr>
              <a:t>modify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to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handle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them)</a:t>
            </a:r>
            <a:endParaRPr sz="1800">
              <a:latin typeface="Franklin Gothic Medium"/>
              <a:cs typeface="Franklin Gothic Medium"/>
            </a:endParaRPr>
          </a:p>
          <a:p>
            <a:pPr marL="282575">
              <a:lnSpc>
                <a:spcPct val="100000"/>
              </a:lnSpc>
              <a:spcBef>
                <a:spcPts val="1390"/>
              </a:spcBef>
            </a:pPr>
            <a:r>
              <a:rPr dirty="0" sz="2400" spc="120">
                <a:latin typeface="Franklin Gothic Medium"/>
                <a:cs typeface="Franklin Gothic Medium"/>
              </a:rPr>
              <a:t>IDEA:</a:t>
            </a:r>
            <a:r>
              <a:rPr dirty="0" sz="2400" spc="2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DFA</a:t>
            </a:r>
            <a:r>
              <a:rPr dirty="0" sz="2400" spc="30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6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keeps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track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subset</a:t>
            </a:r>
            <a:r>
              <a:rPr dirty="0" u="sng" sz="2400" spc="-5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of</a:t>
            </a:r>
            <a:r>
              <a:rPr dirty="0" u="sng" sz="2400" spc="-45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possible</a:t>
            </a:r>
            <a:r>
              <a:rPr dirty="0" u="sng" sz="2400" spc="-55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states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65">
                <a:latin typeface="Franklin Gothic Medium"/>
                <a:cs typeface="Franklin Gothic Medium"/>
              </a:rPr>
              <a:t>NFA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-25">
                <a:latin typeface="Franklin Gothic Medium"/>
                <a:cs typeface="Franklin Gothic Medium"/>
              </a:rPr>
              <a:t>.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8" y="98253"/>
            <a:ext cx="52470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0"/>
              <a:t>Converting</a:t>
            </a:r>
            <a:r>
              <a:rPr dirty="0" sz="4000" spc="-180"/>
              <a:t> </a:t>
            </a:r>
            <a:r>
              <a:rPr dirty="0" sz="4000" spc="-65"/>
              <a:t>NFAs</a:t>
            </a:r>
            <a:r>
              <a:rPr dirty="0" sz="4000" spc="-175"/>
              <a:t> </a:t>
            </a:r>
            <a:r>
              <a:rPr dirty="0" sz="4000"/>
              <a:t>to</a:t>
            </a:r>
            <a:r>
              <a:rPr dirty="0" sz="4000" spc="-185"/>
              <a:t> </a:t>
            </a:r>
            <a:r>
              <a:rPr dirty="0" sz="4000" spc="-75"/>
              <a:t>DFAs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529234" y="1109645"/>
            <a:ext cx="7564120" cy="284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24100"/>
              </a:lnSpc>
              <a:spcBef>
                <a:spcPts val="100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Theorem: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If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90">
                <a:latin typeface="Franklin Gothic Medium"/>
                <a:cs typeface="Franklin Gothic Medium"/>
              </a:rPr>
              <a:t>NFA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recognizes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35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then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3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regular. </a:t>
            </a:r>
            <a:r>
              <a:rPr dirty="0" sz="2800" spc="-25">
                <a:latin typeface="Franklin Gothic Medium"/>
                <a:cs typeface="Franklin Gothic Medium"/>
              </a:rPr>
              <a:t>Proof:</a:t>
            </a:r>
            <a:r>
              <a:rPr dirty="0" sz="2800" spc="-15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Construction</a:t>
            </a:r>
            <a:endParaRPr sz="2800">
              <a:latin typeface="Franklin Gothic Medium"/>
              <a:cs typeface="Franklin Gothic Medium"/>
            </a:endParaRPr>
          </a:p>
          <a:p>
            <a:pPr marL="347980">
              <a:lnSpc>
                <a:spcPct val="100000"/>
              </a:lnSpc>
              <a:spcBef>
                <a:spcPts val="390"/>
              </a:spcBef>
              <a:tabLst>
                <a:tab pos="148145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Let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NFA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20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 spc="-405">
                <a:latin typeface="Cambria Math"/>
                <a:cs typeface="Cambria Math"/>
              </a:rPr>
              <a:t>(</a:t>
            </a:r>
            <a:r>
              <a:rPr dirty="0" sz="2400" spc="-40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405">
                <a:latin typeface="Cambria Math"/>
                <a:cs typeface="Cambria Math"/>
              </a:rPr>
              <a:t>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 spc="-40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405">
                <a:latin typeface="Cambria Math"/>
                <a:cs typeface="Cambria Math"/>
              </a:rPr>
              <a:t>,</a:t>
            </a:r>
            <a:r>
              <a:rPr dirty="0" sz="2400" spc="210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1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7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400">
              <a:latin typeface="Cambria Math"/>
              <a:cs typeface="Cambria Math"/>
            </a:endParaRPr>
          </a:p>
          <a:p>
            <a:pPr marL="347980">
              <a:lnSpc>
                <a:spcPct val="100000"/>
              </a:lnSpc>
              <a:spcBef>
                <a:spcPts val="805"/>
              </a:spcBef>
              <a:tabLst>
                <a:tab pos="2551430" algn="l"/>
                <a:tab pos="2969260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Construct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DFA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60">
                <a:latin typeface="Cambria Math"/>
                <a:cs typeface="Cambria Math"/>
              </a:rPr>
              <a:t>(</a:t>
            </a:r>
            <a:r>
              <a:rPr dirty="0" sz="2400" spc="-56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26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baseline="28571" sz="2625" spc="254">
                <a:solidFill>
                  <a:srgbClr val="C55A11"/>
                </a:solidFill>
                <a:latin typeface="Cambria Math"/>
                <a:cs typeface="Cambria Math"/>
              </a:rPr>
              <a:t>′</a:t>
            </a:r>
            <a:r>
              <a:rPr dirty="0" baseline="28571" sz="2625" spc="-22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 spc="2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220">
                <a:latin typeface="Cambria Math"/>
                <a:cs typeface="Cambria Math"/>
              </a:rPr>
              <a:t>,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 spc="-225">
                <a:solidFill>
                  <a:srgbClr val="538235"/>
                </a:solidFill>
                <a:latin typeface="Cambria Math"/>
                <a:cs typeface="Cambria Math"/>
              </a:rPr>
              <a:t>𝛿𝛿′</a:t>
            </a:r>
            <a:r>
              <a:rPr dirty="0" sz="2400" spc="-225">
                <a:latin typeface="Cambria Math"/>
                <a:cs typeface="Cambria Math"/>
              </a:rPr>
              <a:t>,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𝑞′</a:t>
            </a:r>
            <a:r>
              <a:rPr dirty="0" baseline="-20833" sz="240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40">
                <a:latin typeface="Cambria Math"/>
                <a:cs typeface="Cambria Math"/>
              </a:rPr>
              <a:t> </a:t>
            </a:r>
            <a:r>
              <a:rPr dirty="0" sz="2400" spc="125">
                <a:solidFill>
                  <a:srgbClr val="8496AF"/>
                </a:solidFill>
                <a:latin typeface="Cambria Math"/>
                <a:cs typeface="Cambria Math"/>
              </a:rPr>
              <a:t>𝐹′</a:t>
            </a:r>
            <a:r>
              <a:rPr dirty="0" sz="2400" spc="125">
                <a:latin typeface="Cambria Math"/>
                <a:cs typeface="Cambria Math"/>
              </a:rPr>
              <a:t>)</a:t>
            </a:r>
            <a:r>
              <a:rPr dirty="0" sz="2400" spc="26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2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400">
              <a:latin typeface="Cambria Math"/>
              <a:cs typeface="Cambria Math"/>
            </a:endParaRPr>
          </a:p>
          <a:p>
            <a:pPr marL="622300">
              <a:lnSpc>
                <a:spcPct val="100000"/>
              </a:lnSpc>
              <a:spcBef>
                <a:spcPts val="944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(Ignore</a:t>
            </a:r>
            <a:r>
              <a:rPr dirty="0" sz="1800" spc="-8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 spc="-254">
                <a:latin typeface="Cambria Math"/>
                <a:cs typeface="Cambria Math"/>
              </a:rPr>
              <a:t>𝜀𝜀</a:t>
            </a:r>
            <a:r>
              <a:rPr dirty="0" sz="1800" spc="-254">
                <a:latin typeface="Franklin Gothic Medium"/>
                <a:cs typeface="Franklin Gothic Medium"/>
              </a:rPr>
              <a:t>-</a:t>
            </a:r>
            <a:r>
              <a:rPr dirty="0" sz="1800" spc="-10">
                <a:latin typeface="Franklin Gothic Medium"/>
                <a:cs typeface="Franklin Gothic Medium"/>
              </a:rPr>
              <a:t>transitions,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can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easily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30">
                <a:latin typeface="Franklin Gothic Medium"/>
                <a:cs typeface="Franklin Gothic Medium"/>
              </a:rPr>
              <a:t>modify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to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handle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them)</a:t>
            </a:r>
            <a:endParaRPr sz="1800">
              <a:latin typeface="Franklin Gothic Medium"/>
              <a:cs typeface="Franklin Gothic Medium"/>
            </a:endParaRPr>
          </a:p>
          <a:p>
            <a:pPr marL="38100">
              <a:lnSpc>
                <a:spcPct val="100000"/>
              </a:lnSpc>
              <a:spcBef>
                <a:spcPts val="915"/>
              </a:spcBef>
            </a:pPr>
            <a:r>
              <a:rPr dirty="0" sz="2400" spc="-25">
                <a:latin typeface="Franklin Gothic Medium"/>
                <a:cs typeface="Franklin Gothic Medium"/>
              </a:rPr>
              <a:t>Components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-25">
                <a:latin typeface="Franklin Gothic Medium"/>
                <a:cs typeface="Franklin Gothic Medium"/>
              </a:rPr>
              <a:t>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177166" y="4193075"/>
            <a:ext cx="414655" cy="282575"/>
          </a:xfrm>
          <a:custGeom>
            <a:avLst/>
            <a:gdLst/>
            <a:ahLst/>
            <a:cxnLst/>
            <a:rect l="l" t="t" r="r" b="b"/>
            <a:pathLst>
              <a:path w="414655" h="282575">
                <a:moveTo>
                  <a:pt x="324256" y="0"/>
                </a:moveTo>
                <a:lnTo>
                  <a:pt x="320243" y="11455"/>
                </a:lnTo>
                <a:lnTo>
                  <a:pt x="336585" y="18551"/>
                </a:lnTo>
                <a:lnTo>
                  <a:pt x="350639" y="28371"/>
                </a:lnTo>
                <a:lnTo>
                  <a:pt x="379172" y="73880"/>
                </a:lnTo>
                <a:lnTo>
                  <a:pt x="387459" y="115357"/>
                </a:lnTo>
                <a:lnTo>
                  <a:pt x="388543" y="139750"/>
                </a:lnTo>
                <a:lnTo>
                  <a:pt x="387498" y="164649"/>
                </a:lnTo>
                <a:lnTo>
                  <a:pt x="379130" y="207587"/>
                </a:lnTo>
                <a:lnTo>
                  <a:pt x="350651" y="253828"/>
                </a:lnTo>
                <a:lnTo>
                  <a:pt x="320687" y="270865"/>
                </a:lnTo>
                <a:lnTo>
                  <a:pt x="324256" y="282320"/>
                </a:lnTo>
                <a:lnTo>
                  <a:pt x="362765" y="264263"/>
                </a:lnTo>
                <a:lnTo>
                  <a:pt x="391083" y="232994"/>
                </a:lnTo>
                <a:lnTo>
                  <a:pt x="408492" y="191111"/>
                </a:lnTo>
                <a:lnTo>
                  <a:pt x="414299" y="141236"/>
                </a:lnTo>
                <a:lnTo>
                  <a:pt x="412861" y="115661"/>
                </a:lnTo>
                <a:lnTo>
                  <a:pt x="412844" y="115357"/>
                </a:lnTo>
                <a:lnTo>
                  <a:pt x="401199" y="69479"/>
                </a:lnTo>
                <a:lnTo>
                  <a:pt x="378098" y="32129"/>
                </a:lnTo>
                <a:lnTo>
                  <a:pt x="344723" y="7391"/>
                </a:lnTo>
                <a:lnTo>
                  <a:pt x="324256" y="0"/>
                </a:lnTo>
                <a:close/>
              </a:path>
              <a:path w="414655" h="282575">
                <a:moveTo>
                  <a:pt x="90030" y="0"/>
                </a:moveTo>
                <a:lnTo>
                  <a:pt x="51617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7" y="264263"/>
                </a:lnTo>
                <a:lnTo>
                  <a:pt x="90030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805" y="141236"/>
                </a:lnTo>
                <a:lnTo>
                  <a:pt x="25742" y="139750"/>
                </a:lnTo>
                <a:lnTo>
                  <a:pt x="29925" y="93705"/>
                </a:lnTo>
                <a:lnTo>
                  <a:pt x="42481" y="56184"/>
                </a:lnTo>
                <a:lnTo>
                  <a:pt x="77773" y="18551"/>
                </a:lnTo>
                <a:lnTo>
                  <a:pt x="94056" y="11455"/>
                </a:lnTo>
                <a:lnTo>
                  <a:pt x="900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223272" y="4102823"/>
            <a:ext cx="12725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3465" algn="l"/>
              </a:tabLst>
            </a:pPr>
            <a:r>
              <a:rPr dirty="0" sz="2400" spc="-560">
                <a:solidFill>
                  <a:srgbClr val="C55A11"/>
                </a:solidFill>
                <a:latin typeface="Cambria Math"/>
                <a:cs typeface="Cambria Math"/>
              </a:rPr>
              <a:t>𝑄𝑄′</a:t>
            </a:r>
            <a:r>
              <a:rPr dirty="0" sz="2400" spc="15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=</a:t>
            </a:r>
            <a:r>
              <a:rPr dirty="0" sz="2400" spc="14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 spc="270">
                <a:solidFill>
                  <a:srgbClr val="6F2F9F"/>
                </a:solidFill>
                <a:latin typeface="Cambria Math"/>
                <a:cs typeface="Cambria Math"/>
              </a:rPr>
              <a:t>𝘗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400" spc="-85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56726" y="4439347"/>
            <a:ext cx="3384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833" sz="3600" spc="-52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1750" spc="-350">
                <a:solidFill>
                  <a:srgbClr val="538235"/>
                </a:solidFill>
                <a:latin typeface="Cambria Math"/>
                <a:cs typeface="Cambria Math"/>
              </a:rPr>
              <a:t>′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495939" y="4640850"/>
            <a:ext cx="690245" cy="282575"/>
          </a:xfrm>
          <a:custGeom>
            <a:avLst/>
            <a:gdLst/>
            <a:ahLst/>
            <a:cxnLst/>
            <a:rect l="l" t="t" r="r" b="b"/>
            <a:pathLst>
              <a:path w="690244" h="282575">
                <a:moveTo>
                  <a:pt x="600100" y="0"/>
                </a:moveTo>
                <a:lnTo>
                  <a:pt x="596087" y="11455"/>
                </a:lnTo>
                <a:lnTo>
                  <a:pt x="612429" y="18551"/>
                </a:lnTo>
                <a:lnTo>
                  <a:pt x="626483" y="28371"/>
                </a:lnTo>
                <a:lnTo>
                  <a:pt x="655016" y="73880"/>
                </a:lnTo>
                <a:lnTo>
                  <a:pt x="663303" y="115357"/>
                </a:lnTo>
                <a:lnTo>
                  <a:pt x="663346" y="115661"/>
                </a:lnTo>
                <a:lnTo>
                  <a:pt x="663342" y="164649"/>
                </a:lnTo>
                <a:lnTo>
                  <a:pt x="654974" y="207587"/>
                </a:lnTo>
                <a:lnTo>
                  <a:pt x="626495" y="253828"/>
                </a:lnTo>
                <a:lnTo>
                  <a:pt x="596531" y="270865"/>
                </a:lnTo>
                <a:lnTo>
                  <a:pt x="600100" y="282321"/>
                </a:lnTo>
                <a:lnTo>
                  <a:pt x="638609" y="264263"/>
                </a:lnTo>
                <a:lnTo>
                  <a:pt x="666927" y="232994"/>
                </a:lnTo>
                <a:lnTo>
                  <a:pt x="684336" y="191111"/>
                </a:lnTo>
                <a:lnTo>
                  <a:pt x="690143" y="141236"/>
                </a:lnTo>
                <a:lnTo>
                  <a:pt x="688705" y="115661"/>
                </a:lnTo>
                <a:lnTo>
                  <a:pt x="688688" y="115357"/>
                </a:lnTo>
                <a:lnTo>
                  <a:pt x="677043" y="69479"/>
                </a:lnTo>
                <a:lnTo>
                  <a:pt x="653942" y="32129"/>
                </a:lnTo>
                <a:lnTo>
                  <a:pt x="620567" y="7391"/>
                </a:lnTo>
                <a:lnTo>
                  <a:pt x="600100" y="0"/>
                </a:lnTo>
                <a:close/>
              </a:path>
              <a:path w="690244" h="282575">
                <a:moveTo>
                  <a:pt x="90030" y="0"/>
                </a:moveTo>
                <a:lnTo>
                  <a:pt x="51617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1450" y="167173"/>
                </a:lnTo>
                <a:lnTo>
                  <a:pt x="13056" y="213051"/>
                </a:lnTo>
                <a:lnTo>
                  <a:pt x="36098" y="250279"/>
                </a:lnTo>
                <a:lnTo>
                  <a:pt x="69503" y="274944"/>
                </a:lnTo>
                <a:lnTo>
                  <a:pt x="90030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805" y="141236"/>
                </a:lnTo>
                <a:lnTo>
                  <a:pt x="25742" y="139750"/>
                </a:lnTo>
                <a:lnTo>
                  <a:pt x="29925" y="93705"/>
                </a:lnTo>
                <a:lnTo>
                  <a:pt x="42481" y="56184"/>
                </a:lnTo>
                <a:lnTo>
                  <a:pt x="77773" y="18551"/>
                </a:lnTo>
                <a:lnTo>
                  <a:pt x="94056" y="11455"/>
                </a:lnTo>
                <a:lnTo>
                  <a:pt x="900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624759" y="4640249"/>
            <a:ext cx="337185" cy="283845"/>
          </a:xfrm>
          <a:custGeom>
            <a:avLst/>
            <a:gdLst/>
            <a:ahLst/>
            <a:cxnLst/>
            <a:rect l="l" t="t" r="r" b="b"/>
            <a:pathLst>
              <a:path w="337185" h="283845">
                <a:moveTo>
                  <a:pt x="336626" y="2679"/>
                </a:moveTo>
                <a:lnTo>
                  <a:pt x="313702" y="2679"/>
                </a:lnTo>
                <a:lnTo>
                  <a:pt x="313702" y="279653"/>
                </a:lnTo>
                <a:lnTo>
                  <a:pt x="336626" y="279653"/>
                </a:lnTo>
                <a:lnTo>
                  <a:pt x="336626" y="2679"/>
                </a:lnTo>
                <a:close/>
              </a:path>
              <a:path w="337185" h="283845">
                <a:moveTo>
                  <a:pt x="94957" y="0"/>
                </a:moveTo>
                <a:lnTo>
                  <a:pt x="91084" y="0"/>
                </a:lnTo>
                <a:lnTo>
                  <a:pt x="74699" y="1228"/>
                </a:lnTo>
                <a:lnTo>
                  <a:pt x="38773" y="16001"/>
                </a:lnTo>
                <a:lnTo>
                  <a:pt x="21638" y="59537"/>
                </a:lnTo>
                <a:lnTo>
                  <a:pt x="21654" y="68605"/>
                </a:lnTo>
                <a:lnTo>
                  <a:pt x="22307" y="75425"/>
                </a:lnTo>
                <a:lnTo>
                  <a:pt x="23398" y="82673"/>
                </a:lnTo>
                <a:lnTo>
                  <a:pt x="24930" y="90347"/>
                </a:lnTo>
                <a:lnTo>
                  <a:pt x="27266" y="100863"/>
                </a:lnTo>
                <a:lnTo>
                  <a:pt x="28422" y="107911"/>
                </a:lnTo>
                <a:lnTo>
                  <a:pt x="28422" y="118325"/>
                </a:lnTo>
                <a:lnTo>
                  <a:pt x="26073" y="123901"/>
                </a:lnTo>
                <a:lnTo>
                  <a:pt x="16649" y="132537"/>
                </a:lnTo>
                <a:lnTo>
                  <a:pt x="9525" y="134848"/>
                </a:lnTo>
                <a:lnTo>
                  <a:pt x="0" y="135140"/>
                </a:lnTo>
                <a:lnTo>
                  <a:pt x="0" y="147345"/>
                </a:lnTo>
                <a:lnTo>
                  <a:pt x="9525" y="147637"/>
                </a:lnTo>
                <a:lnTo>
                  <a:pt x="16649" y="149948"/>
                </a:lnTo>
                <a:lnTo>
                  <a:pt x="26073" y="158584"/>
                </a:lnTo>
                <a:lnTo>
                  <a:pt x="28422" y="164160"/>
                </a:lnTo>
                <a:lnTo>
                  <a:pt x="28422" y="174586"/>
                </a:lnTo>
                <a:lnTo>
                  <a:pt x="27266" y="181622"/>
                </a:lnTo>
                <a:lnTo>
                  <a:pt x="24930" y="192138"/>
                </a:lnTo>
                <a:lnTo>
                  <a:pt x="23398" y="199812"/>
                </a:lnTo>
                <a:lnTo>
                  <a:pt x="22307" y="207060"/>
                </a:lnTo>
                <a:lnTo>
                  <a:pt x="21654" y="213880"/>
                </a:lnTo>
                <a:lnTo>
                  <a:pt x="21534" y="217431"/>
                </a:lnTo>
                <a:lnTo>
                  <a:pt x="21437" y="220268"/>
                </a:lnTo>
                <a:lnTo>
                  <a:pt x="22521" y="235299"/>
                </a:lnTo>
                <a:lnTo>
                  <a:pt x="48543" y="274597"/>
                </a:lnTo>
                <a:lnTo>
                  <a:pt x="91084" y="283819"/>
                </a:lnTo>
                <a:lnTo>
                  <a:pt x="94957" y="283819"/>
                </a:lnTo>
                <a:lnTo>
                  <a:pt x="94957" y="272503"/>
                </a:lnTo>
                <a:lnTo>
                  <a:pt x="92722" y="272503"/>
                </a:lnTo>
                <a:lnTo>
                  <a:pt x="82516" y="271803"/>
                </a:lnTo>
                <a:lnTo>
                  <a:pt x="49785" y="246075"/>
                </a:lnTo>
                <a:lnTo>
                  <a:pt x="46736" y="222948"/>
                </a:lnTo>
                <a:lnTo>
                  <a:pt x="46826" y="220268"/>
                </a:lnTo>
                <a:lnTo>
                  <a:pt x="46921" y="217431"/>
                </a:lnTo>
                <a:lnTo>
                  <a:pt x="47478" y="211301"/>
                </a:lnTo>
                <a:lnTo>
                  <a:pt x="48407" y="204558"/>
                </a:lnTo>
                <a:lnTo>
                  <a:pt x="49707" y="197205"/>
                </a:lnTo>
                <a:lnTo>
                  <a:pt x="51688" y="186982"/>
                </a:lnTo>
                <a:lnTo>
                  <a:pt x="52692" y="179692"/>
                </a:lnTo>
                <a:lnTo>
                  <a:pt x="52692" y="166890"/>
                </a:lnTo>
                <a:lnTo>
                  <a:pt x="50203" y="159969"/>
                </a:lnTo>
                <a:lnTo>
                  <a:pt x="40284" y="149161"/>
                </a:lnTo>
                <a:lnTo>
                  <a:pt x="34378" y="145160"/>
                </a:lnTo>
                <a:lnTo>
                  <a:pt x="27533" y="142582"/>
                </a:lnTo>
                <a:lnTo>
                  <a:pt x="27533" y="139903"/>
                </a:lnTo>
                <a:lnTo>
                  <a:pt x="34378" y="137325"/>
                </a:lnTo>
                <a:lnTo>
                  <a:pt x="40284" y="133324"/>
                </a:lnTo>
                <a:lnTo>
                  <a:pt x="50203" y="122516"/>
                </a:lnTo>
                <a:lnTo>
                  <a:pt x="52692" y="115595"/>
                </a:lnTo>
                <a:lnTo>
                  <a:pt x="52692" y="102793"/>
                </a:lnTo>
                <a:lnTo>
                  <a:pt x="51688" y="95503"/>
                </a:lnTo>
                <a:lnTo>
                  <a:pt x="49707" y="85280"/>
                </a:lnTo>
                <a:lnTo>
                  <a:pt x="48407" y="77927"/>
                </a:lnTo>
                <a:lnTo>
                  <a:pt x="47478" y="71185"/>
                </a:lnTo>
                <a:lnTo>
                  <a:pt x="46921" y="65054"/>
                </a:lnTo>
                <a:lnTo>
                  <a:pt x="46826" y="62217"/>
                </a:lnTo>
                <a:lnTo>
                  <a:pt x="46736" y="59537"/>
                </a:lnTo>
                <a:lnTo>
                  <a:pt x="47484" y="47777"/>
                </a:lnTo>
                <a:lnTo>
                  <a:pt x="47498" y="47569"/>
                </a:lnTo>
                <a:lnTo>
                  <a:pt x="49785" y="37417"/>
                </a:lnTo>
                <a:lnTo>
                  <a:pt x="82516" y="12018"/>
                </a:lnTo>
                <a:lnTo>
                  <a:pt x="92722" y="11315"/>
                </a:lnTo>
                <a:lnTo>
                  <a:pt x="94957" y="11315"/>
                </a:lnTo>
                <a:lnTo>
                  <a:pt x="949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582938" y="4550598"/>
            <a:ext cx="51498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5010" algn="l"/>
                <a:tab pos="1144905" algn="l"/>
                <a:tab pos="1481455" algn="l"/>
                <a:tab pos="3027045" algn="l"/>
                <a:tab pos="4305300" algn="l"/>
              </a:tabLst>
            </a:pPr>
            <a:r>
              <a:rPr dirty="0" sz="2400">
                <a:latin typeface="Cambria Math"/>
                <a:cs typeface="Cambria Math"/>
              </a:rPr>
              <a:t>𝑅,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6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𝑞</a:t>
            </a:r>
            <a:r>
              <a:rPr dirty="0" sz="2400">
                <a:latin typeface="Cambria Math"/>
                <a:cs typeface="Cambria Math"/>
              </a:rPr>
              <a:t>	𝑞</a:t>
            </a:r>
            <a:r>
              <a:rPr dirty="0" sz="2400" spc="19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55">
                <a:latin typeface="Cambria Math"/>
                <a:cs typeface="Cambria Math"/>
              </a:rPr>
              <a:t> </a:t>
            </a:r>
            <a:r>
              <a:rPr dirty="0" sz="2400" spc="-24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240">
                <a:latin typeface="Cambria Math"/>
                <a:cs typeface="Cambria Math"/>
              </a:rPr>
              <a:t>(𝑟,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𝑎)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>
                <a:latin typeface="Franklin Gothic Medium"/>
                <a:cs typeface="Franklin Gothic Medium"/>
              </a:rPr>
              <a:t>for</a:t>
            </a:r>
            <a:r>
              <a:rPr dirty="0" sz="2400" spc="-15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some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𝑟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𝑅}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72360" y="5611294"/>
            <a:ext cx="15430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5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88464" y="5344542"/>
            <a:ext cx="3295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833" sz="3600" spc="142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sz="1750" spc="95">
                <a:solidFill>
                  <a:srgbClr val="BE9000"/>
                </a:solidFill>
                <a:latin typeface="Cambria Math"/>
                <a:cs typeface="Cambria Math"/>
              </a:rPr>
              <a:t>′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72512" y="5460418"/>
            <a:ext cx="923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{𝑞</a:t>
            </a:r>
            <a:r>
              <a:rPr dirty="0" baseline="-15873" sz="2625" spc="-30">
                <a:latin typeface="Cambria Math"/>
                <a:cs typeface="Cambria Math"/>
              </a:rPr>
              <a:t>0</a:t>
            </a:r>
            <a:r>
              <a:rPr dirty="0" sz="2400" spc="-2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888883" y="6069914"/>
            <a:ext cx="1033144" cy="283845"/>
          </a:xfrm>
          <a:custGeom>
            <a:avLst/>
            <a:gdLst/>
            <a:ahLst/>
            <a:cxnLst/>
            <a:rect l="l" t="t" r="r" b="b"/>
            <a:pathLst>
              <a:path w="1033144" h="283845">
                <a:moveTo>
                  <a:pt x="1033094" y="2679"/>
                </a:moveTo>
                <a:lnTo>
                  <a:pt x="1010170" y="2679"/>
                </a:lnTo>
                <a:lnTo>
                  <a:pt x="1010170" y="279653"/>
                </a:lnTo>
                <a:lnTo>
                  <a:pt x="1033094" y="279653"/>
                </a:lnTo>
                <a:lnTo>
                  <a:pt x="1033094" y="2679"/>
                </a:lnTo>
                <a:close/>
              </a:path>
              <a:path w="1033144" h="283845">
                <a:moveTo>
                  <a:pt x="94945" y="0"/>
                </a:moveTo>
                <a:lnTo>
                  <a:pt x="91071" y="0"/>
                </a:lnTo>
                <a:lnTo>
                  <a:pt x="74686" y="1226"/>
                </a:lnTo>
                <a:lnTo>
                  <a:pt x="38760" y="16001"/>
                </a:lnTo>
                <a:lnTo>
                  <a:pt x="22562" y="47569"/>
                </a:lnTo>
                <a:lnTo>
                  <a:pt x="22508" y="47777"/>
                </a:lnTo>
                <a:lnTo>
                  <a:pt x="21625" y="59537"/>
                </a:lnTo>
                <a:lnTo>
                  <a:pt x="21643" y="68604"/>
                </a:lnTo>
                <a:lnTo>
                  <a:pt x="22299" y="75420"/>
                </a:lnTo>
                <a:lnTo>
                  <a:pt x="23391" y="82668"/>
                </a:lnTo>
                <a:lnTo>
                  <a:pt x="24917" y="90347"/>
                </a:lnTo>
                <a:lnTo>
                  <a:pt x="27254" y="100863"/>
                </a:lnTo>
                <a:lnTo>
                  <a:pt x="28422" y="107899"/>
                </a:lnTo>
                <a:lnTo>
                  <a:pt x="28422" y="118325"/>
                </a:lnTo>
                <a:lnTo>
                  <a:pt x="26060" y="123901"/>
                </a:lnTo>
                <a:lnTo>
                  <a:pt x="16637" y="132537"/>
                </a:lnTo>
                <a:lnTo>
                  <a:pt x="9525" y="134835"/>
                </a:lnTo>
                <a:lnTo>
                  <a:pt x="0" y="135140"/>
                </a:lnTo>
                <a:lnTo>
                  <a:pt x="0" y="147345"/>
                </a:lnTo>
                <a:lnTo>
                  <a:pt x="9525" y="147637"/>
                </a:lnTo>
                <a:lnTo>
                  <a:pt x="16637" y="149948"/>
                </a:lnTo>
                <a:lnTo>
                  <a:pt x="26060" y="158584"/>
                </a:lnTo>
                <a:lnTo>
                  <a:pt x="28422" y="164160"/>
                </a:lnTo>
                <a:lnTo>
                  <a:pt x="28422" y="174574"/>
                </a:lnTo>
                <a:lnTo>
                  <a:pt x="27254" y="181622"/>
                </a:lnTo>
                <a:lnTo>
                  <a:pt x="24917" y="192138"/>
                </a:lnTo>
                <a:lnTo>
                  <a:pt x="23391" y="199812"/>
                </a:lnTo>
                <a:lnTo>
                  <a:pt x="22299" y="207060"/>
                </a:lnTo>
                <a:lnTo>
                  <a:pt x="21643" y="213880"/>
                </a:lnTo>
                <a:lnTo>
                  <a:pt x="21522" y="217431"/>
                </a:lnTo>
                <a:lnTo>
                  <a:pt x="21424" y="220268"/>
                </a:lnTo>
                <a:lnTo>
                  <a:pt x="31176" y="259073"/>
                </a:lnTo>
                <a:lnTo>
                  <a:pt x="74686" y="282598"/>
                </a:lnTo>
                <a:lnTo>
                  <a:pt x="91071" y="283819"/>
                </a:lnTo>
                <a:lnTo>
                  <a:pt x="94945" y="283819"/>
                </a:lnTo>
                <a:lnTo>
                  <a:pt x="94945" y="272503"/>
                </a:lnTo>
                <a:lnTo>
                  <a:pt x="92710" y="272503"/>
                </a:lnTo>
                <a:lnTo>
                  <a:pt x="82505" y="271801"/>
                </a:lnTo>
                <a:lnTo>
                  <a:pt x="49777" y="246075"/>
                </a:lnTo>
                <a:lnTo>
                  <a:pt x="46723" y="222948"/>
                </a:lnTo>
                <a:lnTo>
                  <a:pt x="46813" y="220268"/>
                </a:lnTo>
                <a:lnTo>
                  <a:pt x="46909" y="217431"/>
                </a:lnTo>
                <a:lnTo>
                  <a:pt x="47467" y="211301"/>
                </a:lnTo>
                <a:lnTo>
                  <a:pt x="48400" y="204558"/>
                </a:lnTo>
                <a:lnTo>
                  <a:pt x="49707" y="197205"/>
                </a:lnTo>
                <a:lnTo>
                  <a:pt x="51688" y="186982"/>
                </a:lnTo>
                <a:lnTo>
                  <a:pt x="52679" y="179692"/>
                </a:lnTo>
                <a:lnTo>
                  <a:pt x="52679" y="166890"/>
                </a:lnTo>
                <a:lnTo>
                  <a:pt x="50203" y="159969"/>
                </a:lnTo>
                <a:lnTo>
                  <a:pt x="40271" y="149148"/>
                </a:lnTo>
                <a:lnTo>
                  <a:pt x="34378" y="145160"/>
                </a:lnTo>
                <a:lnTo>
                  <a:pt x="27520" y="142582"/>
                </a:lnTo>
                <a:lnTo>
                  <a:pt x="27520" y="139903"/>
                </a:lnTo>
                <a:lnTo>
                  <a:pt x="34378" y="137325"/>
                </a:lnTo>
                <a:lnTo>
                  <a:pt x="40271" y="133324"/>
                </a:lnTo>
                <a:lnTo>
                  <a:pt x="50203" y="122516"/>
                </a:lnTo>
                <a:lnTo>
                  <a:pt x="52679" y="115595"/>
                </a:lnTo>
                <a:lnTo>
                  <a:pt x="52679" y="102793"/>
                </a:lnTo>
                <a:lnTo>
                  <a:pt x="51688" y="95503"/>
                </a:lnTo>
                <a:lnTo>
                  <a:pt x="49707" y="85280"/>
                </a:lnTo>
                <a:lnTo>
                  <a:pt x="48400" y="77922"/>
                </a:lnTo>
                <a:lnTo>
                  <a:pt x="47467" y="71180"/>
                </a:lnTo>
                <a:lnTo>
                  <a:pt x="46909" y="65052"/>
                </a:lnTo>
                <a:lnTo>
                  <a:pt x="46813" y="62217"/>
                </a:lnTo>
                <a:lnTo>
                  <a:pt x="46723" y="59537"/>
                </a:lnTo>
                <a:lnTo>
                  <a:pt x="47473" y="47777"/>
                </a:lnTo>
                <a:lnTo>
                  <a:pt x="73475" y="14125"/>
                </a:lnTo>
                <a:lnTo>
                  <a:pt x="92710" y="11315"/>
                </a:lnTo>
                <a:lnTo>
                  <a:pt x="94945" y="11315"/>
                </a:lnTo>
                <a:lnTo>
                  <a:pt x="949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175222" y="5980260"/>
            <a:ext cx="1713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16610" algn="l"/>
              </a:tabLst>
            </a:pP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𝐹′</a:t>
            </a:r>
            <a:r>
              <a:rPr dirty="0" sz="2400" spc="130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 spc="-60">
                <a:solidFill>
                  <a:srgbClr val="8496AF"/>
                </a:solidFill>
                <a:latin typeface="Cambria Math"/>
                <a:cs typeface="Cambria Math"/>
              </a:rPr>
              <a:t>=</a:t>
            </a: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𝑅</a:t>
            </a:r>
            <a:r>
              <a:rPr dirty="0" sz="2400" spc="19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 spc="-500">
                <a:latin typeface="Cambria Math"/>
                <a:cs typeface="Cambria Math"/>
              </a:rPr>
              <a:t>𝑄𝑄</a:t>
            </a:r>
            <a:r>
              <a:rPr dirty="0" baseline="28571" sz="2625" spc="-750">
                <a:latin typeface="Cambria Math"/>
                <a:cs typeface="Cambria Math"/>
              </a:rPr>
              <a:t>′</a:t>
            </a:r>
            <a:endParaRPr baseline="28571" sz="2625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012658" y="5980260"/>
            <a:ext cx="19570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𝑅</a:t>
            </a:r>
            <a:r>
              <a:rPr dirty="0" sz="2400" spc="95"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intersects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-25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752344" y="4125467"/>
            <a:ext cx="4436745" cy="368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9369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9"/>
              </a:spcBef>
            </a:pP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3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states</a:t>
            </a:r>
            <a:r>
              <a:rPr dirty="0" sz="1800" spc="-4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of</a:t>
            </a:r>
            <a:r>
              <a:rPr dirty="0" sz="1800" spc="-30"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1800" spc="6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is</a:t>
            </a:r>
            <a:r>
              <a:rPr dirty="0" sz="1800" spc="-2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30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powerset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of</a:t>
            </a:r>
            <a:r>
              <a:rPr dirty="0" sz="1800" spc="-25"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1800" spc="4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states.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841235" y="4587240"/>
            <a:ext cx="4989830" cy="64643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9370" rIns="0" bIns="0" rtlCol="0" vert="horz">
            <a:spAutoFit/>
          </a:bodyPr>
          <a:lstStyle/>
          <a:p>
            <a:pPr marL="91440" marR="156845">
              <a:lnSpc>
                <a:spcPct val="100000"/>
              </a:lnSpc>
              <a:spcBef>
                <a:spcPts val="310"/>
              </a:spcBef>
            </a:pP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transitions</a:t>
            </a:r>
            <a:r>
              <a:rPr dirty="0" sz="1800" spc="-4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of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1800" spc="5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is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all</a:t>
            </a:r>
            <a:r>
              <a:rPr dirty="0" sz="1800" spc="-5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5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possible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transitions </a:t>
            </a:r>
            <a:r>
              <a:rPr dirty="0" sz="1800">
                <a:latin typeface="Franklin Gothic Medium"/>
                <a:cs typeface="Franklin Gothic Medium"/>
              </a:rPr>
              <a:t>that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1800" spc="2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could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take.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316736" y="4988052"/>
            <a:ext cx="730250" cy="338455"/>
          </a:xfrm>
          <a:custGeom>
            <a:avLst/>
            <a:gdLst/>
            <a:ahLst/>
            <a:cxnLst/>
            <a:rect l="l" t="t" r="r" b="b"/>
            <a:pathLst>
              <a:path w="730250" h="338454">
                <a:moveTo>
                  <a:pt x="729995" y="0"/>
                </a:moveTo>
                <a:lnTo>
                  <a:pt x="0" y="0"/>
                </a:lnTo>
                <a:lnTo>
                  <a:pt x="0" y="338328"/>
                </a:lnTo>
                <a:lnTo>
                  <a:pt x="729995" y="338328"/>
                </a:lnTo>
                <a:lnTo>
                  <a:pt x="72999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316736" y="4988052"/>
            <a:ext cx="730250" cy="33845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459"/>
              </a:spcBef>
            </a:pPr>
            <a:r>
              <a:rPr dirty="0" sz="1400">
                <a:latin typeface="Cambria Math"/>
                <a:cs typeface="Cambria Math"/>
              </a:rPr>
              <a:t>𝑅</a:t>
            </a:r>
            <a:r>
              <a:rPr dirty="0" sz="1400" spc="11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∈</a:t>
            </a:r>
            <a:r>
              <a:rPr dirty="0" sz="1400" spc="70">
                <a:latin typeface="Cambria Math"/>
                <a:cs typeface="Cambria Math"/>
              </a:rPr>
              <a:t> </a:t>
            </a:r>
            <a:r>
              <a:rPr dirty="0" sz="1400" spc="-350">
                <a:solidFill>
                  <a:srgbClr val="C55A11"/>
                </a:solidFill>
                <a:latin typeface="Cambria Math"/>
                <a:cs typeface="Cambria Math"/>
              </a:rPr>
              <a:t>𝑄𝑄′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456753" y="4983289"/>
            <a:ext cx="451484" cy="107314"/>
            <a:chOff x="1456753" y="4983289"/>
            <a:chExt cx="451484" cy="107314"/>
          </a:xfrm>
        </p:grpSpPr>
        <p:sp>
          <p:nvSpPr>
            <p:cNvPr id="21" name="object 21" descr=""/>
            <p:cNvSpPr/>
            <p:nvPr/>
          </p:nvSpPr>
          <p:spPr>
            <a:xfrm>
              <a:off x="1461516" y="4988052"/>
              <a:ext cx="441959" cy="97790"/>
            </a:xfrm>
            <a:custGeom>
              <a:avLst/>
              <a:gdLst/>
              <a:ahLst/>
              <a:cxnLst/>
              <a:rect l="l" t="t" r="r" b="b"/>
              <a:pathLst>
                <a:path w="441960" h="97789">
                  <a:moveTo>
                    <a:pt x="220979" y="0"/>
                  </a:moveTo>
                  <a:lnTo>
                    <a:pt x="220340" y="18983"/>
                  </a:lnTo>
                  <a:lnTo>
                    <a:pt x="218597" y="34485"/>
                  </a:lnTo>
                  <a:lnTo>
                    <a:pt x="216013" y="44935"/>
                  </a:lnTo>
                  <a:lnTo>
                    <a:pt x="212852" y="48768"/>
                  </a:lnTo>
                  <a:lnTo>
                    <a:pt x="8128" y="48768"/>
                  </a:lnTo>
                  <a:lnTo>
                    <a:pt x="4966" y="52600"/>
                  </a:lnTo>
                  <a:lnTo>
                    <a:pt x="2382" y="63050"/>
                  </a:lnTo>
                  <a:lnTo>
                    <a:pt x="639" y="78552"/>
                  </a:lnTo>
                  <a:lnTo>
                    <a:pt x="0" y="97536"/>
                  </a:lnTo>
                  <a:lnTo>
                    <a:pt x="441959" y="97536"/>
                  </a:lnTo>
                  <a:lnTo>
                    <a:pt x="441320" y="78552"/>
                  </a:lnTo>
                  <a:lnTo>
                    <a:pt x="439577" y="63050"/>
                  </a:lnTo>
                  <a:lnTo>
                    <a:pt x="436993" y="52600"/>
                  </a:lnTo>
                  <a:lnTo>
                    <a:pt x="433831" y="48768"/>
                  </a:lnTo>
                  <a:lnTo>
                    <a:pt x="229108" y="48768"/>
                  </a:lnTo>
                  <a:lnTo>
                    <a:pt x="225946" y="44935"/>
                  </a:lnTo>
                  <a:lnTo>
                    <a:pt x="223362" y="34485"/>
                  </a:lnTo>
                  <a:lnTo>
                    <a:pt x="221619" y="18983"/>
                  </a:lnTo>
                  <a:lnTo>
                    <a:pt x="22097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61516" y="4988052"/>
              <a:ext cx="441959" cy="97790"/>
            </a:xfrm>
            <a:custGeom>
              <a:avLst/>
              <a:gdLst/>
              <a:ahLst/>
              <a:cxnLst/>
              <a:rect l="l" t="t" r="r" b="b"/>
              <a:pathLst>
                <a:path w="441960" h="97789">
                  <a:moveTo>
                    <a:pt x="0" y="97536"/>
                  </a:moveTo>
                  <a:lnTo>
                    <a:pt x="639" y="78552"/>
                  </a:lnTo>
                  <a:lnTo>
                    <a:pt x="2382" y="63050"/>
                  </a:lnTo>
                  <a:lnTo>
                    <a:pt x="4966" y="52600"/>
                  </a:lnTo>
                  <a:lnTo>
                    <a:pt x="8128" y="48768"/>
                  </a:lnTo>
                  <a:lnTo>
                    <a:pt x="212852" y="48768"/>
                  </a:lnTo>
                  <a:lnTo>
                    <a:pt x="216013" y="44935"/>
                  </a:lnTo>
                  <a:lnTo>
                    <a:pt x="218597" y="34485"/>
                  </a:lnTo>
                  <a:lnTo>
                    <a:pt x="220340" y="18983"/>
                  </a:lnTo>
                  <a:lnTo>
                    <a:pt x="220979" y="0"/>
                  </a:lnTo>
                  <a:lnTo>
                    <a:pt x="221619" y="18983"/>
                  </a:lnTo>
                  <a:lnTo>
                    <a:pt x="223362" y="34485"/>
                  </a:lnTo>
                  <a:lnTo>
                    <a:pt x="225946" y="44935"/>
                  </a:lnTo>
                  <a:lnTo>
                    <a:pt x="229108" y="48768"/>
                  </a:lnTo>
                  <a:lnTo>
                    <a:pt x="433831" y="48768"/>
                  </a:lnTo>
                  <a:lnTo>
                    <a:pt x="436993" y="52600"/>
                  </a:lnTo>
                  <a:lnTo>
                    <a:pt x="439577" y="63050"/>
                  </a:lnTo>
                  <a:lnTo>
                    <a:pt x="441320" y="78552"/>
                  </a:lnTo>
                  <a:lnTo>
                    <a:pt x="441959" y="9753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175503" y="6003035"/>
            <a:ext cx="5895340" cy="368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1800" spc="-50">
                <a:latin typeface="Franklin Gothic Medium"/>
                <a:cs typeface="Franklin Gothic Medium"/>
              </a:rPr>
              <a:t>All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subsets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that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have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at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least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one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accepting</a:t>
            </a:r>
            <a:r>
              <a:rPr dirty="0" sz="1800" spc="-5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in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1800" spc="-25">
                <a:latin typeface="Franklin Gothic Medium"/>
                <a:cs typeface="Franklin Gothic Medium"/>
              </a:rPr>
              <a:t>.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347204" y="4125467"/>
            <a:ext cx="3604260" cy="368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9369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9"/>
              </a:spcBef>
            </a:pP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5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set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of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subsets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of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states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35">
                <a:latin typeface="Franklin Gothic Medium"/>
                <a:cs typeface="Franklin Gothic Medium"/>
              </a:rPr>
              <a:t>from</a:t>
            </a:r>
            <a:r>
              <a:rPr dirty="0" sz="1800" spc="-50"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8" y="98253"/>
            <a:ext cx="52470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0"/>
              <a:t>Converting</a:t>
            </a:r>
            <a:r>
              <a:rPr dirty="0" sz="4000" spc="-180"/>
              <a:t> </a:t>
            </a:r>
            <a:r>
              <a:rPr dirty="0" sz="4000" spc="-65"/>
              <a:t>NFAs</a:t>
            </a:r>
            <a:r>
              <a:rPr dirty="0" sz="4000" spc="-175"/>
              <a:t> </a:t>
            </a:r>
            <a:r>
              <a:rPr dirty="0" sz="4000"/>
              <a:t>to</a:t>
            </a:r>
            <a:r>
              <a:rPr dirty="0" sz="4000" spc="-185"/>
              <a:t> </a:t>
            </a:r>
            <a:r>
              <a:rPr dirty="0" sz="4000" spc="-75"/>
              <a:t>DFAs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567334" y="1255325"/>
            <a:ext cx="11099165" cy="51104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25"/>
              </a:lnSpc>
            </a:pPr>
            <a:r>
              <a:rPr dirty="0" sz="2800" spc="-20">
                <a:latin typeface="Franklin Gothic Medium"/>
                <a:cs typeface="Franklin Gothic Medium"/>
              </a:rPr>
              <a:t>Theorem: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If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90">
                <a:latin typeface="Franklin Gothic Medium"/>
                <a:cs typeface="Franklin Gothic Medium"/>
              </a:rPr>
              <a:t>NFA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recognizes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35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then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3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regular.</a:t>
            </a:r>
            <a:endParaRPr sz="28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Proof:</a:t>
            </a:r>
            <a:r>
              <a:rPr dirty="0" sz="2800" spc="-15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Construction</a:t>
            </a:r>
            <a:endParaRPr sz="2800">
              <a:latin typeface="Franklin Gothic Medium"/>
              <a:cs typeface="Franklin Gothic Medium"/>
            </a:endParaRPr>
          </a:p>
          <a:p>
            <a:pPr marL="309880">
              <a:lnSpc>
                <a:spcPct val="100000"/>
              </a:lnSpc>
              <a:spcBef>
                <a:spcPts val="390"/>
              </a:spcBef>
              <a:tabLst>
                <a:tab pos="144335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Let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NFA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20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 spc="-405">
                <a:latin typeface="Cambria Math"/>
                <a:cs typeface="Cambria Math"/>
              </a:rPr>
              <a:t>(</a:t>
            </a:r>
            <a:r>
              <a:rPr dirty="0" sz="2400" spc="-40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405">
                <a:latin typeface="Cambria Math"/>
                <a:cs typeface="Cambria Math"/>
              </a:rPr>
              <a:t>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 spc="-40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405">
                <a:latin typeface="Cambria Math"/>
                <a:cs typeface="Cambria Math"/>
              </a:rPr>
              <a:t>,</a:t>
            </a:r>
            <a:r>
              <a:rPr dirty="0" sz="2400" spc="210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1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7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400">
              <a:latin typeface="Cambria Math"/>
              <a:cs typeface="Cambria Math"/>
            </a:endParaRPr>
          </a:p>
          <a:p>
            <a:pPr marL="309880">
              <a:lnSpc>
                <a:spcPct val="100000"/>
              </a:lnSpc>
              <a:spcBef>
                <a:spcPts val="810"/>
              </a:spcBef>
              <a:tabLst>
                <a:tab pos="2513330" algn="l"/>
                <a:tab pos="2931160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Construct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DFA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60">
                <a:latin typeface="Cambria Math"/>
                <a:cs typeface="Cambria Math"/>
              </a:rPr>
              <a:t>(</a:t>
            </a:r>
            <a:r>
              <a:rPr dirty="0" sz="2400" spc="-56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26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baseline="28571" sz="2625" spc="254">
                <a:solidFill>
                  <a:srgbClr val="C55A11"/>
                </a:solidFill>
                <a:latin typeface="Cambria Math"/>
                <a:cs typeface="Cambria Math"/>
              </a:rPr>
              <a:t>′</a:t>
            </a:r>
            <a:r>
              <a:rPr dirty="0" baseline="28571" sz="2625" spc="-22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 spc="2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220">
                <a:latin typeface="Cambria Math"/>
                <a:cs typeface="Cambria Math"/>
              </a:rPr>
              <a:t>,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 spc="-225">
                <a:solidFill>
                  <a:srgbClr val="538235"/>
                </a:solidFill>
                <a:latin typeface="Cambria Math"/>
                <a:cs typeface="Cambria Math"/>
              </a:rPr>
              <a:t>𝛿𝛿′</a:t>
            </a:r>
            <a:r>
              <a:rPr dirty="0" sz="2400" spc="-225">
                <a:latin typeface="Cambria Math"/>
                <a:cs typeface="Cambria Math"/>
              </a:rPr>
              <a:t>,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𝑞′</a:t>
            </a:r>
            <a:r>
              <a:rPr dirty="0" baseline="-20833" sz="240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40">
                <a:latin typeface="Cambria Math"/>
                <a:cs typeface="Cambria Math"/>
              </a:rPr>
              <a:t> </a:t>
            </a:r>
            <a:r>
              <a:rPr dirty="0" sz="2400" spc="125">
                <a:solidFill>
                  <a:srgbClr val="8496AF"/>
                </a:solidFill>
                <a:latin typeface="Cambria Math"/>
                <a:cs typeface="Cambria Math"/>
              </a:rPr>
              <a:t>𝐹′</a:t>
            </a:r>
            <a:r>
              <a:rPr dirty="0" sz="2400" spc="125">
                <a:latin typeface="Cambria Math"/>
                <a:cs typeface="Cambria Math"/>
              </a:rPr>
              <a:t>)</a:t>
            </a:r>
            <a:r>
              <a:rPr dirty="0" sz="2400" spc="26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2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400">
              <a:latin typeface="Cambria Math"/>
              <a:cs typeface="Cambria Math"/>
            </a:endParaRPr>
          </a:p>
          <a:p>
            <a:pPr marL="584200">
              <a:lnSpc>
                <a:spcPct val="100000"/>
              </a:lnSpc>
              <a:spcBef>
                <a:spcPts val="944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(Ignore</a:t>
            </a:r>
            <a:r>
              <a:rPr dirty="0" sz="1800" spc="-8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 spc="-254">
                <a:latin typeface="Cambria Math"/>
                <a:cs typeface="Cambria Math"/>
              </a:rPr>
              <a:t>𝜀𝜀</a:t>
            </a:r>
            <a:r>
              <a:rPr dirty="0" sz="1800" spc="-254">
                <a:latin typeface="Franklin Gothic Medium"/>
                <a:cs typeface="Franklin Gothic Medium"/>
              </a:rPr>
              <a:t>-</a:t>
            </a:r>
            <a:r>
              <a:rPr dirty="0" sz="1800" spc="-10">
                <a:latin typeface="Franklin Gothic Medium"/>
                <a:cs typeface="Franklin Gothic Medium"/>
              </a:rPr>
              <a:t>transitions,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can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easily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30">
                <a:latin typeface="Franklin Gothic Medium"/>
                <a:cs typeface="Franklin Gothic Medium"/>
              </a:rPr>
              <a:t>modify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to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handle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them)</a:t>
            </a:r>
            <a:endParaRPr sz="18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r>
              <a:rPr dirty="0" sz="2400" spc="-25">
                <a:latin typeface="Franklin Gothic Medium"/>
                <a:cs typeface="Franklin Gothic Medium"/>
              </a:rPr>
              <a:t>Components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-25">
                <a:latin typeface="Franklin Gothic Medium"/>
                <a:cs typeface="Franklin Gothic Medium"/>
              </a:rPr>
              <a:t>:</a:t>
            </a:r>
            <a:endParaRPr sz="2400">
              <a:latin typeface="Franklin Gothic Medium"/>
              <a:cs typeface="Franklin Gothic Medium"/>
            </a:endParaRPr>
          </a:p>
          <a:p>
            <a:pPr marL="636270">
              <a:lnSpc>
                <a:spcPct val="100000"/>
              </a:lnSpc>
              <a:spcBef>
                <a:spcPts val="1160"/>
              </a:spcBef>
              <a:tabLst>
                <a:tab pos="1656080" algn="l"/>
                <a:tab pos="2275840" algn="l"/>
              </a:tabLst>
            </a:pPr>
            <a:r>
              <a:rPr dirty="0" baseline="-4629" sz="3600" spc="-839">
                <a:solidFill>
                  <a:srgbClr val="C55A11"/>
                </a:solidFill>
                <a:latin typeface="Cambria Math"/>
                <a:cs typeface="Cambria Math"/>
              </a:rPr>
              <a:t>𝑄𝑄′</a:t>
            </a:r>
            <a:r>
              <a:rPr dirty="0" baseline="-4629" sz="3600" spc="22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baseline="-4629" sz="3600">
                <a:solidFill>
                  <a:srgbClr val="C55A11"/>
                </a:solidFill>
                <a:latin typeface="Cambria Math"/>
                <a:cs typeface="Cambria Math"/>
              </a:rPr>
              <a:t>=</a:t>
            </a:r>
            <a:r>
              <a:rPr dirty="0" baseline="-4629" sz="3600" spc="19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baseline="-4629" sz="3600" spc="-89">
                <a:solidFill>
                  <a:srgbClr val="6F2F9F"/>
                </a:solidFill>
                <a:latin typeface="Cambria Math"/>
                <a:cs typeface="Cambria Math"/>
              </a:rPr>
              <a:t>ℙ</a:t>
            </a:r>
            <a:r>
              <a:rPr dirty="0" baseline="-4629" sz="36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baseline="-4629" sz="3600" spc="-1297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4629" sz="3600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3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states</a:t>
            </a:r>
            <a:r>
              <a:rPr dirty="0" sz="1800" spc="-4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of</a:t>
            </a:r>
            <a:r>
              <a:rPr dirty="0" sz="1800" spc="-30"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1800" spc="6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is</a:t>
            </a:r>
            <a:r>
              <a:rPr dirty="0" sz="1800" spc="-2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30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powerset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of</a:t>
            </a:r>
            <a:r>
              <a:rPr dirty="0" sz="1800" spc="-25"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1800" spc="4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states.</a:t>
            </a:r>
            <a:endParaRPr sz="1800">
              <a:latin typeface="Franklin Gothic Medium"/>
              <a:cs typeface="Franklin Gothic Medium"/>
            </a:endParaRPr>
          </a:p>
          <a:p>
            <a:pPr marL="627380">
              <a:lnSpc>
                <a:spcPts val="2770"/>
              </a:lnSpc>
              <a:spcBef>
                <a:spcPts val="860"/>
              </a:spcBef>
              <a:tabLst>
                <a:tab pos="1028065" algn="l"/>
                <a:tab pos="1730375" algn="l"/>
                <a:tab pos="2160270" algn="l"/>
                <a:tab pos="2496820" algn="l"/>
                <a:tab pos="4042410" algn="l"/>
                <a:tab pos="5321300" algn="l"/>
                <a:tab pos="6365875" algn="l"/>
              </a:tabLst>
            </a:pPr>
            <a:r>
              <a:rPr dirty="0" sz="2400" spc="-35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28571" sz="2625" spc="-525">
                <a:solidFill>
                  <a:srgbClr val="538235"/>
                </a:solidFill>
                <a:latin typeface="Cambria Math"/>
                <a:cs typeface="Cambria Math"/>
              </a:rPr>
              <a:t>′</a:t>
            </a:r>
            <a:r>
              <a:rPr dirty="0" baseline="28571" sz="2625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𝑅,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6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𝑞</a:t>
            </a:r>
            <a:r>
              <a:rPr dirty="0" sz="2400">
                <a:latin typeface="Cambria Math"/>
                <a:cs typeface="Cambria Math"/>
              </a:rPr>
              <a:t>	𝑞</a:t>
            </a:r>
            <a:r>
              <a:rPr dirty="0" sz="2400" spc="19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55">
                <a:latin typeface="Cambria Math"/>
                <a:cs typeface="Cambria Math"/>
              </a:rPr>
              <a:t> </a:t>
            </a:r>
            <a:r>
              <a:rPr dirty="0" sz="2400" spc="-24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240">
                <a:latin typeface="Cambria Math"/>
                <a:cs typeface="Cambria Math"/>
              </a:rPr>
              <a:t>(𝑟,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 spc="-35">
                <a:latin typeface="Cambria Math"/>
                <a:cs typeface="Cambria Math"/>
              </a:rPr>
              <a:t>𝑎)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>
                <a:latin typeface="Franklin Gothic Medium"/>
                <a:cs typeface="Franklin Gothic Medium"/>
              </a:rPr>
              <a:t>for</a:t>
            </a:r>
            <a:r>
              <a:rPr dirty="0" sz="2400" spc="-15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some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𝑟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𝑅}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baseline="3086" sz="2700">
                <a:latin typeface="Franklin Gothic Medium"/>
                <a:cs typeface="Franklin Gothic Medium"/>
              </a:rPr>
              <a:t>The</a:t>
            </a:r>
            <a:r>
              <a:rPr dirty="0" baseline="3086" sz="2700" spc="-82">
                <a:latin typeface="Franklin Gothic Medium"/>
                <a:cs typeface="Franklin Gothic Medium"/>
              </a:rPr>
              <a:t> </a:t>
            </a:r>
            <a:r>
              <a:rPr dirty="0" baseline="3086" sz="2700" spc="-15">
                <a:latin typeface="Franklin Gothic Medium"/>
                <a:cs typeface="Franklin Gothic Medium"/>
              </a:rPr>
              <a:t>transitions</a:t>
            </a:r>
            <a:r>
              <a:rPr dirty="0" baseline="3086" sz="2700" spc="-60">
                <a:latin typeface="Franklin Gothic Medium"/>
                <a:cs typeface="Franklin Gothic Medium"/>
              </a:rPr>
              <a:t> </a:t>
            </a:r>
            <a:r>
              <a:rPr dirty="0" baseline="3086" sz="2700">
                <a:latin typeface="Franklin Gothic Medium"/>
                <a:cs typeface="Franklin Gothic Medium"/>
              </a:rPr>
              <a:t>of</a:t>
            </a:r>
            <a:r>
              <a:rPr dirty="0" baseline="3086" sz="2700" spc="-89">
                <a:latin typeface="Franklin Gothic Medium"/>
                <a:cs typeface="Franklin Gothic Medium"/>
              </a:rPr>
              <a:t> </a:t>
            </a:r>
            <a:r>
              <a:rPr dirty="0" baseline="3086" sz="27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3086" sz="2700" spc="7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baseline="3086" sz="2700">
                <a:latin typeface="Franklin Gothic Medium"/>
                <a:cs typeface="Franklin Gothic Medium"/>
              </a:rPr>
              <a:t>is</a:t>
            </a:r>
            <a:r>
              <a:rPr dirty="0" baseline="3086" sz="2700" spc="-67">
                <a:latin typeface="Franklin Gothic Medium"/>
                <a:cs typeface="Franklin Gothic Medium"/>
              </a:rPr>
              <a:t> </a:t>
            </a:r>
            <a:r>
              <a:rPr dirty="0" baseline="3086" sz="2700">
                <a:latin typeface="Franklin Gothic Medium"/>
                <a:cs typeface="Franklin Gothic Medium"/>
              </a:rPr>
              <a:t>all</a:t>
            </a:r>
            <a:r>
              <a:rPr dirty="0" baseline="3086" sz="2700" spc="-75">
                <a:latin typeface="Franklin Gothic Medium"/>
                <a:cs typeface="Franklin Gothic Medium"/>
              </a:rPr>
              <a:t> </a:t>
            </a:r>
            <a:r>
              <a:rPr dirty="0" baseline="3086" sz="2700">
                <a:latin typeface="Franklin Gothic Medium"/>
                <a:cs typeface="Franklin Gothic Medium"/>
              </a:rPr>
              <a:t>the</a:t>
            </a:r>
            <a:r>
              <a:rPr dirty="0" baseline="3086" sz="2700" spc="-75">
                <a:latin typeface="Franklin Gothic Medium"/>
                <a:cs typeface="Franklin Gothic Medium"/>
              </a:rPr>
              <a:t> </a:t>
            </a:r>
            <a:r>
              <a:rPr dirty="0" baseline="3086" sz="2700">
                <a:latin typeface="Franklin Gothic Medium"/>
                <a:cs typeface="Franklin Gothic Medium"/>
              </a:rPr>
              <a:t>possible</a:t>
            </a:r>
            <a:r>
              <a:rPr dirty="0" baseline="3086" sz="2700" spc="-89">
                <a:latin typeface="Franklin Gothic Medium"/>
                <a:cs typeface="Franklin Gothic Medium"/>
              </a:rPr>
              <a:t> </a:t>
            </a:r>
            <a:r>
              <a:rPr dirty="0" baseline="3086" sz="2700" spc="-15">
                <a:latin typeface="Franklin Gothic Medium"/>
                <a:cs typeface="Franklin Gothic Medium"/>
              </a:rPr>
              <a:t>transitions</a:t>
            </a:r>
            <a:endParaRPr baseline="3086" sz="2700">
              <a:latin typeface="Franklin Gothic Medium"/>
              <a:cs typeface="Franklin Gothic Medium"/>
            </a:endParaRPr>
          </a:p>
          <a:p>
            <a:pPr marL="885825">
              <a:lnSpc>
                <a:spcPts val="2050"/>
              </a:lnSpc>
              <a:tabLst>
                <a:tab pos="6365240" algn="l"/>
              </a:tabLst>
            </a:pPr>
            <a:r>
              <a:rPr dirty="0" baseline="-29761" sz="2100">
                <a:latin typeface="Cambria Math"/>
                <a:cs typeface="Cambria Math"/>
              </a:rPr>
              <a:t>𝑅</a:t>
            </a:r>
            <a:r>
              <a:rPr dirty="0" baseline="-29761" sz="2100" spc="165">
                <a:latin typeface="Cambria Math"/>
                <a:cs typeface="Cambria Math"/>
              </a:rPr>
              <a:t> </a:t>
            </a:r>
            <a:r>
              <a:rPr dirty="0" baseline="-29761" sz="2100">
                <a:latin typeface="Cambria Math"/>
                <a:cs typeface="Cambria Math"/>
              </a:rPr>
              <a:t>∈</a:t>
            </a:r>
            <a:r>
              <a:rPr dirty="0" baseline="-29761" sz="2100" spc="104">
                <a:latin typeface="Cambria Math"/>
                <a:cs typeface="Cambria Math"/>
              </a:rPr>
              <a:t> </a:t>
            </a:r>
            <a:r>
              <a:rPr dirty="0" baseline="-29761" sz="2100" spc="-525">
                <a:solidFill>
                  <a:srgbClr val="C55A11"/>
                </a:solidFill>
                <a:latin typeface="Cambria Math"/>
                <a:cs typeface="Cambria Math"/>
              </a:rPr>
              <a:t>𝑄𝑄′</a:t>
            </a:r>
            <a:r>
              <a:rPr dirty="0" baseline="-29761" sz="2100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1800">
                <a:latin typeface="Franklin Gothic Medium"/>
                <a:cs typeface="Franklin Gothic Medium"/>
              </a:rPr>
              <a:t>that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1800" spc="2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could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take.</a:t>
            </a:r>
            <a:endParaRPr sz="18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>
              <a:latin typeface="Franklin Gothic Medium"/>
              <a:cs typeface="Franklin Gothic Medium"/>
            </a:endParaRPr>
          </a:p>
          <a:p>
            <a:pPr marL="832485">
              <a:lnSpc>
                <a:spcPts val="1180"/>
              </a:lnSpc>
              <a:spcBef>
                <a:spcPts val="5"/>
              </a:spcBef>
            </a:pPr>
            <a:r>
              <a:rPr dirty="0" sz="1750" spc="120">
                <a:solidFill>
                  <a:srgbClr val="BE9000"/>
                </a:solidFill>
                <a:latin typeface="Cambria Math"/>
                <a:cs typeface="Cambria Math"/>
              </a:rPr>
              <a:t>′</a:t>
            </a:r>
            <a:endParaRPr sz="1750">
              <a:latin typeface="Cambria Math"/>
              <a:cs typeface="Cambria Math"/>
            </a:endParaRPr>
          </a:p>
          <a:p>
            <a:pPr marL="659130">
              <a:lnSpc>
                <a:spcPts val="1960"/>
              </a:lnSpc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7460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7460" sz="2625" spc="54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{𝑞</a:t>
            </a:r>
            <a:r>
              <a:rPr dirty="0" baseline="-15873" sz="2625" spc="-30">
                <a:latin typeface="Cambria Math"/>
                <a:cs typeface="Cambria Math"/>
              </a:rPr>
              <a:t>0</a:t>
            </a:r>
            <a:r>
              <a:rPr dirty="0" sz="2400" spc="-2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  <a:p>
            <a:pPr marL="645795">
              <a:lnSpc>
                <a:spcPct val="100000"/>
              </a:lnSpc>
              <a:spcBef>
                <a:spcPts val="1000"/>
              </a:spcBef>
              <a:tabLst>
                <a:tab pos="1424305" algn="l"/>
                <a:tab pos="2457450" algn="l"/>
                <a:tab pos="4699000" algn="l"/>
              </a:tabLst>
            </a:pPr>
            <a:r>
              <a:rPr dirty="0" baseline="-4629" sz="3600">
                <a:solidFill>
                  <a:srgbClr val="8496AF"/>
                </a:solidFill>
                <a:latin typeface="Cambria Math"/>
                <a:cs typeface="Cambria Math"/>
              </a:rPr>
              <a:t>𝐹′</a:t>
            </a:r>
            <a:r>
              <a:rPr dirty="0" baseline="-4629" sz="3600" spc="19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baseline="-4629" sz="3600" spc="-89">
                <a:solidFill>
                  <a:srgbClr val="8496AF"/>
                </a:solidFill>
                <a:latin typeface="Cambria Math"/>
                <a:cs typeface="Cambria Math"/>
              </a:rPr>
              <a:t>=</a:t>
            </a:r>
            <a:r>
              <a:rPr dirty="0" baseline="-4629" sz="3600">
                <a:solidFill>
                  <a:srgbClr val="8496AF"/>
                </a:solidFill>
                <a:latin typeface="Cambria Math"/>
                <a:cs typeface="Cambria Math"/>
              </a:rPr>
              <a:t>	</a:t>
            </a:r>
            <a:r>
              <a:rPr dirty="0" baseline="-4629" sz="3600">
                <a:latin typeface="Cambria Math"/>
                <a:cs typeface="Cambria Math"/>
              </a:rPr>
              <a:t>𝑅</a:t>
            </a:r>
            <a:r>
              <a:rPr dirty="0" baseline="-4629" sz="3600" spc="300">
                <a:latin typeface="Cambria Math"/>
                <a:cs typeface="Cambria Math"/>
              </a:rPr>
              <a:t> </a:t>
            </a:r>
            <a:r>
              <a:rPr dirty="0" baseline="-4629" sz="3600">
                <a:latin typeface="Cambria Math"/>
                <a:cs typeface="Cambria Math"/>
              </a:rPr>
              <a:t>∈</a:t>
            </a:r>
            <a:r>
              <a:rPr dirty="0" baseline="-4629" sz="3600" spc="209">
                <a:latin typeface="Cambria Math"/>
                <a:cs typeface="Cambria Math"/>
              </a:rPr>
              <a:t> </a:t>
            </a:r>
            <a:r>
              <a:rPr dirty="0" baseline="-4629" sz="3600" spc="-765">
                <a:latin typeface="Cambria Math"/>
                <a:cs typeface="Cambria Math"/>
              </a:rPr>
              <a:t>𝑄𝑄</a:t>
            </a:r>
            <a:r>
              <a:rPr dirty="0" baseline="20634" sz="2625" spc="-765">
                <a:latin typeface="Cambria Math"/>
                <a:cs typeface="Cambria Math"/>
              </a:rPr>
              <a:t>′</a:t>
            </a:r>
            <a:r>
              <a:rPr dirty="0" baseline="20634" sz="2625">
                <a:latin typeface="Cambria Math"/>
                <a:cs typeface="Cambria Math"/>
              </a:rPr>
              <a:t>	</a:t>
            </a:r>
            <a:r>
              <a:rPr dirty="0" baseline="-4629" sz="3600">
                <a:latin typeface="Cambria Math"/>
                <a:cs typeface="Cambria Math"/>
              </a:rPr>
              <a:t>𝑅</a:t>
            </a:r>
            <a:r>
              <a:rPr dirty="0" baseline="-4629" sz="3600" spc="142">
                <a:latin typeface="Cambria Math"/>
                <a:cs typeface="Cambria Math"/>
              </a:rPr>
              <a:t> </a:t>
            </a:r>
            <a:r>
              <a:rPr dirty="0" baseline="-4629" sz="3600" spc="-15">
                <a:latin typeface="Franklin Gothic Medium"/>
                <a:cs typeface="Franklin Gothic Medium"/>
              </a:rPr>
              <a:t>intersects</a:t>
            </a:r>
            <a:r>
              <a:rPr dirty="0" baseline="-4629" sz="3600" spc="-89">
                <a:latin typeface="Franklin Gothic Medium"/>
                <a:cs typeface="Franklin Gothic Medium"/>
              </a:rPr>
              <a:t> </a:t>
            </a:r>
            <a:r>
              <a:rPr dirty="0" baseline="-4629" sz="3600" spc="-37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4629" sz="3600" spc="-37">
                <a:latin typeface="Cambria Math"/>
                <a:cs typeface="Cambria Math"/>
              </a:rPr>
              <a:t>}</a:t>
            </a:r>
            <a:r>
              <a:rPr dirty="0" baseline="-4629" sz="3600">
                <a:latin typeface="Cambria Math"/>
                <a:cs typeface="Cambria Math"/>
              </a:rPr>
              <a:t>	</a:t>
            </a:r>
            <a:r>
              <a:rPr dirty="0" sz="1800" spc="-50">
                <a:latin typeface="Franklin Gothic Medium"/>
                <a:cs typeface="Franklin Gothic Medium"/>
              </a:rPr>
              <a:t>All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subsets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that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have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at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least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one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accepting</a:t>
            </a:r>
            <a:r>
              <a:rPr dirty="0" sz="1800" spc="-5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in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1800" spc="-25">
                <a:latin typeface="Franklin Gothic Medium"/>
                <a:cs typeface="Franklin Gothic Medium"/>
              </a:rPr>
              <a:t>.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87452" y="1249680"/>
            <a:ext cx="11817350" cy="5270500"/>
            <a:chOff x="187452" y="1249680"/>
            <a:chExt cx="11817350" cy="5270500"/>
          </a:xfrm>
        </p:grpSpPr>
        <p:sp>
          <p:nvSpPr>
            <p:cNvPr id="5" name="object 5" descr=""/>
            <p:cNvSpPr/>
            <p:nvPr/>
          </p:nvSpPr>
          <p:spPr>
            <a:xfrm>
              <a:off x="187452" y="1249680"/>
              <a:ext cx="11817350" cy="5270500"/>
            </a:xfrm>
            <a:custGeom>
              <a:avLst/>
              <a:gdLst/>
              <a:ahLst/>
              <a:cxnLst/>
              <a:rect l="l" t="t" r="r" b="b"/>
              <a:pathLst>
                <a:path w="11817350" h="5270500">
                  <a:moveTo>
                    <a:pt x="11817096" y="0"/>
                  </a:moveTo>
                  <a:lnTo>
                    <a:pt x="0" y="0"/>
                  </a:lnTo>
                  <a:lnTo>
                    <a:pt x="0" y="5269992"/>
                  </a:lnTo>
                  <a:lnTo>
                    <a:pt x="11817096" y="5269992"/>
                  </a:lnTo>
                  <a:lnTo>
                    <a:pt x="11817096" y="0"/>
                  </a:ln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2663" y="1956816"/>
              <a:ext cx="9317735" cy="231952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9699" y="1924812"/>
              <a:ext cx="9412223" cy="242315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584960" y="2001012"/>
              <a:ext cx="9153525" cy="2155190"/>
            </a:xfrm>
            <a:custGeom>
              <a:avLst/>
              <a:gdLst/>
              <a:ahLst/>
              <a:cxnLst/>
              <a:rect l="l" t="t" r="r" b="b"/>
              <a:pathLst>
                <a:path w="9153525" h="2155190">
                  <a:moveTo>
                    <a:pt x="9153144" y="0"/>
                  </a:moveTo>
                  <a:lnTo>
                    <a:pt x="0" y="0"/>
                  </a:lnTo>
                  <a:lnTo>
                    <a:pt x="0" y="2154936"/>
                  </a:lnTo>
                  <a:lnTo>
                    <a:pt x="9153144" y="2154936"/>
                  </a:lnTo>
                  <a:lnTo>
                    <a:pt x="9153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84960" y="2001012"/>
              <a:ext cx="9153525" cy="2155190"/>
            </a:xfrm>
            <a:custGeom>
              <a:avLst/>
              <a:gdLst/>
              <a:ahLst/>
              <a:cxnLst/>
              <a:rect l="l" t="t" r="r" b="b"/>
              <a:pathLst>
                <a:path w="9153525" h="2155190">
                  <a:moveTo>
                    <a:pt x="0" y="0"/>
                  </a:moveTo>
                  <a:lnTo>
                    <a:pt x="9153144" y="0"/>
                  </a:lnTo>
                  <a:lnTo>
                    <a:pt x="9153144" y="2154936"/>
                  </a:lnTo>
                  <a:lnTo>
                    <a:pt x="0" y="2154936"/>
                  </a:lnTo>
                  <a:lnTo>
                    <a:pt x="0" y="0"/>
                  </a:lnTo>
                  <a:close/>
                </a:path>
              </a:pathLst>
            </a:custGeom>
            <a:ln w="5715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676643" y="1843542"/>
            <a:ext cx="8923020" cy="1151890"/>
          </a:xfrm>
          <a:prstGeom prst="rect">
            <a:avLst/>
          </a:prstGeom>
        </p:spPr>
        <p:txBody>
          <a:bodyPr wrap="square" lIns="0" tIns="1917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10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Question:</a:t>
            </a:r>
            <a:endParaRPr sz="28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r>
              <a:rPr dirty="0" sz="2400">
                <a:latin typeface="Franklin Gothic Medium"/>
                <a:cs typeface="Franklin Gothic Medium"/>
              </a:rPr>
              <a:t>If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6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has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𝑛</a:t>
            </a:r>
            <a:r>
              <a:rPr dirty="0" sz="2400" spc="3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states,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how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55">
                <a:latin typeface="Franklin Gothic Medium"/>
                <a:cs typeface="Franklin Gothic Medium"/>
              </a:rPr>
              <a:t>many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does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5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have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by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this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construction?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51243" y="2969977"/>
            <a:ext cx="95440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8165" indent="-532765">
              <a:lnSpc>
                <a:spcPct val="100000"/>
              </a:lnSpc>
              <a:spcBef>
                <a:spcPts val="100"/>
              </a:spcBef>
              <a:buFont typeface="Franklin Gothic Medium"/>
              <a:buAutoNum type="alphaLcParenBoth"/>
              <a:tabLst>
                <a:tab pos="558165" algn="l"/>
              </a:tabLst>
            </a:pPr>
            <a:r>
              <a:rPr dirty="0" sz="2400" spc="-25">
                <a:latin typeface="Cambria Math"/>
                <a:cs typeface="Cambria Math"/>
              </a:rPr>
              <a:t>2𝑛</a:t>
            </a:r>
            <a:endParaRPr sz="2400">
              <a:latin typeface="Cambria Math"/>
              <a:cs typeface="Cambria Math"/>
            </a:endParaRPr>
          </a:p>
          <a:p>
            <a:pPr marL="558165" indent="-532765">
              <a:lnSpc>
                <a:spcPct val="100000"/>
              </a:lnSpc>
              <a:buFont typeface="Franklin Gothic Medium"/>
              <a:buAutoNum type="alphaLcParenBoth"/>
              <a:tabLst>
                <a:tab pos="558165" algn="l"/>
              </a:tabLst>
            </a:pPr>
            <a:r>
              <a:rPr dirty="0" sz="2400" spc="-25">
                <a:latin typeface="Cambria Math"/>
                <a:cs typeface="Cambria Math"/>
              </a:rPr>
              <a:t>𝑛</a:t>
            </a:r>
            <a:r>
              <a:rPr dirty="0" baseline="28571" sz="2625" spc="-37">
                <a:latin typeface="Cambria Math"/>
                <a:cs typeface="Cambria Math"/>
              </a:rPr>
              <a:t>2</a:t>
            </a:r>
            <a:endParaRPr baseline="28571" sz="2625">
              <a:latin typeface="Cambria Math"/>
              <a:cs typeface="Cambria Math"/>
            </a:endParaRPr>
          </a:p>
          <a:p>
            <a:pPr marL="558165" indent="-532765">
              <a:lnSpc>
                <a:spcPct val="100000"/>
              </a:lnSpc>
              <a:buFont typeface="Franklin Gothic Medium"/>
              <a:buAutoNum type="alphaLcParenBoth"/>
              <a:tabLst>
                <a:tab pos="558165" algn="l"/>
              </a:tabLst>
            </a:pPr>
            <a:r>
              <a:rPr dirty="0" sz="2400" spc="-320">
                <a:latin typeface="Cambria Math"/>
                <a:cs typeface="Cambria Math"/>
              </a:rPr>
              <a:t>2</a:t>
            </a:r>
            <a:r>
              <a:rPr dirty="0" baseline="28571" sz="2625" spc="-480">
                <a:latin typeface="Cambria Math"/>
                <a:cs typeface="Cambria Math"/>
              </a:rPr>
              <a:t>𝑛𝑛</a:t>
            </a:r>
            <a:endParaRPr baseline="28571" sz="2625">
              <a:latin typeface="Cambria Math"/>
              <a:cs typeface="Cambria Math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440180" y="4410455"/>
            <a:ext cx="9380220" cy="746760"/>
            <a:chOff x="1440180" y="4410455"/>
            <a:chExt cx="9380220" cy="746760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02664" y="4427220"/>
              <a:ext cx="9317735" cy="626363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0180" y="4410455"/>
              <a:ext cx="9204959" cy="746759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1584960" y="4471415"/>
            <a:ext cx="9153525" cy="462280"/>
          </a:xfrm>
          <a:prstGeom prst="rect">
            <a:avLst/>
          </a:prstGeom>
          <a:solidFill>
            <a:srgbClr val="FFFFFF"/>
          </a:solidFill>
          <a:ln w="57150">
            <a:solidFill>
              <a:srgbClr val="A4A4A4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number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subsets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going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be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30">
                <a:latin typeface="Franklin Gothic Medium"/>
                <a:cs typeface="Franklin Gothic Medium"/>
              </a:rPr>
              <a:t>exponential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(in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worst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case)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2628364" y="3363687"/>
            <a:ext cx="5931535" cy="660400"/>
            <a:chOff x="2628364" y="3363687"/>
            <a:chExt cx="5931535" cy="660400"/>
          </a:xfrm>
        </p:grpSpPr>
        <p:sp>
          <p:nvSpPr>
            <p:cNvPr id="17" name="object 17" descr=""/>
            <p:cNvSpPr/>
            <p:nvPr/>
          </p:nvSpPr>
          <p:spPr>
            <a:xfrm>
              <a:off x="2628364" y="3718399"/>
              <a:ext cx="435609" cy="306070"/>
            </a:xfrm>
            <a:custGeom>
              <a:avLst/>
              <a:gdLst/>
              <a:ahLst/>
              <a:cxnLst/>
              <a:rect l="l" t="t" r="r" b="b"/>
              <a:pathLst>
                <a:path w="435610" h="306070">
                  <a:moveTo>
                    <a:pt x="153964" y="305532"/>
                  </a:moveTo>
                  <a:lnTo>
                    <a:pt x="0" y="147350"/>
                  </a:lnTo>
                  <a:lnTo>
                    <a:pt x="40020" y="109217"/>
                  </a:lnTo>
                  <a:lnTo>
                    <a:pt x="155842" y="227851"/>
                  </a:lnTo>
                  <a:lnTo>
                    <a:pt x="396904" y="0"/>
                  </a:lnTo>
                  <a:lnTo>
                    <a:pt x="435041" y="39544"/>
                  </a:lnTo>
                  <a:lnTo>
                    <a:pt x="194450" y="267871"/>
                  </a:lnTo>
                  <a:lnTo>
                    <a:pt x="153964" y="305532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145125" y="3363687"/>
              <a:ext cx="414655" cy="282575"/>
            </a:xfrm>
            <a:custGeom>
              <a:avLst/>
              <a:gdLst/>
              <a:ahLst/>
              <a:cxnLst/>
              <a:rect l="l" t="t" r="r" b="b"/>
              <a:pathLst>
                <a:path w="414654" h="282575">
                  <a:moveTo>
                    <a:pt x="324256" y="0"/>
                  </a:moveTo>
                  <a:lnTo>
                    <a:pt x="320243" y="11455"/>
                  </a:lnTo>
                  <a:lnTo>
                    <a:pt x="336585" y="18551"/>
                  </a:lnTo>
                  <a:lnTo>
                    <a:pt x="350639" y="28371"/>
                  </a:lnTo>
                  <a:lnTo>
                    <a:pt x="379172" y="73880"/>
                  </a:lnTo>
                  <a:lnTo>
                    <a:pt x="387459" y="115357"/>
                  </a:lnTo>
                  <a:lnTo>
                    <a:pt x="388543" y="139750"/>
                  </a:lnTo>
                  <a:lnTo>
                    <a:pt x="387498" y="164649"/>
                  </a:lnTo>
                  <a:lnTo>
                    <a:pt x="379130" y="207587"/>
                  </a:lnTo>
                  <a:lnTo>
                    <a:pt x="350651" y="253828"/>
                  </a:lnTo>
                  <a:lnTo>
                    <a:pt x="320687" y="270865"/>
                  </a:lnTo>
                  <a:lnTo>
                    <a:pt x="324256" y="282321"/>
                  </a:lnTo>
                  <a:lnTo>
                    <a:pt x="362765" y="264263"/>
                  </a:lnTo>
                  <a:lnTo>
                    <a:pt x="391083" y="232994"/>
                  </a:lnTo>
                  <a:lnTo>
                    <a:pt x="408492" y="191111"/>
                  </a:lnTo>
                  <a:lnTo>
                    <a:pt x="414299" y="141236"/>
                  </a:lnTo>
                  <a:lnTo>
                    <a:pt x="412861" y="115661"/>
                  </a:lnTo>
                  <a:lnTo>
                    <a:pt x="412844" y="115357"/>
                  </a:lnTo>
                  <a:lnTo>
                    <a:pt x="401199" y="69479"/>
                  </a:lnTo>
                  <a:lnTo>
                    <a:pt x="378098" y="32129"/>
                  </a:lnTo>
                  <a:lnTo>
                    <a:pt x="344723" y="7391"/>
                  </a:lnTo>
                  <a:lnTo>
                    <a:pt x="324256" y="0"/>
                  </a:lnTo>
                  <a:close/>
                </a:path>
                <a:path w="414654" h="282575">
                  <a:moveTo>
                    <a:pt x="90030" y="0"/>
                  </a:moveTo>
                  <a:lnTo>
                    <a:pt x="51617" y="18100"/>
                  </a:lnTo>
                  <a:lnTo>
                    <a:pt x="23291" y="49479"/>
                  </a:lnTo>
                  <a:lnTo>
                    <a:pt x="5821" y="91438"/>
                  </a:lnTo>
                  <a:lnTo>
                    <a:pt x="83" y="139750"/>
                  </a:lnTo>
                  <a:lnTo>
                    <a:pt x="0" y="141236"/>
                  </a:lnTo>
                  <a:lnTo>
                    <a:pt x="5802" y="191111"/>
                  </a:lnTo>
                  <a:lnTo>
                    <a:pt x="23215" y="232994"/>
                  </a:lnTo>
                  <a:lnTo>
                    <a:pt x="51527" y="264263"/>
                  </a:lnTo>
                  <a:lnTo>
                    <a:pt x="90030" y="282321"/>
                  </a:lnTo>
                  <a:lnTo>
                    <a:pt x="93611" y="270865"/>
                  </a:lnTo>
                  <a:lnTo>
                    <a:pt x="77521" y="263743"/>
                  </a:lnTo>
                  <a:lnTo>
                    <a:pt x="63636" y="253828"/>
                  </a:lnTo>
                  <a:lnTo>
                    <a:pt x="35156" y="207587"/>
                  </a:lnTo>
                  <a:lnTo>
                    <a:pt x="26788" y="164649"/>
                  </a:lnTo>
                  <a:lnTo>
                    <a:pt x="25805" y="141236"/>
                  </a:lnTo>
                  <a:lnTo>
                    <a:pt x="25742" y="139750"/>
                  </a:lnTo>
                  <a:lnTo>
                    <a:pt x="29925" y="93705"/>
                  </a:lnTo>
                  <a:lnTo>
                    <a:pt x="42481" y="56184"/>
                  </a:lnTo>
                  <a:lnTo>
                    <a:pt x="77773" y="18551"/>
                  </a:lnTo>
                  <a:lnTo>
                    <a:pt x="94056" y="11455"/>
                  </a:lnTo>
                  <a:lnTo>
                    <a:pt x="900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203932" y="3273436"/>
            <a:ext cx="12598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40765" algn="l"/>
              </a:tabLst>
            </a:pPr>
            <a:r>
              <a:rPr dirty="0" sz="2400" spc="-560">
                <a:solidFill>
                  <a:srgbClr val="C55A11"/>
                </a:solidFill>
                <a:latin typeface="Cambria Math"/>
                <a:cs typeface="Cambria Math"/>
              </a:rPr>
              <a:t>𝑄𝑄′</a:t>
            </a:r>
            <a:r>
              <a:rPr dirty="0" sz="2400" spc="15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=</a:t>
            </a:r>
            <a:r>
              <a:rPr dirty="0" sz="2400" spc="14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 spc="270">
                <a:solidFill>
                  <a:srgbClr val="6F2F9F"/>
                </a:solidFill>
                <a:latin typeface="Cambria Math"/>
                <a:cs typeface="Cambria Math"/>
              </a:rPr>
              <a:t>𝘗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400" spc="-85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370331" y="1872995"/>
            <a:ext cx="11719560" cy="4875530"/>
            <a:chOff x="370331" y="1872995"/>
            <a:chExt cx="11719560" cy="487553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331" y="1872995"/>
              <a:ext cx="11719559" cy="487527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23671" y="1888235"/>
              <a:ext cx="11612880" cy="4768850"/>
            </a:xfrm>
            <a:custGeom>
              <a:avLst/>
              <a:gdLst/>
              <a:ahLst/>
              <a:cxnLst/>
              <a:rect l="l" t="t" r="r" b="b"/>
              <a:pathLst>
                <a:path w="11612880" h="4768850">
                  <a:moveTo>
                    <a:pt x="11612880" y="0"/>
                  </a:moveTo>
                  <a:lnTo>
                    <a:pt x="0" y="0"/>
                  </a:lnTo>
                  <a:lnTo>
                    <a:pt x="0" y="4768596"/>
                  </a:lnTo>
                  <a:lnTo>
                    <a:pt x="11612880" y="4768596"/>
                  </a:lnTo>
                  <a:lnTo>
                    <a:pt x="11612880" y="0"/>
                  </a:ln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45"/>
              <a:t>Returning</a:t>
            </a:r>
            <a:r>
              <a:rPr dirty="0" sz="4000" spc="-155"/>
              <a:t> </a:t>
            </a:r>
            <a:r>
              <a:rPr dirty="0" sz="4000"/>
              <a:t>to</a:t>
            </a:r>
            <a:r>
              <a:rPr dirty="0" sz="4000" spc="-180"/>
              <a:t> </a:t>
            </a:r>
            <a:r>
              <a:rPr dirty="0" sz="4000"/>
              <a:t>Closure</a:t>
            </a:r>
            <a:r>
              <a:rPr dirty="0" sz="4000" spc="-170"/>
              <a:t> </a:t>
            </a:r>
            <a:r>
              <a:rPr dirty="0" sz="4000" spc="-10"/>
              <a:t>Properties…</a:t>
            </a:r>
            <a:endParaRPr sz="4000"/>
          </a:p>
        </p:txBody>
      </p:sp>
      <p:sp>
        <p:nvSpPr>
          <p:cNvPr id="10" name="object 10" descr=""/>
          <p:cNvSpPr txBox="1"/>
          <p:nvPr/>
        </p:nvSpPr>
        <p:spPr>
          <a:xfrm>
            <a:off x="6409944" y="2305811"/>
            <a:ext cx="368935" cy="29718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425940" y="2327148"/>
            <a:ext cx="370840" cy="29718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127493" y="2845054"/>
            <a:ext cx="648335" cy="652780"/>
            <a:chOff x="7127493" y="2845054"/>
            <a:chExt cx="648335" cy="652780"/>
          </a:xfrm>
        </p:grpSpPr>
        <p:sp>
          <p:nvSpPr>
            <p:cNvPr id="13" name="object 13" descr=""/>
            <p:cNvSpPr/>
            <p:nvPr/>
          </p:nvSpPr>
          <p:spPr>
            <a:xfrm>
              <a:off x="7133843" y="2851404"/>
              <a:ext cx="635635" cy="640080"/>
            </a:xfrm>
            <a:custGeom>
              <a:avLst/>
              <a:gdLst/>
              <a:ahLst/>
              <a:cxnLst/>
              <a:rect l="l" t="t" r="r" b="b"/>
              <a:pathLst>
                <a:path w="635634" h="640079">
                  <a:moveTo>
                    <a:pt x="317754" y="0"/>
                  </a:moveTo>
                  <a:lnTo>
                    <a:pt x="270799" y="3469"/>
                  </a:lnTo>
                  <a:lnTo>
                    <a:pt x="225983" y="13549"/>
                  </a:lnTo>
                  <a:lnTo>
                    <a:pt x="183797" y="29744"/>
                  </a:lnTo>
                  <a:lnTo>
                    <a:pt x="144734" y="51559"/>
                  </a:lnTo>
                  <a:lnTo>
                    <a:pt x="109284" y="78498"/>
                  </a:lnTo>
                  <a:lnTo>
                    <a:pt x="77940" y="110068"/>
                  </a:lnTo>
                  <a:lnTo>
                    <a:pt x="51192" y="145772"/>
                  </a:lnTo>
                  <a:lnTo>
                    <a:pt x="29533" y="185116"/>
                  </a:lnTo>
                  <a:lnTo>
                    <a:pt x="13453" y="227606"/>
                  </a:lnTo>
                  <a:lnTo>
                    <a:pt x="3445" y="272745"/>
                  </a:lnTo>
                  <a:lnTo>
                    <a:pt x="0" y="320039"/>
                  </a:lnTo>
                  <a:lnTo>
                    <a:pt x="3445" y="367334"/>
                  </a:lnTo>
                  <a:lnTo>
                    <a:pt x="13453" y="412473"/>
                  </a:lnTo>
                  <a:lnTo>
                    <a:pt x="29533" y="454963"/>
                  </a:lnTo>
                  <a:lnTo>
                    <a:pt x="51192" y="494307"/>
                  </a:lnTo>
                  <a:lnTo>
                    <a:pt x="77940" y="530011"/>
                  </a:lnTo>
                  <a:lnTo>
                    <a:pt x="109284" y="561581"/>
                  </a:lnTo>
                  <a:lnTo>
                    <a:pt x="144734" y="588520"/>
                  </a:lnTo>
                  <a:lnTo>
                    <a:pt x="183797" y="610335"/>
                  </a:lnTo>
                  <a:lnTo>
                    <a:pt x="225983" y="626530"/>
                  </a:lnTo>
                  <a:lnTo>
                    <a:pt x="270799" y="636610"/>
                  </a:lnTo>
                  <a:lnTo>
                    <a:pt x="317754" y="640079"/>
                  </a:lnTo>
                  <a:lnTo>
                    <a:pt x="364708" y="636610"/>
                  </a:lnTo>
                  <a:lnTo>
                    <a:pt x="409524" y="626530"/>
                  </a:lnTo>
                  <a:lnTo>
                    <a:pt x="451710" y="610335"/>
                  </a:lnTo>
                  <a:lnTo>
                    <a:pt x="490773" y="588520"/>
                  </a:lnTo>
                  <a:lnTo>
                    <a:pt x="526223" y="561581"/>
                  </a:lnTo>
                  <a:lnTo>
                    <a:pt x="557567" y="530011"/>
                  </a:lnTo>
                  <a:lnTo>
                    <a:pt x="584315" y="494307"/>
                  </a:lnTo>
                  <a:lnTo>
                    <a:pt x="605974" y="454963"/>
                  </a:lnTo>
                  <a:lnTo>
                    <a:pt x="622054" y="412473"/>
                  </a:lnTo>
                  <a:lnTo>
                    <a:pt x="632062" y="367334"/>
                  </a:lnTo>
                  <a:lnTo>
                    <a:pt x="635508" y="320039"/>
                  </a:lnTo>
                  <a:lnTo>
                    <a:pt x="632062" y="272745"/>
                  </a:lnTo>
                  <a:lnTo>
                    <a:pt x="622054" y="227606"/>
                  </a:lnTo>
                  <a:lnTo>
                    <a:pt x="605974" y="185116"/>
                  </a:lnTo>
                  <a:lnTo>
                    <a:pt x="584315" y="145772"/>
                  </a:lnTo>
                  <a:lnTo>
                    <a:pt x="557567" y="110068"/>
                  </a:lnTo>
                  <a:lnTo>
                    <a:pt x="526223" y="78498"/>
                  </a:lnTo>
                  <a:lnTo>
                    <a:pt x="490773" y="51559"/>
                  </a:lnTo>
                  <a:lnTo>
                    <a:pt x="451710" y="29744"/>
                  </a:lnTo>
                  <a:lnTo>
                    <a:pt x="409524" y="13549"/>
                  </a:lnTo>
                  <a:lnTo>
                    <a:pt x="364708" y="3469"/>
                  </a:lnTo>
                  <a:lnTo>
                    <a:pt x="317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133843" y="2851404"/>
              <a:ext cx="635635" cy="640080"/>
            </a:xfrm>
            <a:custGeom>
              <a:avLst/>
              <a:gdLst/>
              <a:ahLst/>
              <a:cxnLst/>
              <a:rect l="l" t="t" r="r" b="b"/>
              <a:pathLst>
                <a:path w="635634" h="640079">
                  <a:moveTo>
                    <a:pt x="0" y="320039"/>
                  </a:moveTo>
                  <a:lnTo>
                    <a:pt x="3445" y="272745"/>
                  </a:lnTo>
                  <a:lnTo>
                    <a:pt x="13453" y="227606"/>
                  </a:lnTo>
                  <a:lnTo>
                    <a:pt x="29533" y="185116"/>
                  </a:lnTo>
                  <a:lnTo>
                    <a:pt x="51192" y="145772"/>
                  </a:lnTo>
                  <a:lnTo>
                    <a:pt x="77940" y="110068"/>
                  </a:lnTo>
                  <a:lnTo>
                    <a:pt x="109284" y="78498"/>
                  </a:lnTo>
                  <a:lnTo>
                    <a:pt x="144734" y="51559"/>
                  </a:lnTo>
                  <a:lnTo>
                    <a:pt x="183797" y="29744"/>
                  </a:lnTo>
                  <a:lnTo>
                    <a:pt x="225983" y="13549"/>
                  </a:lnTo>
                  <a:lnTo>
                    <a:pt x="270799" y="3469"/>
                  </a:lnTo>
                  <a:lnTo>
                    <a:pt x="317754" y="0"/>
                  </a:lnTo>
                  <a:lnTo>
                    <a:pt x="364708" y="3469"/>
                  </a:lnTo>
                  <a:lnTo>
                    <a:pt x="409524" y="13549"/>
                  </a:lnTo>
                  <a:lnTo>
                    <a:pt x="451710" y="29744"/>
                  </a:lnTo>
                  <a:lnTo>
                    <a:pt x="490773" y="51559"/>
                  </a:lnTo>
                  <a:lnTo>
                    <a:pt x="526223" y="78498"/>
                  </a:lnTo>
                  <a:lnTo>
                    <a:pt x="557567" y="110068"/>
                  </a:lnTo>
                  <a:lnTo>
                    <a:pt x="584315" y="145772"/>
                  </a:lnTo>
                  <a:lnTo>
                    <a:pt x="605974" y="185116"/>
                  </a:lnTo>
                  <a:lnTo>
                    <a:pt x="622054" y="227606"/>
                  </a:lnTo>
                  <a:lnTo>
                    <a:pt x="632062" y="272745"/>
                  </a:lnTo>
                  <a:lnTo>
                    <a:pt x="635508" y="320039"/>
                  </a:lnTo>
                  <a:lnTo>
                    <a:pt x="632062" y="367334"/>
                  </a:lnTo>
                  <a:lnTo>
                    <a:pt x="622054" y="412473"/>
                  </a:lnTo>
                  <a:lnTo>
                    <a:pt x="605974" y="454963"/>
                  </a:lnTo>
                  <a:lnTo>
                    <a:pt x="584315" y="494307"/>
                  </a:lnTo>
                  <a:lnTo>
                    <a:pt x="557567" y="530011"/>
                  </a:lnTo>
                  <a:lnTo>
                    <a:pt x="526223" y="561581"/>
                  </a:lnTo>
                  <a:lnTo>
                    <a:pt x="490773" y="588520"/>
                  </a:lnTo>
                  <a:lnTo>
                    <a:pt x="451710" y="610335"/>
                  </a:lnTo>
                  <a:lnTo>
                    <a:pt x="409524" y="626530"/>
                  </a:lnTo>
                  <a:lnTo>
                    <a:pt x="364708" y="636610"/>
                  </a:lnTo>
                  <a:lnTo>
                    <a:pt x="317754" y="640079"/>
                  </a:lnTo>
                  <a:lnTo>
                    <a:pt x="270799" y="636610"/>
                  </a:lnTo>
                  <a:lnTo>
                    <a:pt x="225983" y="626530"/>
                  </a:lnTo>
                  <a:lnTo>
                    <a:pt x="183797" y="610335"/>
                  </a:lnTo>
                  <a:lnTo>
                    <a:pt x="144734" y="588520"/>
                  </a:lnTo>
                  <a:lnTo>
                    <a:pt x="109284" y="561581"/>
                  </a:lnTo>
                  <a:lnTo>
                    <a:pt x="77940" y="530011"/>
                  </a:lnTo>
                  <a:lnTo>
                    <a:pt x="51192" y="494307"/>
                  </a:lnTo>
                  <a:lnTo>
                    <a:pt x="29533" y="454963"/>
                  </a:lnTo>
                  <a:lnTo>
                    <a:pt x="13453" y="412473"/>
                  </a:lnTo>
                  <a:lnTo>
                    <a:pt x="3445" y="367334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302747" y="3031307"/>
            <a:ext cx="238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815708" y="2845054"/>
            <a:ext cx="2164080" cy="652780"/>
            <a:chOff x="6815708" y="2845054"/>
            <a:chExt cx="2164080" cy="652780"/>
          </a:xfrm>
        </p:grpSpPr>
        <p:sp>
          <p:nvSpPr>
            <p:cNvPr id="17" name="object 17" descr=""/>
            <p:cNvSpPr/>
            <p:nvPr/>
          </p:nvSpPr>
          <p:spPr>
            <a:xfrm>
              <a:off x="6825233" y="3172206"/>
              <a:ext cx="246379" cy="0"/>
            </a:xfrm>
            <a:custGeom>
              <a:avLst/>
              <a:gdLst/>
              <a:ahLst/>
              <a:cxnLst/>
              <a:rect l="l" t="t" r="r" b="b"/>
              <a:pathLst>
                <a:path w="246379" h="0">
                  <a:moveTo>
                    <a:pt x="0" y="0"/>
                  </a:moveTo>
                  <a:lnTo>
                    <a:pt x="245872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058401" y="313410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339327" y="2851404"/>
              <a:ext cx="634365" cy="640080"/>
            </a:xfrm>
            <a:custGeom>
              <a:avLst/>
              <a:gdLst/>
              <a:ahLst/>
              <a:cxnLst/>
              <a:rect l="l" t="t" r="r" b="b"/>
              <a:pathLst>
                <a:path w="634365" h="640079">
                  <a:moveTo>
                    <a:pt x="316992" y="0"/>
                  </a:moveTo>
                  <a:lnTo>
                    <a:pt x="270149" y="3469"/>
                  </a:lnTo>
                  <a:lnTo>
                    <a:pt x="225440" y="13549"/>
                  </a:lnTo>
                  <a:lnTo>
                    <a:pt x="183356" y="29744"/>
                  </a:lnTo>
                  <a:lnTo>
                    <a:pt x="144386" y="51559"/>
                  </a:lnTo>
                  <a:lnTo>
                    <a:pt x="109022" y="78498"/>
                  </a:lnTo>
                  <a:lnTo>
                    <a:pt x="77752" y="110068"/>
                  </a:lnTo>
                  <a:lnTo>
                    <a:pt x="51069" y="145772"/>
                  </a:lnTo>
                  <a:lnTo>
                    <a:pt x="29462" y="185116"/>
                  </a:lnTo>
                  <a:lnTo>
                    <a:pt x="13421" y="227606"/>
                  </a:lnTo>
                  <a:lnTo>
                    <a:pt x="3437" y="272745"/>
                  </a:lnTo>
                  <a:lnTo>
                    <a:pt x="0" y="320039"/>
                  </a:lnTo>
                  <a:lnTo>
                    <a:pt x="3437" y="367334"/>
                  </a:lnTo>
                  <a:lnTo>
                    <a:pt x="13421" y="412473"/>
                  </a:lnTo>
                  <a:lnTo>
                    <a:pt x="29462" y="454963"/>
                  </a:lnTo>
                  <a:lnTo>
                    <a:pt x="51069" y="494307"/>
                  </a:lnTo>
                  <a:lnTo>
                    <a:pt x="77752" y="530011"/>
                  </a:lnTo>
                  <a:lnTo>
                    <a:pt x="109022" y="561581"/>
                  </a:lnTo>
                  <a:lnTo>
                    <a:pt x="144386" y="588520"/>
                  </a:lnTo>
                  <a:lnTo>
                    <a:pt x="183356" y="610335"/>
                  </a:lnTo>
                  <a:lnTo>
                    <a:pt x="225440" y="626530"/>
                  </a:lnTo>
                  <a:lnTo>
                    <a:pt x="270149" y="636610"/>
                  </a:lnTo>
                  <a:lnTo>
                    <a:pt x="316992" y="640079"/>
                  </a:lnTo>
                  <a:lnTo>
                    <a:pt x="363834" y="636610"/>
                  </a:lnTo>
                  <a:lnTo>
                    <a:pt x="408543" y="626530"/>
                  </a:lnTo>
                  <a:lnTo>
                    <a:pt x="450627" y="610335"/>
                  </a:lnTo>
                  <a:lnTo>
                    <a:pt x="489597" y="588520"/>
                  </a:lnTo>
                  <a:lnTo>
                    <a:pt x="524961" y="561581"/>
                  </a:lnTo>
                  <a:lnTo>
                    <a:pt x="556231" y="530011"/>
                  </a:lnTo>
                  <a:lnTo>
                    <a:pt x="582914" y="494307"/>
                  </a:lnTo>
                  <a:lnTo>
                    <a:pt x="604521" y="454963"/>
                  </a:lnTo>
                  <a:lnTo>
                    <a:pt x="620562" y="412473"/>
                  </a:lnTo>
                  <a:lnTo>
                    <a:pt x="630546" y="367334"/>
                  </a:lnTo>
                  <a:lnTo>
                    <a:pt x="633984" y="320039"/>
                  </a:lnTo>
                  <a:lnTo>
                    <a:pt x="630546" y="272745"/>
                  </a:lnTo>
                  <a:lnTo>
                    <a:pt x="620562" y="227606"/>
                  </a:lnTo>
                  <a:lnTo>
                    <a:pt x="604521" y="185116"/>
                  </a:lnTo>
                  <a:lnTo>
                    <a:pt x="582914" y="145772"/>
                  </a:lnTo>
                  <a:lnTo>
                    <a:pt x="556231" y="110068"/>
                  </a:lnTo>
                  <a:lnTo>
                    <a:pt x="524961" y="78498"/>
                  </a:lnTo>
                  <a:lnTo>
                    <a:pt x="489597" y="51559"/>
                  </a:lnTo>
                  <a:lnTo>
                    <a:pt x="450627" y="29744"/>
                  </a:lnTo>
                  <a:lnTo>
                    <a:pt x="408543" y="13549"/>
                  </a:lnTo>
                  <a:lnTo>
                    <a:pt x="363834" y="3469"/>
                  </a:lnTo>
                  <a:lnTo>
                    <a:pt x="316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339327" y="2851404"/>
              <a:ext cx="634365" cy="640080"/>
            </a:xfrm>
            <a:custGeom>
              <a:avLst/>
              <a:gdLst/>
              <a:ahLst/>
              <a:cxnLst/>
              <a:rect l="l" t="t" r="r" b="b"/>
              <a:pathLst>
                <a:path w="634365" h="640079">
                  <a:moveTo>
                    <a:pt x="0" y="320039"/>
                  </a:moveTo>
                  <a:lnTo>
                    <a:pt x="3437" y="272745"/>
                  </a:lnTo>
                  <a:lnTo>
                    <a:pt x="13421" y="227606"/>
                  </a:lnTo>
                  <a:lnTo>
                    <a:pt x="29462" y="185116"/>
                  </a:lnTo>
                  <a:lnTo>
                    <a:pt x="51069" y="145772"/>
                  </a:lnTo>
                  <a:lnTo>
                    <a:pt x="77752" y="110068"/>
                  </a:lnTo>
                  <a:lnTo>
                    <a:pt x="109022" y="78498"/>
                  </a:lnTo>
                  <a:lnTo>
                    <a:pt x="144386" y="51559"/>
                  </a:lnTo>
                  <a:lnTo>
                    <a:pt x="183356" y="29744"/>
                  </a:lnTo>
                  <a:lnTo>
                    <a:pt x="225440" y="13549"/>
                  </a:lnTo>
                  <a:lnTo>
                    <a:pt x="270149" y="3469"/>
                  </a:lnTo>
                  <a:lnTo>
                    <a:pt x="316992" y="0"/>
                  </a:lnTo>
                  <a:lnTo>
                    <a:pt x="363834" y="3469"/>
                  </a:lnTo>
                  <a:lnTo>
                    <a:pt x="408543" y="13549"/>
                  </a:lnTo>
                  <a:lnTo>
                    <a:pt x="450627" y="29744"/>
                  </a:lnTo>
                  <a:lnTo>
                    <a:pt x="489597" y="51559"/>
                  </a:lnTo>
                  <a:lnTo>
                    <a:pt x="524961" y="78498"/>
                  </a:lnTo>
                  <a:lnTo>
                    <a:pt x="556231" y="110068"/>
                  </a:lnTo>
                  <a:lnTo>
                    <a:pt x="582914" y="145772"/>
                  </a:lnTo>
                  <a:lnTo>
                    <a:pt x="604521" y="185116"/>
                  </a:lnTo>
                  <a:lnTo>
                    <a:pt x="620562" y="227606"/>
                  </a:lnTo>
                  <a:lnTo>
                    <a:pt x="630546" y="272745"/>
                  </a:lnTo>
                  <a:lnTo>
                    <a:pt x="633984" y="320039"/>
                  </a:lnTo>
                  <a:lnTo>
                    <a:pt x="630546" y="367334"/>
                  </a:lnTo>
                  <a:lnTo>
                    <a:pt x="620562" y="412473"/>
                  </a:lnTo>
                  <a:lnTo>
                    <a:pt x="604521" y="454963"/>
                  </a:lnTo>
                  <a:lnTo>
                    <a:pt x="582914" y="494307"/>
                  </a:lnTo>
                  <a:lnTo>
                    <a:pt x="556231" y="530011"/>
                  </a:lnTo>
                  <a:lnTo>
                    <a:pt x="524961" y="561581"/>
                  </a:lnTo>
                  <a:lnTo>
                    <a:pt x="489597" y="588520"/>
                  </a:lnTo>
                  <a:lnTo>
                    <a:pt x="450627" y="610335"/>
                  </a:lnTo>
                  <a:lnTo>
                    <a:pt x="408543" y="626530"/>
                  </a:lnTo>
                  <a:lnTo>
                    <a:pt x="363834" y="636610"/>
                  </a:lnTo>
                  <a:lnTo>
                    <a:pt x="316992" y="640079"/>
                  </a:lnTo>
                  <a:lnTo>
                    <a:pt x="270149" y="636610"/>
                  </a:lnTo>
                  <a:lnTo>
                    <a:pt x="225440" y="626530"/>
                  </a:lnTo>
                  <a:lnTo>
                    <a:pt x="183356" y="610335"/>
                  </a:lnTo>
                  <a:lnTo>
                    <a:pt x="144386" y="588520"/>
                  </a:lnTo>
                  <a:lnTo>
                    <a:pt x="109022" y="561581"/>
                  </a:lnTo>
                  <a:lnTo>
                    <a:pt x="77752" y="530011"/>
                  </a:lnTo>
                  <a:lnTo>
                    <a:pt x="51069" y="494307"/>
                  </a:lnTo>
                  <a:lnTo>
                    <a:pt x="29462" y="454963"/>
                  </a:lnTo>
                  <a:lnTo>
                    <a:pt x="13421" y="412473"/>
                  </a:lnTo>
                  <a:lnTo>
                    <a:pt x="3437" y="367334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7987921" y="2539512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509320" y="3031307"/>
            <a:ext cx="23367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7050362" y="2708694"/>
            <a:ext cx="1874520" cy="840105"/>
            <a:chOff x="7050362" y="2708694"/>
            <a:chExt cx="1874520" cy="840105"/>
          </a:xfrm>
        </p:grpSpPr>
        <p:sp>
          <p:nvSpPr>
            <p:cNvPr id="24" name="object 24" descr=""/>
            <p:cNvSpPr/>
            <p:nvPr/>
          </p:nvSpPr>
          <p:spPr>
            <a:xfrm>
              <a:off x="8394192" y="2907791"/>
              <a:ext cx="524510" cy="528955"/>
            </a:xfrm>
            <a:custGeom>
              <a:avLst/>
              <a:gdLst/>
              <a:ahLst/>
              <a:cxnLst/>
              <a:rect l="l" t="t" r="r" b="b"/>
              <a:pathLst>
                <a:path w="524509" h="528954">
                  <a:moveTo>
                    <a:pt x="0" y="264413"/>
                  </a:moveTo>
                  <a:lnTo>
                    <a:pt x="4223" y="216883"/>
                  </a:lnTo>
                  <a:lnTo>
                    <a:pt x="16399" y="172149"/>
                  </a:lnTo>
                  <a:lnTo>
                    <a:pt x="35788" y="130956"/>
                  </a:lnTo>
                  <a:lnTo>
                    <a:pt x="61649" y="94053"/>
                  </a:lnTo>
                  <a:lnTo>
                    <a:pt x="93243" y="62185"/>
                  </a:lnTo>
                  <a:lnTo>
                    <a:pt x="129827" y="36099"/>
                  </a:lnTo>
                  <a:lnTo>
                    <a:pt x="170663" y="16541"/>
                  </a:lnTo>
                  <a:lnTo>
                    <a:pt x="215010" y="4259"/>
                  </a:lnTo>
                  <a:lnTo>
                    <a:pt x="262128" y="0"/>
                  </a:lnTo>
                  <a:lnTo>
                    <a:pt x="309245" y="4259"/>
                  </a:lnTo>
                  <a:lnTo>
                    <a:pt x="353592" y="16541"/>
                  </a:lnTo>
                  <a:lnTo>
                    <a:pt x="394428" y="36099"/>
                  </a:lnTo>
                  <a:lnTo>
                    <a:pt x="431012" y="62185"/>
                  </a:lnTo>
                  <a:lnTo>
                    <a:pt x="462606" y="94053"/>
                  </a:lnTo>
                  <a:lnTo>
                    <a:pt x="488467" y="130956"/>
                  </a:lnTo>
                  <a:lnTo>
                    <a:pt x="507856" y="172149"/>
                  </a:lnTo>
                  <a:lnTo>
                    <a:pt x="520032" y="216883"/>
                  </a:lnTo>
                  <a:lnTo>
                    <a:pt x="524256" y="264413"/>
                  </a:lnTo>
                  <a:lnTo>
                    <a:pt x="520032" y="311944"/>
                  </a:lnTo>
                  <a:lnTo>
                    <a:pt x="507856" y="356678"/>
                  </a:lnTo>
                  <a:lnTo>
                    <a:pt x="488467" y="397871"/>
                  </a:lnTo>
                  <a:lnTo>
                    <a:pt x="462606" y="434774"/>
                  </a:lnTo>
                  <a:lnTo>
                    <a:pt x="431012" y="466642"/>
                  </a:lnTo>
                  <a:lnTo>
                    <a:pt x="394428" y="492728"/>
                  </a:lnTo>
                  <a:lnTo>
                    <a:pt x="353592" y="512286"/>
                  </a:lnTo>
                  <a:lnTo>
                    <a:pt x="309245" y="524568"/>
                  </a:lnTo>
                  <a:lnTo>
                    <a:pt x="262128" y="528827"/>
                  </a:lnTo>
                  <a:lnTo>
                    <a:pt x="215010" y="524568"/>
                  </a:lnTo>
                  <a:lnTo>
                    <a:pt x="170663" y="512286"/>
                  </a:lnTo>
                  <a:lnTo>
                    <a:pt x="129827" y="492728"/>
                  </a:lnTo>
                  <a:lnTo>
                    <a:pt x="93243" y="466642"/>
                  </a:lnTo>
                  <a:lnTo>
                    <a:pt x="61649" y="434774"/>
                  </a:lnTo>
                  <a:lnTo>
                    <a:pt x="35788" y="397871"/>
                  </a:lnTo>
                  <a:lnTo>
                    <a:pt x="16399" y="356678"/>
                  </a:lnTo>
                  <a:lnTo>
                    <a:pt x="4223" y="311944"/>
                  </a:lnTo>
                  <a:lnTo>
                    <a:pt x="0" y="26441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772506" y="3313492"/>
              <a:ext cx="597535" cy="225425"/>
            </a:xfrm>
            <a:custGeom>
              <a:avLst/>
              <a:gdLst/>
              <a:ahLst/>
              <a:cxnLst/>
              <a:rect l="l" t="t" r="r" b="b"/>
              <a:pathLst>
                <a:path w="597534" h="225425">
                  <a:moveTo>
                    <a:pt x="596950" y="0"/>
                  </a:moveTo>
                  <a:lnTo>
                    <a:pt x="588650" y="39629"/>
                  </a:lnTo>
                  <a:lnTo>
                    <a:pt x="572903" y="76691"/>
                  </a:lnTo>
                  <a:lnTo>
                    <a:pt x="550400" y="110721"/>
                  </a:lnTo>
                  <a:lnTo>
                    <a:pt x="521831" y="141256"/>
                  </a:lnTo>
                  <a:lnTo>
                    <a:pt x="487886" y="167832"/>
                  </a:lnTo>
                  <a:lnTo>
                    <a:pt x="449255" y="189985"/>
                  </a:lnTo>
                  <a:lnTo>
                    <a:pt x="406630" y="207253"/>
                  </a:lnTo>
                  <a:lnTo>
                    <a:pt x="360699" y="219172"/>
                  </a:lnTo>
                  <a:lnTo>
                    <a:pt x="312153" y="225278"/>
                  </a:lnTo>
                  <a:lnTo>
                    <a:pt x="261683" y="225107"/>
                  </a:lnTo>
                  <a:lnTo>
                    <a:pt x="211986" y="218497"/>
                  </a:lnTo>
                  <a:lnTo>
                    <a:pt x="165277" y="205897"/>
                  </a:lnTo>
                  <a:lnTo>
                    <a:pt x="122225" y="187818"/>
                  </a:lnTo>
                  <a:lnTo>
                    <a:pt x="83501" y="164771"/>
                  </a:lnTo>
                  <a:lnTo>
                    <a:pt x="49776" y="137267"/>
                  </a:lnTo>
                  <a:lnTo>
                    <a:pt x="21718" y="105816"/>
                  </a:lnTo>
                  <a:lnTo>
                    <a:pt x="0" y="7092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740213" y="3324034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2611" y="0"/>
                  </a:moveTo>
                  <a:lnTo>
                    <a:pt x="0" y="84251"/>
                  </a:lnTo>
                  <a:lnTo>
                    <a:pt x="72453" y="60642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059887" y="2718219"/>
              <a:ext cx="316865" cy="294005"/>
            </a:xfrm>
            <a:custGeom>
              <a:avLst/>
              <a:gdLst/>
              <a:ahLst/>
              <a:cxnLst/>
              <a:rect l="l" t="t" r="r" b="b"/>
              <a:pathLst>
                <a:path w="316865" h="294005">
                  <a:moveTo>
                    <a:pt x="116337" y="293875"/>
                  </a:moveTo>
                  <a:lnTo>
                    <a:pt x="68107" y="271523"/>
                  </a:lnTo>
                  <a:lnTo>
                    <a:pt x="31459" y="238127"/>
                  </a:lnTo>
                  <a:lnTo>
                    <a:pt x="8166" y="196828"/>
                  </a:lnTo>
                  <a:lnTo>
                    <a:pt x="0" y="150769"/>
                  </a:lnTo>
                  <a:lnTo>
                    <a:pt x="8730" y="103095"/>
                  </a:lnTo>
                  <a:lnTo>
                    <a:pt x="28746" y="66737"/>
                  </a:lnTo>
                  <a:lnTo>
                    <a:pt x="57811" y="37338"/>
                  </a:lnTo>
                  <a:lnTo>
                    <a:pt x="93877" y="15808"/>
                  </a:lnTo>
                  <a:lnTo>
                    <a:pt x="134897" y="3059"/>
                  </a:lnTo>
                  <a:lnTo>
                    <a:pt x="178821" y="0"/>
                  </a:lnTo>
                  <a:lnTo>
                    <a:pt x="223601" y="7540"/>
                  </a:lnTo>
                  <a:lnTo>
                    <a:pt x="251954" y="18547"/>
                  </a:lnTo>
                  <a:lnTo>
                    <a:pt x="277170" y="33642"/>
                  </a:lnTo>
                  <a:lnTo>
                    <a:pt x="298786" y="52314"/>
                  </a:lnTo>
                  <a:lnTo>
                    <a:pt x="316337" y="7405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336091" y="2766933"/>
              <a:ext cx="71755" cy="85090"/>
            </a:xfrm>
            <a:custGeom>
              <a:avLst/>
              <a:gdLst/>
              <a:ahLst/>
              <a:cxnLst/>
              <a:rect l="l" t="t" r="r" b="b"/>
              <a:pathLst>
                <a:path w="71754" h="85089">
                  <a:moveTo>
                    <a:pt x="71285" y="0"/>
                  </a:moveTo>
                  <a:lnTo>
                    <a:pt x="0" y="26936"/>
                  </a:lnTo>
                  <a:lnTo>
                    <a:pt x="62572" y="84747"/>
                  </a:lnTo>
                  <a:lnTo>
                    <a:pt x="712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751414" y="2808689"/>
              <a:ext cx="597535" cy="225425"/>
            </a:xfrm>
            <a:custGeom>
              <a:avLst/>
              <a:gdLst/>
              <a:ahLst/>
              <a:cxnLst/>
              <a:rect l="l" t="t" r="r" b="b"/>
              <a:pathLst>
                <a:path w="597534" h="225425">
                  <a:moveTo>
                    <a:pt x="0" y="225278"/>
                  </a:moveTo>
                  <a:lnTo>
                    <a:pt x="8300" y="185648"/>
                  </a:lnTo>
                  <a:lnTo>
                    <a:pt x="24047" y="148586"/>
                  </a:lnTo>
                  <a:lnTo>
                    <a:pt x="46550" y="114556"/>
                  </a:lnTo>
                  <a:lnTo>
                    <a:pt x="75119" y="84021"/>
                  </a:lnTo>
                  <a:lnTo>
                    <a:pt x="109064" y="57446"/>
                  </a:lnTo>
                  <a:lnTo>
                    <a:pt x="147694" y="35292"/>
                  </a:lnTo>
                  <a:lnTo>
                    <a:pt x="190320" y="18024"/>
                  </a:lnTo>
                  <a:lnTo>
                    <a:pt x="236251" y="6105"/>
                  </a:lnTo>
                  <a:lnTo>
                    <a:pt x="284796" y="0"/>
                  </a:lnTo>
                  <a:lnTo>
                    <a:pt x="335267" y="170"/>
                  </a:lnTo>
                  <a:lnTo>
                    <a:pt x="384963" y="6780"/>
                  </a:lnTo>
                  <a:lnTo>
                    <a:pt x="431673" y="19380"/>
                  </a:lnTo>
                  <a:lnTo>
                    <a:pt x="474724" y="37459"/>
                  </a:lnTo>
                  <a:lnTo>
                    <a:pt x="513448" y="60506"/>
                  </a:lnTo>
                  <a:lnTo>
                    <a:pt x="547174" y="88010"/>
                  </a:lnTo>
                  <a:lnTo>
                    <a:pt x="575231" y="119461"/>
                  </a:lnTo>
                  <a:lnTo>
                    <a:pt x="596950" y="15434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308204" y="293917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453" y="0"/>
                  </a:moveTo>
                  <a:lnTo>
                    <a:pt x="0" y="23609"/>
                  </a:lnTo>
                  <a:lnTo>
                    <a:pt x="59842" y="84251"/>
                  </a:lnTo>
                  <a:lnTo>
                    <a:pt x="724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6962768" y="2505715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925992" y="3544698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9858502" y="2825242"/>
            <a:ext cx="647065" cy="652780"/>
            <a:chOff x="9858502" y="2825242"/>
            <a:chExt cx="647065" cy="652780"/>
          </a:xfrm>
        </p:grpSpPr>
        <p:sp>
          <p:nvSpPr>
            <p:cNvPr id="34" name="object 34" descr=""/>
            <p:cNvSpPr/>
            <p:nvPr/>
          </p:nvSpPr>
          <p:spPr>
            <a:xfrm>
              <a:off x="9864852" y="2831592"/>
              <a:ext cx="634365" cy="640080"/>
            </a:xfrm>
            <a:custGeom>
              <a:avLst/>
              <a:gdLst/>
              <a:ahLst/>
              <a:cxnLst/>
              <a:rect l="l" t="t" r="r" b="b"/>
              <a:pathLst>
                <a:path w="634365" h="640079">
                  <a:moveTo>
                    <a:pt x="316992" y="0"/>
                  </a:moveTo>
                  <a:lnTo>
                    <a:pt x="270149" y="3469"/>
                  </a:lnTo>
                  <a:lnTo>
                    <a:pt x="225440" y="13549"/>
                  </a:lnTo>
                  <a:lnTo>
                    <a:pt x="183356" y="29744"/>
                  </a:lnTo>
                  <a:lnTo>
                    <a:pt x="144386" y="51559"/>
                  </a:lnTo>
                  <a:lnTo>
                    <a:pt x="109022" y="78498"/>
                  </a:lnTo>
                  <a:lnTo>
                    <a:pt x="77752" y="110068"/>
                  </a:lnTo>
                  <a:lnTo>
                    <a:pt x="51069" y="145772"/>
                  </a:lnTo>
                  <a:lnTo>
                    <a:pt x="29462" y="185116"/>
                  </a:lnTo>
                  <a:lnTo>
                    <a:pt x="13421" y="227606"/>
                  </a:lnTo>
                  <a:lnTo>
                    <a:pt x="3437" y="272745"/>
                  </a:lnTo>
                  <a:lnTo>
                    <a:pt x="0" y="320039"/>
                  </a:lnTo>
                  <a:lnTo>
                    <a:pt x="3437" y="367334"/>
                  </a:lnTo>
                  <a:lnTo>
                    <a:pt x="13421" y="412473"/>
                  </a:lnTo>
                  <a:lnTo>
                    <a:pt x="29462" y="454963"/>
                  </a:lnTo>
                  <a:lnTo>
                    <a:pt x="51069" y="494307"/>
                  </a:lnTo>
                  <a:lnTo>
                    <a:pt x="77752" y="530011"/>
                  </a:lnTo>
                  <a:lnTo>
                    <a:pt x="109022" y="561581"/>
                  </a:lnTo>
                  <a:lnTo>
                    <a:pt x="144386" y="588520"/>
                  </a:lnTo>
                  <a:lnTo>
                    <a:pt x="183356" y="610335"/>
                  </a:lnTo>
                  <a:lnTo>
                    <a:pt x="225440" y="626530"/>
                  </a:lnTo>
                  <a:lnTo>
                    <a:pt x="270149" y="636610"/>
                  </a:lnTo>
                  <a:lnTo>
                    <a:pt x="316992" y="640079"/>
                  </a:lnTo>
                  <a:lnTo>
                    <a:pt x="363834" y="636610"/>
                  </a:lnTo>
                  <a:lnTo>
                    <a:pt x="408543" y="626530"/>
                  </a:lnTo>
                  <a:lnTo>
                    <a:pt x="450627" y="610335"/>
                  </a:lnTo>
                  <a:lnTo>
                    <a:pt x="489597" y="588520"/>
                  </a:lnTo>
                  <a:lnTo>
                    <a:pt x="524961" y="561581"/>
                  </a:lnTo>
                  <a:lnTo>
                    <a:pt x="556231" y="530011"/>
                  </a:lnTo>
                  <a:lnTo>
                    <a:pt x="582914" y="494307"/>
                  </a:lnTo>
                  <a:lnTo>
                    <a:pt x="604521" y="454963"/>
                  </a:lnTo>
                  <a:lnTo>
                    <a:pt x="620562" y="412473"/>
                  </a:lnTo>
                  <a:lnTo>
                    <a:pt x="630546" y="367334"/>
                  </a:lnTo>
                  <a:lnTo>
                    <a:pt x="633984" y="320039"/>
                  </a:lnTo>
                  <a:lnTo>
                    <a:pt x="630546" y="272745"/>
                  </a:lnTo>
                  <a:lnTo>
                    <a:pt x="620562" y="227606"/>
                  </a:lnTo>
                  <a:lnTo>
                    <a:pt x="604521" y="185116"/>
                  </a:lnTo>
                  <a:lnTo>
                    <a:pt x="582914" y="145772"/>
                  </a:lnTo>
                  <a:lnTo>
                    <a:pt x="556231" y="110068"/>
                  </a:lnTo>
                  <a:lnTo>
                    <a:pt x="524961" y="78498"/>
                  </a:lnTo>
                  <a:lnTo>
                    <a:pt x="489597" y="51559"/>
                  </a:lnTo>
                  <a:lnTo>
                    <a:pt x="450627" y="29744"/>
                  </a:lnTo>
                  <a:lnTo>
                    <a:pt x="408543" y="13549"/>
                  </a:lnTo>
                  <a:lnTo>
                    <a:pt x="363834" y="3469"/>
                  </a:lnTo>
                  <a:lnTo>
                    <a:pt x="316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9864852" y="2831592"/>
              <a:ext cx="634365" cy="640080"/>
            </a:xfrm>
            <a:custGeom>
              <a:avLst/>
              <a:gdLst/>
              <a:ahLst/>
              <a:cxnLst/>
              <a:rect l="l" t="t" r="r" b="b"/>
              <a:pathLst>
                <a:path w="634365" h="640079">
                  <a:moveTo>
                    <a:pt x="0" y="320039"/>
                  </a:moveTo>
                  <a:lnTo>
                    <a:pt x="3437" y="272745"/>
                  </a:lnTo>
                  <a:lnTo>
                    <a:pt x="13421" y="227606"/>
                  </a:lnTo>
                  <a:lnTo>
                    <a:pt x="29462" y="185116"/>
                  </a:lnTo>
                  <a:lnTo>
                    <a:pt x="51069" y="145772"/>
                  </a:lnTo>
                  <a:lnTo>
                    <a:pt x="77752" y="110068"/>
                  </a:lnTo>
                  <a:lnTo>
                    <a:pt x="109022" y="78498"/>
                  </a:lnTo>
                  <a:lnTo>
                    <a:pt x="144386" y="51559"/>
                  </a:lnTo>
                  <a:lnTo>
                    <a:pt x="183356" y="29744"/>
                  </a:lnTo>
                  <a:lnTo>
                    <a:pt x="225440" y="13549"/>
                  </a:lnTo>
                  <a:lnTo>
                    <a:pt x="270149" y="3469"/>
                  </a:lnTo>
                  <a:lnTo>
                    <a:pt x="316992" y="0"/>
                  </a:lnTo>
                  <a:lnTo>
                    <a:pt x="363834" y="3469"/>
                  </a:lnTo>
                  <a:lnTo>
                    <a:pt x="408543" y="13549"/>
                  </a:lnTo>
                  <a:lnTo>
                    <a:pt x="450627" y="29744"/>
                  </a:lnTo>
                  <a:lnTo>
                    <a:pt x="489597" y="51559"/>
                  </a:lnTo>
                  <a:lnTo>
                    <a:pt x="524961" y="78498"/>
                  </a:lnTo>
                  <a:lnTo>
                    <a:pt x="556231" y="110068"/>
                  </a:lnTo>
                  <a:lnTo>
                    <a:pt x="582914" y="145772"/>
                  </a:lnTo>
                  <a:lnTo>
                    <a:pt x="604521" y="185116"/>
                  </a:lnTo>
                  <a:lnTo>
                    <a:pt x="620562" y="227606"/>
                  </a:lnTo>
                  <a:lnTo>
                    <a:pt x="630546" y="272745"/>
                  </a:lnTo>
                  <a:lnTo>
                    <a:pt x="633984" y="320039"/>
                  </a:lnTo>
                  <a:lnTo>
                    <a:pt x="630546" y="367334"/>
                  </a:lnTo>
                  <a:lnTo>
                    <a:pt x="620562" y="412473"/>
                  </a:lnTo>
                  <a:lnTo>
                    <a:pt x="604521" y="454963"/>
                  </a:lnTo>
                  <a:lnTo>
                    <a:pt x="582914" y="494307"/>
                  </a:lnTo>
                  <a:lnTo>
                    <a:pt x="556231" y="530011"/>
                  </a:lnTo>
                  <a:lnTo>
                    <a:pt x="524961" y="561581"/>
                  </a:lnTo>
                  <a:lnTo>
                    <a:pt x="489597" y="588520"/>
                  </a:lnTo>
                  <a:lnTo>
                    <a:pt x="450627" y="610335"/>
                  </a:lnTo>
                  <a:lnTo>
                    <a:pt x="408543" y="626530"/>
                  </a:lnTo>
                  <a:lnTo>
                    <a:pt x="363834" y="636610"/>
                  </a:lnTo>
                  <a:lnTo>
                    <a:pt x="316992" y="640079"/>
                  </a:lnTo>
                  <a:lnTo>
                    <a:pt x="270149" y="636610"/>
                  </a:lnTo>
                  <a:lnTo>
                    <a:pt x="225440" y="626530"/>
                  </a:lnTo>
                  <a:lnTo>
                    <a:pt x="183356" y="610335"/>
                  </a:lnTo>
                  <a:lnTo>
                    <a:pt x="144386" y="588520"/>
                  </a:lnTo>
                  <a:lnTo>
                    <a:pt x="109022" y="561581"/>
                  </a:lnTo>
                  <a:lnTo>
                    <a:pt x="77752" y="530011"/>
                  </a:lnTo>
                  <a:lnTo>
                    <a:pt x="51069" y="494307"/>
                  </a:lnTo>
                  <a:lnTo>
                    <a:pt x="29462" y="454963"/>
                  </a:lnTo>
                  <a:lnTo>
                    <a:pt x="13421" y="412473"/>
                  </a:lnTo>
                  <a:lnTo>
                    <a:pt x="3437" y="367334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10034682" y="3011439"/>
            <a:ext cx="234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9546717" y="3114291"/>
            <a:ext cx="319405" cy="76200"/>
            <a:chOff x="9546717" y="3114291"/>
            <a:chExt cx="319405" cy="76200"/>
          </a:xfrm>
        </p:grpSpPr>
        <p:sp>
          <p:nvSpPr>
            <p:cNvPr id="38" name="object 38" descr=""/>
            <p:cNvSpPr/>
            <p:nvPr/>
          </p:nvSpPr>
          <p:spPr>
            <a:xfrm>
              <a:off x="9556242" y="3152394"/>
              <a:ext cx="246379" cy="0"/>
            </a:xfrm>
            <a:custGeom>
              <a:avLst/>
              <a:gdLst/>
              <a:ahLst/>
              <a:cxnLst/>
              <a:rect l="l" t="t" r="r" b="b"/>
              <a:pathLst>
                <a:path w="246379" h="0">
                  <a:moveTo>
                    <a:pt x="0" y="0"/>
                  </a:moveTo>
                  <a:lnTo>
                    <a:pt x="24585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9789409" y="311429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11566766" y="241479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11063985" y="2825242"/>
            <a:ext cx="647065" cy="652780"/>
            <a:chOff x="11063985" y="2825242"/>
            <a:chExt cx="647065" cy="652780"/>
          </a:xfrm>
        </p:grpSpPr>
        <p:sp>
          <p:nvSpPr>
            <p:cNvPr id="42" name="object 42" descr=""/>
            <p:cNvSpPr/>
            <p:nvPr/>
          </p:nvSpPr>
          <p:spPr>
            <a:xfrm>
              <a:off x="11070335" y="2831592"/>
              <a:ext cx="634365" cy="640080"/>
            </a:xfrm>
            <a:custGeom>
              <a:avLst/>
              <a:gdLst/>
              <a:ahLst/>
              <a:cxnLst/>
              <a:rect l="l" t="t" r="r" b="b"/>
              <a:pathLst>
                <a:path w="634365" h="640079">
                  <a:moveTo>
                    <a:pt x="316992" y="0"/>
                  </a:moveTo>
                  <a:lnTo>
                    <a:pt x="270149" y="3469"/>
                  </a:lnTo>
                  <a:lnTo>
                    <a:pt x="225440" y="13549"/>
                  </a:lnTo>
                  <a:lnTo>
                    <a:pt x="183356" y="29744"/>
                  </a:lnTo>
                  <a:lnTo>
                    <a:pt x="144386" y="51559"/>
                  </a:lnTo>
                  <a:lnTo>
                    <a:pt x="109022" y="78498"/>
                  </a:lnTo>
                  <a:lnTo>
                    <a:pt x="77752" y="110068"/>
                  </a:lnTo>
                  <a:lnTo>
                    <a:pt x="51069" y="145772"/>
                  </a:lnTo>
                  <a:lnTo>
                    <a:pt x="29462" y="185116"/>
                  </a:lnTo>
                  <a:lnTo>
                    <a:pt x="13421" y="227606"/>
                  </a:lnTo>
                  <a:lnTo>
                    <a:pt x="3437" y="272745"/>
                  </a:lnTo>
                  <a:lnTo>
                    <a:pt x="0" y="320039"/>
                  </a:lnTo>
                  <a:lnTo>
                    <a:pt x="3437" y="367334"/>
                  </a:lnTo>
                  <a:lnTo>
                    <a:pt x="13421" y="412473"/>
                  </a:lnTo>
                  <a:lnTo>
                    <a:pt x="29462" y="454963"/>
                  </a:lnTo>
                  <a:lnTo>
                    <a:pt x="51069" y="494307"/>
                  </a:lnTo>
                  <a:lnTo>
                    <a:pt x="77752" y="530011"/>
                  </a:lnTo>
                  <a:lnTo>
                    <a:pt x="109022" y="561581"/>
                  </a:lnTo>
                  <a:lnTo>
                    <a:pt x="144386" y="588520"/>
                  </a:lnTo>
                  <a:lnTo>
                    <a:pt x="183356" y="610335"/>
                  </a:lnTo>
                  <a:lnTo>
                    <a:pt x="225440" y="626530"/>
                  </a:lnTo>
                  <a:lnTo>
                    <a:pt x="270149" y="636610"/>
                  </a:lnTo>
                  <a:lnTo>
                    <a:pt x="316992" y="640079"/>
                  </a:lnTo>
                  <a:lnTo>
                    <a:pt x="363834" y="636610"/>
                  </a:lnTo>
                  <a:lnTo>
                    <a:pt x="408543" y="626530"/>
                  </a:lnTo>
                  <a:lnTo>
                    <a:pt x="450627" y="610335"/>
                  </a:lnTo>
                  <a:lnTo>
                    <a:pt x="489597" y="588520"/>
                  </a:lnTo>
                  <a:lnTo>
                    <a:pt x="524961" y="561581"/>
                  </a:lnTo>
                  <a:lnTo>
                    <a:pt x="556231" y="530011"/>
                  </a:lnTo>
                  <a:lnTo>
                    <a:pt x="582914" y="494307"/>
                  </a:lnTo>
                  <a:lnTo>
                    <a:pt x="604521" y="454963"/>
                  </a:lnTo>
                  <a:lnTo>
                    <a:pt x="620562" y="412473"/>
                  </a:lnTo>
                  <a:lnTo>
                    <a:pt x="630546" y="367334"/>
                  </a:lnTo>
                  <a:lnTo>
                    <a:pt x="633984" y="320039"/>
                  </a:lnTo>
                  <a:lnTo>
                    <a:pt x="630546" y="272745"/>
                  </a:lnTo>
                  <a:lnTo>
                    <a:pt x="620562" y="227606"/>
                  </a:lnTo>
                  <a:lnTo>
                    <a:pt x="604521" y="185116"/>
                  </a:lnTo>
                  <a:lnTo>
                    <a:pt x="582914" y="145772"/>
                  </a:lnTo>
                  <a:lnTo>
                    <a:pt x="556231" y="110068"/>
                  </a:lnTo>
                  <a:lnTo>
                    <a:pt x="524961" y="78498"/>
                  </a:lnTo>
                  <a:lnTo>
                    <a:pt x="489597" y="51559"/>
                  </a:lnTo>
                  <a:lnTo>
                    <a:pt x="450627" y="29744"/>
                  </a:lnTo>
                  <a:lnTo>
                    <a:pt x="408543" y="13549"/>
                  </a:lnTo>
                  <a:lnTo>
                    <a:pt x="363834" y="3469"/>
                  </a:lnTo>
                  <a:lnTo>
                    <a:pt x="316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1070335" y="2831592"/>
              <a:ext cx="634365" cy="640080"/>
            </a:xfrm>
            <a:custGeom>
              <a:avLst/>
              <a:gdLst/>
              <a:ahLst/>
              <a:cxnLst/>
              <a:rect l="l" t="t" r="r" b="b"/>
              <a:pathLst>
                <a:path w="634365" h="640079">
                  <a:moveTo>
                    <a:pt x="0" y="320039"/>
                  </a:moveTo>
                  <a:lnTo>
                    <a:pt x="3437" y="272745"/>
                  </a:lnTo>
                  <a:lnTo>
                    <a:pt x="13421" y="227606"/>
                  </a:lnTo>
                  <a:lnTo>
                    <a:pt x="29462" y="185116"/>
                  </a:lnTo>
                  <a:lnTo>
                    <a:pt x="51069" y="145772"/>
                  </a:lnTo>
                  <a:lnTo>
                    <a:pt x="77752" y="110068"/>
                  </a:lnTo>
                  <a:lnTo>
                    <a:pt x="109022" y="78498"/>
                  </a:lnTo>
                  <a:lnTo>
                    <a:pt x="144386" y="51559"/>
                  </a:lnTo>
                  <a:lnTo>
                    <a:pt x="183356" y="29744"/>
                  </a:lnTo>
                  <a:lnTo>
                    <a:pt x="225440" y="13549"/>
                  </a:lnTo>
                  <a:lnTo>
                    <a:pt x="270149" y="3469"/>
                  </a:lnTo>
                  <a:lnTo>
                    <a:pt x="316992" y="0"/>
                  </a:lnTo>
                  <a:lnTo>
                    <a:pt x="363834" y="3469"/>
                  </a:lnTo>
                  <a:lnTo>
                    <a:pt x="408543" y="13549"/>
                  </a:lnTo>
                  <a:lnTo>
                    <a:pt x="450627" y="29744"/>
                  </a:lnTo>
                  <a:lnTo>
                    <a:pt x="489597" y="51559"/>
                  </a:lnTo>
                  <a:lnTo>
                    <a:pt x="524961" y="78498"/>
                  </a:lnTo>
                  <a:lnTo>
                    <a:pt x="556231" y="110068"/>
                  </a:lnTo>
                  <a:lnTo>
                    <a:pt x="582914" y="145772"/>
                  </a:lnTo>
                  <a:lnTo>
                    <a:pt x="604521" y="185116"/>
                  </a:lnTo>
                  <a:lnTo>
                    <a:pt x="620562" y="227606"/>
                  </a:lnTo>
                  <a:lnTo>
                    <a:pt x="630546" y="272745"/>
                  </a:lnTo>
                  <a:lnTo>
                    <a:pt x="633984" y="320039"/>
                  </a:lnTo>
                  <a:lnTo>
                    <a:pt x="630546" y="367334"/>
                  </a:lnTo>
                  <a:lnTo>
                    <a:pt x="620562" y="412473"/>
                  </a:lnTo>
                  <a:lnTo>
                    <a:pt x="604521" y="454963"/>
                  </a:lnTo>
                  <a:lnTo>
                    <a:pt x="582914" y="494307"/>
                  </a:lnTo>
                  <a:lnTo>
                    <a:pt x="556231" y="530011"/>
                  </a:lnTo>
                  <a:lnTo>
                    <a:pt x="524961" y="561581"/>
                  </a:lnTo>
                  <a:lnTo>
                    <a:pt x="489597" y="588520"/>
                  </a:lnTo>
                  <a:lnTo>
                    <a:pt x="450627" y="610335"/>
                  </a:lnTo>
                  <a:lnTo>
                    <a:pt x="408543" y="626530"/>
                  </a:lnTo>
                  <a:lnTo>
                    <a:pt x="363834" y="636610"/>
                  </a:lnTo>
                  <a:lnTo>
                    <a:pt x="316992" y="640079"/>
                  </a:lnTo>
                  <a:lnTo>
                    <a:pt x="270149" y="636610"/>
                  </a:lnTo>
                  <a:lnTo>
                    <a:pt x="225440" y="626530"/>
                  </a:lnTo>
                  <a:lnTo>
                    <a:pt x="183356" y="610335"/>
                  </a:lnTo>
                  <a:lnTo>
                    <a:pt x="144386" y="588520"/>
                  </a:lnTo>
                  <a:lnTo>
                    <a:pt x="109022" y="561581"/>
                  </a:lnTo>
                  <a:lnTo>
                    <a:pt x="77752" y="530011"/>
                  </a:lnTo>
                  <a:lnTo>
                    <a:pt x="51069" y="494307"/>
                  </a:lnTo>
                  <a:lnTo>
                    <a:pt x="29462" y="454963"/>
                  </a:lnTo>
                  <a:lnTo>
                    <a:pt x="13421" y="412473"/>
                  </a:lnTo>
                  <a:lnTo>
                    <a:pt x="3437" y="367334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11241254" y="3011439"/>
            <a:ext cx="2305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10469803" y="2636719"/>
            <a:ext cx="1261745" cy="892175"/>
            <a:chOff x="10469803" y="2636719"/>
            <a:chExt cx="1261745" cy="892175"/>
          </a:xfrm>
        </p:grpSpPr>
        <p:sp>
          <p:nvSpPr>
            <p:cNvPr id="46" name="object 46" descr=""/>
            <p:cNvSpPr/>
            <p:nvPr/>
          </p:nvSpPr>
          <p:spPr>
            <a:xfrm>
              <a:off x="11125199" y="2887979"/>
              <a:ext cx="524510" cy="528955"/>
            </a:xfrm>
            <a:custGeom>
              <a:avLst/>
              <a:gdLst/>
              <a:ahLst/>
              <a:cxnLst/>
              <a:rect l="l" t="t" r="r" b="b"/>
              <a:pathLst>
                <a:path w="524509" h="528954">
                  <a:moveTo>
                    <a:pt x="0" y="264413"/>
                  </a:moveTo>
                  <a:lnTo>
                    <a:pt x="4223" y="216883"/>
                  </a:lnTo>
                  <a:lnTo>
                    <a:pt x="16399" y="172149"/>
                  </a:lnTo>
                  <a:lnTo>
                    <a:pt x="35788" y="130956"/>
                  </a:lnTo>
                  <a:lnTo>
                    <a:pt x="61649" y="94053"/>
                  </a:lnTo>
                  <a:lnTo>
                    <a:pt x="93243" y="62185"/>
                  </a:lnTo>
                  <a:lnTo>
                    <a:pt x="129827" y="36099"/>
                  </a:lnTo>
                  <a:lnTo>
                    <a:pt x="170663" y="16541"/>
                  </a:lnTo>
                  <a:lnTo>
                    <a:pt x="215010" y="4259"/>
                  </a:lnTo>
                  <a:lnTo>
                    <a:pt x="262128" y="0"/>
                  </a:lnTo>
                  <a:lnTo>
                    <a:pt x="309245" y="4259"/>
                  </a:lnTo>
                  <a:lnTo>
                    <a:pt x="353592" y="16541"/>
                  </a:lnTo>
                  <a:lnTo>
                    <a:pt x="394428" y="36099"/>
                  </a:lnTo>
                  <a:lnTo>
                    <a:pt x="431012" y="62185"/>
                  </a:lnTo>
                  <a:lnTo>
                    <a:pt x="462606" y="94053"/>
                  </a:lnTo>
                  <a:lnTo>
                    <a:pt x="488467" y="130956"/>
                  </a:lnTo>
                  <a:lnTo>
                    <a:pt x="507856" y="172149"/>
                  </a:lnTo>
                  <a:lnTo>
                    <a:pt x="520032" y="216883"/>
                  </a:lnTo>
                  <a:lnTo>
                    <a:pt x="524256" y="264413"/>
                  </a:lnTo>
                  <a:lnTo>
                    <a:pt x="520032" y="311944"/>
                  </a:lnTo>
                  <a:lnTo>
                    <a:pt x="507856" y="356678"/>
                  </a:lnTo>
                  <a:lnTo>
                    <a:pt x="488467" y="397871"/>
                  </a:lnTo>
                  <a:lnTo>
                    <a:pt x="462606" y="434774"/>
                  </a:lnTo>
                  <a:lnTo>
                    <a:pt x="431012" y="466642"/>
                  </a:lnTo>
                  <a:lnTo>
                    <a:pt x="394428" y="492728"/>
                  </a:lnTo>
                  <a:lnTo>
                    <a:pt x="353592" y="512286"/>
                  </a:lnTo>
                  <a:lnTo>
                    <a:pt x="309245" y="524568"/>
                  </a:lnTo>
                  <a:lnTo>
                    <a:pt x="262128" y="528827"/>
                  </a:lnTo>
                  <a:lnTo>
                    <a:pt x="215010" y="524568"/>
                  </a:lnTo>
                  <a:lnTo>
                    <a:pt x="170663" y="512286"/>
                  </a:lnTo>
                  <a:lnTo>
                    <a:pt x="129827" y="492728"/>
                  </a:lnTo>
                  <a:lnTo>
                    <a:pt x="93243" y="466642"/>
                  </a:lnTo>
                  <a:lnTo>
                    <a:pt x="61649" y="434774"/>
                  </a:lnTo>
                  <a:lnTo>
                    <a:pt x="35788" y="397871"/>
                  </a:lnTo>
                  <a:lnTo>
                    <a:pt x="16399" y="356678"/>
                  </a:lnTo>
                  <a:lnTo>
                    <a:pt x="4223" y="311944"/>
                  </a:lnTo>
                  <a:lnTo>
                    <a:pt x="0" y="26441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0502070" y="3293731"/>
              <a:ext cx="598805" cy="225425"/>
            </a:xfrm>
            <a:custGeom>
              <a:avLst/>
              <a:gdLst/>
              <a:ahLst/>
              <a:cxnLst/>
              <a:rect l="l" t="t" r="r" b="b"/>
              <a:pathLst>
                <a:path w="598804" h="225425">
                  <a:moveTo>
                    <a:pt x="598385" y="0"/>
                  </a:moveTo>
                  <a:lnTo>
                    <a:pt x="590053" y="39629"/>
                  </a:lnTo>
                  <a:lnTo>
                    <a:pt x="574257" y="76688"/>
                  </a:lnTo>
                  <a:lnTo>
                    <a:pt x="551689" y="110715"/>
                  </a:lnTo>
                  <a:lnTo>
                    <a:pt x="523041" y="141245"/>
                  </a:lnTo>
                  <a:lnTo>
                    <a:pt x="489007" y="167816"/>
                  </a:lnTo>
                  <a:lnTo>
                    <a:pt x="450276" y="189963"/>
                  </a:lnTo>
                  <a:lnTo>
                    <a:pt x="407543" y="207225"/>
                  </a:lnTo>
                  <a:lnTo>
                    <a:pt x="361498" y="219136"/>
                  </a:lnTo>
                  <a:lnTo>
                    <a:pt x="312833" y="225234"/>
                  </a:lnTo>
                  <a:lnTo>
                    <a:pt x="262242" y="225056"/>
                  </a:lnTo>
                  <a:lnTo>
                    <a:pt x="212440" y="218442"/>
                  </a:lnTo>
                  <a:lnTo>
                    <a:pt x="165634" y="205842"/>
                  </a:lnTo>
                  <a:lnTo>
                    <a:pt x="122494" y="187766"/>
                  </a:lnTo>
                  <a:lnTo>
                    <a:pt x="83689" y="164726"/>
                  </a:lnTo>
                  <a:lnTo>
                    <a:pt x="49892" y="137232"/>
                  </a:lnTo>
                  <a:lnTo>
                    <a:pt x="21772" y="105796"/>
                  </a:lnTo>
                  <a:lnTo>
                    <a:pt x="0" y="7092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0469803" y="3304299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2522" y="0"/>
                  </a:moveTo>
                  <a:lnTo>
                    <a:pt x="0" y="84264"/>
                  </a:lnTo>
                  <a:lnTo>
                    <a:pt x="72428" y="60578"/>
                  </a:lnTo>
                  <a:lnTo>
                    <a:pt x="125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1398938" y="2646244"/>
              <a:ext cx="311150" cy="252095"/>
            </a:xfrm>
            <a:custGeom>
              <a:avLst/>
              <a:gdLst/>
              <a:ahLst/>
              <a:cxnLst/>
              <a:rect l="l" t="t" r="r" b="b"/>
              <a:pathLst>
                <a:path w="311150" h="252094">
                  <a:moveTo>
                    <a:pt x="4585" y="188965"/>
                  </a:moveTo>
                  <a:lnTo>
                    <a:pt x="0" y="136173"/>
                  </a:lnTo>
                  <a:lnTo>
                    <a:pt x="10753" y="87869"/>
                  </a:lnTo>
                  <a:lnTo>
                    <a:pt x="34999" y="47151"/>
                  </a:lnTo>
                  <a:lnTo>
                    <a:pt x="70892" y="17117"/>
                  </a:lnTo>
                  <a:lnTo>
                    <a:pt x="116586" y="865"/>
                  </a:lnTo>
                  <a:lnTo>
                    <a:pt x="158074" y="0"/>
                  </a:lnTo>
                  <a:lnTo>
                    <a:pt x="198022" y="10420"/>
                  </a:lnTo>
                  <a:lnTo>
                    <a:pt x="234622" y="30813"/>
                  </a:lnTo>
                  <a:lnTo>
                    <a:pt x="266066" y="59865"/>
                  </a:lnTo>
                  <a:lnTo>
                    <a:pt x="290548" y="96260"/>
                  </a:lnTo>
                  <a:lnTo>
                    <a:pt x="306261" y="138686"/>
                  </a:lnTo>
                  <a:lnTo>
                    <a:pt x="310803" y="168583"/>
                  </a:lnTo>
                  <a:lnTo>
                    <a:pt x="310264" y="197817"/>
                  </a:lnTo>
                  <a:lnTo>
                    <a:pt x="304853" y="225736"/>
                  </a:lnTo>
                  <a:lnTo>
                    <a:pt x="294780" y="25169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1653334" y="2864051"/>
              <a:ext cx="78105" cy="83185"/>
            </a:xfrm>
            <a:custGeom>
              <a:avLst/>
              <a:gdLst/>
              <a:ahLst/>
              <a:cxnLst/>
              <a:rect l="l" t="t" r="r" b="b"/>
              <a:pathLst>
                <a:path w="78104" h="83185">
                  <a:moveTo>
                    <a:pt x="18910" y="0"/>
                  </a:moveTo>
                  <a:lnTo>
                    <a:pt x="0" y="83070"/>
                  </a:lnTo>
                  <a:lnTo>
                    <a:pt x="77800" y="48361"/>
                  </a:lnTo>
                  <a:lnTo>
                    <a:pt x="18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0480905" y="2788868"/>
              <a:ext cx="598805" cy="225425"/>
            </a:xfrm>
            <a:custGeom>
              <a:avLst/>
              <a:gdLst/>
              <a:ahLst/>
              <a:cxnLst/>
              <a:rect l="l" t="t" r="r" b="b"/>
              <a:pathLst>
                <a:path w="598804" h="225425">
                  <a:moveTo>
                    <a:pt x="0" y="225234"/>
                  </a:moveTo>
                  <a:lnTo>
                    <a:pt x="8332" y="185605"/>
                  </a:lnTo>
                  <a:lnTo>
                    <a:pt x="24128" y="148546"/>
                  </a:lnTo>
                  <a:lnTo>
                    <a:pt x="46696" y="114519"/>
                  </a:lnTo>
                  <a:lnTo>
                    <a:pt x="75343" y="83989"/>
                  </a:lnTo>
                  <a:lnTo>
                    <a:pt x="109378" y="57418"/>
                  </a:lnTo>
                  <a:lnTo>
                    <a:pt x="148109" y="35271"/>
                  </a:lnTo>
                  <a:lnTo>
                    <a:pt x="190842" y="18009"/>
                  </a:lnTo>
                  <a:lnTo>
                    <a:pt x="236887" y="6098"/>
                  </a:lnTo>
                  <a:lnTo>
                    <a:pt x="285552" y="0"/>
                  </a:lnTo>
                  <a:lnTo>
                    <a:pt x="336143" y="178"/>
                  </a:lnTo>
                  <a:lnTo>
                    <a:pt x="385945" y="6792"/>
                  </a:lnTo>
                  <a:lnTo>
                    <a:pt x="432751" y="19392"/>
                  </a:lnTo>
                  <a:lnTo>
                    <a:pt x="475891" y="37468"/>
                  </a:lnTo>
                  <a:lnTo>
                    <a:pt x="514695" y="60508"/>
                  </a:lnTo>
                  <a:lnTo>
                    <a:pt x="548493" y="88002"/>
                  </a:lnTo>
                  <a:lnTo>
                    <a:pt x="576613" y="119438"/>
                  </a:lnTo>
                  <a:lnTo>
                    <a:pt x="598385" y="1543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1039131" y="2919271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428" y="0"/>
                  </a:moveTo>
                  <a:lnTo>
                    <a:pt x="0" y="23685"/>
                  </a:lnTo>
                  <a:lnTo>
                    <a:pt x="59905" y="84264"/>
                  </a:lnTo>
                  <a:lnTo>
                    <a:pt x="724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10633705" y="2541368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0743366" y="3515357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7417117" y="4094797"/>
            <a:ext cx="392430" cy="377190"/>
            <a:chOff x="7417117" y="4094797"/>
            <a:chExt cx="392430" cy="377190"/>
          </a:xfrm>
        </p:grpSpPr>
        <p:sp>
          <p:nvSpPr>
            <p:cNvPr id="56" name="object 56" descr=""/>
            <p:cNvSpPr/>
            <p:nvPr/>
          </p:nvSpPr>
          <p:spPr>
            <a:xfrm>
              <a:off x="7421880" y="4099559"/>
              <a:ext cx="382905" cy="367665"/>
            </a:xfrm>
            <a:custGeom>
              <a:avLst/>
              <a:gdLst/>
              <a:ahLst/>
              <a:cxnLst/>
              <a:rect l="l" t="t" r="r" b="b"/>
              <a:pathLst>
                <a:path w="382904" h="367664">
                  <a:moveTo>
                    <a:pt x="382524" y="0"/>
                  </a:moveTo>
                  <a:lnTo>
                    <a:pt x="0" y="0"/>
                  </a:lnTo>
                  <a:lnTo>
                    <a:pt x="0" y="367284"/>
                  </a:lnTo>
                  <a:lnTo>
                    <a:pt x="382524" y="367284"/>
                  </a:lnTo>
                  <a:lnTo>
                    <a:pt x="38252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421880" y="4099559"/>
              <a:ext cx="382905" cy="367665"/>
            </a:xfrm>
            <a:custGeom>
              <a:avLst/>
              <a:gdLst/>
              <a:ahLst/>
              <a:cxnLst/>
              <a:rect l="l" t="t" r="r" b="b"/>
              <a:pathLst>
                <a:path w="382904" h="367664">
                  <a:moveTo>
                    <a:pt x="0" y="0"/>
                  </a:moveTo>
                  <a:lnTo>
                    <a:pt x="382524" y="0"/>
                  </a:lnTo>
                  <a:lnTo>
                    <a:pt x="382524" y="367284"/>
                  </a:lnTo>
                  <a:lnTo>
                    <a:pt x="0" y="36728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7510999" y="4126472"/>
            <a:ext cx="198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8742933" y="5388609"/>
            <a:ext cx="782320" cy="789940"/>
            <a:chOff x="8742933" y="5388609"/>
            <a:chExt cx="782320" cy="789940"/>
          </a:xfrm>
        </p:grpSpPr>
        <p:sp>
          <p:nvSpPr>
            <p:cNvPr id="60" name="object 60" descr=""/>
            <p:cNvSpPr/>
            <p:nvPr/>
          </p:nvSpPr>
          <p:spPr>
            <a:xfrm>
              <a:off x="8749283" y="5394959"/>
              <a:ext cx="769620" cy="777240"/>
            </a:xfrm>
            <a:custGeom>
              <a:avLst/>
              <a:gdLst/>
              <a:ahLst/>
              <a:cxnLst/>
              <a:rect l="l" t="t" r="r" b="b"/>
              <a:pathLst>
                <a:path w="769620" h="777239">
                  <a:moveTo>
                    <a:pt x="384810" y="0"/>
                  </a:moveTo>
                  <a:lnTo>
                    <a:pt x="336540" y="3027"/>
                  </a:lnTo>
                  <a:lnTo>
                    <a:pt x="290060" y="11868"/>
                  </a:lnTo>
                  <a:lnTo>
                    <a:pt x="245730" y="26158"/>
                  </a:lnTo>
                  <a:lnTo>
                    <a:pt x="203910" y="45532"/>
                  </a:lnTo>
                  <a:lnTo>
                    <a:pt x="164961" y="69627"/>
                  </a:lnTo>
                  <a:lnTo>
                    <a:pt x="129243" y="98078"/>
                  </a:lnTo>
                  <a:lnTo>
                    <a:pt x="97118" y="130521"/>
                  </a:lnTo>
                  <a:lnTo>
                    <a:pt x="68945" y="166592"/>
                  </a:lnTo>
                  <a:lnTo>
                    <a:pt x="45087" y="205927"/>
                  </a:lnTo>
                  <a:lnTo>
                    <a:pt x="25902" y="248161"/>
                  </a:lnTo>
                  <a:lnTo>
                    <a:pt x="11752" y="292931"/>
                  </a:lnTo>
                  <a:lnTo>
                    <a:pt x="2998" y="339872"/>
                  </a:lnTo>
                  <a:lnTo>
                    <a:pt x="0" y="388619"/>
                  </a:lnTo>
                  <a:lnTo>
                    <a:pt x="2998" y="437367"/>
                  </a:lnTo>
                  <a:lnTo>
                    <a:pt x="11752" y="484308"/>
                  </a:lnTo>
                  <a:lnTo>
                    <a:pt x="25902" y="529078"/>
                  </a:lnTo>
                  <a:lnTo>
                    <a:pt x="45087" y="571312"/>
                  </a:lnTo>
                  <a:lnTo>
                    <a:pt x="68945" y="610647"/>
                  </a:lnTo>
                  <a:lnTo>
                    <a:pt x="97118" y="646718"/>
                  </a:lnTo>
                  <a:lnTo>
                    <a:pt x="129243" y="679161"/>
                  </a:lnTo>
                  <a:lnTo>
                    <a:pt x="164961" y="707612"/>
                  </a:lnTo>
                  <a:lnTo>
                    <a:pt x="203910" y="731707"/>
                  </a:lnTo>
                  <a:lnTo>
                    <a:pt x="245730" y="751081"/>
                  </a:lnTo>
                  <a:lnTo>
                    <a:pt x="290060" y="765371"/>
                  </a:lnTo>
                  <a:lnTo>
                    <a:pt x="336540" y="774212"/>
                  </a:lnTo>
                  <a:lnTo>
                    <a:pt x="384810" y="777240"/>
                  </a:lnTo>
                  <a:lnTo>
                    <a:pt x="433079" y="774212"/>
                  </a:lnTo>
                  <a:lnTo>
                    <a:pt x="479559" y="765371"/>
                  </a:lnTo>
                  <a:lnTo>
                    <a:pt x="523889" y="751081"/>
                  </a:lnTo>
                  <a:lnTo>
                    <a:pt x="565709" y="731707"/>
                  </a:lnTo>
                  <a:lnTo>
                    <a:pt x="604658" y="707612"/>
                  </a:lnTo>
                  <a:lnTo>
                    <a:pt x="640376" y="679161"/>
                  </a:lnTo>
                  <a:lnTo>
                    <a:pt x="672501" y="646718"/>
                  </a:lnTo>
                  <a:lnTo>
                    <a:pt x="700674" y="610647"/>
                  </a:lnTo>
                  <a:lnTo>
                    <a:pt x="724532" y="571312"/>
                  </a:lnTo>
                  <a:lnTo>
                    <a:pt x="743717" y="529078"/>
                  </a:lnTo>
                  <a:lnTo>
                    <a:pt x="757867" y="484308"/>
                  </a:lnTo>
                  <a:lnTo>
                    <a:pt x="766621" y="437367"/>
                  </a:lnTo>
                  <a:lnTo>
                    <a:pt x="769620" y="388619"/>
                  </a:lnTo>
                  <a:lnTo>
                    <a:pt x="766621" y="339872"/>
                  </a:lnTo>
                  <a:lnTo>
                    <a:pt x="757867" y="292931"/>
                  </a:lnTo>
                  <a:lnTo>
                    <a:pt x="743717" y="248161"/>
                  </a:lnTo>
                  <a:lnTo>
                    <a:pt x="724532" y="205927"/>
                  </a:lnTo>
                  <a:lnTo>
                    <a:pt x="700674" y="166592"/>
                  </a:lnTo>
                  <a:lnTo>
                    <a:pt x="672501" y="130521"/>
                  </a:lnTo>
                  <a:lnTo>
                    <a:pt x="640376" y="98078"/>
                  </a:lnTo>
                  <a:lnTo>
                    <a:pt x="604658" y="69627"/>
                  </a:lnTo>
                  <a:lnTo>
                    <a:pt x="565709" y="45532"/>
                  </a:lnTo>
                  <a:lnTo>
                    <a:pt x="523889" y="26158"/>
                  </a:lnTo>
                  <a:lnTo>
                    <a:pt x="479559" y="11868"/>
                  </a:lnTo>
                  <a:lnTo>
                    <a:pt x="433079" y="3027"/>
                  </a:lnTo>
                  <a:lnTo>
                    <a:pt x="3848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8749283" y="5394959"/>
              <a:ext cx="769620" cy="777240"/>
            </a:xfrm>
            <a:custGeom>
              <a:avLst/>
              <a:gdLst/>
              <a:ahLst/>
              <a:cxnLst/>
              <a:rect l="l" t="t" r="r" b="b"/>
              <a:pathLst>
                <a:path w="769620" h="777239">
                  <a:moveTo>
                    <a:pt x="0" y="388619"/>
                  </a:moveTo>
                  <a:lnTo>
                    <a:pt x="2998" y="339872"/>
                  </a:lnTo>
                  <a:lnTo>
                    <a:pt x="11752" y="292931"/>
                  </a:lnTo>
                  <a:lnTo>
                    <a:pt x="25902" y="248161"/>
                  </a:lnTo>
                  <a:lnTo>
                    <a:pt x="45087" y="205927"/>
                  </a:lnTo>
                  <a:lnTo>
                    <a:pt x="68945" y="166592"/>
                  </a:lnTo>
                  <a:lnTo>
                    <a:pt x="97118" y="130521"/>
                  </a:lnTo>
                  <a:lnTo>
                    <a:pt x="129243" y="98078"/>
                  </a:lnTo>
                  <a:lnTo>
                    <a:pt x="164961" y="69627"/>
                  </a:lnTo>
                  <a:lnTo>
                    <a:pt x="203910" y="45532"/>
                  </a:lnTo>
                  <a:lnTo>
                    <a:pt x="245730" y="26158"/>
                  </a:lnTo>
                  <a:lnTo>
                    <a:pt x="290060" y="11868"/>
                  </a:lnTo>
                  <a:lnTo>
                    <a:pt x="336540" y="3027"/>
                  </a:lnTo>
                  <a:lnTo>
                    <a:pt x="384810" y="0"/>
                  </a:lnTo>
                  <a:lnTo>
                    <a:pt x="433079" y="3027"/>
                  </a:lnTo>
                  <a:lnTo>
                    <a:pt x="479559" y="11868"/>
                  </a:lnTo>
                  <a:lnTo>
                    <a:pt x="523889" y="26158"/>
                  </a:lnTo>
                  <a:lnTo>
                    <a:pt x="565709" y="45532"/>
                  </a:lnTo>
                  <a:lnTo>
                    <a:pt x="604658" y="69627"/>
                  </a:lnTo>
                  <a:lnTo>
                    <a:pt x="640376" y="98078"/>
                  </a:lnTo>
                  <a:lnTo>
                    <a:pt x="672501" y="130521"/>
                  </a:lnTo>
                  <a:lnTo>
                    <a:pt x="700674" y="166592"/>
                  </a:lnTo>
                  <a:lnTo>
                    <a:pt x="724532" y="205927"/>
                  </a:lnTo>
                  <a:lnTo>
                    <a:pt x="743717" y="248161"/>
                  </a:lnTo>
                  <a:lnTo>
                    <a:pt x="757867" y="292931"/>
                  </a:lnTo>
                  <a:lnTo>
                    <a:pt x="766621" y="339872"/>
                  </a:lnTo>
                  <a:lnTo>
                    <a:pt x="769620" y="388619"/>
                  </a:lnTo>
                  <a:lnTo>
                    <a:pt x="766621" y="437367"/>
                  </a:lnTo>
                  <a:lnTo>
                    <a:pt x="757867" y="484308"/>
                  </a:lnTo>
                  <a:lnTo>
                    <a:pt x="743717" y="529078"/>
                  </a:lnTo>
                  <a:lnTo>
                    <a:pt x="724532" y="571312"/>
                  </a:lnTo>
                  <a:lnTo>
                    <a:pt x="700674" y="610647"/>
                  </a:lnTo>
                  <a:lnTo>
                    <a:pt x="672501" y="646718"/>
                  </a:lnTo>
                  <a:lnTo>
                    <a:pt x="640376" y="679161"/>
                  </a:lnTo>
                  <a:lnTo>
                    <a:pt x="604658" y="707612"/>
                  </a:lnTo>
                  <a:lnTo>
                    <a:pt x="565709" y="731707"/>
                  </a:lnTo>
                  <a:lnTo>
                    <a:pt x="523889" y="751081"/>
                  </a:lnTo>
                  <a:lnTo>
                    <a:pt x="479559" y="765371"/>
                  </a:lnTo>
                  <a:lnTo>
                    <a:pt x="433079" y="774212"/>
                  </a:lnTo>
                  <a:lnTo>
                    <a:pt x="384810" y="777240"/>
                  </a:lnTo>
                  <a:lnTo>
                    <a:pt x="336540" y="774212"/>
                  </a:lnTo>
                  <a:lnTo>
                    <a:pt x="290060" y="765371"/>
                  </a:lnTo>
                  <a:lnTo>
                    <a:pt x="245730" y="751081"/>
                  </a:lnTo>
                  <a:lnTo>
                    <a:pt x="203910" y="731707"/>
                  </a:lnTo>
                  <a:lnTo>
                    <a:pt x="164961" y="707612"/>
                  </a:lnTo>
                  <a:lnTo>
                    <a:pt x="129243" y="679161"/>
                  </a:lnTo>
                  <a:lnTo>
                    <a:pt x="97118" y="646718"/>
                  </a:lnTo>
                  <a:lnTo>
                    <a:pt x="68945" y="610647"/>
                  </a:lnTo>
                  <a:lnTo>
                    <a:pt x="45087" y="571312"/>
                  </a:lnTo>
                  <a:lnTo>
                    <a:pt x="25902" y="529078"/>
                  </a:lnTo>
                  <a:lnTo>
                    <a:pt x="11752" y="484308"/>
                  </a:lnTo>
                  <a:lnTo>
                    <a:pt x="2998" y="437367"/>
                  </a:lnTo>
                  <a:lnTo>
                    <a:pt x="0" y="38861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8851174" y="5644463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10958830" y="4087114"/>
            <a:ext cx="784225" cy="789940"/>
            <a:chOff x="10958830" y="4087114"/>
            <a:chExt cx="784225" cy="789940"/>
          </a:xfrm>
        </p:grpSpPr>
        <p:sp>
          <p:nvSpPr>
            <p:cNvPr id="64" name="object 64" descr=""/>
            <p:cNvSpPr/>
            <p:nvPr/>
          </p:nvSpPr>
          <p:spPr>
            <a:xfrm>
              <a:off x="10965180" y="4093464"/>
              <a:ext cx="771525" cy="777240"/>
            </a:xfrm>
            <a:custGeom>
              <a:avLst/>
              <a:gdLst/>
              <a:ahLst/>
              <a:cxnLst/>
              <a:rect l="l" t="t" r="r" b="b"/>
              <a:pathLst>
                <a:path w="771525" h="777239">
                  <a:moveTo>
                    <a:pt x="385572" y="0"/>
                  </a:moveTo>
                  <a:lnTo>
                    <a:pt x="337207" y="3027"/>
                  </a:lnTo>
                  <a:lnTo>
                    <a:pt x="290635" y="11868"/>
                  </a:lnTo>
                  <a:lnTo>
                    <a:pt x="246217" y="26158"/>
                  </a:lnTo>
                  <a:lnTo>
                    <a:pt x="204314" y="45532"/>
                  </a:lnTo>
                  <a:lnTo>
                    <a:pt x="165288" y="69627"/>
                  </a:lnTo>
                  <a:lnTo>
                    <a:pt x="129500" y="98078"/>
                  </a:lnTo>
                  <a:lnTo>
                    <a:pt x="97311" y="130521"/>
                  </a:lnTo>
                  <a:lnTo>
                    <a:pt x="69082" y="166592"/>
                  </a:lnTo>
                  <a:lnTo>
                    <a:pt x="45176" y="205927"/>
                  </a:lnTo>
                  <a:lnTo>
                    <a:pt x="25953" y="248161"/>
                  </a:lnTo>
                  <a:lnTo>
                    <a:pt x="11776" y="292931"/>
                  </a:lnTo>
                  <a:lnTo>
                    <a:pt x="3004" y="339872"/>
                  </a:lnTo>
                  <a:lnTo>
                    <a:pt x="0" y="388619"/>
                  </a:lnTo>
                  <a:lnTo>
                    <a:pt x="3004" y="437367"/>
                  </a:lnTo>
                  <a:lnTo>
                    <a:pt x="11776" y="484308"/>
                  </a:lnTo>
                  <a:lnTo>
                    <a:pt x="25953" y="529078"/>
                  </a:lnTo>
                  <a:lnTo>
                    <a:pt x="45176" y="571312"/>
                  </a:lnTo>
                  <a:lnTo>
                    <a:pt x="69082" y="610647"/>
                  </a:lnTo>
                  <a:lnTo>
                    <a:pt x="97311" y="646718"/>
                  </a:lnTo>
                  <a:lnTo>
                    <a:pt x="129500" y="679161"/>
                  </a:lnTo>
                  <a:lnTo>
                    <a:pt x="165288" y="707612"/>
                  </a:lnTo>
                  <a:lnTo>
                    <a:pt x="204314" y="731707"/>
                  </a:lnTo>
                  <a:lnTo>
                    <a:pt x="246217" y="751081"/>
                  </a:lnTo>
                  <a:lnTo>
                    <a:pt x="290635" y="765371"/>
                  </a:lnTo>
                  <a:lnTo>
                    <a:pt x="337207" y="774212"/>
                  </a:lnTo>
                  <a:lnTo>
                    <a:pt x="385572" y="777240"/>
                  </a:lnTo>
                  <a:lnTo>
                    <a:pt x="433936" y="774212"/>
                  </a:lnTo>
                  <a:lnTo>
                    <a:pt x="480508" y="765371"/>
                  </a:lnTo>
                  <a:lnTo>
                    <a:pt x="524926" y="751081"/>
                  </a:lnTo>
                  <a:lnTo>
                    <a:pt x="566829" y="731707"/>
                  </a:lnTo>
                  <a:lnTo>
                    <a:pt x="605855" y="707612"/>
                  </a:lnTo>
                  <a:lnTo>
                    <a:pt x="641643" y="679161"/>
                  </a:lnTo>
                  <a:lnTo>
                    <a:pt x="673832" y="646718"/>
                  </a:lnTo>
                  <a:lnTo>
                    <a:pt x="702061" y="610647"/>
                  </a:lnTo>
                  <a:lnTo>
                    <a:pt x="725967" y="571312"/>
                  </a:lnTo>
                  <a:lnTo>
                    <a:pt x="745190" y="529078"/>
                  </a:lnTo>
                  <a:lnTo>
                    <a:pt x="759367" y="484308"/>
                  </a:lnTo>
                  <a:lnTo>
                    <a:pt x="768139" y="437367"/>
                  </a:lnTo>
                  <a:lnTo>
                    <a:pt x="771144" y="388619"/>
                  </a:lnTo>
                  <a:lnTo>
                    <a:pt x="768139" y="339872"/>
                  </a:lnTo>
                  <a:lnTo>
                    <a:pt x="759367" y="292931"/>
                  </a:lnTo>
                  <a:lnTo>
                    <a:pt x="745190" y="248161"/>
                  </a:lnTo>
                  <a:lnTo>
                    <a:pt x="725967" y="205927"/>
                  </a:lnTo>
                  <a:lnTo>
                    <a:pt x="702061" y="166592"/>
                  </a:lnTo>
                  <a:lnTo>
                    <a:pt x="673832" y="130521"/>
                  </a:lnTo>
                  <a:lnTo>
                    <a:pt x="641643" y="98078"/>
                  </a:lnTo>
                  <a:lnTo>
                    <a:pt x="605855" y="69627"/>
                  </a:lnTo>
                  <a:lnTo>
                    <a:pt x="566829" y="45532"/>
                  </a:lnTo>
                  <a:lnTo>
                    <a:pt x="524926" y="26158"/>
                  </a:lnTo>
                  <a:lnTo>
                    <a:pt x="480508" y="11868"/>
                  </a:lnTo>
                  <a:lnTo>
                    <a:pt x="433936" y="3027"/>
                  </a:lnTo>
                  <a:lnTo>
                    <a:pt x="3855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0965180" y="4093464"/>
              <a:ext cx="771525" cy="777240"/>
            </a:xfrm>
            <a:custGeom>
              <a:avLst/>
              <a:gdLst/>
              <a:ahLst/>
              <a:cxnLst/>
              <a:rect l="l" t="t" r="r" b="b"/>
              <a:pathLst>
                <a:path w="771525" h="777239">
                  <a:moveTo>
                    <a:pt x="0" y="388619"/>
                  </a:moveTo>
                  <a:lnTo>
                    <a:pt x="3004" y="339872"/>
                  </a:lnTo>
                  <a:lnTo>
                    <a:pt x="11776" y="292931"/>
                  </a:lnTo>
                  <a:lnTo>
                    <a:pt x="25953" y="248161"/>
                  </a:lnTo>
                  <a:lnTo>
                    <a:pt x="45176" y="205927"/>
                  </a:lnTo>
                  <a:lnTo>
                    <a:pt x="69082" y="166592"/>
                  </a:lnTo>
                  <a:lnTo>
                    <a:pt x="97311" y="130521"/>
                  </a:lnTo>
                  <a:lnTo>
                    <a:pt x="129500" y="98078"/>
                  </a:lnTo>
                  <a:lnTo>
                    <a:pt x="165288" y="69627"/>
                  </a:lnTo>
                  <a:lnTo>
                    <a:pt x="204314" y="45532"/>
                  </a:lnTo>
                  <a:lnTo>
                    <a:pt x="246217" y="26158"/>
                  </a:lnTo>
                  <a:lnTo>
                    <a:pt x="290635" y="11868"/>
                  </a:lnTo>
                  <a:lnTo>
                    <a:pt x="337207" y="3027"/>
                  </a:lnTo>
                  <a:lnTo>
                    <a:pt x="385572" y="0"/>
                  </a:lnTo>
                  <a:lnTo>
                    <a:pt x="433936" y="3027"/>
                  </a:lnTo>
                  <a:lnTo>
                    <a:pt x="480508" y="11868"/>
                  </a:lnTo>
                  <a:lnTo>
                    <a:pt x="524926" y="26158"/>
                  </a:lnTo>
                  <a:lnTo>
                    <a:pt x="566829" y="45532"/>
                  </a:lnTo>
                  <a:lnTo>
                    <a:pt x="605855" y="69627"/>
                  </a:lnTo>
                  <a:lnTo>
                    <a:pt x="641643" y="98078"/>
                  </a:lnTo>
                  <a:lnTo>
                    <a:pt x="673832" y="130521"/>
                  </a:lnTo>
                  <a:lnTo>
                    <a:pt x="702061" y="166592"/>
                  </a:lnTo>
                  <a:lnTo>
                    <a:pt x="725967" y="205927"/>
                  </a:lnTo>
                  <a:lnTo>
                    <a:pt x="745190" y="248161"/>
                  </a:lnTo>
                  <a:lnTo>
                    <a:pt x="759367" y="292931"/>
                  </a:lnTo>
                  <a:lnTo>
                    <a:pt x="768139" y="339872"/>
                  </a:lnTo>
                  <a:lnTo>
                    <a:pt x="771144" y="388619"/>
                  </a:lnTo>
                  <a:lnTo>
                    <a:pt x="768139" y="437367"/>
                  </a:lnTo>
                  <a:lnTo>
                    <a:pt x="759367" y="484308"/>
                  </a:lnTo>
                  <a:lnTo>
                    <a:pt x="745190" y="529078"/>
                  </a:lnTo>
                  <a:lnTo>
                    <a:pt x="725967" y="571312"/>
                  </a:lnTo>
                  <a:lnTo>
                    <a:pt x="702061" y="610647"/>
                  </a:lnTo>
                  <a:lnTo>
                    <a:pt x="673832" y="646718"/>
                  </a:lnTo>
                  <a:lnTo>
                    <a:pt x="641643" y="679161"/>
                  </a:lnTo>
                  <a:lnTo>
                    <a:pt x="605855" y="707612"/>
                  </a:lnTo>
                  <a:lnTo>
                    <a:pt x="566829" y="731707"/>
                  </a:lnTo>
                  <a:lnTo>
                    <a:pt x="524926" y="751081"/>
                  </a:lnTo>
                  <a:lnTo>
                    <a:pt x="480508" y="765371"/>
                  </a:lnTo>
                  <a:lnTo>
                    <a:pt x="433936" y="774212"/>
                  </a:lnTo>
                  <a:lnTo>
                    <a:pt x="385572" y="777240"/>
                  </a:lnTo>
                  <a:lnTo>
                    <a:pt x="337207" y="774212"/>
                  </a:lnTo>
                  <a:lnTo>
                    <a:pt x="290635" y="765371"/>
                  </a:lnTo>
                  <a:lnTo>
                    <a:pt x="246217" y="751081"/>
                  </a:lnTo>
                  <a:lnTo>
                    <a:pt x="204314" y="731707"/>
                  </a:lnTo>
                  <a:lnTo>
                    <a:pt x="165288" y="707612"/>
                  </a:lnTo>
                  <a:lnTo>
                    <a:pt x="129500" y="679161"/>
                  </a:lnTo>
                  <a:lnTo>
                    <a:pt x="97311" y="646718"/>
                  </a:lnTo>
                  <a:lnTo>
                    <a:pt x="69082" y="610647"/>
                  </a:lnTo>
                  <a:lnTo>
                    <a:pt x="45176" y="571312"/>
                  </a:lnTo>
                  <a:lnTo>
                    <a:pt x="25953" y="529078"/>
                  </a:lnTo>
                  <a:lnTo>
                    <a:pt x="11776" y="484308"/>
                  </a:lnTo>
                  <a:lnTo>
                    <a:pt x="3004" y="437367"/>
                  </a:lnTo>
                  <a:lnTo>
                    <a:pt x="0" y="38861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11068277" y="4343065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7" name="object 67" descr=""/>
          <p:cNvGrpSpPr/>
          <p:nvPr/>
        </p:nvGrpSpPr>
        <p:grpSpPr>
          <a:xfrm>
            <a:off x="10992356" y="5376417"/>
            <a:ext cx="782320" cy="789940"/>
            <a:chOff x="10992356" y="5376417"/>
            <a:chExt cx="782320" cy="789940"/>
          </a:xfrm>
        </p:grpSpPr>
        <p:sp>
          <p:nvSpPr>
            <p:cNvPr id="68" name="object 68" descr=""/>
            <p:cNvSpPr/>
            <p:nvPr/>
          </p:nvSpPr>
          <p:spPr>
            <a:xfrm>
              <a:off x="10998708" y="5382767"/>
              <a:ext cx="769620" cy="777240"/>
            </a:xfrm>
            <a:custGeom>
              <a:avLst/>
              <a:gdLst/>
              <a:ahLst/>
              <a:cxnLst/>
              <a:rect l="l" t="t" r="r" b="b"/>
              <a:pathLst>
                <a:path w="769620" h="777239">
                  <a:moveTo>
                    <a:pt x="384810" y="0"/>
                  </a:moveTo>
                  <a:lnTo>
                    <a:pt x="336540" y="3027"/>
                  </a:lnTo>
                  <a:lnTo>
                    <a:pt x="290060" y="11868"/>
                  </a:lnTo>
                  <a:lnTo>
                    <a:pt x="245730" y="26158"/>
                  </a:lnTo>
                  <a:lnTo>
                    <a:pt x="203910" y="45532"/>
                  </a:lnTo>
                  <a:lnTo>
                    <a:pt x="164961" y="69627"/>
                  </a:lnTo>
                  <a:lnTo>
                    <a:pt x="129243" y="98078"/>
                  </a:lnTo>
                  <a:lnTo>
                    <a:pt x="97118" y="130521"/>
                  </a:lnTo>
                  <a:lnTo>
                    <a:pt x="68945" y="166592"/>
                  </a:lnTo>
                  <a:lnTo>
                    <a:pt x="45087" y="205927"/>
                  </a:lnTo>
                  <a:lnTo>
                    <a:pt x="25902" y="248161"/>
                  </a:lnTo>
                  <a:lnTo>
                    <a:pt x="11752" y="292931"/>
                  </a:lnTo>
                  <a:lnTo>
                    <a:pt x="2998" y="339872"/>
                  </a:lnTo>
                  <a:lnTo>
                    <a:pt x="0" y="388619"/>
                  </a:lnTo>
                  <a:lnTo>
                    <a:pt x="2998" y="437367"/>
                  </a:lnTo>
                  <a:lnTo>
                    <a:pt x="11752" y="484308"/>
                  </a:lnTo>
                  <a:lnTo>
                    <a:pt x="25902" y="529078"/>
                  </a:lnTo>
                  <a:lnTo>
                    <a:pt x="45087" y="571312"/>
                  </a:lnTo>
                  <a:lnTo>
                    <a:pt x="68945" y="610647"/>
                  </a:lnTo>
                  <a:lnTo>
                    <a:pt x="97118" y="646718"/>
                  </a:lnTo>
                  <a:lnTo>
                    <a:pt x="129243" y="679161"/>
                  </a:lnTo>
                  <a:lnTo>
                    <a:pt x="164961" y="707612"/>
                  </a:lnTo>
                  <a:lnTo>
                    <a:pt x="203910" y="731707"/>
                  </a:lnTo>
                  <a:lnTo>
                    <a:pt x="245730" y="751081"/>
                  </a:lnTo>
                  <a:lnTo>
                    <a:pt x="290060" y="765371"/>
                  </a:lnTo>
                  <a:lnTo>
                    <a:pt x="336540" y="774212"/>
                  </a:lnTo>
                  <a:lnTo>
                    <a:pt x="384810" y="777239"/>
                  </a:lnTo>
                  <a:lnTo>
                    <a:pt x="433079" y="774212"/>
                  </a:lnTo>
                  <a:lnTo>
                    <a:pt x="479559" y="765371"/>
                  </a:lnTo>
                  <a:lnTo>
                    <a:pt x="523889" y="751081"/>
                  </a:lnTo>
                  <a:lnTo>
                    <a:pt x="565709" y="731707"/>
                  </a:lnTo>
                  <a:lnTo>
                    <a:pt x="604658" y="707612"/>
                  </a:lnTo>
                  <a:lnTo>
                    <a:pt x="640376" y="679161"/>
                  </a:lnTo>
                  <a:lnTo>
                    <a:pt x="672501" y="646718"/>
                  </a:lnTo>
                  <a:lnTo>
                    <a:pt x="700674" y="610647"/>
                  </a:lnTo>
                  <a:lnTo>
                    <a:pt x="724532" y="571312"/>
                  </a:lnTo>
                  <a:lnTo>
                    <a:pt x="743717" y="529078"/>
                  </a:lnTo>
                  <a:lnTo>
                    <a:pt x="757867" y="484308"/>
                  </a:lnTo>
                  <a:lnTo>
                    <a:pt x="766621" y="437367"/>
                  </a:lnTo>
                  <a:lnTo>
                    <a:pt x="769620" y="388619"/>
                  </a:lnTo>
                  <a:lnTo>
                    <a:pt x="766621" y="339872"/>
                  </a:lnTo>
                  <a:lnTo>
                    <a:pt x="757867" y="292931"/>
                  </a:lnTo>
                  <a:lnTo>
                    <a:pt x="743717" y="248161"/>
                  </a:lnTo>
                  <a:lnTo>
                    <a:pt x="724532" y="205927"/>
                  </a:lnTo>
                  <a:lnTo>
                    <a:pt x="700674" y="166592"/>
                  </a:lnTo>
                  <a:lnTo>
                    <a:pt x="672501" y="130521"/>
                  </a:lnTo>
                  <a:lnTo>
                    <a:pt x="640376" y="98078"/>
                  </a:lnTo>
                  <a:lnTo>
                    <a:pt x="604658" y="69627"/>
                  </a:lnTo>
                  <a:lnTo>
                    <a:pt x="565709" y="45532"/>
                  </a:lnTo>
                  <a:lnTo>
                    <a:pt x="523889" y="26158"/>
                  </a:lnTo>
                  <a:lnTo>
                    <a:pt x="479559" y="11868"/>
                  </a:lnTo>
                  <a:lnTo>
                    <a:pt x="433079" y="3027"/>
                  </a:lnTo>
                  <a:lnTo>
                    <a:pt x="3848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0998706" y="5382767"/>
              <a:ext cx="769620" cy="777240"/>
            </a:xfrm>
            <a:custGeom>
              <a:avLst/>
              <a:gdLst/>
              <a:ahLst/>
              <a:cxnLst/>
              <a:rect l="l" t="t" r="r" b="b"/>
              <a:pathLst>
                <a:path w="769620" h="777239">
                  <a:moveTo>
                    <a:pt x="0" y="388619"/>
                  </a:moveTo>
                  <a:lnTo>
                    <a:pt x="2998" y="339872"/>
                  </a:lnTo>
                  <a:lnTo>
                    <a:pt x="11752" y="292931"/>
                  </a:lnTo>
                  <a:lnTo>
                    <a:pt x="25902" y="248161"/>
                  </a:lnTo>
                  <a:lnTo>
                    <a:pt x="45087" y="205927"/>
                  </a:lnTo>
                  <a:lnTo>
                    <a:pt x="68945" y="166592"/>
                  </a:lnTo>
                  <a:lnTo>
                    <a:pt x="97118" y="130521"/>
                  </a:lnTo>
                  <a:lnTo>
                    <a:pt x="129243" y="98078"/>
                  </a:lnTo>
                  <a:lnTo>
                    <a:pt x="164961" y="69627"/>
                  </a:lnTo>
                  <a:lnTo>
                    <a:pt x="203910" y="45532"/>
                  </a:lnTo>
                  <a:lnTo>
                    <a:pt x="245730" y="26158"/>
                  </a:lnTo>
                  <a:lnTo>
                    <a:pt x="290060" y="11868"/>
                  </a:lnTo>
                  <a:lnTo>
                    <a:pt x="336540" y="3027"/>
                  </a:lnTo>
                  <a:lnTo>
                    <a:pt x="384810" y="0"/>
                  </a:lnTo>
                  <a:lnTo>
                    <a:pt x="433079" y="3027"/>
                  </a:lnTo>
                  <a:lnTo>
                    <a:pt x="479559" y="11868"/>
                  </a:lnTo>
                  <a:lnTo>
                    <a:pt x="523889" y="26158"/>
                  </a:lnTo>
                  <a:lnTo>
                    <a:pt x="565709" y="45532"/>
                  </a:lnTo>
                  <a:lnTo>
                    <a:pt x="604658" y="69627"/>
                  </a:lnTo>
                  <a:lnTo>
                    <a:pt x="640376" y="98078"/>
                  </a:lnTo>
                  <a:lnTo>
                    <a:pt x="672501" y="130521"/>
                  </a:lnTo>
                  <a:lnTo>
                    <a:pt x="700674" y="166592"/>
                  </a:lnTo>
                  <a:lnTo>
                    <a:pt x="724532" y="205927"/>
                  </a:lnTo>
                  <a:lnTo>
                    <a:pt x="743717" y="248161"/>
                  </a:lnTo>
                  <a:lnTo>
                    <a:pt x="757867" y="292931"/>
                  </a:lnTo>
                  <a:lnTo>
                    <a:pt x="766621" y="339872"/>
                  </a:lnTo>
                  <a:lnTo>
                    <a:pt x="769620" y="388619"/>
                  </a:lnTo>
                  <a:lnTo>
                    <a:pt x="766621" y="437367"/>
                  </a:lnTo>
                  <a:lnTo>
                    <a:pt x="757867" y="484308"/>
                  </a:lnTo>
                  <a:lnTo>
                    <a:pt x="743717" y="529078"/>
                  </a:lnTo>
                  <a:lnTo>
                    <a:pt x="724532" y="571312"/>
                  </a:lnTo>
                  <a:lnTo>
                    <a:pt x="700674" y="610647"/>
                  </a:lnTo>
                  <a:lnTo>
                    <a:pt x="672501" y="646718"/>
                  </a:lnTo>
                  <a:lnTo>
                    <a:pt x="640376" y="679161"/>
                  </a:lnTo>
                  <a:lnTo>
                    <a:pt x="604658" y="707612"/>
                  </a:lnTo>
                  <a:lnTo>
                    <a:pt x="565709" y="731707"/>
                  </a:lnTo>
                  <a:lnTo>
                    <a:pt x="523889" y="751081"/>
                  </a:lnTo>
                  <a:lnTo>
                    <a:pt x="479559" y="765371"/>
                  </a:lnTo>
                  <a:lnTo>
                    <a:pt x="433079" y="774212"/>
                  </a:lnTo>
                  <a:lnTo>
                    <a:pt x="384810" y="777239"/>
                  </a:lnTo>
                  <a:lnTo>
                    <a:pt x="336540" y="774212"/>
                  </a:lnTo>
                  <a:lnTo>
                    <a:pt x="290060" y="765371"/>
                  </a:lnTo>
                  <a:lnTo>
                    <a:pt x="245730" y="751081"/>
                  </a:lnTo>
                  <a:lnTo>
                    <a:pt x="203910" y="731707"/>
                  </a:lnTo>
                  <a:lnTo>
                    <a:pt x="164961" y="707612"/>
                  </a:lnTo>
                  <a:lnTo>
                    <a:pt x="129243" y="679161"/>
                  </a:lnTo>
                  <a:lnTo>
                    <a:pt x="97118" y="646718"/>
                  </a:lnTo>
                  <a:lnTo>
                    <a:pt x="68945" y="610647"/>
                  </a:lnTo>
                  <a:lnTo>
                    <a:pt x="45087" y="571312"/>
                  </a:lnTo>
                  <a:lnTo>
                    <a:pt x="25902" y="529078"/>
                  </a:lnTo>
                  <a:lnTo>
                    <a:pt x="11752" y="484308"/>
                  </a:lnTo>
                  <a:lnTo>
                    <a:pt x="2998" y="437367"/>
                  </a:lnTo>
                  <a:lnTo>
                    <a:pt x="0" y="38861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 txBox="1"/>
          <p:nvPr/>
        </p:nvSpPr>
        <p:spPr>
          <a:xfrm>
            <a:off x="11128768" y="5632613"/>
            <a:ext cx="3981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sz="1600" spc="114">
                <a:latin typeface="Cambria Math"/>
                <a:cs typeface="Cambria Math"/>
              </a:rPr>
              <a:t> 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50">
                <a:latin typeface="Cambria Math"/>
                <a:cs typeface="Cambria Math"/>
              </a:rPr>
              <a:t>𝑟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11200396" y="5728625"/>
            <a:ext cx="384175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85115" algn="l"/>
              </a:tabLst>
            </a:pPr>
            <a:r>
              <a:rPr dirty="0" sz="1150" spc="-50">
                <a:latin typeface="Cambria Math"/>
                <a:cs typeface="Cambria Math"/>
              </a:rPr>
              <a:t>1</a:t>
            </a:r>
            <a:r>
              <a:rPr dirty="0" sz="1150">
                <a:latin typeface="Cambria Math"/>
                <a:cs typeface="Cambria Math"/>
              </a:rPr>
              <a:t>	</a:t>
            </a: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72" name="object 72" descr=""/>
          <p:cNvGrpSpPr/>
          <p:nvPr/>
        </p:nvGrpSpPr>
        <p:grpSpPr>
          <a:xfrm>
            <a:off x="8742933" y="4103878"/>
            <a:ext cx="782320" cy="789940"/>
            <a:chOff x="8742933" y="4103878"/>
            <a:chExt cx="782320" cy="789940"/>
          </a:xfrm>
        </p:grpSpPr>
        <p:sp>
          <p:nvSpPr>
            <p:cNvPr id="73" name="object 73" descr=""/>
            <p:cNvSpPr/>
            <p:nvPr/>
          </p:nvSpPr>
          <p:spPr>
            <a:xfrm>
              <a:off x="8749283" y="4110228"/>
              <a:ext cx="769620" cy="777240"/>
            </a:xfrm>
            <a:custGeom>
              <a:avLst/>
              <a:gdLst/>
              <a:ahLst/>
              <a:cxnLst/>
              <a:rect l="l" t="t" r="r" b="b"/>
              <a:pathLst>
                <a:path w="769620" h="777239">
                  <a:moveTo>
                    <a:pt x="384810" y="0"/>
                  </a:moveTo>
                  <a:lnTo>
                    <a:pt x="336540" y="3027"/>
                  </a:lnTo>
                  <a:lnTo>
                    <a:pt x="290060" y="11868"/>
                  </a:lnTo>
                  <a:lnTo>
                    <a:pt x="245730" y="26158"/>
                  </a:lnTo>
                  <a:lnTo>
                    <a:pt x="203910" y="45532"/>
                  </a:lnTo>
                  <a:lnTo>
                    <a:pt x="164961" y="69627"/>
                  </a:lnTo>
                  <a:lnTo>
                    <a:pt x="129243" y="98078"/>
                  </a:lnTo>
                  <a:lnTo>
                    <a:pt x="97118" y="130521"/>
                  </a:lnTo>
                  <a:lnTo>
                    <a:pt x="68945" y="166592"/>
                  </a:lnTo>
                  <a:lnTo>
                    <a:pt x="45087" y="205927"/>
                  </a:lnTo>
                  <a:lnTo>
                    <a:pt x="25902" y="248161"/>
                  </a:lnTo>
                  <a:lnTo>
                    <a:pt x="11752" y="292931"/>
                  </a:lnTo>
                  <a:lnTo>
                    <a:pt x="2998" y="339872"/>
                  </a:lnTo>
                  <a:lnTo>
                    <a:pt x="0" y="388620"/>
                  </a:lnTo>
                  <a:lnTo>
                    <a:pt x="2998" y="437367"/>
                  </a:lnTo>
                  <a:lnTo>
                    <a:pt x="11752" y="484308"/>
                  </a:lnTo>
                  <a:lnTo>
                    <a:pt x="25902" y="529078"/>
                  </a:lnTo>
                  <a:lnTo>
                    <a:pt x="45087" y="571312"/>
                  </a:lnTo>
                  <a:lnTo>
                    <a:pt x="68945" y="610647"/>
                  </a:lnTo>
                  <a:lnTo>
                    <a:pt x="97118" y="646718"/>
                  </a:lnTo>
                  <a:lnTo>
                    <a:pt x="129243" y="679161"/>
                  </a:lnTo>
                  <a:lnTo>
                    <a:pt x="164961" y="707612"/>
                  </a:lnTo>
                  <a:lnTo>
                    <a:pt x="203910" y="731707"/>
                  </a:lnTo>
                  <a:lnTo>
                    <a:pt x="245730" y="751081"/>
                  </a:lnTo>
                  <a:lnTo>
                    <a:pt x="290060" y="765371"/>
                  </a:lnTo>
                  <a:lnTo>
                    <a:pt x="336540" y="774212"/>
                  </a:lnTo>
                  <a:lnTo>
                    <a:pt x="384810" y="777240"/>
                  </a:lnTo>
                  <a:lnTo>
                    <a:pt x="433079" y="774212"/>
                  </a:lnTo>
                  <a:lnTo>
                    <a:pt x="479559" y="765371"/>
                  </a:lnTo>
                  <a:lnTo>
                    <a:pt x="523889" y="751081"/>
                  </a:lnTo>
                  <a:lnTo>
                    <a:pt x="565709" y="731707"/>
                  </a:lnTo>
                  <a:lnTo>
                    <a:pt x="604658" y="707612"/>
                  </a:lnTo>
                  <a:lnTo>
                    <a:pt x="640376" y="679161"/>
                  </a:lnTo>
                  <a:lnTo>
                    <a:pt x="672501" y="646718"/>
                  </a:lnTo>
                  <a:lnTo>
                    <a:pt x="700674" y="610647"/>
                  </a:lnTo>
                  <a:lnTo>
                    <a:pt x="724532" y="571312"/>
                  </a:lnTo>
                  <a:lnTo>
                    <a:pt x="743717" y="529078"/>
                  </a:lnTo>
                  <a:lnTo>
                    <a:pt x="757867" y="484308"/>
                  </a:lnTo>
                  <a:lnTo>
                    <a:pt x="766621" y="437367"/>
                  </a:lnTo>
                  <a:lnTo>
                    <a:pt x="769620" y="388620"/>
                  </a:lnTo>
                  <a:lnTo>
                    <a:pt x="766621" y="339872"/>
                  </a:lnTo>
                  <a:lnTo>
                    <a:pt x="757867" y="292931"/>
                  </a:lnTo>
                  <a:lnTo>
                    <a:pt x="743717" y="248161"/>
                  </a:lnTo>
                  <a:lnTo>
                    <a:pt x="724532" y="205927"/>
                  </a:lnTo>
                  <a:lnTo>
                    <a:pt x="700674" y="166592"/>
                  </a:lnTo>
                  <a:lnTo>
                    <a:pt x="672501" y="130521"/>
                  </a:lnTo>
                  <a:lnTo>
                    <a:pt x="640376" y="98078"/>
                  </a:lnTo>
                  <a:lnTo>
                    <a:pt x="604658" y="69627"/>
                  </a:lnTo>
                  <a:lnTo>
                    <a:pt x="565709" y="45532"/>
                  </a:lnTo>
                  <a:lnTo>
                    <a:pt x="523889" y="26158"/>
                  </a:lnTo>
                  <a:lnTo>
                    <a:pt x="479559" y="11868"/>
                  </a:lnTo>
                  <a:lnTo>
                    <a:pt x="433079" y="3027"/>
                  </a:lnTo>
                  <a:lnTo>
                    <a:pt x="3848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8749283" y="4110228"/>
              <a:ext cx="769620" cy="777240"/>
            </a:xfrm>
            <a:custGeom>
              <a:avLst/>
              <a:gdLst/>
              <a:ahLst/>
              <a:cxnLst/>
              <a:rect l="l" t="t" r="r" b="b"/>
              <a:pathLst>
                <a:path w="769620" h="777239">
                  <a:moveTo>
                    <a:pt x="0" y="388620"/>
                  </a:moveTo>
                  <a:lnTo>
                    <a:pt x="2998" y="339872"/>
                  </a:lnTo>
                  <a:lnTo>
                    <a:pt x="11752" y="292931"/>
                  </a:lnTo>
                  <a:lnTo>
                    <a:pt x="25902" y="248161"/>
                  </a:lnTo>
                  <a:lnTo>
                    <a:pt x="45087" y="205927"/>
                  </a:lnTo>
                  <a:lnTo>
                    <a:pt x="68945" y="166592"/>
                  </a:lnTo>
                  <a:lnTo>
                    <a:pt x="97118" y="130521"/>
                  </a:lnTo>
                  <a:lnTo>
                    <a:pt x="129243" y="98078"/>
                  </a:lnTo>
                  <a:lnTo>
                    <a:pt x="164961" y="69627"/>
                  </a:lnTo>
                  <a:lnTo>
                    <a:pt x="203910" y="45532"/>
                  </a:lnTo>
                  <a:lnTo>
                    <a:pt x="245730" y="26158"/>
                  </a:lnTo>
                  <a:lnTo>
                    <a:pt x="290060" y="11868"/>
                  </a:lnTo>
                  <a:lnTo>
                    <a:pt x="336540" y="3027"/>
                  </a:lnTo>
                  <a:lnTo>
                    <a:pt x="384810" y="0"/>
                  </a:lnTo>
                  <a:lnTo>
                    <a:pt x="433079" y="3027"/>
                  </a:lnTo>
                  <a:lnTo>
                    <a:pt x="479559" y="11868"/>
                  </a:lnTo>
                  <a:lnTo>
                    <a:pt x="523889" y="26158"/>
                  </a:lnTo>
                  <a:lnTo>
                    <a:pt x="565709" y="45532"/>
                  </a:lnTo>
                  <a:lnTo>
                    <a:pt x="604658" y="69627"/>
                  </a:lnTo>
                  <a:lnTo>
                    <a:pt x="640376" y="98078"/>
                  </a:lnTo>
                  <a:lnTo>
                    <a:pt x="672501" y="130521"/>
                  </a:lnTo>
                  <a:lnTo>
                    <a:pt x="700674" y="166592"/>
                  </a:lnTo>
                  <a:lnTo>
                    <a:pt x="724532" y="205927"/>
                  </a:lnTo>
                  <a:lnTo>
                    <a:pt x="743717" y="248161"/>
                  </a:lnTo>
                  <a:lnTo>
                    <a:pt x="757867" y="292931"/>
                  </a:lnTo>
                  <a:lnTo>
                    <a:pt x="766621" y="339872"/>
                  </a:lnTo>
                  <a:lnTo>
                    <a:pt x="769620" y="388620"/>
                  </a:lnTo>
                  <a:lnTo>
                    <a:pt x="766621" y="437367"/>
                  </a:lnTo>
                  <a:lnTo>
                    <a:pt x="757867" y="484308"/>
                  </a:lnTo>
                  <a:lnTo>
                    <a:pt x="743717" y="529078"/>
                  </a:lnTo>
                  <a:lnTo>
                    <a:pt x="724532" y="571312"/>
                  </a:lnTo>
                  <a:lnTo>
                    <a:pt x="700674" y="610647"/>
                  </a:lnTo>
                  <a:lnTo>
                    <a:pt x="672501" y="646718"/>
                  </a:lnTo>
                  <a:lnTo>
                    <a:pt x="640376" y="679161"/>
                  </a:lnTo>
                  <a:lnTo>
                    <a:pt x="604658" y="707612"/>
                  </a:lnTo>
                  <a:lnTo>
                    <a:pt x="565709" y="731707"/>
                  </a:lnTo>
                  <a:lnTo>
                    <a:pt x="523889" y="751081"/>
                  </a:lnTo>
                  <a:lnTo>
                    <a:pt x="479559" y="765371"/>
                  </a:lnTo>
                  <a:lnTo>
                    <a:pt x="433079" y="774212"/>
                  </a:lnTo>
                  <a:lnTo>
                    <a:pt x="384810" y="777240"/>
                  </a:lnTo>
                  <a:lnTo>
                    <a:pt x="336540" y="774212"/>
                  </a:lnTo>
                  <a:lnTo>
                    <a:pt x="290060" y="765371"/>
                  </a:lnTo>
                  <a:lnTo>
                    <a:pt x="245730" y="751081"/>
                  </a:lnTo>
                  <a:lnTo>
                    <a:pt x="203910" y="731707"/>
                  </a:lnTo>
                  <a:lnTo>
                    <a:pt x="164961" y="707612"/>
                  </a:lnTo>
                  <a:lnTo>
                    <a:pt x="129243" y="679161"/>
                  </a:lnTo>
                  <a:lnTo>
                    <a:pt x="97118" y="646718"/>
                  </a:lnTo>
                  <a:lnTo>
                    <a:pt x="68945" y="610647"/>
                  </a:lnTo>
                  <a:lnTo>
                    <a:pt x="45087" y="571312"/>
                  </a:lnTo>
                  <a:lnTo>
                    <a:pt x="25902" y="529078"/>
                  </a:lnTo>
                  <a:lnTo>
                    <a:pt x="11752" y="484308"/>
                  </a:lnTo>
                  <a:lnTo>
                    <a:pt x="2998" y="437367"/>
                  </a:lnTo>
                  <a:lnTo>
                    <a:pt x="0" y="38862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 descr=""/>
          <p:cNvSpPr txBox="1"/>
          <p:nvPr/>
        </p:nvSpPr>
        <p:spPr>
          <a:xfrm>
            <a:off x="8848824" y="4359191"/>
            <a:ext cx="515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8300084" y="4155694"/>
            <a:ext cx="3413760" cy="1960880"/>
            <a:chOff x="8300084" y="4155694"/>
            <a:chExt cx="3413760" cy="1960880"/>
          </a:xfrm>
        </p:grpSpPr>
        <p:sp>
          <p:nvSpPr>
            <p:cNvPr id="77" name="object 77" descr=""/>
            <p:cNvSpPr/>
            <p:nvPr/>
          </p:nvSpPr>
          <p:spPr>
            <a:xfrm>
              <a:off x="8309609" y="4499610"/>
              <a:ext cx="376555" cy="0"/>
            </a:xfrm>
            <a:custGeom>
              <a:avLst/>
              <a:gdLst/>
              <a:ahLst/>
              <a:cxnLst/>
              <a:rect l="l" t="t" r="r" b="b"/>
              <a:pathLst>
                <a:path w="376554" h="0">
                  <a:moveTo>
                    <a:pt x="0" y="0"/>
                  </a:moveTo>
                  <a:lnTo>
                    <a:pt x="376542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8673449" y="446150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8810243" y="5457444"/>
              <a:ext cx="647700" cy="652780"/>
            </a:xfrm>
            <a:custGeom>
              <a:avLst/>
              <a:gdLst/>
              <a:ahLst/>
              <a:cxnLst/>
              <a:rect l="l" t="t" r="r" b="b"/>
              <a:pathLst>
                <a:path w="647700" h="652779">
                  <a:moveTo>
                    <a:pt x="0" y="326135"/>
                  </a:moveTo>
                  <a:lnTo>
                    <a:pt x="3511" y="277941"/>
                  </a:lnTo>
                  <a:lnTo>
                    <a:pt x="13711" y="231942"/>
                  </a:lnTo>
                  <a:lnTo>
                    <a:pt x="30099" y="188643"/>
                  </a:lnTo>
                  <a:lnTo>
                    <a:pt x="52175" y="148549"/>
                  </a:lnTo>
                  <a:lnTo>
                    <a:pt x="79436" y="112165"/>
                  </a:lnTo>
                  <a:lnTo>
                    <a:pt x="111381" y="79994"/>
                  </a:lnTo>
                  <a:lnTo>
                    <a:pt x="147511" y="52541"/>
                  </a:lnTo>
                  <a:lnTo>
                    <a:pt x="187324" y="30311"/>
                  </a:lnTo>
                  <a:lnTo>
                    <a:pt x="230319" y="13807"/>
                  </a:lnTo>
                  <a:lnTo>
                    <a:pt x="275994" y="3536"/>
                  </a:lnTo>
                  <a:lnTo>
                    <a:pt x="323850" y="0"/>
                  </a:lnTo>
                  <a:lnTo>
                    <a:pt x="371705" y="3536"/>
                  </a:lnTo>
                  <a:lnTo>
                    <a:pt x="417380" y="13807"/>
                  </a:lnTo>
                  <a:lnTo>
                    <a:pt x="460375" y="30311"/>
                  </a:lnTo>
                  <a:lnTo>
                    <a:pt x="500188" y="52541"/>
                  </a:lnTo>
                  <a:lnTo>
                    <a:pt x="536318" y="79994"/>
                  </a:lnTo>
                  <a:lnTo>
                    <a:pt x="568263" y="112165"/>
                  </a:lnTo>
                  <a:lnTo>
                    <a:pt x="595524" y="148549"/>
                  </a:lnTo>
                  <a:lnTo>
                    <a:pt x="617600" y="188643"/>
                  </a:lnTo>
                  <a:lnTo>
                    <a:pt x="633988" y="231942"/>
                  </a:lnTo>
                  <a:lnTo>
                    <a:pt x="644188" y="277941"/>
                  </a:lnTo>
                  <a:lnTo>
                    <a:pt x="647700" y="326135"/>
                  </a:lnTo>
                  <a:lnTo>
                    <a:pt x="644188" y="374330"/>
                  </a:lnTo>
                  <a:lnTo>
                    <a:pt x="633988" y="420329"/>
                  </a:lnTo>
                  <a:lnTo>
                    <a:pt x="617600" y="463628"/>
                  </a:lnTo>
                  <a:lnTo>
                    <a:pt x="595524" y="503722"/>
                  </a:lnTo>
                  <a:lnTo>
                    <a:pt x="568263" y="540106"/>
                  </a:lnTo>
                  <a:lnTo>
                    <a:pt x="536318" y="572277"/>
                  </a:lnTo>
                  <a:lnTo>
                    <a:pt x="500188" y="599730"/>
                  </a:lnTo>
                  <a:lnTo>
                    <a:pt x="460375" y="621960"/>
                  </a:lnTo>
                  <a:lnTo>
                    <a:pt x="417380" y="638464"/>
                  </a:lnTo>
                  <a:lnTo>
                    <a:pt x="371705" y="648735"/>
                  </a:lnTo>
                  <a:lnTo>
                    <a:pt x="323850" y="652271"/>
                  </a:lnTo>
                  <a:lnTo>
                    <a:pt x="275994" y="648735"/>
                  </a:lnTo>
                  <a:lnTo>
                    <a:pt x="230319" y="638464"/>
                  </a:lnTo>
                  <a:lnTo>
                    <a:pt x="187324" y="621960"/>
                  </a:lnTo>
                  <a:lnTo>
                    <a:pt x="147511" y="599730"/>
                  </a:lnTo>
                  <a:lnTo>
                    <a:pt x="111381" y="572277"/>
                  </a:lnTo>
                  <a:lnTo>
                    <a:pt x="79436" y="540106"/>
                  </a:lnTo>
                  <a:lnTo>
                    <a:pt x="52175" y="503722"/>
                  </a:lnTo>
                  <a:lnTo>
                    <a:pt x="30099" y="463628"/>
                  </a:lnTo>
                  <a:lnTo>
                    <a:pt x="13711" y="420329"/>
                  </a:lnTo>
                  <a:lnTo>
                    <a:pt x="3511" y="374330"/>
                  </a:lnTo>
                  <a:lnTo>
                    <a:pt x="0" y="32613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1059667" y="5445252"/>
              <a:ext cx="647700" cy="654050"/>
            </a:xfrm>
            <a:custGeom>
              <a:avLst/>
              <a:gdLst/>
              <a:ahLst/>
              <a:cxnLst/>
              <a:rect l="l" t="t" r="r" b="b"/>
              <a:pathLst>
                <a:path w="647700" h="654050">
                  <a:moveTo>
                    <a:pt x="0" y="326898"/>
                  </a:moveTo>
                  <a:lnTo>
                    <a:pt x="3511" y="278590"/>
                  </a:lnTo>
                  <a:lnTo>
                    <a:pt x="13711" y="232484"/>
                  </a:lnTo>
                  <a:lnTo>
                    <a:pt x="30099" y="189085"/>
                  </a:lnTo>
                  <a:lnTo>
                    <a:pt x="52175" y="148897"/>
                  </a:lnTo>
                  <a:lnTo>
                    <a:pt x="79436" y="112427"/>
                  </a:lnTo>
                  <a:lnTo>
                    <a:pt x="111381" y="80181"/>
                  </a:lnTo>
                  <a:lnTo>
                    <a:pt x="147511" y="52664"/>
                  </a:lnTo>
                  <a:lnTo>
                    <a:pt x="187324" y="30382"/>
                  </a:lnTo>
                  <a:lnTo>
                    <a:pt x="230319" y="13840"/>
                  </a:lnTo>
                  <a:lnTo>
                    <a:pt x="275994" y="3544"/>
                  </a:lnTo>
                  <a:lnTo>
                    <a:pt x="323850" y="0"/>
                  </a:lnTo>
                  <a:lnTo>
                    <a:pt x="371705" y="3544"/>
                  </a:lnTo>
                  <a:lnTo>
                    <a:pt x="417380" y="13840"/>
                  </a:lnTo>
                  <a:lnTo>
                    <a:pt x="460375" y="30382"/>
                  </a:lnTo>
                  <a:lnTo>
                    <a:pt x="500188" y="52664"/>
                  </a:lnTo>
                  <a:lnTo>
                    <a:pt x="536318" y="80181"/>
                  </a:lnTo>
                  <a:lnTo>
                    <a:pt x="568263" y="112427"/>
                  </a:lnTo>
                  <a:lnTo>
                    <a:pt x="595524" y="148897"/>
                  </a:lnTo>
                  <a:lnTo>
                    <a:pt x="617600" y="189085"/>
                  </a:lnTo>
                  <a:lnTo>
                    <a:pt x="633988" y="232484"/>
                  </a:lnTo>
                  <a:lnTo>
                    <a:pt x="644188" y="278590"/>
                  </a:lnTo>
                  <a:lnTo>
                    <a:pt x="647700" y="326898"/>
                  </a:lnTo>
                  <a:lnTo>
                    <a:pt x="644188" y="375205"/>
                  </a:lnTo>
                  <a:lnTo>
                    <a:pt x="633988" y="421311"/>
                  </a:lnTo>
                  <a:lnTo>
                    <a:pt x="617600" y="464710"/>
                  </a:lnTo>
                  <a:lnTo>
                    <a:pt x="595524" y="504898"/>
                  </a:lnTo>
                  <a:lnTo>
                    <a:pt x="568263" y="541368"/>
                  </a:lnTo>
                  <a:lnTo>
                    <a:pt x="536318" y="573614"/>
                  </a:lnTo>
                  <a:lnTo>
                    <a:pt x="500188" y="601131"/>
                  </a:lnTo>
                  <a:lnTo>
                    <a:pt x="460375" y="623413"/>
                  </a:lnTo>
                  <a:lnTo>
                    <a:pt x="417380" y="639955"/>
                  </a:lnTo>
                  <a:lnTo>
                    <a:pt x="371705" y="650251"/>
                  </a:lnTo>
                  <a:lnTo>
                    <a:pt x="323850" y="653796"/>
                  </a:lnTo>
                  <a:lnTo>
                    <a:pt x="275994" y="650251"/>
                  </a:lnTo>
                  <a:lnTo>
                    <a:pt x="230319" y="639955"/>
                  </a:lnTo>
                  <a:lnTo>
                    <a:pt x="187324" y="623413"/>
                  </a:lnTo>
                  <a:lnTo>
                    <a:pt x="147511" y="601131"/>
                  </a:lnTo>
                  <a:lnTo>
                    <a:pt x="111381" y="573614"/>
                  </a:lnTo>
                  <a:lnTo>
                    <a:pt x="79436" y="541368"/>
                  </a:lnTo>
                  <a:lnTo>
                    <a:pt x="52175" y="504898"/>
                  </a:lnTo>
                  <a:lnTo>
                    <a:pt x="30099" y="464710"/>
                  </a:lnTo>
                  <a:lnTo>
                    <a:pt x="13711" y="421311"/>
                  </a:lnTo>
                  <a:lnTo>
                    <a:pt x="3511" y="375205"/>
                  </a:lnTo>
                  <a:lnTo>
                    <a:pt x="0" y="32689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1035283" y="4162044"/>
              <a:ext cx="647700" cy="654050"/>
            </a:xfrm>
            <a:custGeom>
              <a:avLst/>
              <a:gdLst/>
              <a:ahLst/>
              <a:cxnLst/>
              <a:rect l="l" t="t" r="r" b="b"/>
              <a:pathLst>
                <a:path w="647700" h="654050">
                  <a:moveTo>
                    <a:pt x="0" y="326897"/>
                  </a:moveTo>
                  <a:lnTo>
                    <a:pt x="3511" y="278590"/>
                  </a:lnTo>
                  <a:lnTo>
                    <a:pt x="13711" y="232484"/>
                  </a:lnTo>
                  <a:lnTo>
                    <a:pt x="30099" y="189085"/>
                  </a:lnTo>
                  <a:lnTo>
                    <a:pt x="52175" y="148897"/>
                  </a:lnTo>
                  <a:lnTo>
                    <a:pt x="79436" y="112427"/>
                  </a:lnTo>
                  <a:lnTo>
                    <a:pt x="111381" y="80181"/>
                  </a:lnTo>
                  <a:lnTo>
                    <a:pt x="147511" y="52664"/>
                  </a:lnTo>
                  <a:lnTo>
                    <a:pt x="187324" y="30382"/>
                  </a:lnTo>
                  <a:lnTo>
                    <a:pt x="230319" y="13840"/>
                  </a:lnTo>
                  <a:lnTo>
                    <a:pt x="275994" y="3544"/>
                  </a:lnTo>
                  <a:lnTo>
                    <a:pt x="323850" y="0"/>
                  </a:lnTo>
                  <a:lnTo>
                    <a:pt x="371705" y="3544"/>
                  </a:lnTo>
                  <a:lnTo>
                    <a:pt x="417380" y="13840"/>
                  </a:lnTo>
                  <a:lnTo>
                    <a:pt x="460375" y="30382"/>
                  </a:lnTo>
                  <a:lnTo>
                    <a:pt x="500188" y="52664"/>
                  </a:lnTo>
                  <a:lnTo>
                    <a:pt x="536318" y="80181"/>
                  </a:lnTo>
                  <a:lnTo>
                    <a:pt x="568263" y="112427"/>
                  </a:lnTo>
                  <a:lnTo>
                    <a:pt x="595524" y="148897"/>
                  </a:lnTo>
                  <a:lnTo>
                    <a:pt x="617600" y="189085"/>
                  </a:lnTo>
                  <a:lnTo>
                    <a:pt x="633988" y="232484"/>
                  </a:lnTo>
                  <a:lnTo>
                    <a:pt x="644188" y="278590"/>
                  </a:lnTo>
                  <a:lnTo>
                    <a:pt x="647700" y="326897"/>
                  </a:lnTo>
                  <a:lnTo>
                    <a:pt x="644188" y="375205"/>
                  </a:lnTo>
                  <a:lnTo>
                    <a:pt x="633988" y="421311"/>
                  </a:lnTo>
                  <a:lnTo>
                    <a:pt x="617600" y="464710"/>
                  </a:lnTo>
                  <a:lnTo>
                    <a:pt x="595524" y="504898"/>
                  </a:lnTo>
                  <a:lnTo>
                    <a:pt x="568263" y="541368"/>
                  </a:lnTo>
                  <a:lnTo>
                    <a:pt x="536318" y="573614"/>
                  </a:lnTo>
                  <a:lnTo>
                    <a:pt x="500188" y="601131"/>
                  </a:lnTo>
                  <a:lnTo>
                    <a:pt x="460375" y="623413"/>
                  </a:lnTo>
                  <a:lnTo>
                    <a:pt x="417380" y="639955"/>
                  </a:lnTo>
                  <a:lnTo>
                    <a:pt x="371705" y="650251"/>
                  </a:lnTo>
                  <a:lnTo>
                    <a:pt x="323850" y="653795"/>
                  </a:lnTo>
                  <a:lnTo>
                    <a:pt x="275994" y="650251"/>
                  </a:lnTo>
                  <a:lnTo>
                    <a:pt x="230319" y="639955"/>
                  </a:lnTo>
                  <a:lnTo>
                    <a:pt x="187324" y="623413"/>
                  </a:lnTo>
                  <a:lnTo>
                    <a:pt x="147511" y="601131"/>
                  </a:lnTo>
                  <a:lnTo>
                    <a:pt x="111381" y="573614"/>
                  </a:lnTo>
                  <a:lnTo>
                    <a:pt x="79436" y="541368"/>
                  </a:lnTo>
                  <a:lnTo>
                    <a:pt x="52175" y="504898"/>
                  </a:lnTo>
                  <a:lnTo>
                    <a:pt x="30099" y="464710"/>
                  </a:lnTo>
                  <a:lnTo>
                    <a:pt x="13711" y="421311"/>
                  </a:lnTo>
                  <a:lnTo>
                    <a:pt x="3511" y="375205"/>
                  </a:lnTo>
                  <a:lnTo>
                    <a:pt x="0" y="326897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9134093" y="4888230"/>
              <a:ext cx="0" cy="445134"/>
            </a:xfrm>
            <a:custGeom>
              <a:avLst/>
              <a:gdLst/>
              <a:ahLst/>
              <a:cxnLst/>
              <a:rect l="l" t="t" r="r" b="b"/>
              <a:pathLst>
                <a:path w="0" h="445135">
                  <a:moveTo>
                    <a:pt x="0" y="0"/>
                  </a:moveTo>
                  <a:lnTo>
                    <a:pt x="0" y="44469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9095998" y="532021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9406889" y="4773930"/>
              <a:ext cx="1538605" cy="965200"/>
            </a:xfrm>
            <a:custGeom>
              <a:avLst/>
              <a:gdLst/>
              <a:ahLst/>
              <a:cxnLst/>
              <a:rect l="l" t="t" r="r" b="b"/>
              <a:pathLst>
                <a:path w="1538604" h="965200">
                  <a:moveTo>
                    <a:pt x="0" y="0"/>
                  </a:moveTo>
                  <a:lnTo>
                    <a:pt x="1538389" y="96493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0914278" y="5699842"/>
              <a:ext cx="85090" cy="73025"/>
            </a:xfrm>
            <a:custGeom>
              <a:avLst/>
              <a:gdLst/>
              <a:ahLst/>
              <a:cxnLst/>
              <a:rect l="l" t="t" r="r" b="b"/>
              <a:pathLst>
                <a:path w="85090" h="73025">
                  <a:moveTo>
                    <a:pt x="40487" y="0"/>
                  </a:moveTo>
                  <a:lnTo>
                    <a:pt x="0" y="64554"/>
                  </a:lnTo>
                  <a:lnTo>
                    <a:pt x="84797" y="72770"/>
                  </a:lnTo>
                  <a:lnTo>
                    <a:pt x="40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 descr=""/>
          <p:cNvSpPr txBox="1"/>
          <p:nvPr/>
        </p:nvSpPr>
        <p:spPr>
          <a:xfrm>
            <a:off x="8908377" y="4960134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10495338" y="550668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88" name="object 88" descr=""/>
          <p:cNvGrpSpPr/>
          <p:nvPr/>
        </p:nvGrpSpPr>
        <p:grpSpPr>
          <a:xfrm>
            <a:off x="9406883" y="4473321"/>
            <a:ext cx="1569085" cy="1036319"/>
            <a:chOff x="9406883" y="4473321"/>
            <a:chExt cx="1569085" cy="1036319"/>
          </a:xfrm>
        </p:grpSpPr>
        <p:sp>
          <p:nvSpPr>
            <p:cNvPr id="89" name="object 89" descr=""/>
            <p:cNvSpPr/>
            <p:nvPr/>
          </p:nvSpPr>
          <p:spPr>
            <a:xfrm>
              <a:off x="9459929" y="4482846"/>
              <a:ext cx="1506855" cy="991869"/>
            </a:xfrm>
            <a:custGeom>
              <a:avLst/>
              <a:gdLst/>
              <a:ahLst/>
              <a:cxnLst/>
              <a:rect l="l" t="t" r="r" b="b"/>
              <a:pathLst>
                <a:path w="1506854" h="991870">
                  <a:moveTo>
                    <a:pt x="1506397" y="0"/>
                  </a:moveTo>
                  <a:lnTo>
                    <a:pt x="0" y="99174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9406883" y="5435776"/>
              <a:ext cx="85090" cy="74295"/>
            </a:xfrm>
            <a:custGeom>
              <a:avLst/>
              <a:gdLst/>
              <a:ahLst/>
              <a:cxnLst/>
              <a:rect l="l" t="t" r="r" b="b"/>
              <a:pathLst>
                <a:path w="85090" h="74295">
                  <a:moveTo>
                    <a:pt x="42697" y="0"/>
                  </a:moveTo>
                  <a:lnTo>
                    <a:pt x="0" y="73723"/>
                  </a:lnTo>
                  <a:lnTo>
                    <a:pt x="84594" y="63639"/>
                  </a:lnTo>
                  <a:lnTo>
                    <a:pt x="426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 descr=""/>
          <p:cNvSpPr txBox="1"/>
          <p:nvPr/>
        </p:nvSpPr>
        <p:spPr>
          <a:xfrm>
            <a:off x="10428928" y="4452287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92" name="object 92" descr=""/>
          <p:cNvGrpSpPr/>
          <p:nvPr/>
        </p:nvGrpSpPr>
        <p:grpSpPr>
          <a:xfrm>
            <a:off x="8562575" y="4746863"/>
            <a:ext cx="2633980" cy="1616075"/>
            <a:chOff x="8562575" y="4746863"/>
            <a:chExt cx="2633980" cy="1616075"/>
          </a:xfrm>
        </p:grpSpPr>
        <p:sp>
          <p:nvSpPr>
            <p:cNvPr id="93" name="object 93" descr=""/>
            <p:cNvSpPr/>
            <p:nvPr/>
          </p:nvSpPr>
          <p:spPr>
            <a:xfrm>
              <a:off x="8572100" y="4779918"/>
              <a:ext cx="278765" cy="744220"/>
            </a:xfrm>
            <a:custGeom>
              <a:avLst/>
              <a:gdLst/>
              <a:ahLst/>
              <a:cxnLst/>
              <a:rect l="l" t="t" r="r" b="b"/>
              <a:pathLst>
                <a:path w="278765" h="744220">
                  <a:moveTo>
                    <a:pt x="278620" y="743966"/>
                  </a:moveTo>
                  <a:lnTo>
                    <a:pt x="237645" y="736073"/>
                  </a:lnTo>
                  <a:lnTo>
                    <a:pt x="198806" y="721692"/>
                  </a:lnTo>
                  <a:lnTo>
                    <a:pt x="162433" y="701315"/>
                  </a:lnTo>
                  <a:lnTo>
                    <a:pt x="128859" y="675436"/>
                  </a:lnTo>
                  <a:lnTo>
                    <a:pt x="98414" y="644550"/>
                  </a:lnTo>
                  <a:lnTo>
                    <a:pt x="71429" y="609149"/>
                  </a:lnTo>
                  <a:lnTo>
                    <a:pt x="48235" y="569727"/>
                  </a:lnTo>
                  <a:lnTo>
                    <a:pt x="29164" y="526779"/>
                  </a:lnTo>
                  <a:lnTo>
                    <a:pt x="14547" y="480797"/>
                  </a:lnTo>
                  <a:lnTo>
                    <a:pt x="4715" y="432276"/>
                  </a:lnTo>
                  <a:lnTo>
                    <a:pt x="0" y="381709"/>
                  </a:lnTo>
                  <a:lnTo>
                    <a:pt x="731" y="329590"/>
                  </a:lnTo>
                  <a:lnTo>
                    <a:pt x="7865" y="273482"/>
                  </a:lnTo>
                  <a:lnTo>
                    <a:pt x="21185" y="220381"/>
                  </a:lnTo>
                  <a:lnTo>
                    <a:pt x="40215" y="170912"/>
                  </a:lnTo>
                  <a:lnTo>
                    <a:pt x="64477" y="125704"/>
                  </a:lnTo>
                  <a:lnTo>
                    <a:pt x="93494" y="85382"/>
                  </a:lnTo>
                  <a:lnTo>
                    <a:pt x="126788" y="50573"/>
                  </a:lnTo>
                  <a:lnTo>
                    <a:pt x="163882" y="21903"/>
                  </a:lnTo>
                  <a:lnTo>
                    <a:pt x="20429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8753824" y="4746863"/>
              <a:ext cx="84455" cy="73660"/>
            </a:xfrm>
            <a:custGeom>
              <a:avLst/>
              <a:gdLst/>
              <a:ahLst/>
              <a:cxnLst/>
              <a:rect l="l" t="t" r="r" b="b"/>
              <a:pathLst>
                <a:path w="84454" h="73660">
                  <a:moveTo>
                    <a:pt x="0" y="0"/>
                  </a:moveTo>
                  <a:lnTo>
                    <a:pt x="21590" y="73075"/>
                  </a:lnTo>
                  <a:lnTo>
                    <a:pt x="83870" y="149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9519666" y="5784341"/>
              <a:ext cx="1529715" cy="252729"/>
            </a:xfrm>
            <a:custGeom>
              <a:avLst/>
              <a:gdLst/>
              <a:ahLst/>
              <a:cxnLst/>
              <a:rect l="l" t="t" r="r" b="b"/>
              <a:pathLst>
                <a:path w="1529715" h="252729">
                  <a:moveTo>
                    <a:pt x="0" y="0"/>
                  </a:moveTo>
                  <a:lnTo>
                    <a:pt x="1529524" y="25255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1030451" y="5997225"/>
              <a:ext cx="81915" cy="75565"/>
            </a:xfrm>
            <a:custGeom>
              <a:avLst/>
              <a:gdLst/>
              <a:ahLst/>
              <a:cxnLst/>
              <a:rect l="l" t="t" r="r" b="b"/>
              <a:pathLst>
                <a:path w="81915" h="75564">
                  <a:moveTo>
                    <a:pt x="12420" y="0"/>
                  </a:moveTo>
                  <a:lnTo>
                    <a:pt x="0" y="75184"/>
                  </a:lnTo>
                  <a:lnTo>
                    <a:pt x="81394" y="50012"/>
                  </a:lnTo>
                  <a:lnTo>
                    <a:pt x="124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9406228" y="6110657"/>
              <a:ext cx="1780539" cy="242570"/>
            </a:xfrm>
            <a:custGeom>
              <a:avLst/>
              <a:gdLst/>
              <a:ahLst/>
              <a:cxnLst/>
              <a:rect l="l" t="t" r="r" b="b"/>
              <a:pathLst>
                <a:path w="1780540" h="242570">
                  <a:moveTo>
                    <a:pt x="1780273" y="0"/>
                  </a:moveTo>
                  <a:lnTo>
                    <a:pt x="1745388" y="39904"/>
                  </a:lnTo>
                  <a:lnTo>
                    <a:pt x="1695396" y="77059"/>
                  </a:lnTo>
                  <a:lnTo>
                    <a:pt x="1631634" y="111184"/>
                  </a:lnTo>
                  <a:lnTo>
                    <a:pt x="1595007" y="127022"/>
                  </a:lnTo>
                  <a:lnTo>
                    <a:pt x="1555438" y="141997"/>
                  </a:lnTo>
                  <a:lnTo>
                    <a:pt x="1513095" y="156075"/>
                  </a:lnTo>
                  <a:lnTo>
                    <a:pt x="1468145" y="169219"/>
                  </a:lnTo>
                  <a:lnTo>
                    <a:pt x="1420754" y="181395"/>
                  </a:lnTo>
                  <a:lnTo>
                    <a:pt x="1371090" y="192568"/>
                  </a:lnTo>
                  <a:lnTo>
                    <a:pt x="1319320" y="202703"/>
                  </a:lnTo>
                  <a:lnTo>
                    <a:pt x="1265611" y="211764"/>
                  </a:lnTo>
                  <a:lnTo>
                    <a:pt x="1210129" y="219717"/>
                  </a:lnTo>
                  <a:lnTo>
                    <a:pt x="1153043" y="226526"/>
                  </a:lnTo>
                  <a:lnTo>
                    <a:pt x="1094519" y="232157"/>
                  </a:lnTo>
                  <a:lnTo>
                    <a:pt x="1034724" y="236574"/>
                  </a:lnTo>
                  <a:lnTo>
                    <a:pt x="973825" y="239742"/>
                  </a:lnTo>
                  <a:lnTo>
                    <a:pt x="911990" y="241626"/>
                  </a:lnTo>
                  <a:lnTo>
                    <a:pt x="849385" y="242191"/>
                  </a:lnTo>
                  <a:lnTo>
                    <a:pt x="786177" y="241403"/>
                  </a:lnTo>
                  <a:lnTo>
                    <a:pt x="722533" y="239225"/>
                  </a:lnTo>
                  <a:lnTo>
                    <a:pt x="658621" y="235623"/>
                  </a:lnTo>
                  <a:lnTo>
                    <a:pt x="597223" y="230781"/>
                  </a:lnTo>
                  <a:lnTo>
                    <a:pt x="537440" y="224687"/>
                  </a:lnTo>
                  <a:lnTo>
                    <a:pt x="479422" y="217385"/>
                  </a:lnTo>
                  <a:lnTo>
                    <a:pt x="423315" y="208917"/>
                  </a:lnTo>
                  <a:lnTo>
                    <a:pt x="369269" y="199328"/>
                  </a:lnTo>
                  <a:lnTo>
                    <a:pt x="317432" y="188659"/>
                  </a:lnTo>
                  <a:lnTo>
                    <a:pt x="267950" y="176953"/>
                  </a:lnTo>
                  <a:lnTo>
                    <a:pt x="220974" y="164255"/>
                  </a:lnTo>
                  <a:lnTo>
                    <a:pt x="176650" y="150607"/>
                  </a:lnTo>
                  <a:lnTo>
                    <a:pt x="135126" y="136051"/>
                  </a:lnTo>
                  <a:lnTo>
                    <a:pt x="96551" y="120632"/>
                  </a:lnTo>
                  <a:lnTo>
                    <a:pt x="61073" y="104392"/>
                  </a:lnTo>
                  <a:lnTo>
                    <a:pt x="28840" y="87374"/>
                  </a:lnTo>
                  <a:lnTo>
                    <a:pt x="0" y="6962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9356810" y="6140236"/>
              <a:ext cx="83820" cy="78105"/>
            </a:xfrm>
            <a:custGeom>
              <a:avLst/>
              <a:gdLst/>
              <a:ahLst/>
              <a:cxnLst/>
              <a:rect l="l" t="t" r="r" b="b"/>
              <a:pathLst>
                <a:path w="83820" h="78104">
                  <a:moveTo>
                    <a:pt x="0" y="0"/>
                  </a:moveTo>
                  <a:lnTo>
                    <a:pt x="35217" y="77571"/>
                  </a:lnTo>
                  <a:lnTo>
                    <a:pt x="83197" y="18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99" descr=""/>
          <p:cNvSpPr txBox="1"/>
          <p:nvPr/>
        </p:nvSpPr>
        <p:spPr>
          <a:xfrm>
            <a:off x="8370793" y="5000185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10203781" y="611456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101" name="object 101" descr=""/>
          <p:cNvGrpSpPr/>
          <p:nvPr/>
        </p:nvGrpSpPr>
        <p:grpSpPr>
          <a:xfrm>
            <a:off x="9501625" y="4634261"/>
            <a:ext cx="1738630" cy="812800"/>
            <a:chOff x="9501625" y="4634261"/>
            <a:chExt cx="1738630" cy="812800"/>
          </a:xfrm>
        </p:grpSpPr>
        <p:sp>
          <p:nvSpPr>
            <p:cNvPr id="102" name="object 102" descr=""/>
            <p:cNvSpPr/>
            <p:nvPr/>
          </p:nvSpPr>
          <p:spPr>
            <a:xfrm>
              <a:off x="9564256" y="4669358"/>
              <a:ext cx="1666239" cy="768350"/>
            </a:xfrm>
            <a:custGeom>
              <a:avLst/>
              <a:gdLst/>
              <a:ahLst/>
              <a:cxnLst/>
              <a:rect l="l" t="t" r="r" b="b"/>
              <a:pathLst>
                <a:path w="1666240" h="768350">
                  <a:moveTo>
                    <a:pt x="1666239" y="767905"/>
                  </a:moveTo>
                  <a:lnTo>
                    <a:pt x="1630950" y="727910"/>
                  </a:lnTo>
                  <a:lnTo>
                    <a:pt x="1584095" y="685151"/>
                  </a:lnTo>
                  <a:lnTo>
                    <a:pt x="1526545" y="640078"/>
                  </a:lnTo>
                  <a:lnTo>
                    <a:pt x="1494031" y="616814"/>
                  </a:lnTo>
                  <a:lnTo>
                    <a:pt x="1459169" y="593141"/>
                  </a:lnTo>
                  <a:lnTo>
                    <a:pt x="1422069" y="569114"/>
                  </a:lnTo>
                  <a:lnTo>
                    <a:pt x="1382839" y="544790"/>
                  </a:lnTo>
                  <a:lnTo>
                    <a:pt x="1341588" y="520226"/>
                  </a:lnTo>
                  <a:lnTo>
                    <a:pt x="1298425" y="495477"/>
                  </a:lnTo>
                  <a:lnTo>
                    <a:pt x="1253458" y="470600"/>
                  </a:lnTo>
                  <a:lnTo>
                    <a:pt x="1206797" y="445652"/>
                  </a:lnTo>
                  <a:lnTo>
                    <a:pt x="1158550" y="420687"/>
                  </a:lnTo>
                  <a:lnTo>
                    <a:pt x="1108826" y="395764"/>
                  </a:lnTo>
                  <a:lnTo>
                    <a:pt x="1057733" y="370937"/>
                  </a:lnTo>
                  <a:lnTo>
                    <a:pt x="1005381" y="346264"/>
                  </a:lnTo>
                  <a:lnTo>
                    <a:pt x="951879" y="321800"/>
                  </a:lnTo>
                  <a:lnTo>
                    <a:pt x="897335" y="297603"/>
                  </a:lnTo>
                  <a:lnTo>
                    <a:pt x="841857" y="273727"/>
                  </a:lnTo>
                  <a:lnTo>
                    <a:pt x="785556" y="250230"/>
                  </a:lnTo>
                  <a:lnTo>
                    <a:pt x="728539" y="227168"/>
                  </a:lnTo>
                  <a:lnTo>
                    <a:pt x="670916" y="204597"/>
                  </a:lnTo>
                  <a:lnTo>
                    <a:pt x="612794" y="182574"/>
                  </a:lnTo>
                  <a:lnTo>
                    <a:pt x="554284" y="161154"/>
                  </a:lnTo>
                  <a:lnTo>
                    <a:pt x="495493" y="140394"/>
                  </a:lnTo>
                  <a:lnTo>
                    <a:pt x="436531" y="120350"/>
                  </a:lnTo>
                  <a:lnTo>
                    <a:pt x="377507" y="101079"/>
                  </a:lnTo>
                  <a:lnTo>
                    <a:pt x="326691" y="85147"/>
                  </a:lnTo>
                  <a:lnTo>
                    <a:pt x="276741" y="70114"/>
                  </a:lnTo>
                  <a:lnTo>
                    <a:pt x="227743" y="56000"/>
                  </a:lnTo>
                  <a:lnTo>
                    <a:pt x="179781" y="42829"/>
                  </a:lnTo>
                  <a:lnTo>
                    <a:pt x="132940" y="30621"/>
                  </a:lnTo>
                  <a:lnTo>
                    <a:pt x="87306" y="19399"/>
                  </a:lnTo>
                  <a:lnTo>
                    <a:pt x="42964" y="9185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9501625" y="4634261"/>
              <a:ext cx="82550" cy="74930"/>
            </a:xfrm>
            <a:custGeom>
              <a:avLst/>
              <a:gdLst/>
              <a:ahLst/>
              <a:cxnLst/>
              <a:rect l="l" t="t" r="r" b="b"/>
              <a:pathLst>
                <a:path w="82550" h="74929">
                  <a:moveTo>
                    <a:pt x="81991" y="0"/>
                  </a:moveTo>
                  <a:lnTo>
                    <a:pt x="0" y="23126"/>
                  </a:lnTo>
                  <a:lnTo>
                    <a:pt x="67691" y="74841"/>
                  </a:lnTo>
                  <a:lnTo>
                    <a:pt x="819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 descr=""/>
          <p:cNvSpPr txBox="1"/>
          <p:nvPr/>
        </p:nvSpPr>
        <p:spPr>
          <a:xfrm>
            <a:off x="10824016" y="4923120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10082635" y="5629275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546272" y="1218847"/>
            <a:ext cx="11159490" cy="105727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110"/>
              </a:spcBef>
              <a:tabLst>
                <a:tab pos="1657350" algn="l"/>
                <a:tab pos="850773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8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4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  <a:p>
            <a:pPr marL="63500">
              <a:lnSpc>
                <a:spcPct val="100000"/>
              </a:lnSpc>
              <a:spcBef>
                <a:spcPts val="869"/>
              </a:spcBef>
            </a:pPr>
            <a:r>
              <a:rPr dirty="0" sz="2400" spc="-25">
                <a:latin typeface="Franklin Gothic Medium"/>
                <a:cs typeface="Franklin Gothic Medium"/>
              </a:rPr>
              <a:t>Proof: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by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Construction</a:t>
            </a:r>
            <a:r>
              <a:rPr dirty="0" sz="2400" spc="-125">
                <a:latin typeface="Franklin Gothic Medium"/>
                <a:cs typeface="Franklin Gothic Medium"/>
              </a:rPr>
              <a:t>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(using</a:t>
            </a:r>
            <a:r>
              <a:rPr dirty="0" u="sng" sz="2400" spc="-114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DFAs)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594184" y="2294976"/>
            <a:ext cx="5364480" cy="1001394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algn="r" marR="62230">
              <a:lnSpc>
                <a:spcPct val="100000"/>
              </a:lnSpc>
              <a:spcBef>
                <a:spcPts val="1060"/>
              </a:spcBef>
            </a:pPr>
            <a:r>
              <a:rPr dirty="0" sz="2400">
                <a:latin typeface="Franklin Gothic Medium"/>
                <a:cs typeface="Franklin Gothic Medium"/>
              </a:rPr>
              <a:t>Let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509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 spc="-340">
                <a:latin typeface="Cambria Math"/>
                <a:cs typeface="Cambria Math"/>
              </a:rPr>
              <a:t>(</a:t>
            </a:r>
            <a:r>
              <a:rPr dirty="0" sz="2400" spc="-34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509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sz="2400" spc="-340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160">
                <a:latin typeface="Cambria Math"/>
                <a:cs typeface="Cambria Math"/>
              </a:rPr>
              <a:t> </a:t>
            </a:r>
            <a:r>
              <a:rPr dirty="0" sz="2400" spc="-46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697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42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70">
                <a:latin typeface="Cambria Math"/>
                <a:cs typeface="Cambria Math"/>
              </a:rPr>
              <a:t> </a:t>
            </a:r>
            <a:r>
              <a:rPr dirty="0" sz="2400" spc="-45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67">
                <a:solidFill>
                  <a:srgbClr val="BE9000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65">
                <a:latin typeface="Cambria Math"/>
                <a:cs typeface="Cambria Math"/>
              </a:rPr>
              <a:t> </a:t>
            </a:r>
            <a:r>
              <a:rPr dirty="0" sz="2400" spc="-15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232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42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  <a:p>
            <a:pPr algn="r" marR="43180">
              <a:lnSpc>
                <a:spcPct val="100000"/>
              </a:lnSpc>
              <a:spcBef>
                <a:spcPts val="965"/>
              </a:spcBef>
            </a:pP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48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325">
                <a:latin typeface="Cambria Math"/>
                <a:cs typeface="Cambria Math"/>
              </a:rPr>
              <a:t>(</a:t>
            </a:r>
            <a:r>
              <a:rPr dirty="0" sz="2400" spc="-32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487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sz="2400" spc="-325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170">
                <a:latin typeface="Cambria Math"/>
                <a:cs typeface="Cambria Math"/>
              </a:rPr>
              <a:t> </a:t>
            </a:r>
            <a:r>
              <a:rPr dirty="0" sz="2400" spc="-44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667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42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75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15">
                <a:solidFill>
                  <a:srgbClr val="BE9000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 spc="-1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18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42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2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4039948" y="3720298"/>
            <a:ext cx="1377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632284" y="3543514"/>
            <a:ext cx="403415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4053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Construct</a:t>
            </a:r>
            <a:r>
              <a:rPr dirty="0" sz="2400" spc="-14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 spc="-560">
                <a:latin typeface="Cambria Math"/>
                <a:cs typeface="Cambria Math"/>
              </a:rPr>
              <a:t>(</a:t>
            </a:r>
            <a:r>
              <a:rPr dirty="0" sz="2400" spc="-56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26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75">
                <a:latin typeface="Cambria Math"/>
                <a:cs typeface="Cambria Math"/>
              </a:rPr>
              <a:t> </a:t>
            </a:r>
            <a:r>
              <a:rPr dirty="0" sz="2400" spc="21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215">
                <a:latin typeface="Cambria Math"/>
                <a:cs typeface="Cambria Math"/>
              </a:rPr>
              <a:t>,</a:t>
            </a:r>
            <a:r>
              <a:rPr dirty="0" sz="2400" spc="70">
                <a:latin typeface="Cambria Math"/>
                <a:cs typeface="Cambria Math"/>
              </a:rPr>
              <a:t> </a:t>
            </a:r>
            <a:r>
              <a:rPr dirty="0" sz="2400" spc="-64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235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6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sz="2400" spc="36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 spc="114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114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606884" y="3909274"/>
            <a:ext cx="2602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07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3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1" name="object 111" descr=""/>
          <p:cNvSpPr txBox="1"/>
          <p:nvPr/>
        </p:nvSpPr>
        <p:spPr>
          <a:xfrm>
            <a:off x="606884" y="4554872"/>
            <a:ext cx="5655945" cy="1629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220970" algn="l"/>
              </a:tabLst>
            </a:pP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3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should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accept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input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𝑤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if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either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22">
                <a:latin typeface="Cambria Math"/>
                <a:cs typeface="Cambria Math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or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dirty="0" sz="2400">
                <a:latin typeface="Franklin Gothic Medium"/>
                <a:cs typeface="Franklin Gothic Medium"/>
              </a:rPr>
              <a:t>accept</a:t>
            </a:r>
            <a:r>
              <a:rPr dirty="0" sz="2400" spc="-14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𝑤</a:t>
            </a:r>
            <a:r>
              <a:rPr dirty="0" sz="2400" spc="-25">
                <a:latin typeface="Franklin Gothic Medium"/>
                <a:cs typeface="Franklin Gothic Medium"/>
              </a:rPr>
              <a:t>.</a:t>
            </a:r>
            <a:endParaRPr sz="2400">
              <a:latin typeface="Franklin Gothic Medium"/>
              <a:cs typeface="Franklin Gothic Medium"/>
            </a:endParaRPr>
          </a:p>
          <a:p>
            <a:pPr marL="38100">
              <a:lnSpc>
                <a:spcPct val="100000"/>
              </a:lnSpc>
              <a:spcBef>
                <a:spcPts val="1110"/>
              </a:spcBef>
            </a:pP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possibilities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we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have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keep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track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24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dirty="0" sz="2400">
                <a:latin typeface="Franklin Gothic Medium"/>
                <a:cs typeface="Franklin Gothic Medium"/>
              </a:rPr>
              <a:t>are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all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pair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07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8" y="98253"/>
            <a:ext cx="7017384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Closure</a:t>
            </a:r>
            <a:r>
              <a:rPr dirty="0" sz="4000" spc="-120"/>
              <a:t> </a:t>
            </a:r>
            <a:r>
              <a:rPr dirty="0" sz="4000" spc="-20"/>
              <a:t>Properties</a:t>
            </a:r>
            <a:r>
              <a:rPr dirty="0" sz="4000" spc="-114"/>
              <a:t> </a:t>
            </a:r>
            <a:r>
              <a:rPr dirty="0" sz="4000"/>
              <a:t>–</a:t>
            </a:r>
            <a:r>
              <a:rPr dirty="0" sz="4000" spc="-114"/>
              <a:t> </a:t>
            </a:r>
            <a:r>
              <a:rPr dirty="0" sz="4000"/>
              <a:t>Union</a:t>
            </a:r>
            <a:r>
              <a:rPr dirty="0" sz="4000" spc="-120"/>
              <a:t> </a:t>
            </a:r>
            <a:r>
              <a:rPr dirty="0" sz="4000" spc="-40"/>
              <a:t>(NFA)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558972" y="1347923"/>
            <a:ext cx="111340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644650" algn="l"/>
                <a:tab pos="849503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8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4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97072" y="1884828"/>
            <a:ext cx="45777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New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40">
                <a:latin typeface="Franklin Gothic Medium"/>
                <a:cs typeface="Franklin Gothic Medium"/>
              </a:rPr>
              <a:t>Proof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(sketch):</a:t>
            </a:r>
            <a:r>
              <a:rPr dirty="0" sz="2400" spc="-14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by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Construction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71672" y="2314298"/>
            <a:ext cx="6252210" cy="963294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10"/>
              </a:spcBef>
            </a:pPr>
            <a:r>
              <a:rPr dirty="0" sz="2400">
                <a:latin typeface="Franklin Gothic Medium"/>
                <a:cs typeface="Franklin Gothic Medium"/>
              </a:rPr>
              <a:t>Given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60">
                <a:latin typeface="Franklin Gothic Medium"/>
                <a:cs typeface="Franklin Gothic Medium"/>
              </a:rPr>
              <a:t>DFAs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22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22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1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81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Construct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80">
                <a:latin typeface="Franklin Gothic Medium"/>
                <a:cs typeface="Franklin Gothic Medium"/>
              </a:rPr>
              <a:t>NFA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9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292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3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2306" y="2961132"/>
            <a:ext cx="2591208" cy="161377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022940" y="2986703"/>
            <a:ext cx="3790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52409" y="4669535"/>
            <a:ext cx="2590830" cy="158036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128412" y="4694307"/>
            <a:ext cx="3854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endParaRPr baseline="-15325" sz="2175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376671" y="1882139"/>
            <a:ext cx="2627630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2000">
                <a:latin typeface="Franklin Gothic Medium"/>
                <a:cs typeface="Franklin Gothic Medium"/>
              </a:rPr>
              <a:t>Using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Nondeterminism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6249956" y="2587896"/>
            <a:ext cx="5603875" cy="4040504"/>
            <a:chOff x="6249956" y="2587896"/>
            <a:chExt cx="5603875" cy="4040504"/>
          </a:xfrm>
        </p:grpSpPr>
        <p:sp>
          <p:nvSpPr>
            <p:cNvPr id="4" name="object 4" descr=""/>
            <p:cNvSpPr/>
            <p:nvPr/>
          </p:nvSpPr>
          <p:spPr>
            <a:xfrm>
              <a:off x="6256306" y="2594246"/>
              <a:ext cx="5591175" cy="4027804"/>
            </a:xfrm>
            <a:custGeom>
              <a:avLst/>
              <a:gdLst/>
              <a:ahLst/>
              <a:cxnLst/>
              <a:rect l="l" t="t" r="r" b="b"/>
              <a:pathLst>
                <a:path w="5591175" h="4027804">
                  <a:moveTo>
                    <a:pt x="3429428" y="0"/>
                  </a:moveTo>
                  <a:lnTo>
                    <a:pt x="3379277" y="325"/>
                  </a:lnTo>
                  <a:lnTo>
                    <a:pt x="3328844" y="5125"/>
                  </a:lnTo>
                  <a:lnTo>
                    <a:pt x="3279456" y="14273"/>
                  </a:lnTo>
                  <a:lnTo>
                    <a:pt x="3231517" y="27599"/>
                  </a:lnTo>
                  <a:lnTo>
                    <a:pt x="3185260" y="44936"/>
                  </a:lnTo>
                  <a:lnTo>
                    <a:pt x="3140917" y="66116"/>
                  </a:lnTo>
                  <a:lnTo>
                    <a:pt x="3098723" y="90974"/>
                  </a:lnTo>
                  <a:lnTo>
                    <a:pt x="3058908" y="119342"/>
                  </a:lnTo>
                  <a:lnTo>
                    <a:pt x="3021707" y="151054"/>
                  </a:lnTo>
                  <a:lnTo>
                    <a:pt x="2987352" y="185941"/>
                  </a:lnTo>
                  <a:lnTo>
                    <a:pt x="2956074" y="223839"/>
                  </a:lnTo>
                  <a:lnTo>
                    <a:pt x="2928109" y="264579"/>
                  </a:lnTo>
                  <a:lnTo>
                    <a:pt x="2903686" y="307995"/>
                  </a:lnTo>
                  <a:lnTo>
                    <a:pt x="2868976" y="276372"/>
                  </a:lnTo>
                  <a:lnTo>
                    <a:pt x="2832841" y="247600"/>
                  </a:lnTo>
                  <a:lnTo>
                    <a:pt x="2795416" y="221661"/>
                  </a:lnTo>
                  <a:lnTo>
                    <a:pt x="2756837" y="198533"/>
                  </a:lnTo>
                  <a:lnTo>
                    <a:pt x="2717237" y="178195"/>
                  </a:lnTo>
                  <a:lnTo>
                    <a:pt x="2676754" y="160627"/>
                  </a:lnTo>
                  <a:lnTo>
                    <a:pt x="2635521" y="145809"/>
                  </a:lnTo>
                  <a:lnTo>
                    <a:pt x="2593675" y="133720"/>
                  </a:lnTo>
                  <a:lnTo>
                    <a:pt x="2551350" y="124339"/>
                  </a:lnTo>
                  <a:lnTo>
                    <a:pt x="2508682" y="117647"/>
                  </a:lnTo>
                  <a:lnTo>
                    <a:pt x="2465805" y="113621"/>
                  </a:lnTo>
                  <a:lnTo>
                    <a:pt x="2422856" y="112243"/>
                  </a:lnTo>
                  <a:lnTo>
                    <a:pt x="2379968" y="113490"/>
                  </a:lnTo>
                  <a:lnTo>
                    <a:pt x="2337278" y="117344"/>
                  </a:lnTo>
                  <a:lnTo>
                    <a:pt x="2294921" y="123782"/>
                  </a:lnTo>
                  <a:lnTo>
                    <a:pt x="2253031" y="132786"/>
                  </a:lnTo>
                  <a:lnTo>
                    <a:pt x="2211745" y="144333"/>
                  </a:lnTo>
                  <a:lnTo>
                    <a:pt x="2171197" y="158404"/>
                  </a:lnTo>
                  <a:lnTo>
                    <a:pt x="2131522" y="174979"/>
                  </a:lnTo>
                  <a:lnTo>
                    <a:pt x="2092857" y="194035"/>
                  </a:lnTo>
                  <a:lnTo>
                    <a:pt x="2055335" y="215554"/>
                  </a:lnTo>
                  <a:lnTo>
                    <a:pt x="2019092" y="239514"/>
                  </a:lnTo>
                  <a:lnTo>
                    <a:pt x="1984263" y="265895"/>
                  </a:lnTo>
                  <a:lnTo>
                    <a:pt x="1950985" y="294676"/>
                  </a:lnTo>
                  <a:lnTo>
                    <a:pt x="1919390" y="325838"/>
                  </a:lnTo>
                  <a:lnTo>
                    <a:pt x="1889616" y="359358"/>
                  </a:lnTo>
                  <a:lnTo>
                    <a:pt x="1861797" y="395217"/>
                  </a:lnTo>
                  <a:lnTo>
                    <a:pt x="1836069" y="433395"/>
                  </a:lnTo>
                  <a:lnTo>
                    <a:pt x="1812566" y="473870"/>
                  </a:lnTo>
                  <a:lnTo>
                    <a:pt x="1769652" y="450597"/>
                  </a:lnTo>
                  <a:lnTo>
                    <a:pt x="1725914" y="429914"/>
                  </a:lnTo>
                  <a:lnTo>
                    <a:pt x="1681456" y="411803"/>
                  </a:lnTo>
                  <a:lnTo>
                    <a:pt x="1636381" y="396251"/>
                  </a:lnTo>
                  <a:lnTo>
                    <a:pt x="1590792" y="383241"/>
                  </a:lnTo>
                  <a:lnTo>
                    <a:pt x="1544793" y="372759"/>
                  </a:lnTo>
                  <a:lnTo>
                    <a:pt x="1498487" y="364789"/>
                  </a:lnTo>
                  <a:lnTo>
                    <a:pt x="1451978" y="359317"/>
                  </a:lnTo>
                  <a:lnTo>
                    <a:pt x="1405368" y="356327"/>
                  </a:lnTo>
                  <a:lnTo>
                    <a:pt x="1358762" y="355803"/>
                  </a:lnTo>
                  <a:lnTo>
                    <a:pt x="1312263" y="357732"/>
                  </a:lnTo>
                  <a:lnTo>
                    <a:pt x="1265973" y="362096"/>
                  </a:lnTo>
                  <a:lnTo>
                    <a:pt x="1219997" y="368883"/>
                  </a:lnTo>
                  <a:lnTo>
                    <a:pt x="1174437" y="378075"/>
                  </a:lnTo>
                  <a:lnTo>
                    <a:pt x="1129398" y="389658"/>
                  </a:lnTo>
                  <a:lnTo>
                    <a:pt x="1084982" y="403617"/>
                  </a:lnTo>
                  <a:lnTo>
                    <a:pt x="1041292" y="419936"/>
                  </a:lnTo>
                  <a:lnTo>
                    <a:pt x="998433" y="438601"/>
                  </a:lnTo>
                  <a:lnTo>
                    <a:pt x="956508" y="459596"/>
                  </a:lnTo>
                  <a:lnTo>
                    <a:pt x="915619" y="482906"/>
                  </a:lnTo>
                  <a:lnTo>
                    <a:pt x="875871" y="508516"/>
                  </a:lnTo>
                  <a:lnTo>
                    <a:pt x="837366" y="536410"/>
                  </a:lnTo>
                  <a:lnTo>
                    <a:pt x="800209" y="566574"/>
                  </a:lnTo>
                  <a:lnTo>
                    <a:pt x="764502" y="598991"/>
                  </a:lnTo>
                  <a:lnTo>
                    <a:pt x="730348" y="633648"/>
                  </a:lnTo>
                  <a:lnTo>
                    <a:pt x="696443" y="672274"/>
                  </a:lnTo>
                  <a:lnTo>
                    <a:pt x="665090" y="712580"/>
                  </a:lnTo>
                  <a:lnTo>
                    <a:pt x="636330" y="754443"/>
                  </a:lnTo>
                  <a:lnTo>
                    <a:pt x="610202" y="797737"/>
                  </a:lnTo>
                  <a:lnTo>
                    <a:pt x="586747" y="842340"/>
                  </a:lnTo>
                  <a:lnTo>
                    <a:pt x="566003" y="888126"/>
                  </a:lnTo>
                  <a:lnTo>
                    <a:pt x="548011" y="934972"/>
                  </a:lnTo>
                  <a:lnTo>
                    <a:pt x="532810" y="982754"/>
                  </a:lnTo>
                  <a:lnTo>
                    <a:pt x="520440" y="1031347"/>
                  </a:lnTo>
                  <a:lnTo>
                    <a:pt x="510941" y="1080628"/>
                  </a:lnTo>
                  <a:lnTo>
                    <a:pt x="504352" y="1130472"/>
                  </a:lnTo>
                  <a:lnTo>
                    <a:pt x="500713" y="1180755"/>
                  </a:lnTo>
                  <a:lnTo>
                    <a:pt x="500065" y="1231354"/>
                  </a:lnTo>
                  <a:lnTo>
                    <a:pt x="502445" y="1282143"/>
                  </a:lnTo>
                  <a:lnTo>
                    <a:pt x="507895" y="1332999"/>
                  </a:lnTo>
                  <a:lnTo>
                    <a:pt x="503120" y="1345839"/>
                  </a:lnTo>
                  <a:lnTo>
                    <a:pt x="454919" y="1352857"/>
                  </a:lnTo>
                  <a:lnTo>
                    <a:pt x="408146" y="1363815"/>
                  </a:lnTo>
                  <a:lnTo>
                    <a:pt x="362978" y="1378539"/>
                  </a:lnTo>
                  <a:lnTo>
                    <a:pt x="319596" y="1396854"/>
                  </a:lnTo>
                  <a:lnTo>
                    <a:pt x="278180" y="1418583"/>
                  </a:lnTo>
                  <a:lnTo>
                    <a:pt x="238910" y="1443552"/>
                  </a:lnTo>
                  <a:lnTo>
                    <a:pt x="201964" y="1471585"/>
                  </a:lnTo>
                  <a:lnTo>
                    <a:pt x="167522" y="1502508"/>
                  </a:lnTo>
                  <a:lnTo>
                    <a:pt x="135765" y="1536143"/>
                  </a:lnTo>
                  <a:lnTo>
                    <a:pt x="106872" y="1572317"/>
                  </a:lnTo>
                  <a:lnTo>
                    <a:pt x="81023" y="1610854"/>
                  </a:lnTo>
                  <a:lnTo>
                    <a:pt x="58396" y="1651579"/>
                  </a:lnTo>
                  <a:lnTo>
                    <a:pt x="39173" y="1694316"/>
                  </a:lnTo>
                  <a:lnTo>
                    <a:pt x="23532" y="1738889"/>
                  </a:lnTo>
                  <a:lnTo>
                    <a:pt x="11654" y="1785124"/>
                  </a:lnTo>
                  <a:lnTo>
                    <a:pt x="3718" y="1832846"/>
                  </a:lnTo>
                  <a:lnTo>
                    <a:pt x="0" y="1879979"/>
                  </a:lnTo>
                  <a:lnTo>
                    <a:pt x="285" y="1926738"/>
                  </a:lnTo>
                  <a:lnTo>
                    <a:pt x="4469" y="1972909"/>
                  </a:lnTo>
                  <a:lnTo>
                    <a:pt x="12443" y="2018277"/>
                  </a:lnTo>
                  <a:lnTo>
                    <a:pt x="24100" y="2062630"/>
                  </a:lnTo>
                  <a:lnTo>
                    <a:pt x="39335" y="2105752"/>
                  </a:lnTo>
                  <a:lnTo>
                    <a:pt x="58040" y="2147430"/>
                  </a:lnTo>
                  <a:lnTo>
                    <a:pt x="80109" y="2187450"/>
                  </a:lnTo>
                  <a:lnTo>
                    <a:pt x="105434" y="2225598"/>
                  </a:lnTo>
                  <a:lnTo>
                    <a:pt x="133909" y="2261660"/>
                  </a:lnTo>
                  <a:lnTo>
                    <a:pt x="165428" y="2295423"/>
                  </a:lnTo>
                  <a:lnTo>
                    <a:pt x="199882" y="2326672"/>
                  </a:lnTo>
                  <a:lnTo>
                    <a:pt x="237167" y="2355194"/>
                  </a:lnTo>
                  <a:lnTo>
                    <a:pt x="277174" y="2380775"/>
                  </a:lnTo>
                  <a:lnTo>
                    <a:pt x="245004" y="2417731"/>
                  </a:lnTo>
                  <a:lnTo>
                    <a:pt x="216511" y="2456926"/>
                  </a:lnTo>
                  <a:lnTo>
                    <a:pt x="191760" y="2498101"/>
                  </a:lnTo>
                  <a:lnTo>
                    <a:pt x="170812" y="2540994"/>
                  </a:lnTo>
                  <a:lnTo>
                    <a:pt x="153729" y="2585345"/>
                  </a:lnTo>
                  <a:lnTo>
                    <a:pt x="140576" y="2630896"/>
                  </a:lnTo>
                  <a:lnTo>
                    <a:pt x="131414" y="2677386"/>
                  </a:lnTo>
                  <a:lnTo>
                    <a:pt x="126307" y="2724555"/>
                  </a:lnTo>
                  <a:lnTo>
                    <a:pt x="125316" y="2772143"/>
                  </a:lnTo>
                  <a:lnTo>
                    <a:pt x="128505" y="2819890"/>
                  </a:lnTo>
                  <a:lnTo>
                    <a:pt x="135936" y="2867537"/>
                  </a:lnTo>
                  <a:lnTo>
                    <a:pt x="147672" y="2914822"/>
                  </a:lnTo>
                  <a:lnTo>
                    <a:pt x="163059" y="2959713"/>
                  </a:lnTo>
                  <a:lnTo>
                    <a:pt x="181973" y="3002550"/>
                  </a:lnTo>
                  <a:lnTo>
                    <a:pt x="204215" y="3043204"/>
                  </a:lnTo>
                  <a:lnTo>
                    <a:pt x="229586" y="3081544"/>
                  </a:lnTo>
                  <a:lnTo>
                    <a:pt x="257888" y="3117441"/>
                  </a:lnTo>
                  <a:lnTo>
                    <a:pt x="288922" y="3150766"/>
                  </a:lnTo>
                  <a:lnTo>
                    <a:pt x="322489" y="3181388"/>
                  </a:lnTo>
                  <a:lnTo>
                    <a:pt x="358390" y="3209179"/>
                  </a:lnTo>
                  <a:lnTo>
                    <a:pt x="396426" y="3234008"/>
                  </a:lnTo>
                  <a:lnTo>
                    <a:pt x="436399" y="3255746"/>
                  </a:lnTo>
                  <a:lnTo>
                    <a:pt x="478109" y="3274263"/>
                  </a:lnTo>
                  <a:lnTo>
                    <a:pt x="521358" y="3289429"/>
                  </a:lnTo>
                  <a:lnTo>
                    <a:pt x="565948" y="3301116"/>
                  </a:lnTo>
                  <a:lnTo>
                    <a:pt x="611678" y="3309192"/>
                  </a:lnTo>
                  <a:lnTo>
                    <a:pt x="658351" y="3313529"/>
                  </a:lnTo>
                  <a:lnTo>
                    <a:pt x="705768" y="3313997"/>
                  </a:lnTo>
                  <a:lnTo>
                    <a:pt x="753729" y="3310465"/>
                  </a:lnTo>
                  <a:lnTo>
                    <a:pt x="778375" y="3350860"/>
                  </a:lnTo>
                  <a:lnTo>
                    <a:pt x="804637" y="3389670"/>
                  </a:lnTo>
                  <a:lnTo>
                    <a:pt x="832447" y="3426876"/>
                  </a:lnTo>
                  <a:lnTo>
                    <a:pt x="861738" y="3462462"/>
                  </a:lnTo>
                  <a:lnTo>
                    <a:pt x="892442" y="3496409"/>
                  </a:lnTo>
                  <a:lnTo>
                    <a:pt x="924489" y="3528701"/>
                  </a:lnTo>
                  <a:lnTo>
                    <a:pt x="957811" y="3559320"/>
                  </a:lnTo>
                  <a:lnTo>
                    <a:pt x="992342" y="3588248"/>
                  </a:lnTo>
                  <a:lnTo>
                    <a:pt x="1028012" y="3615467"/>
                  </a:lnTo>
                  <a:lnTo>
                    <a:pt x="1064753" y="3640961"/>
                  </a:lnTo>
                  <a:lnTo>
                    <a:pt x="1102497" y="3664710"/>
                  </a:lnTo>
                  <a:lnTo>
                    <a:pt x="1141177" y="3686699"/>
                  </a:lnTo>
                  <a:lnTo>
                    <a:pt x="1180723" y="3706910"/>
                  </a:lnTo>
                  <a:lnTo>
                    <a:pt x="1221068" y="3725324"/>
                  </a:lnTo>
                  <a:lnTo>
                    <a:pt x="1262144" y="3741924"/>
                  </a:lnTo>
                  <a:lnTo>
                    <a:pt x="1303882" y="3756693"/>
                  </a:lnTo>
                  <a:lnTo>
                    <a:pt x="1346214" y="3769613"/>
                  </a:lnTo>
                  <a:lnTo>
                    <a:pt x="1389072" y="3780667"/>
                  </a:lnTo>
                  <a:lnTo>
                    <a:pt x="1432389" y="3789836"/>
                  </a:lnTo>
                  <a:lnTo>
                    <a:pt x="1476095" y="3797105"/>
                  </a:lnTo>
                  <a:lnTo>
                    <a:pt x="1520122" y="3802454"/>
                  </a:lnTo>
                  <a:lnTo>
                    <a:pt x="1564403" y="3805866"/>
                  </a:lnTo>
                  <a:lnTo>
                    <a:pt x="1608870" y="3807324"/>
                  </a:lnTo>
                  <a:lnTo>
                    <a:pt x="1653453" y="3806811"/>
                  </a:lnTo>
                  <a:lnTo>
                    <a:pt x="1698086" y="3804308"/>
                  </a:lnTo>
                  <a:lnTo>
                    <a:pt x="1742699" y="3799798"/>
                  </a:lnTo>
                  <a:lnTo>
                    <a:pt x="1787225" y="3793264"/>
                  </a:lnTo>
                  <a:lnTo>
                    <a:pt x="1831596" y="3784687"/>
                  </a:lnTo>
                  <a:lnTo>
                    <a:pt x="1875742" y="3774052"/>
                  </a:lnTo>
                  <a:lnTo>
                    <a:pt x="1919598" y="3761339"/>
                  </a:lnTo>
                  <a:lnTo>
                    <a:pt x="1963093" y="3746531"/>
                  </a:lnTo>
                  <a:lnTo>
                    <a:pt x="2006160" y="3729611"/>
                  </a:lnTo>
                  <a:lnTo>
                    <a:pt x="2048731" y="3710561"/>
                  </a:lnTo>
                  <a:lnTo>
                    <a:pt x="2090737" y="3689364"/>
                  </a:lnTo>
                  <a:lnTo>
                    <a:pt x="2132111" y="3666002"/>
                  </a:lnTo>
                  <a:lnTo>
                    <a:pt x="2161289" y="3705589"/>
                  </a:lnTo>
                  <a:lnTo>
                    <a:pt x="2193338" y="3742444"/>
                  </a:lnTo>
                  <a:lnTo>
                    <a:pt x="2228013" y="3776644"/>
                  </a:lnTo>
                  <a:lnTo>
                    <a:pt x="2265070" y="3808266"/>
                  </a:lnTo>
                  <a:lnTo>
                    <a:pt x="2304262" y="3837390"/>
                  </a:lnTo>
                  <a:lnTo>
                    <a:pt x="2345347" y="3864094"/>
                  </a:lnTo>
                  <a:lnTo>
                    <a:pt x="2388078" y="3888454"/>
                  </a:lnTo>
                  <a:lnTo>
                    <a:pt x="2432210" y="3910551"/>
                  </a:lnTo>
                  <a:lnTo>
                    <a:pt x="2477498" y="3930460"/>
                  </a:lnTo>
                  <a:lnTo>
                    <a:pt x="2523699" y="3948262"/>
                  </a:lnTo>
                  <a:lnTo>
                    <a:pt x="2570565" y="3964033"/>
                  </a:lnTo>
                  <a:lnTo>
                    <a:pt x="2617854" y="3977852"/>
                  </a:lnTo>
                  <a:lnTo>
                    <a:pt x="2665319" y="3989796"/>
                  </a:lnTo>
                  <a:lnTo>
                    <a:pt x="2712716" y="3999945"/>
                  </a:lnTo>
                  <a:lnTo>
                    <a:pt x="2759799" y="4008375"/>
                  </a:lnTo>
                  <a:lnTo>
                    <a:pt x="2806325" y="4015166"/>
                  </a:lnTo>
                  <a:lnTo>
                    <a:pt x="2852047" y="4020395"/>
                  </a:lnTo>
                  <a:lnTo>
                    <a:pt x="2896721" y="4024140"/>
                  </a:lnTo>
                  <a:lnTo>
                    <a:pt x="2940102" y="4026479"/>
                  </a:lnTo>
                  <a:lnTo>
                    <a:pt x="2981944" y="4027491"/>
                  </a:lnTo>
                  <a:lnTo>
                    <a:pt x="3022004" y="4027253"/>
                  </a:lnTo>
                  <a:lnTo>
                    <a:pt x="3103311" y="4022529"/>
                  </a:lnTo>
                  <a:lnTo>
                    <a:pt x="3147412" y="4017124"/>
                  </a:lnTo>
                  <a:lnTo>
                    <a:pt x="3192066" y="4009602"/>
                  </a:lnTo>
                  <a:lnTo>
                    <a:pt x="3236997" y="3999934"/>
                  </a:lnTo>
                  <a:lnTo>
                    <a:pt x="3281932" y="3988095"/>
                  </a:lnTo>
                  <a:lnTo>
                    <a:pt x="3326596" y="3974058"/>
                  </a:lnTo>
                  <a:lnTo>
                    <a:pt x="3370715" y="3957794"/>
                  </a:lnTo>
                  <a:lnTo>
                    <a:pt x="3414014" y="3939279"/>
                  </a:lnTo>
                  <a:lnTo>
                    <a:pt x="3456220" y="3918483"/>
                  </a:lnTo>
                  <a:lnTo>
                    <a:pt x="3497057" y="3895382"/>
                  </a:lnTo>
                  <a:lnTo>
                    <a:pt x="3536252" y="3869946"/>
                  </a:lnTo>
                  <a:lnTo>
                    <a:pt x="3573530" y="3842151"/>
                  </a:lnTo>
                  <a:lnTo>
                    <a:pt x="3608616" y="3811968"/>
                  </a:lnTo>
                  <a:lnTo>
                    <a:pt x="3641238" y="3779370"/>
                  </a:lnTo>
                  <a:lnTo>
                    <a:pt x="3671119" y="3744331"/>
                  </a:lnTo>
                  <a:lnTo>
                    <a:pt x="3697987" y="3706824"/>
                  </a:lnTo>
                  <a:lnTo>
                    <a:pt x="3721566" y="3666822"/>
                  </a:lnTo>
                  <a:lnTo>
                    <a:pt x="3741582" y="3624297"/>
                  </a:lnTo>
                  <a:lnTo>
                    <a:pt x="3757761" y="3579223"/>
                  </a:lnTo>
                  <a:lnTo>
                    <a:pt x="3802104" y="3602639"/>
                  </a:lnTo>
                  <a:lnTo>
                    <a:pt x="3847385" y="3619258"/>
                  </a:lnTo>
                  <a:lnTo>
                    <a:pt x="3893412" y="3629605"/>
                  </a:lnTo>
                  <a:lnTo>
                    <a:pt x="3939992" y="3634202"/>
                  </a:lnTo>
                  <a:lnTo>
                    <a:pt x="3986934" y="3633575"/>
                  </a:lnTo>
                  <a:lnTo>
                    <a:pt x="4034044" y="3628245"/>
                  </a:lnTo>
                  <a:lnTo>
                    <a:pt x="4081131" y="3618738"/>
                  </a:lnTo>
                  <a:lnTo>
                    <a:pt x="4128001" y="3605576"/>
                  </a:lnTo>
                  <a:lnTo>
                    <a:pt x="4174463" y="3589284"/>
                  </a:lnTo>
                  <a:lnTo>
                    <a:pt x="4220323" y="3570385"/>
                  </a:lnTo>
                  <a:lnTo>
                    <a:pt x="4265390" y="3549403"/>
                  </a:lnTo>
                  <a:lnTo>
                    <a:pt x="4309470" y="3526862"/>
                  </a:lnTo>
                  <a:lnTo>
                    <a:pt x="4352372" y="3503285"/>
                  </a:lnTo>
                  <a:lnTo>
                    <a:pt x="4393903" y="3479197"/>
                  </a:lnTo>
                  <a:lnTo>
                    <a:pt x="4433871" y="3455120"/>
                  </a:lnTo>
                  <a:lnTo>
                    <a:pt x="4542468" y="3388198"/>
                  </a:lnTo>
                  <a:lnTo>
                    <a:pt x="4618097" y="3343313"/>
                  </a:lnTo>
                  <a:lnTo>
                    <a:pt x="4660102" y="3316268"/>
                  </a:lnTo>
                  <a:lnTo>
                    <a:pt x="4699986" y="3288117"/>
                  </a:lnTo>
                  <a:lnTo>
                    <a:pt x="4737465" y="3258707"/>
                  </a:lnTo>
                  <a:lnTo>
                    <a:pt x="4772252" y="3227883"/>
                  </a:lnTo>
                  <a:lnTo>
                    <a:pt x="4804062" y="3195493"/>
                  </a:lnTo>
                  <a:lnTo>
                    <a:pt x="4832609" y="3161384"/>
                  </a:lnTo>
                  <a:lnTo>
                    <a:pt x="4857607" y="3125401"/>
                  </a:lnTo>
                  <a:lnTo>
                    <a:pt x="4878772" y="3087391"/>
                  </a:lnTo>
                  <a:lnTo>
                    <a:pt x="4895817" y="3047201"/>
                  </a:lnTo>
                  <a:lnTo>
                    <a:pt x="4908457" y="3004678"/>
                  </a:lnTo>
                  <a:lnTo>
                    <a:pt x="4916407" y="2959667"/>
                  </a:lnTo>
                  <a:lnTo>
                    <a:pt x="4919380" y="2912016"/>
                  </a:lnTo>
                  <a:lnTo>
                    <a:pt x="4966439" y="2902852"/>
                  </a:lnTo>
                  <a:lnTo>
                    <a:pt x="5011708" y="2889131"/>
                  </a:lnTo>
                  <a:lnTo>
                    <a:pt x="5055200" y="2871186"/>
                  </a:lnTo>
                  <a:lnTo>
                    <a:pt x="5096923" y="2849350"/>
                  </a:lnTo>
                  <a:lnTo>
                    <a:pt x="5136890" y="2823959"/>
                  </a:lnTo>
                  <a:lnTo>
                    <a:pt x="5175112" y="2795346"/>
                  </a:lnTo>
                  <a:lnTo>
                    <a:pt x="5211598" y="2763845"/>
                  </a:lnTo>
                  <a:lnTo>
                    <a:pt x="5246362" y="2729790"/>
                  </a:lnTo>
                  <a:lnTo>
                    <a:pt x="5279412" y="2693515"/>
                  </a:lnTo>
                  <a:lnTo>
                    <a:pt x="5310761" y="2655354"/>
                  </a:lnTo>
                  <a:lnTo>
                    <a:pt x="5340420" y="2615640"/>
                  </a:lnTo>
                  <a:lnTo>
                    <a:pt x="5368398" y="2574709"/>
                  </a:lnTo>
                  <a:lnTo>
                    <a:pt x="5394708" y="2532894"/>
                  </a:lnTo>
                  <a:lnTo>
                    <a:pt x="5419360" y="2490529"/>
                  </a:lnTo>
                  <a:lnTo>
                    <a:pt x="5442365" y="2447948"/>
                  </a:lnTo>
                  <a:lnTo>
                    <a:pt x="5463735" y="2405484"/>
                  </a:lnTo>
                  <a:lnTo>
                    <a:pt x="5483480" y="2363473"/>
                  </a:lnTo>
                  <a:lnTo>
                    <a:pt x="5501610" y="2322248"/>
                  </a:lnTo>
                  <a:lnTo>
                    <a:pt x="5518138" y="2282142"/>
                  </a:lnTo>
                  <a:lnTo>
                    <a:pt x="5533075" y="2243491"/>
                  </a:lnTo>
                  <a:lnTo>
                    <a:pt x="5546430" y="2206627"/>
                  </a:lnTo>
                  <a:lnTo>
                    <a:pt x="5571565" y="2125342"/>
                  </a:lnTo>
                  <a:lnTo>
                    <a:pt x="5581415" y="2078135"/>
                  </a:lnTo>
                  <a:lnTo>
                    <a:pt x="5587858" y="2030420"/>
                  </a:lnTo>
                  <a:lnTo>
                    <a:pt x="5590987" y="1982353"/>
                  </a:lnTo>
                  <a:lnTo>
                    <a:pt x="5590892" y="1934091"/>
                  </a:lnTo>
                  <a:lnTo>
                    <a:pt x="5587667" y="1885792"/>
                  </a:lnTo>
                  <a:lnTo>
                    <a:pt x="5581404" y="1837610"/>
                  </a:lnTo>
                  <a:lnTo>
                    <a:pt x="5572195" y="1789704"/>
                  </a:lnTo>
                  <a:lnTo>
                    <a:pt x="5560132" y="1742229"/>
                  </a:lnTo>
                  <a:lnTo>
                    <a:pt x="5545308" y="1695343"/>
                  </a:lnTo>
                  <a:lnTo>
                    <a:pt x="5527814" y="1649201"/>
                  </a:lnTo>
                  <a:lnTo>
                    <a:pt x="5507744" y="1603960"/>
                  </a:lnTo>
                  <a:lnTo>
                    <a:pt x="5485190" y="1559778"/>
                  </a:lnTo>
                  <a:lnTo>
                    <a:pt x="5460243" y="1516810"/>
                  </a:lnTo>
                  <a:lnTo>
                    <a:pt x="5432996" y="1475214"/>
                  </a:lnTo>
                  <a:lnTo>
                    <a:pt x="5403542" y="1435145"/>
                  </a:lnTo>
                  <a:lnTo>
                    <a:pt x="5421647" y="1388819"/>
                  </a:lnTo>
                  <a:lnTo>
                    <a:pt x="5436221" y="1341562"/>
                  </a:lnTo>
                  <a:lnTo>
                    <a:pt x="5447255" y="1293569"/>
                  </a:lnTo>
                  <a:lnTo>
                    <a:pt x="5454741" y="1245032"/>
                  </a:lnTo>
                  <a:lnTo>
                    <a:pt x="5458671" y="1196147"/>
                  </a:lnTo>
                  <a:lnTo>
                    <a:pt x="5459038" y="1147107"/>
                  </a:lnTo>
                  <a:lnTo>
                    <a:pt x="5455833" y="1098107"/>
                  </a:lnTo>
                  <a:lnTo>
                    <a:pt x="5449049" y="1049340"/>
                  </a:lnTo>
                  <a:lnTo>
                    <a:pt x="5438678" y="1001000"/>
                  </a:lnTo>
                  <a:lnTo>
                    <a:pt x="5424713" y="953282"/>
                  </a:lnTo>
                  <a:lnTo>
                    <a:pt x="5407629" y="907491"/>
                  </a:lnTo>
                  <a:lnTo>
                    <a:pt x="5387451" y="863372"/>
                  </a:lnTo>
                  <a:lnTo>
                    <a:pt x="5364309" y="821047"/>
                  </a:lnTo>
                  <a:lnTo>
                    <a:pt x="5338336" y="780638"/>
                  </a:lnTo>
                  <a:lnTo>
                    <a:pt x="5309661" y="742268"/>
                  </a:lnTo>
                  <a:lnTo>
                    <a:pt x="5278416" y="706060"/>
                  </a:lnTo>
                  <a:lnTo>
                    <a:pt x="5244731" y="672136"/>
                  </a:lnTo>
                  <a:lnTo>
                    <a:pt x="5208739" y="640618"/>
                  </a:lnTo>
                  <a:lnTo>
                    <a:pt x="5170570" y="611629"/>
                  </a:lnTo>
                  <a:lnTo>
                    <a:pt x="5130354" y="585292"/>
                  </a:lnTo>
                  <a:lnTo>
                    <a:pt x="5088223" y="561729"/>
                  </a:lnTo>
                  <a:lnTo>
                    <a:pt x="5044308" y="541062"/>
                  </a:lnTo>
                  <a:lnTo>
                    <a:pt x="4998740" y="523415"/>
                  </a:lnTo>
                  <a:lnTo>
                    <a:pt x="4951650" y="508909"/>
                  </a:lnTo>
                  <a:lnTo>
                    <a:pt x="4941293" y="462448"/>
                  </a:lnTo>
                  <a:lnTo>
                    <a:pt x="4927470" y="417282"/>
                  </a:lnTo>
                  <a:lnTo>
                    <a:pt x="4910308" y="373570"/>
                  </a:lnTo>
                  <a:lnTo>
                    <a:pt x="4889934" y="331469"/>
                  </a:lnTo>
                  <a:lnTo>
                    <a:pt x="4866475" y="291136"/>
                  </a:lnTo>
                  <a:lnTo>
                    <a:pt x="4840059" y="252729"/>
                  </a:lnTo>
                  <a:lnTo>
                    <a:pt x="4810813" y="216405"/>
                  </a:lnTo>
                  <a:lnTo>
                    <a:pt x="4778865" y="182323"/>
                  </a:lnTo>
                  <a:lnTo>
                    <a:pt x="4744340" y="150640"/>
                  </a:lnTo>
                  <a:lnTo>
                    <a:pt x="4707368" y="121514"/>
                  </a:lnTo>
                  <a:lnTo>
                    <a:pt x="4668074" y="95101"/>
                  </a:lnTo>
                  <a:lnTo>
                    <a:pt x="4626587" y="71560"/>
                  </a:lnTo>
                  <a:lnTo>
                    <a:pt x="4583033" y="51049"/>
                  </a:lnTo>
                  <a:lnTo>
                    <a:pt x="4537928" y="33848"/>
                  </a:lnTo>
                  <a:lnTo>
                    <a:pt x="4492149" y="20256"/>
                  </a:lnTo>
                  <a:lnTo>
                    <a:pt x="4445888" y="10226"/>
                  </a:lnTo>
                  <a:lnTo>
                    <a:pt x="4399340" y="3714"/>
                  </a:lnTo>
                  <a:lnTo>
                    <a:pt x="4352698" y="676"/>
                  </a:lnTo>
                  <a:lnTo>
                    <a:pt x="4306155" y="1066"/>
                  </a:lnTo>
                  <a:lnTo>
                    <a:pt x="4259905" y="4840"/>
                  </a:lnTo>
                  <a:lnTo>
                    <a:pt x="4214143" y="11954"/>
                  </a:lnTo>
                  <a:lnTo>
                    <a:pt x="4169061" y="22362"/>
                  </a:lnTo>
                  <a:lnTo>
                    <a:pt x="4124853" y="36021"/>
                  </a:lnTo>
                  <a:lnTo>
                    <a:pt x="4081712" y="52885"/>
                  </a:lnTo>
                  <a:lnTo>
                    <a:pt x="4039833" y="72909"/>
                  </a:lnTo>
                  <a:lnTo>
                    <a:pt x="3999409" y="96050"/>
                  </a:lnTo>
                  <a:lnTo>
                    <a:pt x="3960634" y="122262"/>
                  </a:lnTo>
                  <a:lnTo>
                    <a:pt x="3923701" y="151500"/>
                  </a:lnTo>
                  <a:lnTo>
                    <a:pt x="3888803" y="183721"/>
                  </a:lnTo>
                  <a:lnTo>
                    <a:pt x="3856136" y="218879"/>
                  </a:lnTo>
                  <a:lnTo>
                    <a:pt x="3823635" y="180451"/>
                  </a:lnTo>
                  <a:lnTo>
                    <a:pt x="3788154" y="145408"/>
                  </a:lnTo>
                  <a:lnTo>
                    <a:pt x="3749963" y="113859"/>
                  </a:lnTo>
                  <a:lnTo>
                    <a:pt x="3709333" y="85912"/>
                  </a:lnTo>
                  <a:lnTo>
                    <a:pt x="3666532" y="61678"/>
                  </a:lnTo>
                  <a:lnTo>
                    <a:pt x="3621832" y="41265"/>
                  </a:lnTo>
                  <a:lnTo>
                    <a:pt x="3575501" y="24781"/>
                  </a:lnTo>
                  <a:lnTo>
                    <a:pt x="3527811" y="12337"/>
                  </a:lnTo>
                  <a:lnTo>
                    <a:pt x="3479030" y="4040"/>
                  </a:lnTo>
                  <a:lnTo>
                    <a:pt x="34294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56306" y="2594246"/>
              <a:ext cx="5591175" cy="4027804"/>
            </a:xfrm>
            <a:custGeom>
              <a:avLst/>
              <a:gdLst/>
              <a:ahLst/>
              <a:cxnLst/>
              <a:rect l="l" t="t" r="r" b="b"/>
              <a:pathLst>
                <a:path w="5591175" h="4027804">
                  <a:moveTo>
                    <a:pt x="507895" y="1332999"/>
                  </a:moveTo>
                  <a:lnTo>
                    <a:pt x="502445" y="1282143"/>
                  </a:lnTo>
                  <a:lnTo>
                    <a:pt x="500065" y="1231354"/>
                  </a:lnTo>
                  <a:lnTo>
                    <a:pt x="500713" y="1180755"/>
                  </a:lnTo>
                  <a:lnTo>
                    <a:pt x="504352" y="1130472"/>
                  </a:lnTo>
                  <a:lnTo>
                    <a:pt x="510941" y="1080628"/>
                  </a:lnTo>
                  <a:lnTo>
                    <a:pt x="520440" y="1031347"/>
                  </a:lnTo>
                  <a:lnTo>
                    <a:pt x="532810" y="982754"/>
                  </a:lnTo>
                  <a:lnTo>
                    <a:pt x="548011" y="934972"/>
                  </a:lnTo>
                  <a:lnTo>
                    <a:pt x="566003" y="888126"/>
                  </a:lnTo>
                  <a:lnTo>
                    <a:pt x="586747" y="842340"/>
                  </a:lnTo>
                  <a:lnTo>
                    <a:pt x="610202" y="797737"/>
                  </a:lnTo>
                  <a:lnTo>
                    <a:pt x="636330" y="754443"/>
                  </a:lnTo>
                  <a:lnTo>
                    <a:pt x="665090" y="712580"/>
                  </a:lnTo>
                  <a:lnTo>
                    <a:pt x="696443" y="672274"/>
                  </a:lnTo>
                  <a:lnTo>
                    <a:pt x="730348" y="633648"/>
                  </a:lnTo>
                  <a:lnTo>
                    <a:pt x="764502" y="598991"/>
                  </a:lnTo>
                  <a:lnTo>
                    <a:pt x="800209" y="566574"/>
                  </a:lnTo>
                  <a:lnTo>
                    <a:pt x="837366" y="536410"/>
                  </a:lnTo>
                  <a:lnTo>
                    <a:pt x="875871" y="508516"/>
                  </a:lnTo>
                  <a:lnTo>
                    <a:pt x="915619" y="482906"/>
                  </a:lnTo>
                  <a:lnTo>
                    <a:pt x="956508" y="459596"/>
                  </a:lnTo>
                  <a:lnTo>
                    <a:pt x="998433" y="438601"/>
                  </a:lnTo>
                  <a:lnTo>
                    <a:pt x="1041292" y="419936"/>
                  </a:lnTo>
                  <a:lnTo>
                    <a:pt x="1084982" y="403617"/>
                  </a:lnTo>
                  <a:lnTo>
                    <a:pt x="1129398" y="389658"/>
                  </a:lnTo>
                  <a:lnTo>
                    <a:pt x="1174437" y="378075"/>
                  </a:lnTo>
                  <a:lnTo>
                    <a:pt x="1219997" y="368883"/>
                  </a:lnTo>
                  <a:lnTo>
                    <a:pt x="1265973" y="362096"/>
                  </a:lnTo>
                  <a:lnTo>
                    <a:pt x="1312263" y="357732"/>
                  </a:lnTo>
                  <a:lnTo>
                    <a:pt x="1358762" y="355803"/>
                  </a:lnTo>
                  <a:lnTo>
                    <a:pt x="1405368" y="356327"/>
                  </a:lnTo>
                  <a:lnTo>
                    <a:pt x="1451978" y="359317"/>
                  </a:lnTo>
                  <a:lnTo>
                    <a:pt x="1498487" y="364789"/>
                  </a:lnTo>
                  <a:lnTo>
                    <a:pt x="1544793" y="372759"/>
                  </a:lnTo>
                  <a:lnTo>
                    <a:pt x="1590792" y="383241"/>
                  </a:lnTo>
                  <a:lnTo>
                    <a:pt x="1636381" y="396251"/>
                  </a:lnTo>
                  <a:lnTo>
                    <a:pt x="1681456" y="411803"/>
                  </a:lnTo>
                  <a:lnTo>
                    <a:pt x="1725914" y="429914"/>
                  </a:lnTo>
                  <a:lnTo>
                    <a:pt x="1769652" y="450597"/>
                  </a:lnTo>
                  <a:lnTo>
                    <a:pt x="1812566" y="473870"/>
                  </a:lnTo>
                  <a:lnTo>
                    <a:pt x="1836069" y="433395"/>
                  </a:lnTo>
                  <a:lnTo>
                    <a:pt x="1861797" y="395217"/>
                  </a:lnTo>
                  <a:lnTo>
                    <a:pt x="1889616" y="359358"/>
                  </a:lnTo>
                  <a:lnTo>
                    <a:pt x="1919390" y="325838"/>
                  </a:lnTo>
                  <a:lnTo>
                    <a:pt x="1950985" y="294676"/>
                  </a:lnTo>
                  <a:lnTo>
                    <a:pt x="1984263" y="265895"/>
                  </a:lnTo>
                  <a:lnTo>
                    <a:pt x="2019092" y="239514"/>
                  </a:lnTo>
                  <a:lnTo>
                    <a:pt x="2055335" y="215554"/>
                  </a:lnTo>
                  <a:lnTo>
                    <a:pt x="2092857" y="194035"/>
                  </a:lnTo>
                  <a:lnTo>
                    <a:pt x="2131522" y="174979"/>
                  </a:lnTo>
                  <a:lnTo>
                    <a:pt x="2171197" y="158404"/>
                  </a:lnTo>
                  <a:lnTo>
                    <a:pt x="2211745" y="144333"/>
                  </a:lnTo>
                  <a:lnTo>
                    <a:pt x="2253031" y="132786"/>
                  </a:lnTo>
                  <a:lnTo>
                    <a:pt x="2294921" y="123782"/>
                  </a:lnTo>
                  <a:lnTo>
                    <a:pt x="2337278" y="117344"/>
                  </a:lnTo>
                  <a:lnTo>
                    <a:pt x="2379968" y="113490"/>
                  </a:lnTo>
                  <a:lnTo>
                    <a:pt x="2422856" y="112243"/>
                  </a:lnTo>
                  <a:lnTo>
                    <a:pt x="2465805" y="113621"/>
                  </a:lnTo>
                  <a:lnTo>
                    <a:pt x="2508682" y="117647"/>
                  </a:lnTo>
                  <a:lnTo>
                    <a:pt x="2551350" y="124339"/>
                  </a:lnTo>
                  <a:lnTo>
                    <a:pt x="2593675" y="133720"/>
                  </a:lnTo>
                  <a:lnTo>
                    <a:pt x="2635521" y="145809"/>
                  </a:lnTo>
                  <a:lnTo>
                    <a:pt x="2676754" y="160627"/>
                  </a:lnTo>
                  <a:lnTo>
                    <a:pt x="2717237" y="178195"/>
                  </a:lnTo>
                  <a:lnTo>
                    <a:pt x="2756837" y="198533"/>
                  </a:lnTo>
                  <a:lnTo>
                    <a:pt x="2795416" y="221661"/>
                  </a:lnTo>
                  <a:lnTo>
                    <a:pt x="2832841" y="247600"/>
                  </a:lnTo>
                  <a:lnTo>
                    <a:pt x="2868976" y="276372"/>
                  </a:lnTo>
                  <a:lnTo>
                    <a:pt x="2903686" y="307995"/>
                  </a:lnTo>
                  <a:lnTo>
                    <a:pt x="2928109" y="264579"/>
                  </a:lnTo>
                  <a:lnTo>
                    <a:pt x="2956074" y="223839"/>
                  </a:lnTo>
                  <a:lnTo>
                    <a:pt x="2987352" y="185941"/>
                  </a:lnTo>
                  <a:lnTo>
                    <a:pt x="3021707" y="151054"/>
                  </a:lnTo>
                  <a:lnTo>
                    <a:pt x="3058908" y="119342"/>
                  </a:lnTo>
                  <a:lnTo>
                    <a:pt x="3098723" y="90974"/>
                  </a:lnTo>
                  <a:lnTo>
                    <a:pt x="3140917" y="66116"/>
                  </a:lnTo>
                  <a:lnTo>
                    <a:pt x="3185260" y="44936"/>
                  </a:lnTo>
                  <a:lnTo>
                    <a:pt x="3231517" y="27599"/>
                  </a:lnTo>
                  <a:lnTo>
                    <a:pt x="3279456" y="14273"/>
                  </a:lnTo>
                  <a:lnTo>
                    <a:pt x="3328844" y="5125"/>
                  </a:lnTo>
                  <a:lnTo>
                    <a:pt x="3379277" y="325"/>
                  </a:lnTo>
                  <a:lnTo>
                    <a:pt x="3429428" y="0"/>
                  </a:lnTo>
                  <a:lnTo>
                    <a:pt x="3479030" y="4040"/>
                  </a:lnTo>
                  <a:lnTo>
                    <a:pt x="3527811" y="12337"/>
                  </a:lnTo>
                  <a:lnTo>
                    <a:pt x="3575501" y="24781"/>
                  </a:lnTo>
                  <a:lnTo>
                    <a:pt x="3621832" y="41265"/>
                  </a:lnTo>
                  <a:lnTo>
                    <a:pt x="3666532" y="61678"/>
                  </a:lnTo>
                  <a:lnTo>
                    <a:pt x="3709333" y="85912"/>
                  </a:lnTo>
                  <a:lnTo>
                    <a:pt x="3749963" y="113859"/>
                  </a:lnTo>
                  <a:lnTo>
                    <a:pt x="3788154" y="145408"/>
                  </a:lnTo>
                  <a:lnTo>
                    <a:pt x="3823635" y="180451"/>
                  </a:lnTo>
                  <a:lnTo>
                    <a:pt x="3856136" y="218879"/>
                  </a:lnTo>
                  <a:lnTo>
                    <a:pt x="3888803" y="183721"/>
                  </a:lnTo>
                  <a:lnTo>
                    <a:pt x="3923701" y="151500"/>
                  </a:lnTo>
                  <a:lnTo>
                    <a:pt x="3960634" y="122262"/>
                  </a:lnTo>
                  <a:lnTo>
                    <a:pt x="3999409" y="96050"/>
                  </a:lnTo>
                  <a:lnTo>
                    <a:pt x="4039833" y="72909"/>
                  </a:lnTo>
                  <a:lnTo>
                    <a:pt x="4081712" y="52885"/>
                  </a:lnTo>
                  <a:lnTo>
                    <a:pt x="4124853" y="36021"/>
                  </a:lnTo>
                  <a:lnTo>
                    <a:pt x="4169061" y="22362"/>
                  </a:lnTo>
                  <a:lnTo>
                    <a:pt x="4214143" y="11954"/>
                  </a:lnTo>
                  <a:lnTo>
                    <a:pt x="4259905" y="4840"/>
                  </a:lnTo>
                  <a:lnTo>
                    <a:pt x="4306155" y="1066"/>
                  </a:lnTo>
                  <a:lnTo>
                    <a:pt x="4352698" y="676"/>
                  </a:lnTo>
                  <a:lnTo>
                    <a:pt x="4399340" y="3714"/>
                  </a:lnTo>
                  <a:lnTo>
                    <a:pt x="4445888" y="10226"/>
                  </a:lnTo>
                  <a:lnTo>
                    <a:pt x="4492149" y="20256"/>
                  </a:lnTo>
                  <a:lnTo>
                    <a:pt x="4537928" y="33848"/>
                  </a:lnTo>
                  <a:lnTo>
                    <a:pt x="4583033" y="51049"/>
                  </a:lnTo>
                  <a:lnTo>
                    <a:pt x="4626587" y="71560"/>
                  </a:lnTo>
                  <a:lnTo>
                    <a:pt x="4668074" y="95101"/>
                  </a:lnTo>
                  <a:lnTo>
                    <a:pt x="4707368" y="121514"/>
                  </a:lnTo>
                  <a:lnTo>
                    <a:pt x="4744340" y="150640"/>
                  </a:lnTo>
                  <a:lnTo>
                    <a:pt x="4778865" y="182323"/>
                  </a:lnTo>
                  <a:lnTo>
                    <a:pt x="4810813" y="216405"/>
                  </a:lnTo>
                  <a:lnTo>
                    <a:pt x="4840059" y="252729"/>
                  </a:lnTo>
                  <a:lnTo>
                    <a:pt x="4866475" y="291136"/>
                  </a:lnTo>
                  <a:lnTo>
                    <a:pt x="4889934" y="331469"/>
                  </a:lnTo>
                  <a:lnTo>
                    <a:pt x="4910308" y="373570"/>
                  </a:lnTo>
                  <a:lnTo>
                    <a:pt x="4927470" y="417282"/>
                  </a:lnTo>
                  <a:lnTo>
                    <a:pt x="4941293" y="462448"/>
                  </a:lnTo>
                  <a:lnTo>
                    <a:pt x="4951650" y="508909"/>
                  </a:lnTo>
                  <a:lnTo>
                    <a:pt x="4998740" y="523415"/>
                  </a:lnTo>
                  <a:lnTo>
                    <a:pt x="5044308" y="541062"/>
                  </a:lnTo>
                  <a:lnTo>
                    <a:pt x="5088223" y="561729"/>
                  </a:lnTo>
                  <a:lnTo>
                    <a:pt x="5130354" y="585292"/>
                  </a:lnTo>
                  <a:lnTo>
                    <a:pt x="5170570" y="611629"/>
                  </a:lnTo>
                  <a:lnTo>
                    <a:pt x="5208739" y="640618"/>
                  </a:lnTo>
                  <a:lnTo>
                    <a:pt x="5244731" y="672136"/>
                  </a:lnTo>
                  <a:lnTo>
                    <a:pt x="5278416" y="706060"/>
                  </a:lnTo>
                  <a:lnTo>
                    <a:pt x="5309661" y="742268"/>
                  </a:lnTo>
                  <a:lnTo>
                    <a:pt x="5338336" y="780638"/>
                  </a:lnTo>
                  <a:lnTo>
                    <a:pt x="5364309" y="821047"/>
                  </a:lnTo>
                  <a:lnTo>
                    <a:pt x="5387451" y="863372"/>
                  </a:lnTo>
                  <a:lnTo>
                    <a:pt x="5407629" y="907491"/>
                  </a:lnTo>
                  <a:lnTo>
                    <a:pt x="5424713" y="953282"/>
                  </a:lnTo>
                  <a:lnTo>
                    <a:pt x="5438678" y="1001000"/>
                  </a:lnTo>
                  <a:lnTo>
                    <a:pt x="5449049" y="1049340"/>
                  </a:lnTo>
                  <a:lnTo>
                    <a:pt x="5455833" y="1098107"/>
                  </a:lnTo>
                  <a:lnTo>
                    <a:pt x="5459038" y="1147107"/>
                  </a:lnTo>
                  <a:lnTo>
                    <a:pt x="5458671" y="1196147"/>
                  </a:lnTo>
                  <a:lnTo>
                    <a:pt x="5454741" y="1245032"/>
                  </a:lnTo>
                  <a:lnTo>
                    <a:pt x="5447255" y="1293569"/>
                  </a:lnTo>
                  <a:lnTo>
                    <a:pt x="5436221" y="1341562"/>
                  </a:lnTo>
                  <a:lnTo>
                    <a:pt x="5421647" y="1388819"/>
                  </a:lnTo>
                  <a:lnTo>
                    <a:pt x="5403542" y="1435145"/>
                  </a:lnTo>
                  <a:lnTo>
                    <a:pt x="5432996" y="1475214"/>
                  </a:lnTo>
                  <a:lnTo>
                    <a:pt x="5460243" y="1516810"/>
                  </a:lnTo>
                  <a:lnTo>
                    <a:pt x="5485190" y="1559778"/>
                  </a:lnTo>
                  <a:lnTo>
                    <a:pt x="5507744" y="1603960"/>
                  </a:lnTo>
                  <a:lnTo>
                    <a:pt x="5527814" y="1649201"/>
                  </a:lnTo>
                  <a:lnTo>
                    <a:pt x="5545308" y="1695343"/>
                  </a:lnTo>
                  <a:lnTo>
                    <a:pt x="5560132" y="1742229"/>
                  </a:lnTo>
                  <a:lnTo>
                    <a:pt x="5572195" y="1789704"/>
                  </a:lnTo>
                  <a:lnTo>
                    <a:pt x="5581404" y="1837610"/>
                  </a:lnTo>
                  <a:lnTo>
                    <a:pt x="5587667" y="1885792"/>
                  </a:lnTo>
                  <a:lnTo>
                    <a:pt x="5590892" y="1934091"/>
                  </a:lnTo>
                  <a:lnTo>
                    <a:pt x="5590987" y="1982353"/>
                  </a:lnTo>
                  <a:lnTo>
                    <a:pt x="5587858" y="2030420"/>
                  </a:lnTo>
                  <a:lnTo>
                    <a:pt x="5581415" y="2078135"/>
                  </a:lnTo>
                  <a:lnTo>
                    <a:pt x="5571565" y="2125342"/>
                  </a:lnTo>
                  <a:lnTo>
                    <a:pt x="5558215" y="2171885"/>
                  </a:lnTo>
                  <a:lnTo>
                    <a:pt x="5533075" y="2243491"/>
                  </a:lnTo>
                  <a:lnTo>
                    <a:pt x="5518138" y="2282142"/>
                  </a:lnTo>
                  <a:lnTo>
                    <a:pt x="5501610" y="2322248"/>
                  </a:lnTo>
                  <a:lnTo>
                    <a:pt x="5483480" y="2363473"/>
                  </a:lnTo>
                  <a:lnTo>
                    <a:pt x="5463735" y="2405484"/>
                  </a:lnTo>
                  <a:lnTo>
                    <a:pt x="5442365" y="2447948"/>
                  </a:lnTo>
                  <a:lnTo>
                    <a:pt x="5419360" y="2490529"/>
                  </a:lnTo>
                  <a:lnTo>
                    <a:pt x="5394708" y="2532894"/>
                  </a:lnTo>
                  <a:lnTo>
                    <a:pt x="5368398" y="2574709"/>
                  </a:lnTo>
                  <a:lnTo>
                    <a:pt x="5340420" y="2615640"/>
                  </a:lnTo>
                  <a:lnTo>
                    <a:pt x="5310761" y="2655354"/>
                  </a:lnTo>
                  <a:lnTo>
                    <a:pt x="5279412" y="2693515"/>
                  </a:lnTo>
                  <a:lnTo>
                    <a:pt x="5246362" y="2729790"/>
                  </a:lnTo>
                  <a:lnTo>
                    <a:pt x="5211598" y="2763845"/>
                  </a:lnTo>
                  <a:lnTo>
                    <a:pt x="5175112" y="2795346"/>
                  </a:lnTo>
                  <a:lnTo>
                    <a:pt x="5136890" y="2823959"/>
                  </a:lnTo>
                  <a:lnTo>
                    <a:pt x="5096923" y="2849350"/>
                  </a:lnTo>
                  <a:lnTo>
                    <a:pt x="5055200" y="2871186"/>
                  </a:lnTo>
                  <a:lnTo>
                    <a:pt x="5011708" y="2889131"/>
                  </a:lnTo>
                  <a:lnTo>
                    <a:pt x="4966439" y="2902852"/>
                  </a:lnTo>
                  <a:lnTo>
                    <a:pt x="4919380" y="2912016"/>
                  </a:lnTo>
                  <a:lnTo>
                    <a:pt x="4916407" y="2959667"/>
                  </a:lnTo>
                  <a:lnTo>
                    <a:pt x="4908457" y="3004678"/>
                  </a:lnTo>
                  <a:lnTo>
                    <a:pt x="4895817" y="3047201"/>
                  </a:lnTo>
                  <a:lnTo>
                    <a:pt x="4878772" y="3087391"/>
                  </a:lnTo>
                  <a:lnTo>
                    <a:pt x="4857607" y="3125401"/>
                  </a:lnTo>
                  <a:lnTo>
                    <a:pt x="4832609" y="3161384"/>
                  </a:lnTo>
                  <a:lnTo>
                    <a:pt x="4804062" y="3195493"/>
                  </a:lnTo>
                  <a:lnTo>
                    <a:pt x="4772252" y="3227883"/>
                  </a:lnTo>
                  <a:lnTo>
                    <a:pt x="4737465" y="3258707"/>
                  </a:lnTo>
                  <a:lnTo>
                    <a:pt x="4699986" y="3288117"/>
                  </a:lnTo>
                  <a:lnTo>
                    <a:pt x="4660102" y="3316268"/>
                  </a:lnTo>
                  <a:lnTo>
                    <a:pt x="4618097" y="3343313"/>
                  </a:lnTo>
                  <a:lnTo>
                    <a:pt x="4574257" y="3369406"/>
                  </a:lnTo>
                  <a:lnTo>
                    <a:pt x="4542468" y="3388198"/>
                  </a:lnTo>
                  <a:lnTo>
                    <a:pt x="4508346" y="3409097"/>
                  </a:lnTo>
                  <a:lnTo>
                    <a:pt x="4472083" y="3431579"/>
                  </a:lnTo>
                  <a:lnTo>
                    <a:pt x="4433871" y="3455120"/>
                  </a:lnTo>
                  <a:lnTo>
                    <a:pt x="4393903" y="3479197"/>
                  </a:lnTo>
                  <a:lnTo>
                    <a:pt x="4352372" y="3503285"/>
                  </a:lnTo>
                  <a:lnTo>
                    <a:pt x="4309470" y="3526862"/>
                  </a:lnTo>
                  <a:lnTo>
                    <a:pt x="4265390" y="3549403"/>
                  </a:lnTo>
                  <a:lnTo>
                    <a:pt x="4220323" y="3570385"/>
                  </a:lnTo>
                  <a:lnTo>
                    <a:pt x="4174463" y="3589284"/>
                  </a:lnTo>
                  <a:lnTo>
                    <a:pt x="4128001" y="3605576"/>
                  </a:lnTo>
                  <a:lnTo>
                    <a:pt x="4081131" y="3618738"/>
                  </a:lnTo>
                  <a:lnTo>
                    <a:pt x="4034044" y="3628245"/>
                  </a:lnTo>
                  <a:lnTo>
                    <a:pt x="3986934" y="3633575"/>
                  </a:lnTo>
                  <a:lnTo>
                    <a:pt x="3939992" y="3634202"/>
                  </a:lnTo>
                  <a:lnTo>
                    <a:pt x="3893412" y="3629605"/>
                  </a:lnTo>
                  <a:lnTo>
                    <a:pt x="3847385" y="3619258"/>
                  </a:lnTo>
                  <a:lnTo>
                    <a:pt x="3802104" y="3602639"/>
                  </a:lnTo>
                  <a:lnTo>
                    <a:pt x="3757761" y="3579223"/>
                  </a:lnTo>
                  <a:lnTo>
                    <a:pt x="3741582" y="3624297"/>
                  </a:lnTo>
                  <a:lnTo>
                    <a:pt x="3721566" y="3666822"/>
                  </a:lnTo>
                  <a:lnTo>
                    <a:pt x="3697987" y="3706824"/>
                  </a:lnTo>
                  <a:lnTo>
                    <a:pt x="3671119" y="3744331"/>
                  </a:lnTo>
                  <a:lnTo>
                    <a:pt x="3641238" y="3779370"/>
                  </a:lnTo>
                  <a:lnTo>
                    <a:pt x="3608616" y="3811968"/>
                  </a:lnTo>
                  <a:lnTo>
                    <a:pt x="3573530" y="3842151"/>
                  </a:lnTo>
                  <a:lnTo>
                    <a:pt x="3536252" y="3869946"/>
                  </a:lnTo>
                  <a:lnTo>
                    <a:pt x="3497057" y="3895382"/>
                  </a:lnTo>
                  <a:lnTo>
                    <a:pt x="3456220" y="3918483"/>
                  </a:lnTo>
                  <a:lnTo>
                    <a:pt x="3414014" y="3939279"/>
                  </a:lnTo>
                  <a:lnTo>
                    <a:pt x="3370715" y="3957794"/>
                  </a:lnTo>
                  <a:lnTo>
                    <a:pt x="3326596" y="3974058"/>
                  </a:lnTo>
                  <a:lnTo>
                    <a:pt x="3281932" y="3988095"/>
                  </a:lnTo>
                  <a:lnTo>
                    <a:pt x="3236997" y="3999934"/>
                  </a:lnTo>
                  <a:lnTo>
                    <a:pt x="3192066" y="4009602"/>
                  </a:lnTo>
                  <a:lnTo>
                    <a:pt x="3147412" y="4017124"/>
                  </a:lnTo>
                  <a:lnTo>
                    <a:pt x="3103311" y="4022529"/>
                  </a:lnTo>
                  <a:lnTo>
                    <a:pt x="3060036" y="4025844"/>
                  </a:lnTo>
                  <a:lnTo>
                    <a:pt x="2981944" y="4027491"/>
                  </a:lnTo>
                  <a:lnTo>
                    <a:pt x="2940102" y="4026479"/>
                  </a:lnTo>
                  <a:lnTo>
                    <a:pt x="2896721" y="4024140"/>
                  </a:lnTo>
                  <a:lnTo>
                    <a:pt x="2852047" y="4020395"/>
                  </a:lnTo>
                  <a:lnTo>
                    <a:pt x="2806325" y="4015166"/>
                  </a:lnTo>
                  <a:lnTo>
                    <a:pt x="2759799" y="4008375"/>
                  </a:lnTo>
                  <a:lnTo>
                    <a:pt x="2712716" y="3999945"/>
                  </a:lnTo>
                  <a:lnTo>
                    <a:pt x="2665319" y="3989796"/>
                  </a:lnTo>
                  <a:lnTo>
                    <a:pt x="2617854" y="3977852"/>
                  </a:lnTo>
                  <a:lnTo>
                    <a:pt x="2570565" y="3964033"/>
                  </a:lnTo>
                  <a:lnTo>
                    <a:pt x="2523699" y="3948262"/>
                  </a:lnTo>
                  <a:lnTo>
                    <a:pt x="2477498" y="3930460"/>
                  </a:lnTo>
                  <a:lnTo>
                    <a:pt x="2432210" y="3910551"/>
                  </a:lnTo>
                  <a:lnTo>
                    <a:pt x="2388078" y="3888454"/>
                  </a:lnTo>
                  <a:lnTo>
                    <a:pt x="2345347" y="3864094"/>
                  </a:lnTo>
                  <a:lnTo>
                    <a:pt x="2304262" y="3837390"/>
                  </a:lnTo>
                  <a:lnTo>
                    <a:pt x="2265070" y="3808266"/>
                  </a:lnTo>
                  <a:lnTo>
                    <a:pt x="2228013" y="3776644"/>
                  </a:lnTo>
                  <a:lnTo>
                    <a:pt x="2193338" y="3742444"/>
                  </a:lnTo>
                  <a:lnTo>
                    <a:pt x="2161289" y="3705589"/>
                  </a:lnTo>
                  <a:lnTo>
                    <a:pt x="2132111" y="3666002"/>
                  </a:lnTo>
                  <a:lnTo>
                    <a:pt x="2090737" y="3689364"/>
                  </a:lnTo>
                  <a:lnTo>
                    <a:pt x="2048731" y="3710561"/>
                  </a:lnTo>
                  <a:lnTo>
                    <a:pt x="2006160" y="3729611"/>
                  </a:lnTo>
                  <a:lnTo>
                    <a:pt x="1963093" y="3746531"/>
                  </a:lnTo>
                  <a:lnTo>
                    <a:pt x="1919598" y="3761339"/>
                  </a:lnTo>
                  <a:lnTo>
                    <a:pt x="1875742" y="3774052"/>
                  </a:lnTo>
                  <a:lnTo>
                    <a:pt x="1831596" y="3784687"/>
                  </a:lnTo>
                  <a:lnTo>
                    <a:pt x="1787225" y="3793264"/>
                  </a:lnTo>
                  <a:lnTo>
                    <a:pt x="1742699" y="3799798"/>
                  </a:lnTo>
                  <a:lnTo>
                    <a:pt x="1698086" y="3804308"/>
                  </a:lnTo>
                  <a:lnTo>
                    <a:pt x="1653453" y="3806811"/>
                  </a:lnTo>
                  <a:lnTo>
                    <a:pt x="1608870" y="3807324"/>
                  </a:lnTo>
                  <a:lnTo>
                    <a:pt x="1564403" y="3805866"/>
                  </a:lnTo>
                  <a:lnTo>
                    <a:pt x="1520122" y="3802454"/>
                  </a:lnTo>
                  <a:lnTo>
                    <a:pt x="1476095" y="3797105"/>
                  </a:lnTo>
                  <a:lnTo>
                    <a:pt x="1432389" y="3789836"/>
                  </a:lnTo>
                  <a:lnTo>
                    <a:pt x="1389072" y="3780667"/>
                  </a:lnTo>
                  <a:lnTo>
                    <a:pt x="1346214" y="3769613"/>
                  </a:lnTo>
                  <a:lnTo>
                    <a:pt x="1303882" y="3756693"/>
                  </a:lnTo>
                  <a:lnTo>
                    <a:pt x="1262144" y="3741924"/>
                  </a:lnTo>
                  <a:lnTo>
                    <a:pt x="1221068" y="3725324"/>
                  </a:lnTo>
                  <a:lnTo>
                    <a:pt x="1180723" y="3706910"/>
                  </a:lnTo>
                  <a:lnTo>
                    <a:pt x="1141177" y="3686699"/>
                  </a:lnTo>
                  <a:lnTo>
                    <a:pt x="1102497" y="3664710"/>
                  </a:lnTo>
                  <a:lnTo>
                    <a:pt x="1064753" y="3640961"/>
                  </a:lnTo>
                  <a:lnTo>
                    <a:pt x="1028012" y="3615467"/>
                  </a:lnTo>
                  <a:lnTo>
                    <a:pt x="992342" y="3588248"/>
                  </a:lnTo>
                  <a:lnTo>
                    <a:pt x="957811" y="3559320"/>
                  </a:lnTo>
                  <a:lnTo>
                    <a:pt x="924489" y="3528701"/>
                  </a:lnTo>
                  <a:lnTo>
                    <a:pt x="892442" y="3496409"/>
                  </a:lnTo>
                  <a:lnTo>
                    <a:pt x="861738" y="3462462"/>
                  </a:lnTo>
                  <a:lnTo>
                    <a:pt x="832447" y="3426876"/>
                  </a:lnTo>
                  <a:lnTo>
                    <a:pt x="804637" y="3389670"/>
                  </a:lnTo>
                  <a:lnTo>
                    <a:pt x="778375" y="3350860"/>
                  </a:lnTo>
                  <a:lnTo>
                    <a:pt x="753729" y="3310465"/>
                  </a:lnTo>
                  <a:lnTo>
                    <a:pt x="705768" y="3313997"/>
                  </a:lnTo>
                  <a:lnTo>
                    <a:pt x="658351" y="3313529"/>
                  </a:lnTo>
                  <a:lnTo>
                    <a:pt x="611678" y="3309192"/>
                  </a:lnTo>
                  <a:lnTo>
                    <a:pt x="565948" y="3301116"/>
                  </a:lnTo>
                  <a:lnTo>
                    <a:pt x="521358" y="3289429"/>
                  </a:lnTo>
                  <a:lnTo>
                    <a:pt x="478109" y="3274263"/>
                  </a:lnTo>
                  <a:lnTo>
                    <a:pt x="436399" y="3255746"/>
                  </a:lnTo>
                  <a:lnTo>
                    <a:pt x="396426" y="3234008"/>
                  </a:lnTo>
                  <a:lnTo>
                    <a:pt x="358390" y="3209179"/>
                  </a:lnTo>
                  <a:lnTo>
                    <a:pt x="322489" y="3181388"/>
                  </a:lnTo>
                  <a:lnTo>
                    <a:pt x="288922" y="3150766"/>
                  </a:lnTo>
                  <a:lnTo>
                    <a:pt x="257888" y="3117441"/>
                  </a:lnTo>
                  <a:lnTo>
                    <a:pt x="229586" y="3081544"/>
                  </a:lnTo>
                  <a:lnTo>
                    <a:pt x="204215" y="3043204"/>
                  </a:lnTo>
                  <a:lnTo>
                    <a:pt x="181973" y="3002550"/>
                  </a:lnTo>
                  <a:lnTo>
                    <a:pt x="163059" y="2959713"/>
                  </a:lnTo>
                  <a:lnTo>
                    <a:pt x="147672" y="2914822"/>
                  </a:lnTo>
                  <a:lnTo>
                    <a:pt x="135936" y="2867537"/>
                  </a:lnTo>
                  <a:lnTo>
                    <a:pt x="128505" y="2819890"/>
                  </a:lnTo>
                  <a:lnTo>
                    <a:pt x="125316" y="2772143"/>
                  </a:lnTo>
                  <a:lnTo>
                    <a:pt x="126307" y="2724555"/>
                  </a:lnTo>
                  <a:lnTo>
                    <a:pt x="131414" y="2677386"/>
                  </a:lnTo>
                  <a:lnTo>
                    <a:pt x="140576" y="2630896"/>
                  </a:lnTo>
                  <a:lnTo>
                    <a:pt x="153729" y="2585345"/>
                  </a:lnTo>
                  <a:lnTo>
                    <a:pt x="170812" y="2540994"/>
                  </a:lnTo>
                  <a:lnTo>
                    <a:pt x="191760" y="2498101"/>
                  </a:lnTo>
                  <a:lnTo>
                    <a:pt x="216511" y="2456926"/>
                  </a:lnTo>
                  <a:lnTo>
                    <a:pt x="245004" y="2417731"/>
                  </a:lnTo>
                  <a:lnTo>
                    <a:pt x="277174" y="2380775"/>
                  </a:lnTo>
                  <a:lnTo>
                    <a:pt x="237167" y="2355194"/>
                  </a:lnTo>
                  <a:lnTo>
                    <a:pt x="199882" y="2326672"/>
                  </a:lnTo>
                  <a:lnTo>
                    <a:pt x="165428" y="2295423"/>
                  </a:lnTo>
                  <a:lnTo>
                    <a:pt x="133909" y="2261660"/>
                  </a:lnTo>
                  <a:lnTo>
                    <a:pt x="105434" y="2225598"/>
                  </a:lnTo>
                  <a:lnTo>
                    <a:pt x="80109" y="2187450"/>
                  </a:lnTo>
                  <a:lnTo>
                    <a:pt x="58040" y="2147430"/>
                  </a:lnTo>
                  <a:lnTo>
                    <a:pt x="39335" y="2105752"/>
                  </a:lnTo>
                  <a:lnTo>
                    <a:pt x="24100" y="2062630"/>
                  </a:lnTo>
                  <a:lnTo>
                    <a:pt x="12443" y="2018277"/>
                  </a:lnTo>
                  <a:lnTo>
                    <a:pt x="4469" y="1972909"/>
                  </a:lnTo>
                  <a:lnTo>
                    <a:pt x="285" y="1926738"/>
                  </a:lnTo>
                  <a:lnTo>
                    <a:pt x="0" y="1879979"/>
                  </a:lnTo>
                  <a:lnTo>
                    <a:pt x="3718" y="1832846"/>
                  </a:lnTo>
                  <a:lnTo>
                    <a:pt x="11654" y="1785124"/>
                  </a:lnTo>
                  <a:lnTo>
                    <a:pt x="23532" y="1738889"/>
                  </a:lnTo>
                  <a:lnTo>
                    <a:pt x="39173" y="1694316"/>
                  </a:lnTo>
                  <a:lnTo>
                    <a:pt x="58396" y="1651579"/>
                  </a:lnTo>
                  <a:lnTo>
                    <a:pt x="81023" y="1610854"/>
                  </a:lnTo>
                  <a:lnTo>
                    <a:pt x="106872" y="1572317"/>
                  </a:lnTo>
                  <a:lnTo>
                    <a:pt x="135765" y="1536143"/>
                  </a:lnTo>
                  <a:lnTo>
                    <a:pt x="167522" y="1502508"/>
                  </a:lnTo>
                  <a:lnTo>
                    <a:pt x="201964" y="1471585"/>
                  </a:lnTo>
                  <a:lnTo>
                    <a:pt x="238910" y="1443552"/>
                  </a:lnTo>
                  <a:lnTo>
                    <a:pt x="278180" y="1418583"/>
                  </a:lnTo>
                  <a:lnTo>
                    <a:pt x="319596" y="1396854"/>
                  </a:lnTo>
                  <a:lnTo>
                    <a:pt x="362978" y="1378539"/>
                  </a:lnTo>
                  <a:lnTo>
                    <a:pt x="408146" y="1363815"/>
                  </a:lnTo>
                  <a:lnTo>
                    <a:pt x="454919" y="1352857"/>
                  </a:lnTo>
                  <a:lnTo>
                    <a:pt x="503120" y="1345839"/>
                  </a:lnTo>
                  <a:lnTo>
                    <a:pt x="504669" y="1341521"/>
                  </a:lnTo>
                  <a:lnTo>
                    <a:pt x="506346" y="1337305"/>
                  </a:lnTo>
                  <a:lnTo>
                    <a:pt x="507895" y="133299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539548" y="2799913"/>
              <a:ext cx="3571240" cy="3444240"/>
            </a:xfrm>
            <a:custGeom>
              <a:avLst/>
              <a:gdLst/>
              <a:ahLst/>
              <a:cxnLst/>
              <a:rect l="l" t="t" r="r" b="b"/>
              <a:pathLst>
                <a:path w="3571240" h="3444240">
                  <a:moveTo>
                    <a:pt x="327037" y="2233764"/>
                  </a:moveTo>
                  <a:lnTo>
                    <a:pt x="278167" y="2235417"/>
                  </a:lnTo>
                  <a:lnTo>
                    <a:pt x="229566" y="2232860"/>
                  </a:lnTo>
                  <a:lnTo>
                    <a:pt x="181502" y="2226155"/>
                  </a:lnTo>
                  <a:lnTo>
                    <a:pt x="134245" y="2215363"/>
                  </a:lnTo>
                  <a:lnTo>
                    <a:pt x="88063" y="2200545"/>
                  </a:lnTo>
                  <a:lnTo>
                    <a:pt x="43225" y="2181762"/>
                  </a:lnTo>
                  <a:lnTo>
                    <a:pt x="0" y="2159076"/>
                  </a:lnTo>
                </a:path>
                <a:path w="3571240" h="3444240">
                  <a:moveTo>
                    <a:pt x="615607" y="3051098"/>
                  </a:moveTo>
                  <a:lnTo>
                    <a:pt x="580817" y="3063517"/>
                  </a:lnTo>
                  <a:lnTo>
                    <a:pt x="545288" y="3073627"/>
                  </a:lnTo>
                  <a:lnTo>
                    <a:pt x="509152" y="3081400"/>
                  </a:lnTo>
                  <a:lnTo>
                    <a:pt x="472541" y="3086811"/>
                  </a:lnTo>
                </a:path>
                <a:path w="3571240" h="3444240">
                  <a:moveTo>
                    <a:pt x="1848611" y="3443846"/>
                  </a:moveTo>
                  <a:lnTo>
                    <a:pt x="1823809" y="3404833"/>
                  </a:lnTo>
                  <a:lnTo>
                    <a:pt x="1801136" y="3364599"/>
                  </a:lnTo>
                  <a:lnTo>
                    <a:pt x="1780639" y="3323225"/>
                  </a:lnTo>
                  <a:lnTo>
                    <a:pt x="1762366" y="3280791"/>
                  </a:lnTo>
                </a:path>
                <a:path w="3571240" h="3444240">
                  <a:moveTo>
                    <a:pt x="3475418" y="151066"/>
                  </a:moveTo>
                  <a:lnTo>
                    <a:pt x="3495165" y="110817"/>
                  </a:lnTo>
                  <a:lnTo>
                    <a:pt x="3517753" y="72123"/>
                  </a:lnTo>
                  <a:lnTo>
                    <a:pt x="3543123" y="35134"/>
                  </a:lnTo>
                  <a:lnTo>
                    <a:pt x="3571214" y="0"/>
                  </a:lnTo>
                </a:path>
                <a:path w="3571240" h="3444240">
                  <a:moveTo>
                    <a:pt x="2579776" y="223037"/>
                  </a:moveTo>
                  <a:lnTo>
                    <a:pt x="2588290" y="189437"/>
                  </a:lnTo>
                  <a:lnTo>
                    <a:pt x="2598885" y="156462"/>
                  </a:lnTo>
                  <a:lnTo>
                    <a:pt x="2611510" y="124208"/>
                  </a:lnTo>
                  <a:lnTo>
                    <a:pt x="2626118" y="92773"/>
                  </a:lnTo>
                </a:path>
                <a:path w="3571240" h="3444240">
                  <a:moveTo>
                    <a:pt x="1528673" y="267258"/>
                  </a:moveTo>
                  <a:lnTo>
                    <a:pt x="1573494" y="295025"/>
                  </a:lnTo>
                  <a:lnTo>
                    <a:pt x="1616471" y="325397"/>
                  </a:lnTo>
                  <a:lnTo>
                    <a:pt x="1657511" y="358282"/>
                  </a:lnTo>
                  <a:lnTo>
                    <a:pt x="1696516" y="393585"/>
                  </a:lnTo>
                </a:path>
                <a:path w="3571240" h="3444240">
                  <a:moveTo>
                    <a:pt x="253961" y="1260309"/>
                  </a:moveTo>
                  <a:lnTo>
                    <a:pt x="244643" y="1227524"/>
                  </a:lnTo>
                  <a:lnTo>
                    <a:pt x="236643" y="1194414"/>
                  </a:lnTo>
                  <a:lnTo>
                    <a:pt x="229974" y="1161006"/>
                  </a:lnTo>
                  <a:lnTo>
                    <a:pt x="224650" y="112732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35938" y="98253"/>
            <a:ext cx="7017384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Closure</a:t>
            </a:r>
            <a:r>
              <a:rPr dirty="0" sz="4000" spc="-120"/>
              <a:t> </a:t>
            </a:r>
            <a:r>
              <a:rPr dirty="0" sz="4000" spc="-20"/>
              <a:t>Properties</a:t>
            </a:r>
            <a:r>
              <a:rPr dirty="0" sz="4000" spc="-114"/>
              <a:t> </a:t>
            </a:r>
            <a:r>
              <a:rPr dirty="0" sz="4000"/>
              <a:t>–</a:t>
            </a:r>
            <a:r>
              <a:rPr dirty="0" sz="4000" spc="-114"/>
              <a:t> </a:t>
            </a:r>
            <a:r>
              <a:rPr dirty="0" sz="4000"/>
              <a:t>Union</a:t>
            </a:r>
            <a:r>
              <a:rPr dirty="0" sz="4000" spc="-120"/>
              <a:t> </a:t>
            </a:r>
            <a:r>
              <a:rPr dirty="0" sz="4000" spc="-40"/>
              <a:t>(NFA)</a:t>
            </a:r>
            <a:endParaRPr sz="4000"/>
          </a:p>
        </p:txBody>
      </p:sp>
      <p:sp>
        <p:nvSpPr>
          <p:cNvPr id="11" name="object 11" descr=""/>
          <p:cNvSpPr txBox="1"/>
          <p:nvPr/>
        </p:nvSpPr>
        <p:spPr>
          <a:xfrm>
            <a:off x="558972" y="1347923"/>
            <a:ext cx="111340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644650" algn="l"/>
                <a:tab pos="849503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8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4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97072" y="1884828"/>
            <a:ext cx="45777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New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40">
                <a:latin typeface="Franklin Gothic Medium"/>
                <a:cs typeface="Franklin Gothic Medium"/>
              </a:rPr>
              <a:t>Proof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(sketch):</a:t>
            </a:r>
            <a:r>
              <a:rPr dirty="0" sz="2400" spc="-14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by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Construction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71672" y="2314298"/>
            <a:ext cx="6252210" cy="963294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10"/>
              </a:spcBef>
            </a:pPr>
            <a:r>
              <a:rPr dirty="0" sz="2400">
                <a:latin typeface="Franklin Gothic Medium"/>
                <a:cs typeface="Franklin Gothic Medium"/>
              </a:rPr>
              <a:t>Given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60">
                <a:latin typeface="Franklin Gothic Medium"/>
                <a:cs typeface="Franklin Gothic Medium"/>
              </a:rPr>
              <a:t>DFAs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22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22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1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81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Construct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80">
                <a:latin typeface="Franklin Gothic Medium"/>
                <a:cs typeface="Franklin Gothic Medium"/>
              </a:rPr>
              <a:t>NFA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9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292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3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12764" y="2961132"/>
            <a:ext cx="4330476" cy="3288765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8022940" y="2986703"/>
            <a:ext cx="3790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128412" y="4694307"/>
            <a:ext cx="3854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endParaRPr baseline="-15325" sz="2175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589776" y="3572255"/>
            <a:ext cx="441959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300"/>
              </a:spcBef>
            </a:pPr>
            <a:r>
              <a:rPr dirty="0" sz="2000" spc="-5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587696" y="3871292"/>
            <a:ext cx="129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587696" y="5013062"/>
            <a:ext cx="129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15579" y="3493979"/>
            <a:ext cx="4979670" cy="29711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Arial MT"/>
              <a:buChar char="•"/>
              <a:tabLst>
                <a:tab pos="405765" algn="l"/>
              </a:tabLst>
            </a:pP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000" spc="3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will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branch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to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1</a:t>
            </a:r>
            <a:r>
              <a:rPr dirty="0" baseline="-15325" sz="2175" spc="300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 spc="-37">
                <a:latin typeface="Cambria Math"/>
                <a:cs typeface="Cambria Math"/>
              </a:rPr>
              <a:t>2</a:t>
            </a:r>
            <a:endParaRPr baseline="-15325" sz="2175">
              <a:latin typeface="Cambria Math"/>
              <a:cs typeface="Cambria Math"/>
            </a:endParaRPr>
          </a:p>
          <a:p>
            <a:pPr marL="406400">
              <a:lnSpc>
                <a:spcPct val="100000"/>
              </a:lnSpc>
            </a:pPr>
            <a:r>
              <a:rPr dirty="0" sz="2000" spc="-35">
                <a:latin typeface="Franklin Gothic Medium"/>
                <a:cs typeface="Franklin Gothic Medium"/>
              </a:rPr>
              <a:t>nondeterministically,</a:t>
            </a:r>
            <a:r>
              <a:rPr dirty="0" sz="2000" spc="-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as</a:t>
            </a:r>
            <a:r>
              <a:rPr dirty="0" sz="2000" spc="10">
                <a:latin typeface="Franklin Gothic Medium"/>
                <a:cs typeface="Franklin Gothic Medium"/>
              </a:rPr>
              <a:t> </a:t>
            </a:r>
            <a:r>
              <a:rPr dirty="0" sz="2000" spc="-40">
                <a:latin typeface="Franklin Gothic Medium"/>
                <a:cs typeface="Franklin Gothic Medium"/>
              </a:rPr>
              <a:t>two</a:t>
            </a:r>
            <a:r>
              <a:rPr dirty="0" sz="2000" spc="-2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possibilities</a:t>
            </a:r>
            <a:endParaRPr sz="2000">
              <a:latin typeface="Franklin Gothic Medium"/>
              <a:cs typeface="Franklin Gothic Medium"/>
            </a:endParaRPr>
          </a:p>
          <a:p>
            <a:pPr marL="405765" marR="107314" indent="-342900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405765" algn="l"/>
              </a:tabLst>
            </a:pPr>
            <a:r>
              <a:rPr dirty="0" sz="2000">
                <a:latin typeface="Franklin Gothic Medium"/>
                <a:cs typeface="Franklin Gothic Medium"/>
              </a:rPr>
              <a:t>Inside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1</a:t>
            </a:r>
            <a:r>
              <a:rPr dirty="0" baseline="-15325" sz="2175" spc="284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2</a:t>
            </a:r>
            <a:r>
              <a:rPr dirty="0" baseline="-15325" sz="2175" spc="284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it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is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going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to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start reading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input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each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 spc="-70">
                <a:latin typeface="Franklin Gothic Medium"/>
                <a:cs typeface="Franklin Gothic Medium"/>
              </a:rPr>
              <a:t>DFA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will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follow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transitions</a:t>
            </a:r>
            <a:r>
              <a:rPr dirty="0" sz="2000" spc="-4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in</a:t>
            </a:r>
            <a:r>
              <a:rPr dirty="0" sz="2000" spc="-3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“parallel”</a:t>
            </a:r>
            <a:endParaRPr sz="2000">
              <a:latin typeface="Franklin Gothic Medium"/>
              <a:cs typeface="Franklin Gothic Medium"/>
            </a:endParaRPr>
          </a:p>
          <a:p>
            <a:pPr marL="406400" marR="55880" indent="-343535">
              <a:lnSpc>
                <a:spcPct val="100000"/>
              </a:lnSpc>
              <a:spcBef>
                <a:spcPts val="2005"/>
              </a:spcBef>
              <a:buClr>
                <a:srgbClr val="000000"/>
              </a:buClr>
              <a:buFont typeface="Arial MT"/>
              <a:buChar char="•"/>
              <a:tabLst>
                <a:tab pos="406400" algn="l"/>
              </a:tabLst>
            </a:pP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000" spc="5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as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</a:t>
            </a:r>
            <a:r>
              <a:rPr dirty="0" sz="2000" spc="-4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combination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of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1</a:t>
            </a:r>
            <a:r>
              <a:rPr dirty="0" baseline="-15325" sz="2175" spc="322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2</a:t>
            </a:r>
            <a:r>
              <a:rPr dirty="0" baseline="-15325" sz="2175" spc="330">
                <a:latin typeface="Cambria Math"/>
                <a:cs typeface="Cambria Math"/>
              </a:rPr>
              <a:t> </a:t>
            </a:r>
            <a:r>
              <a:rPr dirty="0" sz="2000" spc="-10" i="1">
                <a:solidFill>
                  <a:srgbClr val="00AF50"/>
                </a:solidFill>
                <a:latin typeface="Franklin Gothic Medium"/>
                <a:cs typeface="Franklin Gothic Medium"/>
              </a:rPr>
              <a:t>accepts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input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if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either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1</a:t>
            </a:r>
            <a:r>
              <a:rPr dirty="0" baseline="-15325" sz="2175" spc="307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2</a:t>
            </a:r>
            <a:r>
              <a:rPr dirty="0" baseline="-15325" sz="2175" spc="307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ends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in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an </a:t>
            </a:r>
            <a:r>
              <a:rPr dirty="0" sz="2000">
                <a:latin typeface="Franklin Gothic Medium"/>
                <a:cs typeface="Franklin Gothic Medium"/>
              </a:rPr>
              <a:t>accept</a:t>
            </a:r>
            <a:r>
              <a:rPr dirty="0" sz="2000" spc="-114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state.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376671" y="1882139"/>
            <a:ext cx="2627630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2000">
                <a:latin typeface="Franklin Gothic Medium"/>
                <a:cs typeface="Franklin Gothic Medium"/>
              </a:rPr>
              <a:t>Using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Nondeterminism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8" y="98253"/>
            <a:ext cx="7017384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Closure</a:t>
            </a:r>
            <a:r>
              <a:rPr dirty="0" sz="4000" spc="-120"/>
              <a:t> </a:t>
            </a:r>
            <a:r>
              <a:rPr dirty="0" sz="4000" spc="-20"/>
              <a:t>Properties</a:t>
            </a:r>
            <a:r>
              <a:rPr dirty="0" sz="4000" spc="-114"/>
              <a:t> </a:t>
            </a:r>
            <a:r>
              <a:rPr dirty="0" sz="4000"/>
              <a:t>–</a:t>
            </a:r>
            <a:r>
              <a:rPr dirty="0" sz="4000" spc="-114"/>
              <a:t> </a:t>
            </a:r>
            <a:r>
              <a:rPr dirty="0" sz="4000"/>
              <a:t>Union</a:t>
            </a:r>
            <a:r>
              <a:rPr dirty="0" sz="4000" spc="-120"/>
              <a:t> </a:t>
            </a:r>
            <a:r>
              <a:rPr dirty="0" sz="4000" spc="-40"/>
              <a:t>(NFA)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558972" y="1347923"/>
            <a:ext cx="111340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644650" algn="l"/>
                <a:tab pos="849503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8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4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85253" y="3834193"/>
            <a:ext cx="481965" cy="462280"/>
            <a:chOff x="885253" y="3834193"/>
            <a:chExt cx="481965" cy="462280"/>
          </a:xfrm>
        </p:grpSpPr>
        <p:sp>
          <p:nvSpPr>
            <p:cNvPr id="5" name="object 5" descr=""/>
            <p:cNvSpPr/>
            <p:nvPr/>
          </p:nvSpPr>
          <p:spPr>
            <a:xfrm>
              <a:off x="890016" y="3838955"/>
              <a:ext cx="472440" cy="452755"/>
            </a:xfrm>
            <a:custGeom>
              <a:avLst/>
              <a:gdLst/>
              <a:ahLst/>
              <a:cxnLst/>
              <a:rect l="l" t="t" r="r" b="b"/>
              <a:pathLst>
                <a:path w="472440" h="452754">
                  <a:moveTo>
                    <a:pt x="472440" y="0"/>
                  </a:moveTo>
                  <a:lnTo>
                    <a:pt x="0" y="0"/>
                  </a:lnTo>
                  <a:lnTo>
                    <a:pt x="0" y="452628"/>
                  </a:lnTo>
                  <a:lnTo>
                    <a:pt x="472440" y="452628"/>
                  </a:lnTo>
                  <a:lnTo>
                    <a:pt x="4724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90016" y="3838955"/>
              <a:ext cx="472440" cy="452755"/>
            </a:xfrm>
            <a:custGeom>
              <a:avLst/>
              <a:gdLst/>
              <a:ahLst/>
              <a:cxnLst/>
              <a:rect l="l" t="t" r="r" b="b"/>
              <a:pathLst>
                <a:path w="472440" h="452754">
                  <a:moveTo>
                    <a:pt x="0" y="0"/>
                  </a:moveTo>
                  <a:lnTo>
                    <a:pt x="472440" y="0"/>
                  </a:lnTo>
                  <a:lnTo>
                    <a:pt x="472440" y="452628"/>
                  </a:lnTo>
                  <a:lnTo>
                    <a:pt x="0" y="45262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23791" y="3866388"/>
            <a:ext cx="198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069338" y="5428234"/>
            <a:ext cx="962660" cy="970280"/>
            <a:chOff x="2069338" y="5428234"/>
            <a:chExt cx="962660" cy="970280"/>
          </a:xfrm>
        </p:grpSpPr>
        <p:sp>
          <p:nvSpPr>
            <p:cNvPr id="9" name="object 9" descr=""/>
            <p:cNvSpPr/>
            <p:nvPr/>
          </p:nvSpPr>
          <p:spPr>
            <a:xfrm>
              <a:off x="2075688" y="5434584"/>
              <a:ext cx="949960" cy="957580"/>
            </a:xfrm>
            <a:custGeom>
              <a:avLst/>
              <a:gdLst/>
              <a:ahLst/>
              <a:cxnLst/>
              <a:rect l="l" t="t" r="r" b="b"/>
              <a:pathLst>
                <a:path w="949960" h="957579">
                  <a:moveTo>
                    <a:pt x="474726" y="0"/>
                  </a:moveTo>
                  <a:lnTo>
                    <a:pt x="426188" y="2470"/>
                  </a:lnTo>
                  <a:lnTo>
                    <a:pt x="379053" y="9722"/>
                  </a:lnTo>
                  <a:lnTo>
                    <a:pt x="333558" y="21514"/>
                  </a:lnTo>
                  <a:lnTo>
                    <a:pt x="289943" y="37605"/>
                  </a:lnTo>
                  <a:lnTo>
                    <a:pt x="248445" y="57756"/>
                  </a:lnTo>
                  <a:lnTo>
                    <a:pt x="209304" y="81726"/>
                  </a:lnTo>
                  <a:lnTo>
                    <a:pt x="172758" y="109274"/>
                  </a:lnTo>
                  <a:lnTo>
                    <a:pt x="139045" y="140160"/>
                  </a:lnTo>
                  <a:lnTo>
                    <a:pt x="108405" y="174143"/>
                  </a:lnTo>
                  <a:lnTo>
                    <a:pt x="81077" y="210982"/>
                  </a:lnTo>
                  <a:lnTo>
                    <a:pt x="57297" y="250437"/>
                  </a:lnTo>
                  <a:lnTo>
                    <a:pt x="37307" y="292268"/>
                  </a:lnTo>
                  <a:lnTo>
                    <a:pt x="21343" y="336234"/>
                  </a:lnTo>
                  <a:lnTo>
                    <a:pt x="9644" y="382094"/>
                  </a:lnTo>
                  <a:lnTo>
                    <a:pt x="2451" y="429608"/>
                  </a:lnTo>
                  <a:lnTo>
                    <a:pt x="0" y="478536"/>
                  </a:lnTo>
                  <a:lnTo>
                    <a:pt x="2451" y="527463"/>
                  </a:lnTo>
                  <a:lnTo>
                    <a:pt x="9644" y="574977"/>
                  </a:lnTo>
                  <a:lnTo>
                    <a:pt x="21343" y="620837"/>
                  </a:lnTo>
                  <a:lnTo>
                    <a:pt x="37307" y="664803"/>
                  </a:lnTo>
                  <a:lnTo>
                    <a:pt x="57297" y="706634"/>
                  </a:lnTo>
                  <a:lnTo>
                    <a:pt x="81077" y="746089"/>
                  </a:lnTo>
                  <a:lnTo>
                    <a:pt x="108405" y="782928"/>
                  </a:lnTo>
                  <a:lnTo>
                    <a:pt x="139045" y="816911"/>
                  </a:lnTo>
                  <a:lnTo>
                    <a:pt x="172758" y="847797"/>
                  </a:lnTo>
                  <a:lnTo>
                    <a:pt x="209304" y="875345"/>
                  </a:lnTo>
                  <a:lnTo>
                    <a:pt x="248445" y="899315"/>
                  </a:lnTo>
                  <a:lnTo>
                    <a:pt x="289943" y="919466"/>
                  </a:lnTo>
                  <a:lnTo>
                    <a:pt x="333558" y="935557"/>
                  </a:lnTo>
                  <a:lnTo>
                    <a:pt x="379053" y="947349"/>
                  </a:lnTo>
                  <a:lnTo>
                    <a:pt x="426188" y="954601"/>
                  </a:lnTo>
                  <a:lnTo>
                    <a:pt x="474726" y="957072"/>
                  </a:lnTo>
                  <a:lnTo>
                    <a:pt x="523263" y="954601"/>
                  </a:lnTo>
                  <a:lnTo>
                    <a:pt x="570398" y="947349"/>
                  </a:lnTo>
                  <a:lnTo>
                    <a:pt x="615893" y="935557"/>
                  </a:lnTo>
                  <a:lnTo>
                    <a:pt x="659508" y="919466"/>
                  </a:lnTo>
                  <a:lnTo>
                    <a:pt x="701006" y="899315"/>
                  </a:lnTo>
                  <a:lnTo>
                    <a:pt x="740147" y="875345"/>
                  </a:lnTo>
                  <a:lnTo>
                    <a:pt x="776693" y="847797"/>
                  </a:lnTo>
                  <a:lnTo>
                    <a:pt x="810406" y="816911"/>
                  </a:lnTo>
                  <a:lnTo>
                    <a:pt x="841046" y="782928"/>
                  </a:lnTo>
                  <a:lnTo>
                    <a:pt x="868374" y="746089"/>
                  </a:lnTo>
                  <a:lnTo>
                    <a:pt x="892154" y="706634"/>
                  </a:lnTo>
                  <a:lnTo>
                    <a:pt x="912144" y="664803"/>
                  </a:lnTo>
                  <a:lnTo>
                    <a:pt x="928108" y="620837"/>
                  </a:lnTo>
                  <a:lnTo>
                    <a:pt x="939807" y="574977"/>
                  </a:lnTo>
                  <a:lnTo>
                    <a:pt x="947000" y="527463"/>
                  </a:lnTo>
                  <a:lnTo>
                    <a:pt x="949452" y="478536"/>
                  </a:lnTo>
                  <a:lnTo>
                    <a:pt x="947000" y="429608"/>
                  </a:lnTo>
                  <a:lnTo>
                    <a:pt x="939807" y="382094"/>
                  </a:lnTo>
                  <a:lnTo>
                    <a:pt x="928108" y="336234"/>
                  </a:lnTo>
                  <a:lnTo>
                    <a:pt x="912144" y="292268"/>
                  </a:lnTo>
                  <a:lnTo>
                    <a:pt x="892154" y="250437"/>
                  </a:lnTo>
                  <a:lnTo>
                    <a:pt x="868374" y="210982"/>
                  </a:lnTo>
                  <a:lnTo>
                    <a:pt x="841046" y="174143"/>
                  </a:lnTo>
                  <a:lnTo>
                    <a:pt x="810406" y="140160"/>
                  </a:lnTo>
                  <a:lnTo>
                    <a:pt x="776693" y="109274"/>
                  </a:lnTo>
                  <a:lnTo>
                    <a:pt x="740147" y="81726"/>
                  </a:lnTo>
                  <a:lnTo>
                    <a:pt x="701006" y="57756"/>
                  </a:lnTo>
                  <a:lnTo>
                    <a:pt x="659508" y="37605"/>
                  </a:lnTo>
                  <a:lnTo>
                    <a:pt x="615893" y="21514"/>
                  </a:lnTo>
                  <a:lnTo>
                    <a:pt x="570398" y="9722"/>
                  </a:lnTo>
                  <a:lnTo>
                    <a:pt x="523263" y="2470"/>
                  </a:lnTo>
                  <a:lnTo>
                    <a:pt x="4747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075688" y="5434584"/>
              <a:ext cx="949960" cy="957580"/>
            </a:xfrm>
            <a:custGeom>
              <a:avLst/>
              <a:gdLst/>
              <a:ahLst/>
              <a:cxnLst/>
              <a:rect l="l" t="t" r="r" b="b"/>
              <a:pathLst>
                <a:path w="949960" h="957579">
                  <a:moveTo>
                    <a:pt x="0" y="478536"/>
                  </a:moveTo>
                  <a:lnTo>
                    <a:pt x="2451" y="429608"/>
                  </a:lnTo>
                  <a:lnTo>
                    <a:pt x="9644" y="382094"/>
                  </a:lnTo>
                  <a:lnTo>
                    <a:pt x="21343" y="336234"/>
                  </a:lnTo>
                  <a:lnTo>
                    <a:pt x="37307" y="292268"/>
                  </a:lnTo>
                  <a:lnTo>
                    <a:pt x="57297" y="250437"/>
                  </a:lnTo>
                  <a:lnTo>
                    <a:pt x="81077" y="210982"/>
                  </a:lnTo>
                  <a:lnTo>
                    <a:pt x="108405" y="174143"/>
                  </a:lnTo>
                  <a:lnTo>
                    <a:pt x="139045" y="140160"/>
                  </a:lnTo>
                  <a:lnTo>
                    <a:pt x="172758" y="109274"/>
                  </a:lnTo>
                  <a:lnTo>
                    <a:pt x="209304" y="81726"/>
                  </a:lnTo>
                  <a:lnTo>
                    <a:pt x="248445" y="57756"/>
                  </a:lnTo>
                  <a:lnTo>
                    <a:pt x="289943" y="37605"/>
                  </a:lnTo>
                  <a:lnTo>
                    <a:pt x="333558" y="21514"/>
                  </a:lnTo>
                  <a:lnTo>
                    <a:pt x="379053" y="9722"/>
                  </a:lnTo>
                  <a:lnTo>
                    <a:pt x="426188" y="2470"/>
                  </a:lnTo>
                  <a:lnTo>
                    <a:pt x="474726" y="0"/>
                  </a:lnTo>
                  <a:lnTo>
                    <a:pt x="523263" y="2470"/>
                  </a:lnTo>
                  <a:lnTo>
                    <a:pt x="570398" y="9722"/>
                  </a:lnTo>
                  <a:lnTo>
                    <a:pt x="615893" y="21514"/>
                  </a:lnTo>
                  <a:lnTo>
                    <a:pt x="659508" y="37605"/>
                  </a:lnTo>
                  <a:lnTo>
                    <a:pt x="701006" y="57756"/>
                  </a:lnTo>
                  <a:lnTo>
                    <a:pt x="740147" y="81726"/>
                  </a:lnTo>
                  <a:lnTo>
                    <a:pt x="776693" y="109274"/>
                  </a:lnTo>
                  <a:lnTo>
                    <a:pt x="810406" y="140160"/>
                  </a:lnTo>
                  <a:lnTo>
                    <a:pt x="841046" y="174143"/>
                  </a:lnTo>
                  <a:lnTo>
                    <a:pt x="868374" y="210982"/>
                  </a:lnTo>
                  <a:lnTo>
                    <a:pt x="892154" y="250437"/>
                  </a:lnTo>
                  <a:lnTo>
                    <a:pt x="912144" y="292268"/>
                  </a:lnTo>
                  <a:lnTo>
                    <a:pt x="928108" y="336234"/>
                  </a:lnTo>
                  <a:lnTo>
                    <a:pt x="939807" y="382094"/>
                  </a:lnTo>
                  <a:lnTo>
                    <a:pt x="947000" y="429608"/>
                  </a:lnTo>
                  <a:lnTo>
                    <a:pt x="949452" y="478536"/>
                  </a:lnTo>
                  <a:lnTo>
                    <a:pt x="947000" y="527463"/>
                  </a:lnTo>
                  <a:lnTo>
                    <a:pt x="939807" y="574977"/>
                  </a:lnTo>
                  <a:lnTo>
                    <a:pt x="928108" y="620837"/>
                  </a:lnTo>
                  <a:lnTo>
                    <a:pt x="912144" y="664803"/>
                  </a:lnTo>
                  <a:lnTo>
                    <a:pt x="892154" y="706634"/>
                  </a:lnTo>
                  <a:lnTo>
                    <a:pt x="868374" y="746089"/>
                  </a:lnTo>
                  <a:lnTo>
                    <a:pt x="841046" y="782928"/>
                  </a:lnTo>
                  <a:lnTo>
                    <a:pt x="810406" y="816911"/>
                  </a:lnTo>
                  <a:lnTo>
                    <a:pt x="776693" y="847797"/>
                  </a:lnTo>
                  <a:lnTo>
                    <a:pt x="740147" y="875345"/>
                  </a:lnTo>
                  <a:lnTo>
                    <a:pt x="701006" y="899315"/>
                  </a:lnTo>
                  <a:lnTo>
                    <a:pt x="659508" y="919466"/>
                  </a:lnTo>
                  <a:lnTo>
                    <a:pt x="615893" y="935557"/>
                  </a:lnTo>
                  <a:lnTo>
                    <a:pt x="570398" y="947349"/>
                  </a:lnTo>
                  <a:lnTo>
                    <a:pt x="523263" y="954601"/>
                  </a:lnTo>
                  <a:lnTo>
                    <a:pt x="474726" y="957072"/>
                  </a:lnTo>
                  <a:lnTo>
                    <a:pt x="426188" y="954601"/>
                  </a:lnTo>
                  <a:lnTo>
                    <a:pt x="379053" y="947349"/>
                  </a:lnTo>
                  <a:lnTo>
                    <a:pt x="333558" y="935557"/>
                  </a:lnTo>
                  <a:lnTo>
                    <a:pt x="289943" y="919466"/>
                  </a:lnTo>
                  <a:lnTo>
                    <a:pt x="248445" y="899315"/>
                  </a:lnTo>
                  <a:lnTo>
                    <a:pt x="209304" y="875345"/>
                  </a:lnTo>
                  <a:lnTo>
                    <a:pt x="172758" y="847797"/>
                  </a:lnTo>
                  <a:lnTo>
                    <a:pt x="139045" y="816911"/>
                  </a:lnTo>
                  <a:lnTo>
                    <a:pt x="108405" y="782928"/>
                  </a:lnTo>
                  <a:lnTo>
                    <a:pt x="81077" y="746089"/>
                  </a:lnTo>
                  <a:lnTo>
                    <a:pt x="57297" y="706634"/>
                  </a:lnTo>
                  <a:lnTo>
                    <a:pt x="37307" y="664803"/>
                  </a:lnTo>
                  <a:lnTo>
                    <a:pt x="21343" y="620837"/>
                  </a:lnTo>
                  <a:lnTo>
                    <a:pt x="9644" y="574977"/>
                  </a:lnTo>
                  <a:lnTo>
                    <a:pt x="2451" y="527463"/>
                  </a:lnTo>
                  <a:lnTo>
                    <a:pt x="0" y="478536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2293128" y="5774347"/>
            <a:ext cx="4025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sz="1600" spc="130">
                <a:latin typeface="Cambria Math"/>
                <a:cs typeface="Cambria Math"/>
              </a:rPr>
              <a:t> 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0">
                <a:latin typeface="Cambria Math"/>
                <a:cs typeface="Cambria Math"/>
              </a:rPr>
              <a:t> </a:t>
            </a:r>
            <a:r>
              <a:rPr dirty="0" sz="1600" spc="-50">
                <a:latin typeface="Cambria Math"/>
                <a:cs typeface="Cambria Math"/>
              </a:rPr>
              <a:t>𝑟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369328" y="5870359"/>
            <a:ext cx="384175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85115" algn="l"/>
              </a:tabLst>
            </a:pPr>
            <a:r>
              <a:rPr dirty="0" sz="1150" spc="-50">
                <a:latin typeface="Cambria Math"/>
                <a:cs typeface="Cambria Math"/>
              </a:rPr>
              <a:t>0</a:t>
            </a:r>
            <a:r>
              <a:rPr dirty="0" sz="1150">
                <a:latin typeface="Cambria Math"/>
                <a:cs typeface="Cambria Math"/>
              </a:rPr>
              <a:t>	</a:t>
            </a: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800346" y="3826509"/>
            <a:ext cx="960755" cy="970280"/>
            <a:chOff x="4800346" y="3826509"/>
            <a:chExt cx="960755" cy="970280"/>
          </a:xfrm>
        </p:grpSpPr>
        <p:sp>
          <p:nvSpPr>
            <p:cNvPr id="14" name="object 14" descr=""/>
            <p:cNvSpPr/>
            <p:nvPr/>
          </p:nvSpPr>
          <p:spPr>
            <a:xfrm>
              <a:off x="4806696" y="3832859"/>
              <a:ext cx="948055" cy="957580"/>
            </a:xfrm>
            <a:custGeom>
              <a:avLst/>
              <a:gdLst/>
              <a:ahLst/>
              <a:cxnLst/>
              <a:rect l="l" t="t" r="r" b="b"/>
              <a:pathLst>
                <a:path w="948054" h="957579">
                  <a:moveTo>
                    <a:pt x="473964" y="0"/>
                  </a:moveTo>
                  <a:lnTo>
                    <a:pt x="425504" y="2470"/>
                  </a:lnTo>
                  <a:lnTo>
                    <a:pt x="378444" y="9722"/>
                  </a:lnTo>
                  <a:lnTo>
                    <a:pt x="333022" y="21514"/>
                  </a:lnTo>
                  <a:lnTo>
                    <a:pt x="289477" y="37605"/>
                  </a:lnTo>
                  <a:lnTo>
                    <a:pt x="248046" y="57756"/>
                  </a:lnTo>
                  <a:lnTo>
                    <a:pt x="208967" y="81726"/>
                  </a:lnTo>
                  <a:lnTo>
                    <a:pt x="172480" y="109274"/>
                  </a:lnTo>
                  <a:lnTo>
                    <a:pt x="138822" y="140160"/>
                  </a:lnTo>
                  <a:lnTo>
                    <a:pt x="108231" y="174143"/>
                  </a:lnTo>
                  <a:lnTo>
                    <a:pt x="80946" y="210982"/>
                  </a:lnTo>
                  <a:lnTo>
                    <a:pt x="57205" y="250437"/>
                  </a:lnTo>
                  <a:lnTo>
                    <a:pt x="37246" y="292268"/>
                  </a:lnTo>
                  <a:lnTo>
                    <a:pt x="21308" y="336234"/>
                  </a:lnTo>
                  <a:lnTo>
                    <a:pt x="9629" y="382094"/>
                  </a:lnTo>
                  <a:lnTo>
                    <a:pt x="2447" y="429608"/>
                  </a:lnTo>
                  <a:lnTo>
                    <a:pt x="0" y="478536"/>
                  </a:lnTo>
                  <a:lnTo>
                    <a:pt x="2447" y="527463"/>
                  </a:lnTo>
                  <a:lnTo>
                    <a:pt x="9629" y="574977"/>
                  </a:lnTo>
                  <a:lnTo>
                    <a:pt x="21308" y="620837"/>
                  </a:lnTo>
                  <a:lnTo>
                    <a:pt x="37246" y="664803"/>
                  </a:lnTo>
                  <a:lnTo>
                    <a:pt x="57205" y="706634"/>
                  </a:lnTo>
                  <a:lnTo>
                    <a:pt x="80946" y="746089"/>
                  </a:lnTo>
                  <a:lnTo>
                    <a:pt x="108231" y="782928"/>
                  </a:lnTo>
                  <a:lnTo>
                    <a:pt x="138822" y="816911"/>
                  </a:lnTo>
                  <a:lnTo>
                    <a:pt x="172480" y="847797"/>
                  </a:lnTo>
                  <a:lnTo>
                    <a:pt x="208967" y="875345"/>
                  </a:lnTo>
                  <a:lnTo>
                    <a:pt x="248046" y="899315"/>
                  </a:lnTo>
                  <a:lnTo>
                    <a:pt x="289477" y="919466"/>
                  </a:lnTo>
                  <a:lnTo>
                    <a:pt x="333022" y="935557"/>
                  </a:lnTo>
                  <a:lnTo>
                    <a:pt x="378444" y="947349"/>
                  </a:lnTo>
                  <a:lnTo>
                    <a:pt x="425504" y="954601"/>
                  </a:lnTo>
                  <a:lnTo>
                    <a:pt x="473964" y="957072"/>
                  </a:lnTo>
                  <a:lnTo>
                    <a:pt x="522423" y="954601"/>
                  </a:lnTo>
                  <a:lnTo>
                    <a:pt x="569483" y="947349"/>
                  </a:lnTo>
                  <a:lnTo>
                    <a:pt x="614905" y="935557"/>
                  </a:lnTo>
                  <a:lnTo>
                    <a:pt x="658450" y="919466"/>
                  </a:lnTo>
                  <a:lnTo>
                    <a:pt x="699881" y="899315"/>
                  </a:lnTo>
                  <a:lnTo>
                    <a:pt x="738960" y="875345"/>
                  </a:lnTo>
                  <a:lnTo>
                    <a:pt x="775447" y="847797"/>
                  </a:lnTo>
                  <a:lnTo>
                    <a:pt x="809105" y="816911"/>
                  </a:lnTo>
                  <a:lnTo>
                    <a:pt x="839696" y="782928"/>
                  </a:lnTo>
                  <a:lnTo>
                    <a:pt x="866981" y="746089"/>
                  </a:lnTo>
                  <a:lnTo>
                    <a:pt x="890722" y="706634"/>
                  </a:lnTo>
                  <a:lnTo>
                    <a:pt x="910681" y="664803"/>
                  </a:lnTo>
                  <a:lnTo>
                    <a:pt x="926619" y="620837"/>
                  </a:lnTo>
                  <a:lnTo>
                    <a:pt x="938298" y="574977"/>
                  </a:lnTo>
                  <a:lnTo>
                    <a:pt x="945480" y="527463"/>
                  </a:lnTo>
                  <a:lnTo>
                    <a:pt x="947928" y="478536"/>
                  </a:lnTo>
                  <a:lnTo>
                    <a:pt x="945480" y="429608"/>
                  </a:lnTo>
                  <a:lnTo>
                    <a:pt x="938298" y="382094"/>
                  </a:lnTo>
                  <a:lnTo>
                    <a:pt x="926619" y="336234"/>
                  </a:lnTo>
                  <a:lnTo>
                    <a:pt x="910681" y="292268"/>
                  </a:lnTo>
                  <a:lnTo>
                    <a:pt x="890722" y="250437"/>
                  </a:lnTo>
                  <a:lnTo>
                    <a:pt x="866981" y="210982"/>
                  </a:lnTo>
                  <a:lnTo>
                    <a:pt x="839696" y="174143"/>
                  </a:lnTo>
                  <a:lnTo>
                    <a:pt x="809105" y="140160"/>
                  </a:lnTo>
                  <a:lnTo>
                    <a:pt x="775447" y="109274"/>
                  </a:lnTo>
                  <a:lnTo>
                    <a:pt x="738960" y="81726"/>
                  </a:lnTo>
                  <a:lnTo>
                    <a:pt x="699881" y="57756"/>
                  </a:lnTo>
                  <a:lnTo>
                    <a:pt x="658450" y="37605"/>
                  </a:lnTo>
                  <a:lnTo>
                    <a:pt x="614905" y="21514"/>
                  </a:lnTo>
                  <a:lnTo>
                    <a:pt x="569483" y="9722"/>
                  </a:lnTo>
                  <a:lnTo>
                    <a:pt x="522423" y="2470"/>
                  </a:lnTo>
                  <a:lnTo>
                    <a:pt x="4739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806696" y="3832859"/>
              <a:ext cx="948055" cy="957580"/>
            </a:xfrm>
            <a:custGeom>
              <a:avLst/>
              <a:gdLst/>
              <a:ahLst/>
              <a:cxnLst/>
              <a:rect l="l" t="t" r="r" b="b"/>
              <a:pathLst>
                <a:path w="948054" h="957579">
                  <a:moveTo>
                    <a:pt x="0" y="478536"/>
                  </a:moveTo>
                  <a:lnTo>
                    <a:pt x="2447" y="429608"/>
                  </a:lnTo>
                  <a:lnTo>
                    <a:pt x="9629" y="382094"/>
                  </a:lnTo>
                  <a:lnTo>
                    <a:pt x="21308" y="336234"/>
                  </a:lnTo>
                  <a:lnTo>
                    <a:pt x="37246" y="292268"/>
                  </a:lnTo>
                  <a:lnTo>
                    <a:pt x="57205" y="250437"/>
                  </a:lnTo>
                  <a:lnTo>
                    <a:pt x="80946" y="210982"/>
                  </a:lnTo>
                  <a:lnTo>
                    <a:pt x="108231" y="174143"/>
                  </a:lnTo>
                  <a:lnTo>
                    <a:pt x="138822" y="140160"/>
                  </a:lnTo>
                  <a:lnTo>
                    <a:pt x="172480" y="109274"/>
                  </a:lnTo>
                  <a:lnTo>
                    <a:pt x="208967" y="81726"/>
                  </a:lnTo>
                  <a:lnTo>
                    <a:pt x="248046" y="57756"/>
                  </a:lnTo>
                  <a:lnTo>
                    <a:pt x="289477" y="37605"/>
                  </a:lnTo>
                  <a:lnTo>
                    <a:pt x="333022" y="21514"/>
                  </a:lnTo>
                  <a:lnTo>
                    <a:pt x="378444" y="9722"/>
                  </a:lnTo>
                  <a:lnTo>
                    <a:pt x="425504" y="2470"/>
                  </a:lnTo>
                  <a:lnTo>
                    <a:pt x="473964" y="0"/>
                  </a:lnTo>
                  <a:lnTo>
                    <a:pt x="522423" y="2470"/>
                  </a:lnTo>
                  <a:lnTo>
                    <a:pt x="569483" y="9722"/>
                  </a:lnTo>
                  <a:lnTo>
                    <a:pt x="614905" y="21514"/>
                  </a:lnTo>
                  <a:lnTo>
                    <a:pt x="658450" y="37605"/>
                  </a:lnTo>
                  <a:lnTo>
                    <a:pt x="699881" y="57756"/>
                  </a:lnTo>
                  <a:lnTo>
                    <a:pt x="738960" y="81726"/>
                  </a:lnTo>
                  <a:lnTo>
                    <a:pt x="775447" y="109274"/>
                  </a:lnTo>
                  <a:lnTo>
                    <a:pt x="809105" y="140160"/>
                  </a:lnTo>
                  <a:lnTo>
                    <a:pt x="839696" y="174143"/>
                  </a:lnTo>
                  <a:lnTo>
                    <a:pt x="866981" y="210982"/>
                  </a:lnTo>
                  <a:lnTo>
                    <a:pt x="890722" y="250437"/>
                  </a:lnTo>
                  <a:lnTo>
                    <a:pt x="910681" y="292268"/>
                  </a:lnTo>
                  <a:lnTo>
                    <a:pt x="926619" y="336234"/>
                  </a:lnTo>
                  <a:lnTo>
                    <a:pt x="938298" y="382094"/>
                  </a:lnTo>
                  <a:lnTo>
                    <a:pt x="945480" y="429608"/>
                  </a:lnTo>
                  <a:lnTo>
                    <a:pt x="947928" y="478536"/>
                  </a:lnTo>
                  <a:lnTo>
                    <a:pt x="945480" y="527463"/>
                  </a:lnTo>
                  <a:lnTo>
                    <a:pt x="938298" y="574977"/>
                  </a:lnTo>
                  <a:lnTo>
                    <a:pt x="926619" y="620837"/>
                  </a:lnTo>
                  <a:lnTo>
                    <a:pt x="910681" y="664803"/>
                  </a:lnTo>
                  <a:lnTo>
                    <a:pt x="890722" y="706634"/>
                  </a:lnTo>
                  <a:lnTo>
                    <a:pt x="866981" y="746089"/>
                  </a:lnTo>
                  <a:lnTo>
                    <a:pt x="839696" y="782928"/>
                  </a:lnTo>
                  <a:lnTo>
                    <a:pt x="809105" y="816911"/>
                  </a:lnTo>
                  <a:lnTo>
                    <a:pt x="775447" y="847797"/>
                  </a:lnTo>
                  <a:lnTo>
                    <a:pt x="738960" y="875345"/>
                  </a:lnTo>
                  <a:lnTo>
                    <a:pt x="699881" y="899315"/>
                  </a:lnTo>
                  <a:lnTo>
                    <a:pt x="658450" y="919466"/>
                  </a:lnTo>
                  <a:lnTo>
                    <a:pt x="614905" y="935557"/>
                  </a:lnTo>
                  <a:lnTo>
                    <a:pt x="569483" y="947349"/>
                  </a:lnTo>
                  <a:lnTo>
                    <a:pt x="522423" y="954601"/>
                  </a:lnTo>
                  <a:lnTo>
                    <a:pt x="473964" y="957072"/>
                  </a:lnTo>
                  <a:lnTo>
                    <a:pt x="425504" y="954601"/>
                  </a:lnTo>
                  <a:lnTo>
                    <a:pt x="378444" y="947349"/>
                  </a:lnTo>
                  <a:lnTo>
                    <a:pt x="333022" y="935557"/>
                  </a:lnTo>
                  <a:lnTo>
                    <a:pt x="289477" y="919466"/>
                  </a:lnTo>
                  <a:lnTo>
                    <a:pt x="248046" y="899315"/>
                  </a:lnTo>
                  <a:lnTo>
                    <a:pt x="208967" y="875345"/>
                  </a:lnTo>
                  <a:lnTo>
                    <a:pt x="172480" y="847797"/>
                  </a:lnTo>
                  <a:lnTo>
                    <a:pt x="138822" y="816911"/>
                  </a:lnTo>
                  <a:lnTo>
                    <a:pt x="108231" y="782928"/>
                  </a:lnTo>
                  <a:lnTo>
                    <a:pt x="80946" y="746089"/>
                  </a:lnTo>
                  <a:lnTo>
                    <a:pt x="57205" y="706634"/>
                  </a:lnTo>
                  <a:lnTo>
                    <a:pt x="37246" y="664803"/>
                  </a:lnTo>
                  <a:lnTo>
                    <a:pt x="21308" y="620837"/>
                  </a:lnTo>
                  <a:lnTo>
                    <a:pt x="9629" y="574977"/>
                  </a:lnTo>
                  <a:lnTo>
                    <a:pt x="2447" y="527463"/>
                  </a:lnTo>
                  <a:lnTo>
                    <a:pt x="0" y="4785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4998217" y="4171601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839970" y="5414517"/>
            <a:ext cx="962660" cy="970280"/>
            <a:chOff x="4839970" y="5414517"/>
            <a:chExt cx="962660" cy="970280"/>
          </a:xfrm>
        </p:grpSpPr>
        <p:sp>
          <p:nvSpPr>
            <p:cNvPr id="18" name="object 18" descr=""/>
            <p:cNvSpPr/>
            <p:nvPr/>
          </p:nvSpPr>
          <p:spPr>
            <a:xfrm>
              <a:off x="4846320" y="5420867"/>
              <a:ext cx="949960" cy="957580"/>
            </a:xfrm>
            <a:custGeom>
              <a:avLst/>
              <a:gdLst/>
              <a:ahLst/>
              <a:cxnLst/>
              <a:rect l="l" t="t" r="r" b="b"/>
              <a:pathLst>
                <a:path w="949960" h="957579">
                  <a:moveTo>
                    <a:pt x="474726" y="0"/>
                  </a:moveTo>
                  <a:lnTo>
                    <a:pt x="426188" y="2470"/>
                  </a:lnTo>
                  <a:lnTo>
                    <a:pt x="379053" y="9722"/>
                  </a:lnTo>
                  <a:lnTo>
                    <a:pt x="333558" y="21514"/>
                  </a:lnTo>
                  <a:lnTo>
                    <a:pt x="289943" y="37605"/>
                  </a:lnTo>
                  <a:lnTo>
                    <a:pt x="248445" y="57756"/>
                  </a:lnTo>
                  <a:lnTo>
                    <a:pt x="209304" y="81726"/>
                  </a:lnTo>
                  <a:lnTo>
                    <a:pt x="172758" y="109274"/>
                  </a:lnTo>
                  <a:lnTo>
                    <a:pt x="139045" y="140160"/>
                  </a:lnTo>
                  <a:lnTo>
                    <a:pt x="108405" y="174143"/>
                  </a:lnTo>
                  <a:lnTo>
                    <a:pt x="81077" y="210982"/>
                  </a:lnTo>
                  <a:lnTo>
                    <a:pt x="57297" y="250437"/>
                  </a:lnTo>
                  <a:lnTo>
                    <a:pt x="37307" y="292268"/>
                  </a:lnTo>
                  <a:lnTo>
                    <a:pt x="21343" y="336234"/>
                  </a:lnTo>
                  <a:lnTo>
                    <a:pt x="9644" y="382094"/>
                  </a:lnTo>
                  <a:lnTo>
                    <a:pt x="2451" y="429608"/>
                  </a:lnTo>
                  <a:lnTo>
                    <a:pt x="0" y="478535"/>
                  </a:lnTo>
                  <a:lnTo>
                    <a:pt x="2451" y="527463"/>
                  </a:lnTo>
                  <a:lnTo>
                    <a:pt x="9644" y="574977"/>
                  </a:lnTo>
                  <a:lnTo>
                    <a:pt x="21343" y="620837"/>
                  </a:lnTo>
                  <a:lnTo>
                    <a:pt x="37307" y="664803"/>
                  </a:lnTo>
                  <a:lnTo>
                    <a:pt x="57297" y="706634"/>
                  </a:lnTo>
                  <a:lnTo>
                    <a:pt x="81077" y="746089"/>
                  </a:lnTo>
                  <a:lnTo>
                    <a:pt x="108405" y="782928"/>
                  </a:lnTo>
                  <a:lnTo>
                    <a:pt x="139045" y="816911"/>
                  </a:lnTo>
                  <a:lnTo>
                    <a:pt x="172758" y="847797"/>
                  </a:lnTo>
                  <a:lnTo>
                    <a:pt x="209304" y="875345"/>
                  </a:lnTo>
                  <a:lnTo>
                    <a:pt x="248445" y="899315"/>
                  </a:lnTo>
                  <a:lnTo>
                    <a:pt x="289943" y="919466"/>
                  </a:lnTo>
                  <a:lnTo>
                    <a:pt x="333558" y="935557"/>
                  </a:lnTo>
                  <a:lnTo>
                    <a:pt x="379053" y="947349"/>
                  </a:lnTo>
                  <a:lnTo>
                    <a:pt x="426188" y="954601"/>
                  </a:lnTo>
                  <a:lnTo>
                    <a:pt x="474726" y="957071"/>
                  </a:lnTo>
                  <a:lnTo>
                    <a:pt x="523263" y="954601"/>
                  </a:lnTo>
                  <a:lnTo>
                    <a:pt x="570398" y="947349"/>
                  </a:lnTo>
                  <a:lnTo>
                    <a:pt x="615893" y="935557"/>
                  </a:lnTo>
                  <a:lnTo>
                    <a:pt x="659508" y="919466"/>
                  </a:lnTo>
                  <a:lnTo>
                    <a:pt x="701006" y="899315"/>
                  </a:lnTo>
                  <a:lnTo>
                    <a:pt x="740147" y="875345"/>
                  </a:lnTo>
                  <a:lnTo>
                    <a:pt x="776693" y="847797"/>
                  </a:lnTo>
                  <a:lnTo>
                    <a:pt x="810406" y="816911"/>
                  </a:lnTo>
                  <a:lnTo>
                    <a:pt x="841046" y="782928"/>
                  </a:lnTo>
                  <a:lnTo>
                    <a:pt x="868374" y="746089"/>
                  </a:lnTo>
                  <a:lnTo>
                    <a:pt x="892154" y="706634"/>
                  </a:lnTo>
                  <a:lnTo>
                    <a:pt x="912144" y="664803"/>
                  </a:lnTo>
                  <a:lnTo>
                    <a:pt x="928108" y="620837"/>
                  </a:lnTo>
                  <a:lnTo>
                    <a:pt x="939807" y="574977"/>
                  </a:lnTo>
                  <a:lnTo>
                    <a:pt x="947000" y="527463"/>
                  </a:lnTo>
                  <a:lnTo>
                    <a:pt x="949452" y="478535"/>
                  </a:lnTo>
                  <a:lnTo>
                    <a:pt x="947000" y="429608"/>
                  </a:lnTo>
                  <a:lnTo>
                    <a:pt x="939807" y="382094"/>
                  </a:lnTo>
                  <a:lnTo>
                    <a:pt x="928108" y="336234"/>
                  </a:lnTo>
                  <a:lnTo>
                    <a:pt x="912144" y="292268"/>
                  </a:lnTo>
                  <a:lnTo>
                    <a:pt x="892154" y="250437"/>
                  </a:lnTo>
                  <a:lnTo>
                    <a:pt x="868374" y="210982"/>
                  </a:lnTo>
                  <a:lnTo>
                    <a:pt x="841046" y="174143"/>
                  </a:lnTo>
                  <a:lnTo>
                    <a:pt x="810406" y="140160"/>
                  </a:lnTo>
                  <a:lnTo>
                    <a:pt x="776693" y="109274"/>
                  </a:lnTo>
                  <a:lnTo>
                    <a:pt x="740147" y="81726"/>
                  </a:lnTo>
                  <a:lnTo>
                    <a:pt x="701006" y="57756"/>
                  </a:lnTo>
                  <a:lnTo>
                    <a:pt x="659508" y="37605"/>
                  </a:lnTo>
                  <a:lnTo>
                    <a:pt x="615893" y="21514"/>
                  </a:lnTo>
                  <a:lnTo>
                    <a:pt x="570398" y="9722"/>
                  </a:lnTo>
                  <a:lnTo>
                    <a:pt x="523263" y="2470"/>
                  </a:lnTo>
                  <a:lnTo>
                    <a:pt x="4747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46320" y="5420867"/>
              <a:ext cx="949960" cy="957580"/>
            </a:xfrm>
            <a:custGeom>
              <a:avLst/>
              <a:gdLst/>
              <a:ahLst/>
              <a:cxnLst/>
              <a:rect l="l" t="t" r="r" b="b"/>
              <a:pathLst>
                <a:path w="949960" h="957579">
                  <a:moveTo>
                    <a:pt x="0" y="478535"/>
                  </a:moveTo>
                  <a:lnTo>
                    <a:pt x="2451" y="429608"/>
                  </a:lnTo>
                  <a:lnTo>
                    <a:pt x="9644" y="382094"/>
                  </a:lnTo>
                  <a:lnTo>
                    <a:pt x="21343" y="336234"/>
                  </a:lnTo>
                  <a:lnTo>
                    <a:pt x="37307" y="292268"/>
                  </a:lnTo>
                  <a:lnTo>
                    <a:pt x="57297" y="250437"/>
                  </a:lnTo>
                  <a:lnTo>
                    <a:pt x="81077" y="210982"/>
                  </a:lnTo>
                  <a:lnTo>
                    <a:pt x="108405" y="174143"/>
                  </a:lnTo>
                  <a:lnTo>
                    <a:pt x="139045" y="140160"/>
                  </a:lnTo>
                  <a:lnTo>
                    <a:pt x="172758" y="109274"/>
                  </a:lnTo>
                  <a:lnTo>
                    <a:pt x="209304" y="81726"/>
                  </a:lnTo>
                  <a:lnTo>
                    <a:pt x="248445" y="57756"/>
                  </a:lnTo>
                  <a:lnTo>
                    <a:pt x="289943" y="37605"/>
                  </a:lnTo>
                  <a:lnTo>
                    <a:pt x="333558" y="21514"/>
                  </a:lnTo>
                  <a:lnTo>
                    <a:pt x="379053" y="9722"/>
                  </a:lnTo>
                  <a:lnTo>
                    <a:pt x="426188" y="2470"/>
                  </a:lnTo>
                  <a:lnTo>
                    <a:pt x="474726" y="0"/>
                  </a:lnTo>
                  <a:lnTo>
                    <a:pt x="523263" y="2470"/>
                  </a:lnTo>
                  <a:lnTo>
                    <a:pt x="570398" y="9722"/>
                  </a:lnTo>
                  <a:lnTo>
                    <a:pt x="615893" y="21514"/>
                  </a:lnTo>
                  <a:lnTo>
                    <a:pt x="659508" y="37605"/>
                  </a:lnTo>
                  <a:lnTo>
                    <a:pt x="701006" y="57756"/>
                  </a:lnTo>
                  <a:lnTo>
                    <a:pt x="740147" y="81726"/>
                  </a:lnTo>
                  <a:lnTo>
                    <a:pt x="776693" y="109274"/>
                  </a:lnTo>
                  <a:lnTo>
                    <a:pt x="810406" y="140160"/>
                  </a:lnTo>
                  <a:lnTo>
                    <a:pt x="841046" y="174143"/>
                  </a:lnTo>
                  <a:lnTo>
                    <a:pt x="868374" y="210982"/>
                  </a:lnTo>
                  <a:lnTo>
                    <a:pt x="892154" y="250437"/>
                  </a:lnTo>
                  <a:lnTo>
                    <a:pt x="912144" y="292268"/>
                  </a:lnTo>
                  <a:lnTo>
                    <a:pt x="928108" y="336234"/>
                  </a:lnTo>
                  <a:lnTo>
                    <a:pt x="939807" y="382094"/>
                  </a:lnTo>
                  <a:lnTo>
                    <a:pt x="947000" y="429608"/>
                  </a:lnTo>
                  <a:lnTo>
                    <a:pt x="949452" y="478535"/>
                  </a:lnTo>
                  <a:lnTo>
                    <a:pt x="947000" y="527463"/>
                  </a:lnTo>
                  <a:lnTo>
                    <a:pt x="939807" y="574977"/>
                  </a:lnTo>
                  <a:lnTo>
                    <a:pt x="928108" y="620837"/>
                  </a:lnTo>
                  <a:lnTo>
                    <a:pt x="912144" y="664803"/>
                  </a:lnTo>
                  <a:lnTo>
                    <a:pt x="892154" y="706634"/>
                  </a:lnTo>
                  <a:lnTo>
                    <a:pt x="868374" y="746089"/>
                  </a:lnTo>
                  <a:lnTo>
                    <a:pt x="841046" y="782928"/>
                  </a:lnTo>
                  <a:lnTo>
                    <a:pt x="810406" y="816911"/>
                  </a:lnTo>
                  <a:lnTo>
                    <a:pt x="776693" y="847797"/>
                  </a:lnTo>
                  <a:lnTo>
                    <a:pt x="740147" y="875345"/>
                  </a:lnTo>
                  <a:lnTo>
                    <a:pt x="701006" y="899315"/>
                  </a:lnTo>
                  <a:lnTo>
                    <a:pt x="659508" y="919466"/>
                  </a:lnTo>
                  <a:lnTo>
                    <a:pt x="615893" y="935557"/>
                  </a:lnTo>
                  <a:lnTo>
                    <a:pt x="570398" y="947349"/>
                  </a:lnTo>
                  <a:lnTo>
                    <a:pt x="523263" y="954601"/>
                  </a:lnTo>
                  <a:lnTo>
                    <a:pt x="474726" y="957071"/>
                  </a:lnTo>
                  <a:lnTo>
                    <a:pt x="426188" y="954601"/>
                  </a:lnTo>
                  <a:lnTo>
                    <a:pt x="379053" y="947349"/>
                  </a:lnTo>
                  <a:lnTo>
                    <a:pt x="333558" y="935557"/>
                  </a:lnTo>
                  <a:lnTo>
                    <a:pt x="289943" y="919466"/>
                  </a:lnTo>
                  <a:lnTo>
                    <a:pt x="248445" y="899315"/>
                  </a:lnTo>
                  <a:lnTo>
                    <a:pt x="209304" y="875345"/>
                  </a:lnTo>
                  <a:lnTo>
                    <a:pt x="172758" y="847797"/>
                  </a:lnTo>
                  <a:lnTo>
                    <a:pt x="139045" y="816911"/>
                  </a:lnTo>
                  <a:lnTo>
                    <a:pt x="108405" y="782928"/>
                  </a:lnTo>
                  <a:lnTo>
                    <a:pt x="81077" y="746089"/>
                  </a:lnTo>
                  <a:lnTo>
                    <a:pt x="57297" y="706634"/>
                  </a:lnTo>
                  <a:lnTo>
                    <a:pt x="37307" y="664803"/>
                  </a:lnTo>
                  <a:lnTo>
                    <a:pt x="21343" y="620837"/>
                  </a:lnTo>
                  <a:lnTo>
                    <a:pt x="9644" y="574977"/>
                  </a:lnTo>
                  <a:lnTo>
                    <a:pt x="2451" y="527463"/>
                  </a:lnTo>
                  <a:lnTo>
                    <a:pt x="0" y="47853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041588" y="5759752"/>
            <a:ext cx="506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2069338" y="3846321"/>
            <a:ext cx="962660" cy="970280"/>
            <a:chOff x="2069338" y="3846321"/>
            <a:chExt cx="962660" cy="970280"/>
          </a:xfrm>
        </p:grpSpPr>
        <p:sp>
          <p:nvSpPr>
            <p:cNvPr id="22" name="object 22" descr=""/>
            <p:cNvSpPr/>
            <p:nvPr/>
          </p:nvSpPr>
          <p:spPr>
            <a:xfrm>
              <a:off x="2075688" y="3852671"/>
              <a:ext cx="949960" cy="957580"/>
            </a:xfrm>
            <a:custGeom>
              <a:avLst/>
              <a:gdLst/>
              <a:ahLst/>
              <a:cxnLst/>
              <a:rect l="l" t="t" r="r" b="b"/>
              <a:pathLst>
                <a:path w="949960" h="957579">
                  <a:moveTo>
                    <a:pt x="474726" y="0"/>
                  </a:moveTo>
                  <a:lnTo>
                    <a:pt x="426188" y="2470"/>
                  </a:lnTo>
                  <a:lnTo>
                    <a:pt x="379053" y="9722"/>
                  </a:lnTo>
                  <a:lnTo>
                    <a:pt x="333558" y="21514"/>
                  </a:lnTo>
                  <a:lnTo>
                    <a:pt x="289943" y="37605"/>
                  </a:lnTo>
                  <a:lnTo>
                    <a:pt x="248445" y="57756"/>
                  </a:lnTo>
                  <a:lnTo>
                    <a:pt x="209304" y="81726"/>
                  </a:lnTo>
                  <a:lnTo>
                    <a:pt x="172758" y="109274"/>
                  </a:lnTo>
                  <a:lnTo>
                    <a:pt x="139045" y="140160"/>
                  </a:lnTo>
                  <a:lnTo>
                    <a:pt x="108405" y="174143"/>
                  </a:lnTo>
                  <a:lnTo>
                    <a:pt x="81077" y="210982"/>
                  </a:lnTo>
                  <a:lnTo>
                    <a:pt x="57297" y="250437"/>
                  </a:lnTo>
                  <a:lnTo>
                    <a:pt x="37307" y="292268"/>
                  </a:lnTo>
                  <a:lnTo>
                    <a:pt x="21343" y="336234"/>
                  </a:lnTo>
                  <a:lnTo>
                    <a:pt x="9644" y="382094"/>
                  </a:lnTo>
                  <a:lnTo>
                    <a:pt x="2451" y="429608"/>
                  </a:lnTo>
                  <a:lnTo>
                    <a:pt x="0" y="478535"/>
                  </a:lnTo>
                  <a:lnTo>
                    <a:pt x="2451" y="527463"/>
                  </a:lnTo>
                  <a:lnTo>
                    <a:pt x="9644" y="574977"/>
                  </a:lnTo>
                  <a:lnTo>
                    <a:pt x="21343" y="620837"/>
                  </a:lnTo>
                  <a:lnTo>
                    <a:pt x="37307" y="664803"/>
                  </a:lnTo>
                  <a:lnTo>
                    <a:pt x="57297" y="706634"/>
                  </a:lnTo>
                  <a:lnTo>
                    <a:pt x="81077" y="746089"/>
                  </a:lnTo>
                  <a:lnTo>
                    <a:pt x="108405" y="782928"/>
                  </a:lnTo>
                  <a:lnTo>
                    <a:pt x="139045" y="816911"/>
                  </a:lnTo>
                  <a:lnTo>
                    <a:pt x="172758" y="847797"/>
                  </a:lnTo>
                  <a:lnTo>
                    <a:pt x="209304" y="875345"/>
                  </a:lnTo>
                  <a:lnTo>
                    <a:pt x="248445" y="899315"/>
                  </a:lnTo>
                  <a:lnTo>
                    <a:pt x="289943" y="919466"/>
                  </a:lnTo>
                  <a:lnTo>
                    <a:pt x="333558" y="935557"/>
                  </a:lnTo>
                  <a:lnTo>
                    <a:pt x="379053" y="947349"/>
                  </a:lnTo>
                  <a:lnTo>
                    <a:pt x="426188" y="954601"/>
                  </a:lnTo>
                  <a:lnTo>
                    <a:pt x="474726" y="957071"/>
                  </a:lnTo>
                  <a:lnTo>
                    <a:pt x="523263" y="954601"/>
                  </a:lnTo>
                  <a:lnTo>
                    <a:pt x="570398" y="947349"/>
                  </a:lnTo>
                  <a:lnTo>
                    <a:pt x="615893" y="935557"/>
                  </a:lnTo>
                  <a:lnTo>
                    <a:pt x="659508" y="919466"/>
                  </a:lnTo>
                  <a:lnTo>
                    <a:pt x="701006" y="899315"/>
                  </a:lnTo>
                  <a:lnTo>
                    <a:pt x="740147" y="875345"/>
                  </a:lnTo>
                  <a:lnTo>
                    <a:pt x="776693" y="847797"/>
                  </a:lnTo>
                  <a:lnTo>
                    <a:pt x="810406" y="816911"/>
                  </a:lnTo>
                  <a:lnTo>
                    <a:pt x="841046" y="782928"/>
                  </a:lnTo>
                  <a:lnTo>
                    <a:pt x="868374" y="746089"/>
                  </a:lnTo>
                  <a:lnTo>
                    <a:pt x="892154" y="706634"/>
                  </a:lnTo>
                  <a:lnTo>
                    <a:pt x="912144" y="664803"/>
                  </a:lnTo>
                  <a:lnTo>
                    <a:pt x="928108" y="620837"/>
                  </a:lnTo>
                  <a:lnTo>
                    <a:pt x="939807" y="574977"/>
                  </a:lnTo>
                  <a:lnTo>
                    <a:pt x="947000" y="527463"/>
                  </a:lnTo>
                  <a:lnTo>
                    <a:pt x="949452" y="478535"/>
                  </a:lnTo>
                  <a:lnTo>
                    <a:pt x="947000" y="429608"/>
                  </a:lnTo>
                  <a:lnTo>
                    <a:pt x="939807" y="382094"/>
                  </a:lnTo>
                  <a:lnTo>
                    <a:pt x="928108" y="336234"/>
                  </a:lnTo>
                  <a:lnTo>
                    <a:pt x="912144" y="292268"/>
                  </a:lnTo>
                  <a:lnTo>
                    <a:pt x="892154" y="250437"/>
                  </a:lnTo>
                  <a:lnTo>
                    <a:pt x="868374" y="210982"/>
                  </a:lnTo>
                  <a:lnTo>
                    <a:pt x="841046" y="174143"/>
                  </a:lnTo>
                  <a:lnTo>
                    <a:pt x="810406" y="140160"/>
                  </a:lnTo>
                  <a:lnTo>
                    <a:pt x="776693" y="109274"/>
                  </a:lnTo>
                  <a:lnTo>
                    <a:pt x="740147" y="81726"/>
                  </a:lnTo>
                  <a:lnTo>
                    <a:pt x="701006" y="57756"/>
                  </a:lnTo>
                  <a:lnTo>
                    <a:pt x="659508" y="37605"/>
                  </a:lnTo>
                  <a:lnTo>
                    <a:pt x="615893" y="21514"/>
                  </a:lnTo>
                  <a:lnTo>
                    <a:pt x="570398" y="9722"/>
                  </a:lnTo>
                  <a:lnTo>
                    <a:pt x="523263" y="2470"/>
                  </a:lnTo>
                  <a:lnTo>
                    <a:pt x="4747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075688" y="3852671"/>
              <a:ext cx="949960" cy="957580"/>
            </a:xfrm>
            <a:custGeom>
              <a:avLst/>
              <a:gdLst/>
              <a:ahLst/>
              <a:cxnLst/>
              <a:rect l="l" t="t" r="r" b="b"/>
              <a:pathLst>
                <a:path w="949960" h="957579">
                  <a:moveTo>
                    <a:pt x="0" y="478535"/>
                  </a:moveTo>
                  <a:lnTo>
                    <a:pt x="2451" y="429608"/>
                  </a:lnTo>
                  <a:lnTo>
                    <a:pt x="9644" y="382094"/>
                  </a:lnTo>
                  <a:lnTo>
                    <a:pt x="21343" y="336234"/>
                  </a:lnTo>
                  <a:lnTo>
                    <a:pt x="37307" y="292268"/>
                  </a:lnTo>
                  <a:lnTo>
                    <a:pt x="57297" y="250437"/>
                  </a:lnTo>
                  <a:lnTo>
                    <a:pt x="81077" y="210982"/>
                  </a:lnTo>
                  <a:lnTo>
                    <a:pt x="108405" y="174143"/>
                  </a:lnTo>
                  <a:lnTo>
                    <a:pt x="139045" y="140160"/>
                  </a:lnTo>
                  <a:lnTo>
                    <a:pt x="172758" y="109274"/>
                  </a:lnTo>
                  <a:lnTo>
                    <a:pt x="209304" y="81726"/>
                  </a:lnTo>
                  <a:lnTo>
                    <a:pt x="248445" y="57756"/>
                  </a:lnTo>
                  <a:lnTo>
                    <a:pt x="289943" y="37605"/>
                  </a:lnTo>
                  <a:lnTo>
                    <a:pt x="333558" y="21514"/>
                  </a:lnTo>
                  <a:lnTo>
                    <a:pt x="379053" y="9722"/>
                  </a:lnTo>
                  <a:lnTo>
                    <a:pt x="426188" y="2470"/>
                  </a:lnTo>
                  <a:lnTo>
                    <a:pt x="474726" y="0"/>
                  </a:lnTo>
                  <a:lnTo>
                    <a:pt x="523263" y="2470"/>
                  </a:lnTo>
                  <a:lnTo>
                    <a:pt x="570398" y="9722"/>
                  </a:lnTo>
                  <a:lnTo>
                    <a:pt x="615893" y="21514"/>
                  </a:lnTo>
                  <a:lnTo>
                    <a:pt x="659508" y="37605"/>
                  </a:lnTo>
                  <a:lnTo>
                    <a:pt x="701006" y="57756"/>
                  </a:lnTo>
                  <a:lnTo>
                    <a:pt x="740147" y="81726"/>
                  </a:lnTo>
                  <a:lnTo>
                    <a:pt x="776693" y="109274"/>
                  </a:lnTo>
                  <a:lnTo>
                    <a:pt x="810406" y="140160"/>
                  </a:lnTo>
                  <a:lnTo>
                    <a:pt x="841046" y="174143"/>
                  </a:lnTo>
                  <a:lnTo>
                    <a:pt x="868374" y="210982"/>
                  </a:lnTo>
                  <a:lnTo>
                    <a:pt x="892154" y="250437"/>
                  </a:lnTo>
                  <a:lnTo>
                    <a:pt x="912144" y="292268"/>
                  </a:lnTo>
                  <a:lnTo>
                    <a:pt x="928108" y="336234"/>
                  </a:lnTo>
                  <a:lnTo>
                    <a:pt x="939807" y="382094"/>
                  </a:lnTo>
                  <a:lnTo>
                    <a:pt x="947000" y="429608"/>
                  </a:lnTo>
                  <a:lnTo>
                    <a:pt x="949452" y="478535"/>
                  </a:lnTo>
                  <a:lnTo>
                    <a:pt x="947000" y="527463"/>
                  </a:lnTo>
                  <a:lnTo>
                    <a:pt x="939807" y="574977"/>
                  </a:lnTo>
                  <a:lnTo>
                    <a:pt x="928108" y="620837"/>
                  </a:lnTo>
                  <a:lnTo>
                    <a:pt x="912144" y="664803"/>
                  </a:lnTo>
                  <a:lnTo>
                    <a:pt x="892154" y="706634"/>
                  </a:lnTo>
                  <a:lnTo>
                    <a:pt x="868374" y="746089"/>
                  </a:lnTo>
                  <a:lnTo>
                    <a:pt x="841046" y="782928"/>
                  </a:lnTo>
                  <a:lnTo>
                    <a:pt x="810406" y="816911"/>
                  </a:lnTo>
                  <a:lnTo>
                    <a:pt x="776693" y="847797"/>
                  </a:lnTo>
                  <a:lnTo>
                    <a:pt x="740147" y="875345"/>
                  </a:lnTo>
                  <a:lnTo>
                    <a:pt x="701006" y="899315"/>
                  </a:lnTo>
                  <a:lnTo>
                    <a:pt x="659508" y="919466"/>
                  </a:lnTo>
                  <a:lnTo>
                    <a:pt x="615893" y="935557"/>
                  </a:lnTo>
                  <a:lnTo>
                    <a:pt x="570398" y="947349"/>
                  </a:lnTo>
                  <a:lnTo>
                    <a:pt x="523263" y="954601"/>
                  </a:lnTo>
                  <a:lnTo>
                    <a:pt x="474726" y="957071"/>
                  </a:lnTo>
                  <a:lnTo>
                    <a:pt x="426188" y="954601"/>
                  </a:lnTo>
                  <a:lnTo>
                    <a:pt x="379053" y="947349"/>
                  </a:lnTo>
                  <a:lnTo>
                    <a:pt x="333558" y="935557"/>
                  </a:lnTo>
                  <a:lnTo>
                    <a:pt x="289943" y="919466"/>
                  </a:lnTo>
                  <a:lnTo>
                    <a:pt x="248445" y="899315"/>
                  </a:lnTo>
                  <a:lnTo>
                    <a:pt x="209304" y="875345"/>
                  </a:lnTo>
                  <a:lnTo>
                    <a:pt x="172758" y="847797"/>
                  </a:lnTo>
                  <a:lnTo>
                    <a:pt x="139045" y="816911"/>
                  </a:lnTo>
                  <a:lnTo>
                    <a:pt x="108405" y="782928"/>
                  </a:lnTo>
                  <a:lnTo>
                    <a:pt x="81077" y="746089"/>
                  </a:lnTo>
                  <a:lnTo>
                    <a:pt x="57297" y="706634"/>
                  </a:lnTo>
                  <a:lnTo>
                    <a:pt x="37307" y="664803"/>
                  </a:lnTo>
                  <a:lnTo>
                    <a:pt x="21343" y="620837"/>
                  </a:lnTo>
                  <a:lnTo>
                    <a:pt x="9644" y="574977"/>
                  </a:lnTo>
                  <a:lnTo>
                    <a:pt x="2451" y="527463"/>
                  </a:lnTo>
                  <a:lnTo>
                    <a:pt x="0" y="478535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2266204" y="4191459"/>
            <a:ext cx="515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525905" y="3910329"/>
            <a:ext cx="4200525" cy="2411730"/>
            <a:chOff x="1525905" y="3910329"/>
            <a:chExt cx="4200525" cy="2411730"/>
          </a:xfrm>
        </p:grpSpPr>
        <p:sp>
          <p:nvSpPr>
            <p:cNvPr id="26" name="object 26" descr=""/>
            <p:cNvSpPr/>
            <p:nvPr/>
          </p:nvSpPr>
          <p:spPr>
            <a:xfrm>
              <a:off x="1535430" y="4331969"/>
              <a:ext cx="478790" cy="0"/>
            </a:xfrm>
            <a:custGeom>
              <a:avLst/>
              <a:gdLst/>
              <a:ahLst/>
              <a:cxnLst/>
              <a:rect l="l" t="t" r="r" b="b"/>
              <a:pathLst>
                <a:path w="478789" h="0">
                  <a:moveTo>
                    <a:pt x="0" y="0"/>
                  </a:moveTo>
                  <a:lnTo>
                    <a:pt x="47843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001163" y="429386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151888" y="5510783"/>
              <a:ext cx="797560" cy="805180"/>
            </a:xfrm>
            <a:custGeom>
              <a:avLst/>
              <a:gdLst/>
              <a:ahLst/>
              <a:cxnLst/>
              <a:rect l="l" t="t" r="r" b="b"/>
              <a:pathLst>
                <a:path w="797560" h="805179">
                  <a:moveTo>
                    <a:pt x="0" y="402336"/>
                  </a:moveTo>
                  <a:lnTo>
                    <a:pt x="2681" y="355416"/>
                  </a:lnTo>
                  <a:lnTo>
                    <a:pt x="10525" y="310085"/>
                  </a:lnTo>
                  <a:lnTo>
                    <a:pt x="23233" y="266646"/>
                  </a:lnTo>
                  <a:lnTo>
                    <a:pt x="40505" y="225400"/>
                  </a:lnTo>
                  <a:lnTo>
                    <a:pt x="62044" y="186650"/>
                  </a:lnTo>
                  <a:lnTo>
                    <a:pt x="87550" y="150697"/>
                  </a:lnTo>
                  <a:lnTo>
                    <a:pt x="116724" y="117843"/>
                  </a:lnTo>
                  <a:lnTo>
                    <a:pt x="149266" y="88390"/>
                  </a:lnTo>
                  <a:lnTo>
                    <a:pt x="184879" y="62640"/>
                  </a:lnTo>
                  <a:lnTo>
                    <a:pt x="223262" y="40894"/>
                  </a:lnTo>
                  <a:lnTo>
                    <a:pt x="264118" y="23456"/>
                  </a:lnTo>
                  <a:lnTo>
                    <a:pt x="307146" y="10626"/>
                  </a:lnTo>
                  <a:lnTo>
                    <a:pt x="352048" y="2706"/>
                  </a:lnTo>
                  <a:lnTo>
                    <a:pt x="398526" y="0"/>
                  </a:lnTo>
                  <a:lnTo>
                    <a:pt x="445003" y="2706"/>
                  </a:lnTo>
                  <a:lnTo>
                    <a:pt x="489905" y="10626"/>
                  </a:lnTo>
                  <a:lnTo>
                    <a:pt x="532933" y="23456"/>
                  </a:lnTo>
                  <a:lnTo>
                    <a:pt x="573789" y="40894"/>
                  </a:lnTo>
                  <a:lnTo>
                    <a:pt x="612172" y="62640"/>
                  </a:lnTo>
                  <a:lnTo>
                    <a:pt x="647785" y="88390"/>
                  </a:lnTo>
                  <a:lnTo>
                    <a:pt x="680327" y="117843"/>
                  </a:lnTo>
                  <a:lnTo>
                    <a:pt x="709501" y="150697"/>
                  </a:lnTo>
                  <a:lnTo>
                    <a:pt x="735007" y="186650"/>
                  </a:lnTo>
                  <a:lnTo>
                    <a:pt x="756546" y="225400"/>
                  </a:lnTo>
                  <a:lnTo>
                    <a:pt x="773818" y="266646"/>
                  </a:lnTo>
                  <a:lnTo>
                    <a:pt x="786526" y="310085"/>
                  </a:lnTo>
                  <a:lnTo>
                    <a:pt x="794370" y="355416"/>
                  </a:lnTo>
                  <a:lnTo>
                    <a:pt x="797052" y="402336"/>
                  </a:lnTo>
                  <a:lnTo>
                    <a:pt x="794370" y="449255"/>
                  </a:lnTo>
                  <a:lnTo>
                    <a:pt x="786526" y="494586"/>
                  </a:lnTo>
                  <a:lnTo>
                    <a:pt x="773818" y="538025"/>
                  </a:lnTo>
                  <a:lnTo>
                    <a:pt x="756546" y="579271"/>
                  </a:lnTo>
                  <a:lnTo>
                    <a:pt x="735007" y="618021"/>
                  </a:lnTo>
                  <a:lnTo>
                    <a:pt x="709501" y="653974"/>
                  </a:lnTo>
                  <a:lnTo>
                    <a:pt x="680327" y="686828"/>
                  </a:lnTo>
                  <a:lnTo>
                    <a:pt x="647785" y="716281"/>
                  </a:lnTo>
                  <a:lnTo>
                    <a:pt x="612172" y="742031"/>
                  </a:lnTo>
                  <a:lnTo>
                    <a:pt x="573789" y="763777"/>
                  </a:lnTo>
                  <a:lnTo>
                    <a:pt x="532933" y="781215"/>
                  </a:lnTo>
                  <a:lnTo>
                    <a:pt x="489905" y="794045"/>
                  </a:lnTo>
                  <a:lnTo>
                    <a:pt x="445003" y="801965"/>
                  </a:lnTo>
                  <a:lnTo>
                    <a:pt x="398526" y="804672"/>
                  </a:lnTo>
                  <a:lnTo>
                    <a:pt x="352048" y="801965"/>
                  </a:lnTo>
                  <a:lnTo>
                    <a:pt x="307146" y="794045"/>
                  </a:lnTo>
                  <a:lnTo>
                    <a:pt x="264118" y="781215"/>
                  </a:lnTo>
                  <a:lnTo>
                    <a:pt x="223262" y="763777"/>
                  </a:lnTo>
                  <a:lnTo>
                    <a:pt x="184879" y="742031"/>
                  </a:lnTo>
                  <a:lnTo>
                    <a:pt x="149266" y="716281"/>
                  </a:lnTo>
                  <a:lnTo>
                    <a:pt x="116724" y="686828"/>
                  </a:lnTo>
                  <a:lnTo>
                    <a:pt x="87550" y="653974"/>
                  </a:lnTo>
                  <a:lnTo>
                    <a:pt x="62044" y="618021"/>
                  </a:lnTo>
                  <a:lnTo>
                    <a:pt x="40505" y="579271"/>
                  </a:lnTo>
                  <a:lnTo>
                    <a:pt x="23233" y="538025"/>
                  </a:lnTo>
                  <a:lnTo>
                    <a:pt x="10525" y="494586"/>
                  </a:lnTo>
                  <a:lnTo>
                    <a:pt x="2681" y="449255"/>
                  </a:lnTo>
                  <a:lnTo>
                    <a:pt x="0" y="4023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922520" y="5497067"/>
              <a:ext cx="797560" cy="805180"/>
            </a:xfrm>
            <a:custGeom>
              <a:avLst/>
              <a:gdLst/>
              <a:ahLst/>
              <a:cxnLst/>
              <a:rect l="l" t="t" r="r" b="b"/>
              <a:pathLst>
                <a:path w="797560" h="805179">
                  <a:moveTo>
                    <a:pt x="0" y="402335"/>
                  </a:moveTo>
                  <a:lnTo>
                    <a:pt x="2681" y="355416"/>
                  </a:lnTo>
                  <a:lnTo>
                    <a:pt x="10525" y="310085"/>
                  </a:lnTo>
                  <a:lnTo>
                    <a:pt x="23233" y="266646"/>
                  </a:lnTo>
                  <a:lnTo>
                    <a:pt x="40505" y="225400"/>
                  </a:lnTo>
                  <a:lnTo>
                    <a:pt x="62044" y="186650"/>
                  </a:lnTo>
                  <a:lnTo>
                    <a:pt x="87550" y="150697"/>
                  </a:lnTo>
                  <a:lnTo>
                    <a:pt x="116724" y="117843"/>
                  </a:lnTo>
                  <a:lnTo>
                    <a:pt x="149266" y="88390"/>
                  </a:lnTo>
                  <a:lnTo>
                    <a:pt x="184879" y="62640"/>
                  </a:lnTo>
                  <a:lnTo>
                    <a:pt x="223262" y="40894"/>
                  </a:lnTo>
                  <a:lnTo>
                    <a:pt x="264118" y="23456"/>
                  </a:lnTo>
                  <a:lnTo>
                    <a:pt x="307146" y="10626"/>
                  </a:lnTo>
                  <a:lnTo>
                    <a:pt x="352048" y="2706"/>
                  </a:lnTo>
                  <a:lnTo>
                    <a:pt x="398526" y="0"/>
                  </a:lnTo>
                  <a:lnTo>
                    <a:pt x="445003" y="2706"/>
                  </a:lnTo>
                  <a:lnTo>
                    <a:pt x="489905" y="10626"/>
                  </a:lnTo>
                  <a:lnTo>
                    <a:pt x="532933" y="23456"/>
                  </a:lnTo>
                  <a:lnTo>
                    <a:pt x="573789" y="40894"/>
                  </a:lnTo>
                  <a:lnTo>
                    <a:pt x="612172" y="62640"/>
                  </a:lnTo>
                  <a:lnTo>
                    <a:pt x="647785" y="88390"/>
                  </a:lnTo>
                  <a:lnTo>
                    <a:pt x="680327" y="117843"/>
                  </a:lnTo>
                  <a:lnTo>
                    <a:pt x="709501" y="150697"/>
                  </a:lnTo>
                  <a:lnTo>
                    <a:pt x="735007" y="186650"/>
                  </a:lnTo>
                  <a:lnTo>
                    <a:pt x="756546" y="225400"/>
                  </a:lnTo>
                  <a:lnTo>
                    <a:pt x="773818" y="266646"/>
                  </a:lnTo>
                  <a:lnTo>
                    <a:pt x="786526" y="310085"/>
                  </a:lnTo>
                  <a:lnTo>
                    <a:pt x="794370" y="355416"/>
                  </a:lnTo>
                  <a:lnTo>
                    <a:pt x="797052" y="402335"/>
                  </a:lnTo>
                  <a:lnTo>
                    <a:pt x="794370" y="449255"/>
                  </a:lnTo>
                  <a:lnTo>
                    <a:pt x="786526" y="494586"/>
                  </a:lnTo>
                  <a:lnTo>
                    <a:pt x="773818" y="538025"/>
                  </a:lnTo>
                  <a:lnTo>
                    <a:pt x="756546" y="579271"/>
                  </a:lnTo>
                  <a:lnTo>
                    <a:pt x="735007" y="618021"/>
                  </a:lnTo>
                  <a:lnTo>
                    <a:pt x="709501" y="653974"/>
                  </a:lnTo>
                  <a:lnTo>
                    <a:pt x="680327" y="686828"/>
                  </a:lnTo>
                  <a:lnTo>
                    <a:pt x="647785" y="716281"/>
                  </a:lnTo>
                  <a:lnTo>
                    <a:pt x="612172" y="742031"/>
                  </a:lnTo>
                  <a:lnTo>
                    <a:pt x="573789" y="763777"/>
                  </a:lnTo>
                  <a:lnTo>
                    <a:pt x="532933" y="781215"/>
                  </a:lnTo>
                  <a:lnTo>
                    <a:pt x="489905" y="794045"/>
                  </a:lnTo>
                  <a:lnTo>
                    <a:pt x="445003" y="801965"/>
                  </a:lnTo>
                  <a:lnTo>
                    <a:pt x="398526" y="804671"/>
                  </a:lnTo>
                  <a:lnTo>
                    <a:pt x="352048" y="801965"/>
                  </a:lnTo>
                  <a:lnTo>
                    <a:pt x="307146" y="794045"/>
                  </a:lnTo>
                  <a:lnTo>
                    <a:pt x="264118" y="781215"/>
                  </a:lnTo>
                  <a:lnTo>
                    <a:pt x="223262" y="763777"/>
                  </a:lnTo>
                  <a:lnTo>
                    <a:pt x="184879" y="742031"/>
                  </a:lnTo>
                  <a:lnTo>
                    <a:pt x="149266" y="716281"/>
                  </a:lnTo>
                  <a:lnTo>
                    <a:pt x="116724" y="686828"/>
                  </a:lnTo>
                  <a:lnTo>
                    <a:pt x="87550" y="653974"/>
                  </a:lnTo>
                  <a:lnTo>
                    <a:pt x="62044" y="618021"/>
                  </a:lnTo>
                  <a:lnTo>
                    <a:pt x="40505" y="579271"/>
                  </a:lnTo>
                  <a:lnTo>
                    <a:pt x="23233" y="538025"/>
                  </a:lnTo>
                  <a:lnTo>
                    <a:pt x="10525" y="494586"/>
                  </a:lnTo>
                  <a:lnTo>
                    <a:pt x="2681" y="449255"/>
                  </a:lnTo>
                  <a:lnTo>
                    <a:pt x="0" y="40233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892039" y="3916679"/>
              <a:ext cx="797560" cy="805180"/>
            </a:xfrm>
            <a:custGeom>
              <a:avLst/>
              <a:gdLst/>
              <a:ahLst/>
              <a:cxnLst/>
              <a:rect l="l" t="t" r="r" b="b"/>
              <a:pathLst>
                <a:path w="797560" h="805179">
                  <a:moveTo>
                    <a:pt x="0" y="402336"/>
                  </a:moveTo>
                  <a:lnTo>
                    <a:pt x="2681" y="355416"/>
                  </a:lnTo>
                  <a:lnTo>
                    <a:pt x="10525" y="310085"/>
                  </a:lnTo>
                  <a:lnTo>
                    <a:pt x="23233" y="266646"/>
                  </a:lnTo>
                  <a:lnTo>
                    <a:pt x="40505" y="225400"/>
                  </a:lnTo>
                  <a:lnTo>
                    <a:pt x="62044" y="186650"/>
                  </a:lnTo>
                  <a:lnTo>
                    <a:pt x="87550" y="150697"/>
                  </a:lnTo>
                  <a:lnTo>
                    <a:pt x="116724" y="117843"/>
                  </a:lnTo>
                  <a:lnTo>
                    <a:pt x="149266" y="88390"/>
                  </a:lnTo>
                  <a:lnTo>
                    <a:pt x="184879" y="62640"/>
                  </a:lnTo>
                  <a:lnTo>
                    <a:pt x="223262" y="40894"/>
                  </a:lnTo>
                  <a:lnTo>
                    <a:pt x="264118" y="23456"/>
                  </a:lnTo>
                  <a:lnTo>
                    <a:pt x="307146" y="10626"/>
                  </a:lnTo>
                  <a:lnTo>
                    <a:pt x="352048" y="2706"/>
                  </a:lnTo>
                  <a:lnTo>
                    <a:pt x="398526" y="0"/>
                  </a:lnTo>
                  <a:lnTo>
                    <a:pt x="445003" y="2706"/>
                  </a:lnTo>
                  <a:lnTo>
                    <a:pt x="489905" y="10626"/>
                  </a:lnTo>
                  <a:lnTo>
                    <a:pt x="532933" y="23456"/>
                  </a:lnTo>
                  <a:lnTo>
                    <a:pt x="573789" y="40894"/>
                  </a:lnTo>
                  <a:lnTo>
                    <a:pt x="612172" y="62640"/>
                  </a:lnTo>
                  <a:lnTo>
                    <a:pt x="647785" y="88390"/>
                  </a:lnTo>
                  <a:lnTo>
                    <a:pt x="680327" y="117843"/>
                  </a:lnTo>
                  <a:lnTo>
                    <a:pt x="709501" y="150697"/>
                  </a:lnTo>
                  <a:lnTo>
                    <a:pt x="735007" y="186650"/>
                  </a:lnTo>
                  <a:lnTo>
                    <a:pt x="756546" y="225400"/>
                  </a:lnTo>
                  <a:lnTo>
                    <a:pt x="773818" y="266646"/>
                  </a:lnTo>
                  <a:lnTo>
                    <a:pt x="786526" y="310085"/>
                  </a:lnTo>
                  <a:lnTo>
                    <a:pt x="794370" y="355416"/>
                  </a:lnTo>
                  <a:lnTo>
                    <a:pt x="797052" y="402336"/>
                  </a:lnTo>
                  <a:lnTo>
                    <a:pt x="794370" y="449255"/>
                  </a:lnTo>
                  <a:lnTo>
                    <a:pt x="786526" y="494586"/>
                  </a:lnTo>
                  <a:lnTo>
                    <a:pt x="773818" y="538025"/>
                  </a:lnTo>
                  <a:lnTo>
                    <a:pt x="756546" y="579271"/>
                  </a:lnTo>
                  <a:lnTo>
                    <a:pt x="735007" y="618021"/>
                  </a:lnTo>
                  <a:lnTo>
                    <a:pt x="709501" y="653974"/>
                  </a:lnTo>
                  <a:lnTo>
                    <a:pt x="680327" y="686828"/>
                  </a:lnTo>
                  <a:lnTo>
                    <a:pt x="647785" y="716281"/>
                  </a:lnTo>
                  <a:lnTo>
                    <a:pt x="612172" y="742031"/>
                  </a:lnTo>
                  <a:lnTo>
                    <a:pt x="573789" y="763777"/>
                  </a:lnTo>
                  <a:lnTo>
                    <a:pt x="532933" y="781215"/>
                  </a:lnTo>
                  <a:lnTo>
                    <a:pt x="489905" y="794045"/>
                  </a:lnTo>
                  <a:lnTo>
                    <a:pt x="445003" y="801965"/>
                  </a:lnTo>
                  <a:lnTo>
                    <a:pt x="398526" y="804672"/>
                  </a:lnTo>
                  <a:lnTo>
                    <a:pt x="352048" y="801965"/>
                  </a:lnTo>
                  <a:lnTo>
                    <a:pt x="307146" y="794045"/>
                  </a:lnTo>
                  <a:lnTo>
                    <a:pt x="264118" y="781215"/>
                  </a:lnTo>
                  <a:lnTo>
                    <a:pt x="223262" y="763777"/>
                  </a:lnTo>
                  <a:lnTo>
                    <a:pt x="184879" y="742031"/>
                  </a:lnTo>
                  <a:lnTo>
                    <a:pt x="149266" y="716281"/>
                  </a:lnTo>
                  <a:lnTo>
                    <a:pt x="116724" y="686828"/>
                  </a:lnTo>
                  <a:lnTo>
                    <a:pt x="87550" y="653974"/>
                  </a:lnTo>
                  <a:lnTo>
                    <a:pt x="62044" y="618021"/>
                  </a:lnTo>
                  <a:lnTo>
                    <a:pt x="40505" y="579271"/>
                  </a:lnTo>
                  <a:lnTo>
                    <a:pt x="23233" y="538025"/>
                  </a:lnTo>
                  <a:lnTo>
                    <a:pt x="10525" y="494586"/>
                  </a:lnTo>
                  <a:lnTo>
                    <a:pt x="2681" y="449255"/>
                  </a:lnTo>
                  <a:lnTo>
                    <a:pt x="0" y="4023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550413" y="4810505"/>
              <a:ext cx="0" cy="562610"/>
            </a:xfrm>
            <a:custGeom>
              <a:avLst/>
              <a:gdLst/>
              <a:ahLst/>
              <a:cxnLst/>
              <a:rect l="l" t="t" r="r" b="b"/>
              <a:pathLst>
                <a:path w="0" h="562610">
                  <a:moveTo>
                    <a:pt x="0" y="0"/>
                  </a:moveTo>
                  <a:lnTo>
                    <a:pt x="0" y="56235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512319" y="536016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887218" y="4670297"/>
              <a:ext cx="1907539" cy="1196340"/>
            </a:xfrm>
            <a:custGeom>
              <a:avLst/>
              <a:gdLst/>
              <a:ahLst/>
              <a:cxnLst/>
              <a:rect l="l" t="t" r="r" b="b"/>
              <a:pathLst>
                <a:path w="1907539" h="1196339">
                  <a:moveTo>
                    <a:pt x="0" y="0"/>
                  </a:moveTo>
                  <a:lnTo>
                    <a:pt x="1907070" y="119618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763286" y="5827462"/>
              <a:ext cx="85090" cy="73025"/>
            </a:xfrm>
            <a:custGeom>
              <a:avLst/>
              <a:gdLst/>
              <a:ahLst/>
              <a:cxnLst/>
              <a:rect l="l" t="t" r="r" b="b"/>
              <a:pathLst>
                <a:path w="85089" h="73025">
                  <a:moveTo>
                    <a:pt x="40487" y="0"/>
                  </a:moveTo>
                  <a:lnTo>
                    <a:pt x="0" y="64554"/>
                  </a:lnTo>
                  <a:lnTo>
                    <a:pt x="84785" y="72771"/>
                  </a:lnTo>
                  <a:lnTo>
                    <a:pt x="40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2285032" y="4892737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241341" y="556584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2887211" y="4302633"/>
            <a:ext cx="1930400" cy="1274445"/>
            <a:chOff x="2887211" y="4302633"/>
            <a:chExt cx="1930400" cy="1274445"/>
          </a:xfrm>
        </p:grpSpPr>
        <p:sp>
          <p:nvSpPr>
            <p:cNvPr id="38" name="object 38" descr=""/>
            <p:cNvSpPr/>
            <p:nvPr/>
          </p:nvSpPr>
          <p:spPr>
            <a:xfrm>
              <a:off x="2940255" y="4312158"/>
              <a:ext cx="1867535" cy="1229995"/>
            </a:xfrm>
            <a:custGeom>
              <a:avLst/>
              <a:gdLst/>
              <a:ahLst/>
              <a:cxnLst/>
              <a:rect l="l" t="t" r="r" b="b"/>
              <a:pathLst>
                <a:path w="1867535" h="1229995">
                  <a:moveTo>
                    <a:pt x="1867496" y="0"/>
                  </a:moveTo>
                  <a:lnTo>
                    <a:pt x="0" y="122946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887211" y="5502817"/>
              <a:ext cx="85090" cy="74295"/>
            </a:xfrm>
            <a:custGeom>
              <a:avLst/>
              <a:gdLst/>
              <a:ahLst/>
              <a:cxnLst/>
              <a:rect l="l" t="t" r="r" b="b"/>
              <a:pathLst>
                <a:path w="85089" h="74295">
                  <a:moveTo>
                    <a:pt x="42697" y="0"/>
                  </a:moveTo>
                  <a:lnTo>
                    <a:pt x="0" y="73723"/>
                  </a:lnTo>
                  <a:lnTo>
                    <a:pt x="84607" y="63639"/>
                  </a:lnTo>
                  <a:lnTo>
                    <a:pt x="426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4127214" y="4267293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1849070" y="4637354"/>
            <a:ext cx="3237865" cy="1985645"/>
            <a:chOff x="1849070" y="4637354"/>
            <a:chExt cx="3237865" cy="1985645"/>
          </a:xfrm>
        </p:grpSpPr>
        <p:sp>
          <p:nvSpPr>
            <p:cNvPr id="42" name="object 42" descr=""/>
            <p:cNvSpPr/>
            <p:nvPr/>
          </p:nvSpPr>
          <p:spPr>
            <a:xfrm>
              <a:off x="1858595" y="4670847"/>
              <a:ext cx="344170" cy="923290"/>
            </a:xfrm>
            <a:custGeom>
              <a:avLst/>
              <a:gdLst/>
              <a:ahLst/>
              <a:cxnLst/>
              <a:rect l="l" t="t" r="r" b="b"/>
              <a:pathLst>
                <a:path w="344169" h="923289">
                  <a:moveTo>
                    <a:pt x="343764" y="922820"/>
                  </a:moveTo>
                  <a:lnTo>
                    <a:pt x="303165" y="915698"/>
                  </a:lnTo>
                  <a:lnTo>
                    <a:pt x="264198" y="903378"/>
                  </a:lnTo>
                  <a:lnTo>
                    <a:pt x="227073" y="886173"/>
                  </a:lnTo>
                  <a:lnTo>
                    <a:pt x="191999" y="864395"/>
                  </a:lnTo>
                  <a:lnTo>
                    <a:pt x="159184" y="838353"/>
                  </a:lnTo>
                  <a:lnTo>
                    <a:pt x="128837" y="808361"/>
                  </a:lnTo>
                  <a:lnTo>
                    <a:pt x="101168" y="774730"/>
                  </a:lnTo>
                  <a:lnTo>
                    <a:pt x="76385" y="737770"/>
                  </a:lnTo>
                  <a:lnTo>
                    <a:pt x="54697" y="697795"/>
                  </a:lnTo>
                  <a:lnTo>
                    <a:pt x="36313" y="655115"/>
                  </a:lnTo>
                  <a:lnTo>
                    <a:pt x="21443" y="610042"/>
                  </a:lnTo>
                  <a:lnTo>
                    <a:pt x="10295" y="562887"/>
                  </a:lnTo>
                  <a:lnTo>
                    <a:pt x="3077" y="513963"/>
                  </a:lnTo>
                  <a:lnTo>
                    <a:pt x="0" y="463580"/>
                  </a:lnTo>
                  <a:lnTo>
                    <a:pt x="1271" y="412051"/>
                  </a:lnTo>
                  <a:lnTo>
                    <a:pt x="7150" y="359727"/>
                  </a:lnTo>
                  <a:lnTo>
                    <a:pt x="17425" y="309390"/>
                  </a:lnTo>
                  <a:lnTo>
                    <a:pt x="31844" y="261369"/>
                  </a:lnTo>
                  <a:lnTo>
                    <a:pt x="50157" y="215992"/>
                  </a:lnTo>
                  <a:lnTo>
                    <a:pt x="72115" y="173589"/>
                  </a:lnTo>
                  <a:lnTo>
                    <a:pt x="97467" y="134487"/>
                  </a:lnTo>
                  <a:lnTo>
                    <a:pt x="125963" y="99015"/>
                  </a:lnTo>
                  <a:lnTo>
                    <a:pt x="157353" y="67502"/>
                  </a:lnTo>
                  <a:lnTo>
                    <a:pt x="191387" y="40276"/>
                  </a:lnTo>
                  <a:lnTo>
                    <a:pt x="227813" y="17665"/>
                  </a:lnTo>
                  <a:lnTo>
                    <a:pt x="266383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102822" y="4637354"/>
              <a:ext cx="83820" cy="73660"/>
            </a:xfrm>
            <a:custGeom>
              <a:avLst/>
              <a:gdLst/>
              <a:ahLst/>
              <a:cxnLst/>
              <a:rect l="l" t="t" r="r" b="b"/>
              <a:pathLst>
                <a:path w="83819" h="73660">
                  <a:moveTo>
                    <a:pt x="0" y="0"/>
                  </a:moveTo>
                  <a:lnTo>
                    <a:pt x="19799" y="73583"/>
                  </a:lnTo>
                  <a:lnTo>
                    <a:pt x="83489" y="169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025902" y="5913881"/>
              <a:ext cx="1898650" cy="313690"/>
            </a:xfrm>
            <a:custGeom>
              <a:avLst/>
              <a:gdLst/>
              <a:ahLst/>
              <a:cxnLst/>
              <a:rect l="l" t="t" r="r" b="b"/>
              <a:pathLst>
                <a:path w="1898650" h="313689">
                  <a:moveTo>
                    <a:pt x="0" y="0"/>
                  </a:moveTo>
                  <a:lnTo>
                    <a:pt x="1898205" y="31342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905368" y="6187640"/>
              <a:ext cx="81915" cy="75565"/>
            </a:xfrm>
            <a:custGeom>
              <a:avLst/>
              <a:gdLst/>
              <a:ahLst/>
              <a:cxnLst/>
              <a:rect l="l" t="t" r="r" b="b"/>
              <a:pathLst>
                <a:path w="81914" h="75564">
                  <a:moveTo>
                    <a:pt x="12420" y="0"/>
                  </a:moveTo>
                  <a:lnTo>
                    <a:pt x="0" y="75184"/>
                  </a:lnTo>
                  <a:lnTo>
                    <a:pt x="81394" y="50012"/>
                  </a:lnTo>
                  <a:lnTo>
                    <a:pt x="124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874540" y="6314819"/>
              <a:ext cx="2202815" cy="299085"/>
            </a:xfrm>
            <a:custGeom>
              <a:avLst/>
              <a:gdLst/>
              <a:ahLst/>
              <a:cxnLst/>
              <a:rect l="l" t="t" r="r" b="b"/>
              <a:pathLst>
                <a:path w="2202815" h="299084">
                  <a:moveTo>
                    <a:pt x="2202256" y="0"/>
                  </a:moveTo>
                  <a:lnTo>
                    <a:pt x="2169514" y="39609"/>
                  </a:lnTo>
                  <a:lnTo>
                    <a:pt x="2124666" y="77096"/>
                  </a:lnTo>
                  <a:lnTo>
                    <a:pt x="2068554" y="112283"/>
                  </a:lnTo>
                  <a:lnTo>
                    <a:pt x="2002020" y="144992"/>
                  </a:lnTo>
                  <a:lnTo>
                    <a:pt x="1965107" y="160362"/>
                  </a:lnTo>
                  <a:lnTo>
                    <a:pt x="1925903" y="175046"/>
                  </a:lnTo>
                  <a:lnTo>
                    <a:pt x="1884515" y="189023"/>
                  </a:lnTo>
                  <a:lnTo>
                    <a:pt x="1841047" y="202269"/>
                  </a:lnTo>
                  <a:lnTo>
                    <a:pt x="1795604" y="214763"/>
                  </a:lnTo>
                  <a:lnTo>
                    <a:pt x="1748292" y="226482"/>
                  </a:lnTo>
                  <a:lnTo>
                    <a:pt x="1699215" y="237405"/>
                  </a:lnTo>
                  <a:lnTo>
                    <a:pt x="1648479" y="247509"/>
                  </a:lnTo>
                  <a:lnTo>
                    <a:pt x="1596190" y="256773"/>
                  </a:lnTo>
                  <a:lnTo>
                    <a:pt x="1542451" y="265173"/>
                  </a:lnTo>
                  <a:lnTo>
                    <a:pt x="1487369" y="272688"/>
                  </a:lnTo>
                  <a:lnTo>
                    <a:pt x="1431049" y="279295"/>
                  </a:lnTo>
                  <a:lnTo>
                    <a:pt x="1373595" y="284973"/>
                  </a:lnTo>
                  <a:lnTo>
                    <a:pt x="1315113" y="289699"/>
                  </a:lnTo>
                  <a:lnTo>
                    <a:pt x="1255709" y="293452"/>
                  </a:lnTo>
                  <a:lnTo>
                    <a:pt x="1195486" y="296208"/>
                  </a:lnTo>
                  <a:lnTo>
                    <a:pt x="1134551" y="297946"/>
                  </a:lnTo>
                  <a:lnTo>
                    <a:pt x="1073009" y="298644"/>
                  </a:lnTo>
                  <a:lnTo>
                    <a:pt x="1010965" y="298279"/>
                  </a:lnTo>
                  <a:lnTo>
                    <a:pt x="948524" y="296830"/>
                  </a:lnTo>
                  <a:lnTo>
                    <a:pt x="885790" y="294273"/>
                  </a:lnTo>
                  <a:lnTo>
                    <a:pt x="822871" y="290588"/>
                  </a:lnTo>
                  <a:lnTo>
                    <a:pt x="758834" y="285648"/>
                  </a:lnTo>
                  <a:lnTo>
                    <a:pt x="696201" y="279597"/>
                  </a:lnTo>
                  <a:lnTo>
                    <a:pt x="635079" y="272467"/>
                  </a:lnTo>
                  <a:lnTo>
                    <a:pt x="575581" y="264292"/>
                  </a:lnTo>
                  <a:lnTo>
                    <a:pt x="517816" y="255103"/>
                  </a:lnTo>
                  <a:lnTo>
                    <a:pt x="461895" y="244933"/>
                  </a:lnTo>
                  <a:lnTo>
                    <a:pt x="407928" y="233812"/>
                  </a:lnTo>
                  <a:lnTo>
                    <a:pt x="356025" y="221774"/>
                  </a:lnTo>
                  <a:lnTo>
                    <a:pt x="306297" y="208852"/>
                  </a:lnTo>
                  <a:lnTo>
                    <a:pt x="258854" y="195075"/>
                  </a:lnTo>
                  <a:lnTo>
                    <a:pt x="213806" y="180478"/>
                  </a:lnTo>
                  <a:lnTo>
                    <a:pt x="171263" y="165093"/>
                  </a:lnTo>
                  <a:lnTo>
                    <a:pt x="131337" y="148950"/>
                  </a:lnTo>
                  <a:lnTo>
                    <a:pt x="94137" y="132083"/>
                  </a:lnTo>
                  <a:lnTo>
                    <a:pt x="59774" y="114524"/>
                  </a:lnTo>
                  <a:lnTo>
                    <a:pt x="28358" y="96304"/>
                  </a:lnTo>
                  <a:lnTo>
                    <a:pt x="0" y="7745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825828" y="6351215"/>
              <a:ext cx="83185" cy="78740"/>
            </a:xfrm>
            <a:custGeom>
              <a:avLst/>
              <a:gdLst/>
              <a:ahLst/>
              <a:cxnLst/>
              <a:rect l="l" t="t" r="r" b="b"/>
              <a:pathLst>
                <a:path w="83185" h="78739">
                  <a:moveTo>
                    <a:pt x="0" y="0"/>
                  </a:moveTo>
                  <a:lnTo>
                    <a:pt x="33693" y="78244"/>
                  </a:lnTo>
                  <a:lnTo>
                    <a:pt x="82816" y="199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1622967" y="494206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3882274" y="631448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3003409" y="4503140"/>
            <a:ext cx="2139315" cy="993775"/>
            <a:chOff x="3003409" y="4503140"/>
            <a:chExt cx="2139315" cy="993775"/>
          </a:xfrm>
        </p:grpSpPr>
        <p:sp>
          <p:nvSpPr>
            <p:cNvPr id="51" name="object 51" descr=""/>
            <p:cNvSpPr/>
            <p:nvPr/>
          </p:nvSpPr>
          <p:spPr>
            <a:xfrm>
              <a:off x="3066243" y="4538309"/>
              <a:ext cx="2066925" cy="948690"/>
            </a:xfrm>
            <a:custGeom>
              <a:avLst/>
              <a:gdLst/>
              <a:ahLst/>
              <a:cxnLst/>
              <a:rect l="l" t="t" r="r" b="b"/>
              <a:pathLst>
                <a:path w="2066925" h="948689">
                  <a:moveTo>
                    <a:pt x="2066378" y="948626"/>
                  </a:moveTo>
                  <a:lnTo>
                    <a:pt x="2032517" y="909231"/>
                  </a:lnTo>
                  <a:lnTo>
                    <a:pt x="1989277" y="867556"/>
                  </a:lnTo>
                  <a:lnTo>
                    <a:pt x="1937220" y="823893"/>
                  </a:lnTo>
                  <a:lnTo>
                    <a:pt x="1876905" y="778530"/>
                  </a:lnTo>
                  <a:lnTo>
                    <a:pt x="1843826" y="755302"/>
                  </a:lnTo>
                  <a:lnTo>
                    <a:pt x="1808893" y="731758"/>
                  </a:lnTo>
                  <a:lnTo>
                    <a:pt x="1772175" y="707934"/>
                  </a:lnTo>
                  <a:lnTo>
                    <a:pt x="1733743" y="683867"/>
                  </a:lnTo>
                  <a:lnTo>
                    <a:pt x="1693667" y="659592"/>
                  </a:lnTo>
                  <a:lnTo>
                    <a:pt x="1652017" y="635146"/>
                  </a:lnTo>
                  <a:lnTo>
                    <a:pt x="1608863" y="610565"/>
                  </a:lnTo>
                  <a:lnTo>
                    <a:pt x="1564275" y="585886"/>
                  </a:lnTo>
                  <a:lnTo>
                    <a:pt x="1518323" y="561144"/>
                  </a:lnTo>
                  <a:lnTo>
                    <a:pt x="1471077" y="536376"/>
                  </a:lnTo>
                  <a:lnTo>
                    <a:pt x="1422607" y="511618"/>
                  </a:lnTo>
                  <a:lnTo>
                    <a:pt x="1372983" y="486907"/>
                  </a:lnTo>
                  <a:lnTo>
                    <a:pt x="1322275" y="462278"/>
                  </a:lnTo>
                  <a:lnTo>
                    <a:pt x="1270554" y="437767"/>
                  </a:lnTo>
                  <a:lnTo>
                    <a:pt x="1217888" y="413412"/>
                  </a:lnTo>
                  <a:lnTo>
                    <a:pt x="1164349" y="389248"/>
                  </a:lnTo>
                  <a:lnTo>
                    <a:pt x="1110006" y="365312"/>
                  </a:lnTo>
                  <a:lnTo>
                    <a:pt x="1054930" y="341639"/>
                  </a:lnTo>
                  <a:lnTo>
                    <a:pt x="999190" y="318267"/>
                  </a:lnTo>
                  <a:lnTo>
                    <a:pt x="942856" y="295231"/>
                  </a:lnTo>
                  <a:lnTo>
                    <a:pt x="885999" y="272567"/>
                  </a:lnTo>
                  <a:lnTo>
                    <a:pt x="828688" y="250312"/>
                  </a:lnTo>
                  <a:lnTo>
                    <a:pt x="770994" y="228501"/>
                  </a:lnTo>
                  <a:lnTo>
                    <a:pt x="712986" y="207172"/>
                  </a:lnTo>
                  <a:lnTo>
                    <a:pt x="654735" y="186361"/>
                  </a:lnTo>
                  <a:lnTo>
                    <a:pt x="596310" y="166103"/>
                  </a:lnTo>
                  <a:lnTo>
                    <a:pt x="537782" y="146435"/>
                  </a:lnTo>
                  <a:lnTo>
                    <a:pt x="479221" y="127393"/>
                  </a:lnTo>
                  <a:lnTo>
                    <a:pt x="427356" y="111077"/>
                  </a:lnTo>
                  <a:lnTo>
                    <a:pt x="376208" y="95516"/>
                  </a:lnTo>
                  <a:lnTo>
                    <a:pt x="325838" y="80724"/>
                  </a:lnTo>
                  <a:lnTo>
                    <a:pt x="276304" y="66717"/>
                  </a:lnTo>
                  <a:lnTo>
                    <a:pt x="227666" y="53509"/>
                  </a:lnTo>
                  <a:lnTo>
                    <a:pt x="179984" y="41117"/>
                  </a:lnTo>
                  <a:lnTo>
                    <a:pt x="133317" y="29554"/>
                  </a:lnTo>
                  <a:lnTo>
                    <a:pt x="87724" y="18837"/>
                  </a:lnTo>
                  <a:lnTo>
                    <a:pt x="43265" y="8981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003409" y="4503140"/>
              <a:ext cx="82550" cy="74930"/>
            </a:xfrm>
            <a:custGeom>
              <a:avLst/>
              <a:gdLst/>
              <a:ahLst/>
              <a:cxnLst/>
              <a:rect l="l" t="t" r="r" b="b"/>
              <a:pathLst>
                <a:path w="82550" h="74929">
                  <a:moveTo>
                    <a:pt x="81940" y="0"/>
                  </a:moveTo>
                  <a:lnTo>
                    <a:pt x="0" y="23329"/>
                  </a:lnTo>
                  <a:lnTo>
                    <a:pt x="67830" y="74879"/>
                  </a:lnTo>
                  <a:lnTo>
                    <a:pt x="819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4644250" y="484715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3733076" y="5716822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3502152" y="2084832"/>
            <a:ext cx="367665" cy="29718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6516623" y="2107692"/>
            <a:ext cx="370840" cy="29718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4218178" y="2625598"/>
            <a:ext cx="648335" cy="652780"/>
            <a:chOff x="4218178" y="2625598"/>
            <a:chExt cx="648335" cy="652780"/>
          </a:xfrm>
        </p:grpSpPr>
        <p:sp>
          <p:nvSpPr>
            <p:cNvPr id="58" name="object 58" descr=""/>
            <p:cNvSpPr/>
            <p:nvPr/>
          </p:nvSpPr>
          <p:spPr>
            <a:xfrm>
              <a:off x="4224528" y="2631948"/>
              <a:ext cx="635635" cy="640080"/>
            </a:xfrm>
            <a:custGeom>
              <a:avLst/>
              <a:gdLst/>
              <a:ahLst/>
              <a:cxnLst/>
              <a:rect l="l" t="t" r="r" b="b"/>
              <a:pathLst>
                <a:path w="635635" h="640079">
                  <a:moveTo>
                    <a:pt x="317754" y="0"/>
                  </a:moveTo>
                  <a:lnTo>
                    <a:pt x="270799" y="3469"/>
                  </a:lnTo>
                  <a:lnTo>
                    <a:pt x="225983" y="13549"/>
                  </a:lnTo>
                  <a:lnTo>
                    <a:pt x="183797" y="29744"/>
                  </a:lnTo>
                  <a:lnTo>
                    <a:pt x="144734" y="51559"/>
                  </a:lnTo>
                  <a:lnTo>
                    <a:pt x="109284" y="78498"/>
                  </a:lnTo>
                  <a:lnTo>
                    <a:pt x="77940" y="110068"/>
                  </a:lnTo>
                  <a:lnTo>
                    <a:pt x="51192" y="145772"/>
                  </a:lnTo>
                  <a:lnTo>
                    <a:pt x="29533" y="185116"/>
                  </a:lnTo>
                  <a:lnTo>
                    <a:pt x="13453" y="227606"/>
                  </a:lnTo>
                  <a:lnTo>
                    <a:pt x="3445" y="272745"/>
                  </a:lnTo>
                  <a:lnTo>
                    <a:pt x="0" y="320039"/>
                  </a:lnTo>
                  <a:lnTo>
                    <a:pt x="3445" y="367334"/>
                  </a:lnTo>
                  <a:lnTo>
                    <a:pt x="13453" y="412473"/>
                  </a:lnTo>
                  <a:lnTo>
                    <a:pt x="29533" y="454963"/>
                  </a:lnTo>
                  <a:lnTo>
                    <a:pt x="51192" y="494307"/>
                  </a:lnTo>
                  <a:lnTo>
                    <a:pt x="77940" y="530011"/>
                  </a:lnTo>
                  <a:lnTo>
                    <a:pt x="109284" y="561581"/>
                  </a:lnTo>
                  <a:lnTo>
                    <a:pt x="144734" y="588520"/>
                  </a:lnTo>
                  <a:lnTo>
                    <a:pt x="183797" y="610335"/>
                  </a:lnTo>
                  <a:lnTo>
                    <a:pt x="225983" y="626530"/>
                  </a:lnTo>
                  <a:lnTo>
                    <a:pt x="270799" y="636610"/>
                  </a:lnTo>
                  <a:lnTo>
                    <a:pt x="317754" y="640079"/>
                  </a:lnTo>
                  <a:lnTo>
                    <a:pt x="364708" y="636610"/>
                  </a:lnTo>
                  <a:lnTo>
                    <a:pt x="409524" y="626530"/>
                  </a:lnTo>
                  <a:lnTo>
                    <a:pt x="451710" y="610335"/>
                  </a:lnTo>
                  <a:lnTo>
                    <a:pt x="490773" y="588520"/>
                  </a:lnTo>
                  <a:lnTo>
                    <a:pt x="526223" y="561581"/>
                  </a:lnTo>
                  <a:lnTo>
                    <a:pt x="557567" y="530011"/>
                  </a:lnTo>
                  <a:lnTo>
                    <a:pt x="584315" y="494307"/>
                  </a:lnTo>
                  <a:lnTo>
                    <a:pt x="605974" y="454963"/>
                  </a:lnTo>
                  <a:lnTo>
                    <a:pt x="622054" y="412473"/>
                  </a:lnTo>
                  <a:lnTo>
                    <a:pt x="632062" y="367334"/>
                  </a:lnTo>
                  <a:lnTo>
                    <a:pt x="635508" y="320039"/>
                  </a:lnTo>
                  <a:lnTo>
                    <a:pt x="632062" y="272745"/>
                  </a:lnTo>
                  <a:lnTo>
                    <a:pt x="622054" y="227606"/>
                  </a:lnTo>
                  <a:lnTo>
                    <a:pt x="605974" y="185116"/>
                  </a:lnTo>
                  <a:lnTo>
                    <a:pt x="584315" y="145772"/>
                  </a:lnTo>
                  <a:lnTo>
                    <a:pt x="557567" y="110068"/>
                  </a:lnTo>
                  <a:lnTo>
                    <a:pt x="526223" y="78498"/>
                  </a:lnTo>
                  <a:lnTo>
                    <a:pt x="490773" y="51559"/>
                  </a:lnTo>
                  <a:lnTo>
                    <a:pt x="451710" y="29744"/>
                  </a:lnTo>
                  <a:lnTo>
                    <a:pt x="409524" y="13549"/>
                  </a:lnTo>
                  <a:lnTo>
                    <a:pt x="364708" y="3469"/>
                  </a:lnTo>
                  <a:lnTo>
                    <a:pt x="317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224528" y="2631948"/>
              <a:ext cx="635635" cy="640080"/>
            </a:xfrm>
            <a:custGeom>
              <a:avLst/>
              <a:gdLst/>
              <a:ahLst/>
              <a:cxnLst/>
              <a:rect l="l" t="t" r="r" b="b"/>
              <a:pathLst>
                <a:path w="635635" h="640079">
                  <a:moveTo>
                    <a:pt x="0" y="320039"/>
                  </a:moveTo>
                  <a:lnTo>
                    <a:pt x="3445" y="272745"/>
                  </a:lnTo>
                  <a:lnTo>
                    <a:pt x="13453" y="227606"/>
                  </a:lnTo>
                  <a:lnTo>
                    <a:pt x="29533" y="185116"/>
                  </a:lnTo>
                  <a:lnTo>
                    <a:pt x="51192" y="145772"/>
                  </a:lnTo>
                  <a:lnTo>
                    <a:pt x="77940" y="110068"/>
                  </a:lnTo>
                  <a:lnTo>
                    <a:pt x="109284" y="78498"/>
                  </a:lnTo>
                  <a:lnTo>
                    <a:pt x="144734" y="51559"/>
                  </a:lnTo>
                  <a:lnTo>
                    <a:pt x="183797" y="29744"/>
                  </a:lnTo>
                  <a:lnTo>
                    <a:pt x="225983" y="13549"/>
                  </a:lnTo>
                  <a:lnTo>
                    <a:pt x="270799" y="3469"/>
                  </a:lnTo>
                  <a:lnTo>
                    <a:pt x="317754" y="0"/>
                  </a:lnTo>
                  <a:lnTo>
                    <a:pt x="364708" y="3469"/>
                  </a:lnTo>
                  <a:lnTo>
                    <a:pt x="409524" y="13549"/>
                  </a:lnTo>
                  <a:lnTo>
                    <a:pt x="451710" y="29744"/>
                  </a:lnTo>
                  <a:lnTo>
                    <a:pt x="490773" y="51559"/>
                  </a:lnTo>
                  <a:lnTo>
                    <a:pt x="526223" y="78498"/>
                  </a:lnTo>
                  <a:lnTo>
                    <a:pt x="557567" y="110068"/>
                  </a:lnTo>
                  <a:lnTo>
                    <a:pt x="584315" y="145772"/>
                  </a:lnTo>
                  <a:lnTo>
                    <a:pt x="605974" y="185116"/>
                  </a:lnTo>
                  <a:lnTo>
                    <a:pt x="622054" y="227606"/>
                  </a:lnTo>
                  <a:lnTo>
                    <a:pt x="632062" y="272745"/>
                  </a:lnTo>
                  <a:lnTo>
                    <a:pt x="635508" y="320039"/>
                  </a:lnTo>
                  <a:lnTo>
                    <a:pt x="632062" y="367334"/>
                  </a:lnTo>
                  <a:lnTo>
                    <a:pt x="622054" y="412473"/>
                  </a:lnTo>
                  <a:lnTo>
                    <a:pt x="605974" y="454963"/>
                  </a:lnTo>
                  <a:lnTo>
                    <a:pt x="584315" y="494307"/>
                  </a:lnTo>
                  <a:lnTo>
                    <a:pt x="557567" y="530011"/>
                  </a:lnTo>
                  <a:lnTo>
                    <a:pt x="526223" y="561581"/>
                  </a:lnTo>
                  <a:lnTo>
                    <a:pt x="490773" y="588520"/>
                  </a:lnTo>
                  <a:lnTo>
                    <a:pt x="451710" y="610335"/>
                  </a:lnTo>
                  <a:lnTo>
                    <a:pt x="409524" y="626530"/>
                  </a:lnTo>
                  <a:lnTo>
                    <a:pt x="364708" y="636610"/>
                  </a:lnTo>
                  <a:lnTo>
                    <a:pt x="317754" y="640079"/>
                  </a:lnTo>
                  <a:lnTo>
                    <a:pt x="270799" y="636610"/>
                  </a:lnTo>
                  <a:lnTo>
                    <a:pt x="225983" y="626530"/>
                  </a:lnTo>
                  <a:lnTo>
                    <a:pt x="183797" y="610335"/>
                  </a:lnTo>
                  <a:lnTo>
                    <a:pt x="144734" y="588520"/>
                  </a:lnTo>
                  <a:lnTo>
                    <a:pt x="109284" y="561581"/>
                  </a:lnTo>
                  <a:lnTo>
                    <a:pt x="77940" y="530011"/>
                  </a:lnTo>
                  <a:lnTo>
                    <a:pt x="51192" y="494307"/>
                  </a:lnTo>
                  <a:lnTo>
                    <a:pt x="29533" y="454963"/>
                  </a:lnTo>
                  <a:lnTo>
                    <a:pt x="13453" y="412473"/>
                  </a:lnTo>
                  <a:lnTo>
                    <a:pt x="3445" y="367334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4393767" y="2811411"/>
            <a:ext cx="238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3906392" y="2625598"/>
            <a:ext cx="2165985" cy="652780"/>
            <a:chOff x="3906392" y="2625598"/>
            <a:chExt cx="2165985" cy="652780"/>
          </a:xfrm>
        </p:grpSpPr>
        <p:sp>
          <p:nvSpPr>
            <p:cNvPr id="62" name="object 62" descr=""/>
            <p:cNvSpPr/>
            <p:nvPr/>
          </p:nvSpPr>
          <p:spPr>
            <a:xfrm>
              <a:off x="3915917" y="2952750"/>
              <a:ext cx="246379" cy="0"/>
            </a:xfrm>
            <a:custGeom>
              <a:avLst/>
              <a:gdLst/>
              <a:ahLst/>
              <a:cxnLst/>
              <a:rect l="l" t="t" r="r" b="b"/>
              <a:pathLst>
                <a:path w="246379" h="0">
                  <a:moveTo>
                    <a:pt x="0" y="0"/>
                  </a:moveTo>
                  <a:lnTo>
                    <a:pt x="245872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149086" y="291464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430011" y="2631948"/>
              <a:ext cx="635635" cy="640080"/>
            </a:xfrm>
            <a:custGeom>
              <a:avLst/>
              <a:gdLst/>
              <a:ahLst/>
              <a:cxnLst/>
              <a:rect l="l" t="t" r="r" b="b"/>
              <a:pathLst>
                <a:path w="635635" h="640079">
                  <a:moveTo>
                    <a:pt x="317754" y="0"/>
                  </a:moveTo>
                  <a:lnTo>
                    <a:pt x="270799" y="3469"/>
                  </a:lnTo>
                  <a:lnTo>
                    <a:pt x="225983" y="13549"/>
                  </a:lnTo>
                  <a:lnTo>
                    <a:pt x="183797" y="29744"/>
                  </a:lnTo>
                  <a:lnTo>
                    <a:pt x="144734" y="51559"/>
                  </a:lnTo>
                  <a:lnTo>
                    <a:pt x="109284" y="78498"/>
                  </a:lnTo>
                  <a:lnTo>
                    <a:pt x="77940" y="110068"/>
                  </a:lnTo>
                  <a:lnTo>
                    <a:pt x="51192" y="145772"/>
                  </a:lnTo>
                  <a:lnTo>
                    <a:pt x="29533" y="185116"/>
                  </a:lnTo>
                  <a:lnTo>
                    <a:pt x="13453" y="227606"/>
                  </a:lnTo>
                  <a:lnTo>
                    <a:pt x="3445" y="272745"/>
                  </a:lnTo>
                  <a:lnTo>
                    <a:pt x="0" y="320039"/>
                  </a:lnTo>
                  <a:lnTo>
                    <a:pt x="3445" y="367334"/>
                  </a:lnTo>
                  <a:lnTo>
                    <a:pt x="13453" y="412473"/>
                  </a:lnTo>
                  <a:lnTo>
                    <a:pt x="29533" y="454963"/>
                  </a:lnTo>
                  <a:lnTo>
                    <a:pt x="51192" y="494307"/>
                  </a:lnTo>
                  <a:lnTo>
                    <a:pt x="77940" y="530011"/>
                  </a:lnTo>
                  <a:lnTo>
                    <a:pt x="109284" y="561581"/>
                  </a:lnTo>
                  <a:lnTo>
                    <a:pt x="144734" y="588520"/>
                  </a:lnTo>
                  <a:lnTo>
                    <a:pt x="183797" y="610335"/>
                  </a:lnTo>
                  <a:lnTo>
                    <a:pt x="225983" y="626530"/>
                  </a:lnTo>
                  <a:lnTo>
                    <a:pt x="270799" y="636610"/>
                  </a:lnTo>
                  <a:lnTo>
                    <a:pt x="317754" y="640079"/>
                  </a:lnTo>
                  <a:lnTo>
                    <a:pt x="364708" y="636610"/>
                  </a:lnTo>
                  <a:lnTo>
                    <a:pt x="409524" y="626530"/>
                  </a:lnTo>
                  <a:lnTo>
                    <a:pt x="451710" y="610335"/>
                  </a:lnTo>
                  <a:lnTo>
                    <a:pt x="490773" y="588520"/>
                  </a:lnTo>
                  <a:lnTo>
                    <a:pt x="526223" y="561581"/>
                  </a:lnTo>
                  <a:lnTo>
                    <a:pt x="557567" y="530011"/>
                  </a:lnTo>
                  <a:lnTo>
                    <a:pt x="584315" y="494307"/>
                  </a:lnTo>
                  <a:lnTo>
                    <a:pt x="605974" y="454963"/>
                  </a:lnTo>
                  <a:lnTo>
                    <a:pt x="622054" y="412473"/>
                  </a:lnTo>
                  <a:lnTo>
                    <a:pt x="632062" y="367334"/>
                  </a:lnTo>
                  <a:lnTo>
                    <a:pt x="635508" y="320039"/>
                  </a:lnTo>
                  <a:lnTo>
                    <a:pt x="632062" y="272745"/>
                  </a:lnTo>
                  <a:lnTo>
                    <a:pt x="622054" y="227606"/>
                  </a:lnTo>
                  <a:lnTo>
                    <a:pt x="605974" y="185116"/>
                  </a:lnTo>
                  <a:lnTo>
                    <a:pt x="584315" y="145772"/>
                  </a:lnTo>
                  <a:lnTo>
                    <a:pt x="557567" y="110068"/>
                  </a:lnTo>
                  <a:lnTo>
                    <a:pt x="526223" y="78498"/>
                  </a:lnTo>
                  <a:lnTo>
                    <a:pt x="490773" y="51559"/>
                  </a:lnTo>
                  <a:lnTo>
                    <a:pt x="451710" y="29744"/>
                  </a:lnTo>
                  <a:lnTo>
                    <a:pt x="409524" y="13549"/>
                  </a:lnTo>
                  <a:lnTo>
                    <a:pt x="364708" y="3469"/>
                  </a:lnTo>
                  <a:lnTo>
                    <a:pt x="317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430011" y="2631948"/>
              <a:ext cx="635635" cy="640080"/>
            </a:xfrm>
            <a:custGeom>
              <a:avLst/>
              <a:gdLst/>
              <a:ahLst/>
              <a:cxnLst/>
              <a:rect l="l" t="t" r="r" b="b"/>
              <a:pathLst>
                <a:path w="635635" h="640079">
                  <a:moveTo>
                    <a:pt x="0" y="320039"/>
                  </a:moveTo>
                  <a:lnTo>
                    <a:pt x="3445" y="272745"/>
                  </a:lnTo>
                  <a:lnTo>
                    <a:pt x="13453" y="227606"/>
                  </a:lnTo>
                  <a:lnTo>
                    <a:pt x="29533" y="185116"/>
                  </a:lnTo>
                  <a:lnTo>
                    <a:pt x="51192" y="145772"/>
                  </a:lnTo>
                  <a:lnTo>
                    <a:pt x="77940" y="110068"/>
                  </a:lnTo>
                  <a:lnTo>
                    <a:pt x="109284" y="78498"/>
                  </a:lnTo>
                  <a:lnTo>
                    <a:pt x="144734" y="51559"/>
                  </a:lnTo>
                  <a:lnTo>
                    <a:pt x="183797" y="29744"/>
                  </a:lnTo>
                  <a:lnTo>
                    <a:pt x="225983" y="13549"/>
                  </a:lnTo>
                  <a:lnTo>
                    <a:pt x="270799" y="3469"/>
                  </a:lnTo>
                  <a:lnTo>
                    <a:pt x="317754" y="0"/>
                  </a:lnTo>
                  <a:lnTo>
                    <a:pt x="364708" y="3469"/>
                  </a:lnTo>
                  <a:lnTo>
                    <a:pt x="409524" y="13549"/>
                  </a:lnTo>
                  <a:lnTo>
                    <a:pt x="451710" y="29744"/>
                  </a:lnTo>
                  <a:lnTo>
                    <a:pt x="490773" y="51559"/>
                  </a:lnTo>
                  <a:lnTo>
                    <a:pt x="526223" y="78498"/>
                  </a:lnTo>
                  <a:lnTo>
                    <a:pt x="557567" y="110068"/>
                  </a:lnTo>
                  <a:lnTo>
                    <a:pt x="584315" y="145772"/>
                  </a:lnTo>
                  <a:lnTo>
                    <a:pt x="605974" y="185116"/>
                  </a:lnTo>
                  <a:lnTo>
                    <a:pt x="622054" y="227606"/>
                  </a:lnTo>
                  <a:lnTo>
                    <a:pt x="632062" y="272745"/>
                  </a:lnTo>
                  <a:lnTo>
                    <a:pt x="635508" y="320039"/>
                  </a:lnTo>
                  <a:lnTo>
                    <a:pt x="632062" y="367334"/>
                  </a:lnTo>
                  <a:lnTo>
                    <a:pt x="622054" y="412473"/>
                  </a:lnTo>
                  <a:lnTo>
                    <a:pt x="605974" y="454963"/>
                  </a:lnTo>
                  <a:lnTo>
                    <a:pt x="584315" y="494307"/>
                  </a:lnTo>
                  <a:lnTo>
                    <a:pt x="557567" y="530011"/>
                  </a:lnTo>
                  <a:lnTo>
                    <a:pt x="526223" y="561581"/>
                  </a:lnTo>
                  <a:lnTo>
                    <a:pt x="490773" y="588520"/>
                  </a:lnTo>
                  <a:lnTo>
                    <a:pt x="451710" y="610335"/>
                  </a:lnTo>
                  <a:lnTo>
                    <a:pt x="409524" y="626530"/>
                  </a:lnTo>
                  <a:lnTo>
                    <a:pt x="364708" y="636610"/>
                  </a:lnTo>
                  <a:lnTo>
                    <a:pt x="317754" y="640079"/>
                  </a:lnTo>
                  <a:lnTo>
                    <a:pt x="270799" y="636610"/>
                  </a:lnTo>
                  <a:lnTo>
                    <a:pt x="225983" y="626530"/>
                  </a:lnTo>
                  <a:lnTo>
                    <a:pt x="183797" y="610335"/>
                  </a:lnTo>
                  <a:lnTo>
                    <a:pt x="144734" y="588520"/>
                  </a:lnTo>
                  <a:lnTo>
                    <a:pt x="109284" y="561581"/>
                  </a:lnTo>
                  <a:lnTo>
                    <a:pt x="77940" y="530011"/>
                  </a:lnTo>
                  <a:lnTo>
                    <a:pt x="51192" y="494307"/>
                  </a:lnTo>
                  <a:lnTo>
                    <a:pt x="29533" y="454963"/>
                  </a:lnTo>
                  <a:lnTo>
                    <a:pt x="13453" y="412473"/>
                  </a:lnTo>
                  <a:lnTo>
                    <a:pt x="3445" y="367334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5078939" y="2319618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5600338" y="2811411"/>
            <a:ext cx="23367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4142569" y="2487728"/>
            <a:ext cx="1873250" cy="841375"/>
            <a:chOff x="4142569" y="2487728"/>
            <a:chExt cx="1873250" cy="841375"/>
          </a:xfrm>
        </p:grpSpPr>
        <p:sp>
          <p:nvSpPr>
            <p:cNvPr id="69" name="object 69" descr=""/>
            <p:cNvSpPr/>
            <p:nvPr/>
          </p:nvSpPr>
          <p:spPr>
            <a:xfrm>
              <a:off x="5484875" y="2688336"/>
              <a:ext cx="524510" cy="528955"/>
            </a:xfrm>
            <a:custGeom>
              <a:avLst/>
              <a:gdLst/>
              <a:ahLst/>
              <a:cxnLst/>
              <a:rect l="l" t="t" r="r" b="b"/>
              <a:pathLst>
                <a:path w="524510" h="528955">
                  <a:moveTo>
                    <a:pt x="0" y="264413"/>
                  </a:moveTo>
                  <a:lnTo>
                    <a:pt x="4223" y="216883"/>
                  </a:lnTo>
                  <a:lnTo>
                    <a:pt x="16399" y="172149"/>
                  </a:lnTo>
                  <a:lnTo>
                    <a:pt x="35788" y="130956"/>
                  </a:lnTo>
                  <a:lnTo>
                    <a:pt x="61649" y="94053"/>
                  </a:lnTo>
                  <a:lnTo>
                    <a:pt x="93243" y="62185"/>
                  </a:lnTo>
                  <a:lnTo>
                    <a:pt x="129827" y="36099"/>
                  </a:lnTo>
                  <a:lnTo>
                    <a:pt x="170663" y="16541"/>
                  </a:lnTo>
                  <a:lnTo>
                    <a:pt x="215010" y="4259"/>
                  </a:lnTo>
                  <a:lnTo>
                    <a:pt x="262128" y="0"/>
                  </a:lnTo>
                  <a:lnTo>
                    <a:pt x="309245" y="4259"/>
                  </a:lnTo>
                  <a:lnTo>
                    <a:pt x="353592" y="16541"/>
                  </a:lnTo>
                  <a:lnTo>
                    <a:pt x="394428" y="36099"/>
                  </a:lnTo>
                  <a:lnTo>
                    <a:pt x="431012" y="62185"/>
                  </a:lnTo>
                  <a:lnTo>
                    <a:pt x="462606" y="94053"/>
                  </a:lnTo>
                  <a:lnTo>
                    <a:pt x="488467" y="130956"/>
                  </a:lnTo>
                  <a:lnTo>
                    <a:pt x="507856" y="172149"/>
                  </a:lnTo>
                  <a:lnTo>
                    <a:pt x="520032" y="216883"/>
                  </a:lnTo>
                  <a:lnTo>
                    <a:pt x="524256" y="264413"/>
                  </a:lnTo>
                  <a:lnTo>
                    <a:pt x="520032" y="311944"/>
                  </a:lnTo>
                  <a:lnTo>
                    <a:pt x="507856" y="356678"/>
                  </a:lnTo>
                  <a:lnTo>
                    <a:pt x="488467" y="397871"/>
                  </a:lnTo>
                  <a:lnTo>
                    <a:pt x="462606" y="434774"/>
                  </a:lnTo>
                  <a:lnTo>
                    <a:pt x="431012" y="466642"/>
                  </a:lnTo>
                  <a:lnTo>
                    <a:pt x="394428" y="492728"/>
                  </a:lnTo>
                  <a:lnTo>
                    <a:pt x="353592" y="512286"/>
                  </a:lnTo>
                  <a:lnTo>
                    <a:pt x="309245" y="524568"/>
                  </a:lnTo>
                  <a:lnTo>
                    <a:pt x="262128" y="528827"/>
                  </a:lnTo>
                  <a:lnTo>
                    <a:pt x="215010" y="524568"/>
                  </a:lnTo>
                  <a:lnTo>
                    <a:pt x="170663" y="512286"/>
                  </a:lnTo>
                  <a:lnTo>
                    <a:pt x="129827" y="492728"/>
                  </a:lnTo>
                  <a:lnTo>
                    <a:pt x="93243" y="466642"/>
                  </a:lnTo>
                  <a:lnTo>
                    <a:pt x="61649" y="434774"/>
                  </a:lnTo>
                  <a:lnTo>
                    <a:pt x="35788" y="397871"/>
                  </a:lnTo>
                  <a:lnTo>
                    <a:pt x="16399" y="356678"/>
                  </a:lnTo>
                  <a:lnTo>
                    <a:pt x="4223" y="311944"/>
                  </a:lnTo>
                  <a:lnTo>
                    <a:pt x="0" y="26441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4863190" y="3094036"/>
              <a:ext cx="597535" cy="225425"/>
            </a:xfrm>
            <a:custGeom>
              <a:avLst/>
              <a:gdLst/>
              <a:ahLst/>
              <a:cxnLst/>
              <a:rect l="l" t="t" r="r" b="b"/>
              <a:pathLst>
                <a:path w="597535" h="225425">
                  <a:moveTo>
                    <a:pt x="596950" y="0"/>
                  </a:moveTo>
                  <a:lnTo>
                    <a:pt x="588650" y="39629"/>
                  </a:lnTo>
                  <a:lnTo>
                    <a:pt x="572903" y="76691"/>
                  </a:lnTo>
                  <a:lnTo>
                    <a:pt x="550400" y="110721"/>
                  </a:lnTo>
                  <a:lnTo>
                    <a:pt x="521831" y="141256"/>
                  </a:lnTo>
                  <a:lnTo>
                    <a:pt x="487886" y="167832"/>
                  </a:lnTo>
                  <a:lnTo>
                    <a:pt x="449255" y="189985"/>
                  </a:lnTo>
                  <a:lnTo>
                    <a:pt x="406630" y="207253"/>
                  </a:lnTo>
                  <a:lnTo>
                    <a:pt x="360699" y="219172"/>
                  </a:lnTo>
                  <a:lnTo>
                    <a:pt x="312153" y="225278"/>
                  </a:lnTo>
                  <a:lnTo>
                    <a:pt x="261683" y="225107"/>
                  </a:lnTo>
                  <a:lnTo>
                    <a:pt x="211986" y="218497"/>
                  </a:lnTo>
                  <a:lnTo>
                    <a:pt x="165277" y="205897"/>
                  </a:lnTo>
                  <a:lnTo>
                    <a:pt x="122225" y="187818"/>
                  </a:lnTo>
                  <a:lnTo>
                    <a:pt x="83501" y="164771"/>
                  </a:lnTo>
                  <a:lnTo>
                    <a:pt x="49776" y="137267"/>
                  </a:lnTo>
                  <a:lnTo>
                    <a:pt x="21718" y="105816"/>
                  </a:lnTo>
                  <a:lnTo>
                    <a:pt x="0" y="7092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4830896" y="3104579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12611" y="0"/>
                  </a:moveTo>
                  <a:lnTo>
                    <a:pt x="0" y="84251"/>
                  </a:lnTo>
                  <a:lnTo>
                    <a:pt x="72453" y="60642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4152094" y="2497253"/>
              <a:ext cx="314960" cy="294005"/>
            </a:xfrm>
            <a:custGeom>
              <a:avLst/>
              <a:gdLst/>
              <a:ahLst/>
              <a:cxnLst/>
              <a:rect l="l" t="t" r="r" b="b"/>
              <a:pathLst>
                <a:path w="314960" h="294005">
                  <a:moveTo>
                    <a:pt x="115600" y="293796"/>
                  </a:moveTo>
                  <a:lnTo>
                    <a:pt x="67621" y="271390"/>
                  </a:lnTo>
                  <a:lnTo>
                    <a:pt x="31187" y="237952"/>
                  </a:lnTo>
                  <a:lnTo>
                    <a:pt x="8060" y="196627"/>
                  </a:lnTo>
                  <a:lnTo>
                    <a:pt x="0" y="150558"/>
                  </a:lnTo>
                  <a:lnTo>
                    <a:pt x="8768" y="102890"/>
                  </a:lnTo>
                  <a:lnTo>
                    <a:pt x="28749" y="66555"/>
                  </a:lnTo>
                  <a:lnTo>
                    <a:pt x="57728" y="37190"/>
                  </a:lnTo>
                  <a:lnTo>
                    <a:pt x="93664" y="15703"/>
                  </a:lnTo>
                  <a:lnTo>
                    <a:pt x="134518" y="3003"/>
                  </a:lnTo>
                  <a:lnTo>
                    <a:pt x="178248" y="0"/>
                  </a:lnTo>
                  <a:lnTo>
                    <a:pt x="222814" y="7602"/>
                  </a:lnTo>
                  <a:lnTo>
                    <a:pt x="250965" y="18606"/>
                  </a:lnTo>
                  <a:lnTo>
                    <a:pt x="276000" y="33680"/>
                  </a:lnTo>
                  <a:lnTo>
                    <a:pt x="297461" y="52313"/>
                  </a:lnTo>
                  <a:lnTo>
                    <a:pt x="314889" y="7399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4426887" y="2546044"/>
              <a:ext cx="71755" cy="85090"/>
            </a:xfrm>
            <a:custGeom>
              <a:avLst/>
              <a:gdLst/>
              <a:ahLst/>
              <a:cxnLst/>
              <a:rect l="l" t="t" r="r" b="b"/>
              <a:pathLst>
                <a:path w="71754" h="85089">
                  <a:moveTo>
                    <a:pt x="71323" y="0"/>
                  </a:moveTo>
                  <a:lnTo>
                    <a:pt x="0" y="26822"/>
                  </a:lnTo>
                  <a:lnTo>
                    <a:pt x="62483" y="84734"/>
                  </a:lnTo>
                  <a:lnTo>
                    <a:pt x="713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4842098" y="2589233"/>
              <a:ext cx="597535" cy="225425"/>
            </a:xfrm>
            <a:custGeom>
              <a:avLst/>
              <a:gdLst/>
              <a:ahLst/>
              <a:cxnLst/>
              <a:rect l="l" t="t" r="r" b="b"/>
              <a:pathLst>
                <a:path w="597535" h="225425">
                  <a:moveTo>
                    <a:pt x="0" y="225278"/>
                  </a:moveTo>
                  <a:lnTo>
                    <a:pt x="8300" y="185648"/>
                  </a:lnTo>
                  <a:lnTo>
                    <a:pt x="24047" y="148586"/>
                  </a:lnTo>
                  <a:lnTo>
                    <a:pt x="46550" y="114556"/>
                  </a:lnTo>
                  <a:lnTo>
                    <a:pt x="75119" y="84021"/>
                  </a:lnTo>
                  <a:lnTo>
                    <a:pt x="109064" y="57446"/>
                  </a:lnTo>
                  <a:lnTo>
                    <a:pt x="147694" y="35292"/>
                  </a:lnTo>
                  <a:lnTo>
                    <a:pt x="190320" y="18024"/>
                  </a:lnTo>
                  <a:lnTo>
                    <a:pt x="236251" y="6105"/>
                  </a:lnTo>
                  <a:lnTo>
                    <a:pt x="284796" y="0"/>
                  </a:lnTo>
                  <a:lnTo>
                    <a:pt x="335267" y="170"/>
                  </a:lnTo>
                  <a:lnTo>
                    <a:pt x="384963" y="6780"/>
                  </a:lnTo>
                  <a:lnTo>
                    <a:pt x="431673" y="19380"/>
                  </a:lnTo>
                  <a:lnTo>
                    <a:pt x="474724" y="37459"/>
                  </a:lnTo>
                  <a:lnTo>
                    <a:pt x="513448" y="60506"/>
                  </a:lnTo>
                  <a:lnTo>
                    <a:pt x="547174" y="88010"/>
                  </a:lnTo>
                  <a:lnTo>
                    <a:pt x="575231" y="119461"/>
                  </a:lnTo>
                  <a:lnTo>
                    <a:pt x="596950" y="15434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5398889" y="2719716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453" y="0"/>
                  </a:moveTo>
                  <a:lnTo>
                    <a:pt x="0" y="23609"/>
                  </a:lnTo>
                  <a:lnTo>
                    <a:pt x="59842" y="84251"/>
                  </a:lnTo>
                  <a:lnTo>
                    <a:pt x="724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4053785" y="2285819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5017010" y="3324802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78" name="object 78" descr=""/>
          <p:cNvGrpSpPr/>
          <p:nvPr/>
        </p:nvGrpSpPr>
        <p:grpSpPr>
          <a:xfrm>
            <a:off x="6949185" y="2605785"/>
            <a:ext cx="648335" cy="652780"/>
            <a:chOff x="6949185" y="2605785"/>
            <a:chExt cx="648335" cy="652780"/>
          </a:xfrm>
        </p:grpSpPr>
        <p:sp>
          <p:nvSpPr>
            <p:cNvPr id="79" name="object 79" descr=""/>
            <p:cNvSpPr/>
            <p:nvPr/>
          </p:nvSpPr>
          <p:spPr>
            <a:xfrm>
              <a:off x="6955535" y="2612135"/>
              <a:ext cx="635635" cy="640080"/>
            </a:xfrm>
            <a:custGeom>
              <a:avLst/>
              <a:gdLst/>
              <a:ahLst/>
              <a:cxnLst/>
              <a:rect l="l" t="t" r="r" b="b"/>
              <a:pathLst>
                <a:path w="635634" h="640079">
                  <a:moveTo>
                    <a:pt x="317754" y="0"/>
                  </a:moveTo>
                  <a:lnTo>
                    <a:pt x="270799" y="3469"/>
                  </a:lnTo>
                  <a:lnTo>
                    <a:pt x="225983" y="13549"/>
                  </a:lnTo>
                  <a:lnTo>
                    <a:pt x="183797" y="29744"/>
                  </a:lnTo>
                  <a:lnTo>
                    <a:pt x="144734" y="51559"/>
                  </a:lnTo>
                  <a:lnTo>
                    <a:pt x="109284" y="78498"/>
                  </a:lnTo>
                  <a:lnTo>
                    <a:pt x="77940" y="110068"/>
                  </a:lnTo>
                  <a:lnTo>
                    <a:pt x="51192" y="145772"/>
                  </a:lnTo>
                  <a:lnTo>
                    <a:pt x="29533" y="185116"/>
                  </a:lnTo>
                  <a:lnTo>
                    <a:pt x="13453" y="227606"/>
                  </a:lnTo>
                  <a:lnTo>
                    <a:pt x="3445" y="272745"/>
                  </a:lnTo>
                  <a:lnTo>
                    <a:pt x="0" y="320039"/>
                  </a:lnTo>
                  <a:lnTo>
                    <a:pt x="3445" y="367334"/>
                  </a:lnTo>
                  <a:lnTo>
                    <a:pt x="13453" y="412473"/>
                  </a:lnTo>
                  <a:lnTo>
                    <a:pt x="29533" y="454963"/>
                  </a:lnTo>
                  <a:lnTo>
                    <a:pt x="51192" y="494307"/>
                  </a:lnTo>
                  <a:lnTo>
                    <a:pt x="77940" y="530011"/>
                  </a:lnTo>
                  <a:lnTo>
                    <a:pt x="109284" y="561581"/>
                  </a:lnTo>
                  <a:lnTo>
                    <a:pt x="144734" y="588520"/>
                  </a:lnTo>
                  <a:lnTo>
                    <a:pt x="183797" y="610335"/>
                  </a:lnTo>
                  <a:lnTo>
                    <a:pt x="225983" y="626530"/>
                  </a:lnTo>
                  <a:lnTo>
                    <a:pt x="270799" y="636610"/>
                  </a:lnTo>
                  <a:lnTo>
                    <a:pt x="317754" y="640079"/>
                  </a:lnTo>
                  <a:lnTo>
                    <a:pt x="364708" y="636610"/>
                  </a:lnTo>
                  <a:lnTo>
                    <a:pt x="409524" y="626530"/>
                  </a:lnTo>
                  <a:lnTo>
                    <a:pt x="451710" y="610335"/>
                  </a:lnTo>
                  <a:lnTo>
                    <a:pt x="490773" y="588520"/>
                  </a:lnTo>
                  <a:lnTo>
                    <a:pt x="526223" y="561581"/>
                  </a:lnTo>
                  <a:lnTo>
                    <a:pt x="557567" y="530011"/>
                  </a:lnTo>
                  <a:lnTo>
                    <a:pt x="584315" y="494307"/>
                  </a:lnTo>
                  <a:lnTo>
                    <a:pt x="605974" y="454963"/>
                  </a:lnTo>
                  <a:lnTo>
                    <a:pt x="622054" y="412473"/>
                  </a:lnTo>
                  <a:lnTo>
                    <a:pt x="632062" y="367334"/>
                  </a:lnTo>
                  <a:lnTo>
                    <a:pt x="635508" y="320039"/>
                  </a:lnTo>
                  <a:lnTo>
                    <a:pt x="632062" y="272745"/>
                  </a:lnTo>
                  <a:lnTo>
                    <a:pt x="622054" y="227606"/>
                  </a:lnTo>
                  <a:lnTo>
                    <a:pt x="605974" y="185116"/>
                  </a:lnTo>
                  <a:lnTo>
                    <a:pt x="584315" y="145772"/>
                  </a:lnTo>
                  <a:lnTo>
                    <a:pt x="557567" y="110068"/>
                  </a:lnTo>
                  <a:lnTo>
                    <a:pt x="526223" y="78498"/>
                  </a:lnTo>
                  <a:lnTo>
                    <a:pt x="490773" y="51559"/>
                  </a:lnTo>
                  <a:lnTo>
                    <a:pt x="451710" y="29744"/>
                  </a:lnTo>
                  <a:lnTo>
                    <a:pt x="409524" y="13549"/>
                  </a:lnTo>
                  <a:lnTo>
                    <a:pt x="364708" y="3469"/>
                  </a:lnTo>
                  <a:lnTo>
                    <a:pt x="317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6955535" y="2612135"/>
              <a:ext cx="635635" cy="640080"/>
            </a:xfrm>
            <a:custGeom>
              <a:avLst/>
              <a:gdLst/>
              <a:ahLst/>
              <a:cxnLst/>
              <a:rect l="l" t="t" r="r" b="b"/>
              <a:pathLst>
                <a:path w="635634" h="640079">
                  <a:moveTo>
                    <a:pt x="0" y="320039"/>
                  </a:moveTo>
                  <a:lnTo>
                    <a:pt x="3445" y="272745"/>
                  </a:lnTo>
                  <a:lnTo>
                    <a:pt x="13453" y="227606"/>
                  </a:lnTo>
                  <a:lnTo>
                    <a:pt x="29533" y="185116"/>
                  </a:lnTo>
                  <a:lnTo>
                    <a:pt x="51192" y="145772"/>
                  </a:lnTo>
                  <a:lnTo>
                    <a:pt x="77940" y="110068"/>
                  </a:lnTo>
                  <a:lnTo>
                    <a:pt x="109284" y="78498"/>
                  </a:lnTo>
                  <a:lnTo>
                    <a:pt x="144734" y="51559"/>
                  </a:lnTo>
                  <a:lnTo>
                    <a:pt x="183797" y="29744"/>
                  </a:lnTo>
                  <a:lnTo>
                    <a:pt x="225983" y="13549"/>
                  </a:lnTo>
                  <a:lnTo>
                    <a:pt x="270799" y="3469"/>
                  </a:lnTo>
                  <a:lnTo>
                    <a:pt x="317754" y="0"/>
                  </a:lnTo>
                  <a:lnTo>
                    <a:pt x="364708" y="3469"/>
                  </a:lnTo>
                  <a:lnTo>
                    <a:pt x="409524" y="13549"/>
                  </a:lnTo>
                  <a:lnTo>
                    <a:pt x="451710" y="29744"/>
                  </a:lnTo>
                  <a:lnTo>
                    <a:pt x="490773" y="51559"/>
                  </a:lnTo>
                  <a:lnTo>
                    <a:pt x="526223" y="78498"/>
                  </a:lnTo>
                  <a:lnTo>
                    <a:pt x="557567" y="110068"/>
                  </a:lnTo>
                  <a:lnTo>
                    <a:pt x="584315" y="145772"/>
                  </a:lnTo>
                  <a:lnTo>
                    <a:pt x="605974" y="185116"/>
                  </a:lnTo>
                  <a:lnTo>
                    <a:pt x="622054" y="227606"/>
                  </a:lnTo>
                  <a:lnTo>
                    <a:pt x="632062" y="272745"/>
                  </a:lnTo>
                  <a:lnTo>
                    <a:pt x="635508" y="320039"/>
                  </a:lnTo>
                  <a:lnTo>
                    <a:pt x="632062" y="367334"/>
                  </a:lnTo>
                  <a:lnTo>
                    <a:pt x="622054" y="412473"/>
                  </a:lnTo>
                  <a:lnTo>
                    <a:pt x="605974" y="454963"/>
                  </a:lnTo>
                  <a:lnTo>
                    <a:pt x="584315" y="494307"/>
                  </a:lnTo>
                  <a:lnTo>
                    <a:pt x="557567" y="530011"/>
                  </a:lnTo>
                  <a:lnTo>
                    <a:pt x="526223" y="561581"/>
                  </a:lnTo>
                  <a:lnTo>
                    <a:pt x="490773" y="588520"/>
                  </a:lnTo>
                  <a:lnTo>
                    <a:pt x="451710" y="610335"/>
                  </a:lnTo>
                  <a:lnTo>
                    <a:pt x="409524" y="626530"/>
                  </a:lnTo>
                  <a:lnTo>
                    <a:pt x="364708" y="636610"/>
                  </a:lnTo>
                  <a:lnTo>
                    <a:pt x="317754" y="640079"/>
                  </a:lnTo>
                  <a:lnTo>
                    <a:pt x="270799" y="636610"/>
                  </a:lnTo>
                  <a:lnTo>
                    <a:pt x="225983" y="626530"/>
                  </a:lnTo>
                  <a:lnTo>
                    <a:pt x="183797" y="610335"/>
                  </a:lnTo>
                  <a:lnTo>
                    <a:pt x="144734" y="588520"/>
                  </a:lnTo>
                  <a:lnTo>
                    <a:pt x="109284" y="561581"/>
                  </a:lnTo>
                  <a:lnTo>
                    <a:pt x="77940" y="530011"/>
                  </a:lnTo>
                  <a:lnTo>
                    <a:pt x="51192" y="494307"/>
                  </a:lnTo>
                  <a:lnTo>
                    <a:pt x="29533" y="454963"/>
                  </a:lnTo>
                  <a:lnTo>
                    <a:pt x="13453" y="412473"/>
                  </a:lnTo>
                  <a:lnTo>
                    <a:pt x="3445" y="367334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 descr=""/>
          <p:cNvSpPr txBox="1"/>
          <p:nvPr/>
        </p:nvSpPr>
        <p:spPr>
          <a:xfrm>
            <a:off x="7125700" y="2791544"/>
            <a:ext cx="234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82" name="object 82" descr=""/>
          <p:cNvGrpSpPr/>
          <p:nvPr/>
        </p:nvGrpSpPr>
        <p:grpSpPr>
          <a:xfrm>
            <a:off x="6637401" y="2894835"/>
            <a:ext cx="319405" cy="76200"/>
            <a:chOff x="6637401" y="2894835"/>
            <a:chExt cx="319405" cy="76200"/>
          </a:xfrm>
        </p:grpSpPr>
        <p:sp>
          <p:nvSpPr>
            <p:cNvPr id="83" name="object 83" descr=""/>
            <p:cNvSpPr/>
            <p:nvPr/>
          </p:nvSpPr>
          <p:spPr>
            <a:xfrm>
              <a:off x="6646926" y="2932938"/>
              <a:ext cx="246379" cy="0"/>
            </a:xfrm>
            <a:custGeom>
              <a:avLst/>
              <a:gdLst/>
              <a:ahLst/>
              <a:cxnLst/>
              <a:rect l="l" t="t" r="r" b="b"/>
              <a:pathLst>
                <a:path w="246379" h="0">
                  <a:moveTo>
                    <a:pt x="0" y="0"/>
                  </a:moveTo>
                  <a:lnTo>
                    <a:pt x="24585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6880094" y="289483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 descr=""/>
          <p:cNvSpPr txBox="1"/>
          <p:nvPr/>
        </p:nvSpPr>
        <p:spPr>
          <a:xfrm>
            <a:off x="8657783" y="2194897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86" name="object 86" descr=""/>
          <p:cNvGrpSpPr/>
          <p:nvPr/>
        </p:nvGrpSpPr>
        <p:grpSpPr>
          <a:xfrm>
            <a:off x="8154669" y="2605785"/>
            <a:ext cx="647065" cy="652780"/>
            <a:chOff x="8154669" y="2605785"/>
            <a:chExt cx="647065" cy="652780"/>
          </a:xfrm>
        </p:grpSpPr>
        <p:sp>
          <p:nvSpPr>
            <p:cNvPr id="87" name="object 87" descr=""/>
            <p:cNvSpPr/>
            <p:nvPr/>
          </p:nvSpPr>
          <p:spPr>
            <a:xfrm>
              <a:off x="8161019" y="2612135"/>
              <a:ext cx="634365" cy="640080"/>
            </a:xfrm>
            <a:custGeom>
              <a:avLst/>
              <a:gdLst/>
              <a:ahLst/>
              <a:cxnLst/>
              <a:rect l="l" t="t" r="r" b="b"/>
              <a:pathLst>
                <a:path w="634365" h="640079">
                  <a:moveTo>
                    <a:pt x="316992" y="0"/>
                  </a:moveTo>
                  <a:lnTo>
                    <a:pt x="270149" y="3469"/>
                  </a:lnTo>
                  <a:lnTo>
                    <a:pt x="225440" y="13549"/>
                  </a:lnTo>
                  <a:lnTo>
                    <a:pt x="183356" y="29744"/>
                  </a:lnTo>
                  <a:lnTo>
                    <a:pt x="144386" y="51559"/>
                  </a:lnTo>
                  <a:lnTo>
                    <a:pt x="109022" y="78498"/>
                  </a:lnTo>
                  <a:lnTo>
                    <a:pt x="77752" y="110068"/>
                  </a:lnTo>
                  <a:lnTo>
                    <a:pt x="51069" y="145772"/>
                  </a:lnTo>
                  <a:lnTo>
                    <a:pt x="29462" y="185116"/>
                  </a:lnTo>
                  <a:lnTo>
                    <a:pt x="13421" y="227606"/>
                  </a:lnTo>
                  <a:lnTo>
                    <a:pt x="3437" y="272745"/>
                  </a:lnTo>
                  <a:lnTo>
                    <a:pt x="0" y="320039"/>
                  </a:lnTo>
                  <a:lnTo>
                    <a:pt x="3437" y="367334"/>
                  </a:lnTo>
                  <a:lnTo>
                    <a:pt x="13421" y="412473"/>
                  </a:lnTo>
                  <a:lnTo>
                    <a:pt x="29462" y="454963"/>
                  </a:lnTo>
                  <a:lnTo>
                    <a:pt x="51069" y="494307"/>
                  </a:lnTo>
                  <a:lnTo>
                    <a:pt x="77752" y="530011"/>
                  </a:lnTo>
                  <a:lnTo>
                    <a:pt x="109022" y="561581"/>
                  </a:lnTo>
                  <a:lnTo>
                    <a:pt x="144386" y="588520"/>
                  </a:lnTo>
                  <a:lnTo>
                    <a:pt x="183356" y="610335"/>
                  </a:lnTo>
                  <a:lnTo>
                    <a:pt x="225440" y="626530"/>
                  </a:lnTo>
                  <a:lnTo>
                    <a:pt x="270149" y="636610"/>
                  </a:lnTo>
                  <a:lnTo>
                    <a:pt x="316992" y="640079"/>
                  </a:lnTo>
                  <a:lnTo>
                    <a:pt x="363834" y="636610"/>
                  </a:lnTo>
                  <a:lnTo>
                    <a:pt x="408543" y="626530"/>
                  </a:lnTo>
                  <a:lnTo>
                    <a:pt x="450627" y="610335"/>
                  </a:lnTo>
                  <a:lnTo>
                    <a:pt x="489597" y="588520"/>
                  </a:lnTo>
                  <a:lnTo>
                    <a:pt x="524961" y="561581"/>
                  </a:lnTo>
                  <a:lnTo>
                    <a:pt x="556231" y="530011"/>
                  </a:lnTo>
                  <a:lnTo>
                    <a:pt x="582914" y="494307"/>
                  </a:lnTo>
                  <a:lnTo>
                    <a:pt x="604521" y="454963"/>
                  </a:lnTo>
                  <a:lnTo>
                    <a:pt x="620562" y="412473"/>
                  </a:lnTo>
                  <a:lnTo>
                    <a:pt x="630546" y="367334"/>
                  </a:lnTo>
                  <a:lnTo>
                    <a:pt x="633984" y="320039"/>
                  </a:lnTo>
                  <a:lnTo>
                    <a:pt x="630546" y="272745"/>
                  </a:lnTo>
                  <a:lnTo>
                    <a:pt x="620562" y="227606"/>
                  </a:lnTo>
                  <a:lnTo>
                    <a:pt x="604521" y="185116"/>
                  </a:lnTo>
                  <a:lnTo>
                    <a:pt x="582914" y="145772"/>
                  </a:lnTo>
                  <a:lnTo>
                    <a:pt x="556231" y="110068"/>
                  </a:lnTo>
                  <a:lnTo>
                    <a:pt x="524961" y="78498"/>
                  </a:lnTo>
                  <a:lnTo>
                    <a:pt x="489597" y="51559"/>
                  </a:lnTo>
                  <a:lnTo>
                    <a:pt x="450627" y="29744"/>
                  </a:lnTo>
                  <a:lnTo>
                    <a:pt x="408543" y="13549"/>
                  </a:lnTo>
                  <a:lnTo>
                    <a:pt x="363834" y="3469"/>
                  </a:lnTo>
                  <a:lnTo>
                    <a:pt x="316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8161019" y="2612135"/>
              <a:ext cx="634365" cy="640080"/>
            </a:xfrm>
            <a:custGeom>
              <a:avLst/>
              <a:gdLst/>
              <a:ahLst/>
              <a:cxnLst/>
              <a:rect l="l" t="t" r="r" b="b"/>
              <a:pathLst>
                <a:path w="634365" h="640079">
                  <a:moveTo>
                    <a:pt x="0" y="320039"/>
                  </a:moveTo>
                  <a:lnTo>
                    <a:pt x="3437" y="272745"/>
                  </a:lnTo>
                  <a:lnTo>
                    <a:pt x="13421" y="227606"/>
                  </a:lnTo>
                  <a:lnTo>
                    <a:pt x="29462" y="185116"/>
                  </a:lnTo>
                  <a:lnTo>
                    <a:pt x="51069" y="145772"/>
                  </a:lnTo>
                  <a:lnTo>
                    <a:pt x="77752" y="110068"/>
                  </a:lnTo>
                  <a:lnTo>
                    <a:pt x="109022" y="78498"/>
                  </a:lnTo>
                  <a:lnTo>
                    <a:pt x="144386" y="51559"/>
                  </a:lnTo>
                  <a:lnTo>
                    <a:pt x="183356" y="29744"/>
                  </a:lnTo>
                  <a:lnTo>
                    <a:pt x="225440" y="13549"/>
                  </a:lnTo>
                  <a:lnTo>
                    <a:pt x="270149" y="3469"/>
                  </a:lnTo>
                  <a:lnTo>
                    <a:pt x="316992" y="0"/>
                  </a:lnTo>
                  <a:lnTo>
                    <a:pt x="363834" y="3469"/>
                  </a:lnTo>
                  <a:lnTo>
                    <a:pt x="408543" y="13549"/>
                  </a:lnTo>
                  <a:lnTo>
                    <a:pt x="450627" y="29744"/>
                  </a:lnTo>
                  <a:lnTo>
                    <a:pt x="489597" y="51559"/>
                  </a:lnTo>
                  <a:lnTo>
                    <a:pt x="524961" y="78498"/>
                  </a:lnTo>
                  <a:lnTo>
                    <a:pt x="556231" y="110068"/>
                  </a:lnTo>
                  <a:lnTo>
                    <a:pt x="582914" y="145772"/>
                  </a:lnTo>
                  <a:lnTo>
                    <a:pt x="604521" y="185116"/>
                  </a:lnTo>
                  <a:lnTo>
                    <a:pt x="620562" y="227606"/>
                  </a:lnTo>
                  <a:lnTo>
                    <a:pt x="630546" y="272745"/>
                  </a:lnTo>
                  <a:lnTo>
                    <a:pt x="633984" y="320039"/>
                  </a:lnTo>
                  <a:lnTo>
                    <a:pt x="630546" y="367334"/>
                  </a:lnTo>
                  <a:lnTo>
                    <a:pt x="620562" y="412473"/>
                  </a:lnTo>
                  <a:lnTo>
                    <a:pt x="604521" y="454963"/>
                  </a:lnTo>
                  <a:lnTo>
                    <a:pt x="582914" y="494307"/>
                  </a:lnTo>
                  <a:lnTo>
                    <a:pt x="556231" y="530011"/>
                  </a:lnTo>
                  <a:lnTo>
                    <a:pt x="524961" y="561581"/>
                  </a:lnTo>
                  <a:lnTo>
                    <a:pt x="489597" y="588520"/>
                  </a:lnTo>
                  <a:lnTo>
                    <a:pt x="450627" y="610335"/>
                  </a:lnTo>
                  <a:lnTo>
                    <a:pt x="408543" y="626530"/>
                  </a:lnTo>
                  <a:lnTo>
                    <a:pt x="363834" y="636610"/>
                  </a:lnTo>
                  <a:lnTo>
                    <a:pt x="316992" y="640079"/>
                  </a:lnTo>
                  <a:lnTo>
                    <a:pt x="270149" y="636610"/>
                  </a:lnTo>
                  <a:lnTo>
                    <a:pt x="225440" y="626530"/>
                  </a:lnTo>
                  <a:lnTo>
                    <a:pt x="183356" y="610335"/>
                  </a:lnTo>
                  <a:lnTo>
                    <a:pt x="144386" y="588520"/>
                  </a:lnTo>
                  <a:lnTo>
                    <a:pt x="109022" y="561581"/>
                  </a:lnTo>
                  <a:lnTo>
                    <a:pt x="77752" y="530011"/>
                  </a:lnTo>
                  <a:lnTo>
                    <a:pt x="51069" y="494307"/>
                  </a:lnTo>
                  <a:lnTo>
                    <a:pt x="29462" y="454963"/>
                  </a:lnTo>
                  <a:lnTo>
                    <a:pt x="13421" y="412473"/>
                  </a:lnTo>
                  <a:lnTo>
                    <a:pt x="3437" y="367334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 descr=""/>
          <p:cNvSpPr txBox="1"/>
          <p:nvPr/>
        </p:nvSpPr>
        <p:spPr>
          <a:xfrm>
            <a:off x="8332272" y="2791544"/>
            <a:ext cx="2305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90" name="object 90" descr=""/>
          <p:cNvGrpSpPr/>
          <p:nvPr/>
        </p:nvGrpSpPr>
        <p:grpSpPr>
          <a:xfrm>
            <a:off x="7560488" y="2416824"/>
            <a:ext cx="1261745" cy="892810"/>
            <a:chOff x="7560488" y="2416824"/>
            <a:chExt cx="1261745" cy="892810"/>
          </a:xfrm>
        </p:grpSpPr>
        <p:sp>
          <p:nvSpPr>
            <p:cNvPr id="91" name="object 91" descr=""/>
            <p:cNvSpPr/>
            <p:nvPr/>
          </p:nvSpPr>
          <p:spPr>
            <a:xfrm>
              <a:off x="8215884" y="2668523"/>
              <a:ext cx="524510" cy="528955"/>
            </a:xfrm>
            <a:custGeom>
              <a:avLst/>
              <a:gdLst/>
              <a:ahLst/>
              <a:cxnLst/>
              <a:rect l="l" t="t" r="r" b="b"/>
              <a:pathLst>
                <a:path w="524509" h="528955">
                  <a:moveTo>
                    <a:pt x="0" y="264413"/>
                  </a:moveTo>
                  <a:lnTo>
                    <a:pt x="4223" y="216883"/>
                  </a:lnTo>
                  <a:lnTo>
                    <a:pt x="16399" y="172149"/>
                  </a:lnTo>
                  <a:lnTo>
                    <a:pt x="35788" y="130956"/>
                  </a:lnTo>
                  <a:lnTo>
                    <a:pt x="61649" y="94053"/>
                  </a:lnTo>
                  <a:lnTo>
                    <a:pt x="93243" y="62185"/>
                  </a:lnTo>
                  <a:lnTo>
                    <a:pt x="129827" y="36099"/>
                  </a:lnTo>
                  <a:lnTo>
                    <a:pt x="170663" y="16541"/>
                  </a:lnTo>
                  <a:lnTo>
                    <a:pt x="215010" y="4259"/>
                  </a:lnTo>
                  <a:lnTo>
                    <a:pt x="262128" y="0"/>
                  </a:lnTo>
                  <a:lnTo>
                    <a:pt x="309245" y="4259"/>
                  </a:lnTo>
                  <a:lnTo>
                    <a:pt x="353592" y="16541"/>
                  </a:lnTo>
                  <a:lnTo>
                    <a:pt x="394428" y="36099"/>
                  </a:lnTo>
                  <a:lnTo>
                    <a:pt x="431012" y="62185"/>
                  </a:lnTo>
                  <a:lnTo>
                    <a:pt x="462606" y="94053"/>
                  </a:lnTo>
                  <a:lnTo>
                    <a:pt x="488467" y="130956"/>
                  </a:lnTo>
                  <a:lnTo>
                    <a:pt x="507856" y="172149"/>
                  </a:lnTo>
                  <a:lnTo>
                    <a:pt x="520032" y="216883"/>
                  </a:lnTo>
                  <a:lnTo>
                    <a:pt x="524256" y="264413"/>
                  </a:lnTo>
                  <a:lnTo>
                    <a:pt x="520032" y="311944"/>
                  </a:lnTo>
                  <a:lnTo>
                    <a:pt x="507856" y="356678"/>
                  </a:lnTo>
                  <a:lnTo>
                    <a:pt x="488467" y="397871"/>
                  </a:lnTo>
                  <a:lnTo>
                    <a:pt x="462606" y="434774"/>
                  </a:lnTo>
                  <a:lnTo>
                    <a:pt x="431012" y="466642"/>
                  </a:lnTo>
                  <a:lnTo>
                    <a:pt x="394428" y="492728"/>
                  </a:lnTo>
                  <a:lnTo>
                    <a:pt x="353592" y="512286"/>
                  </a:lnTo>
                  <a:lnTo>
                    <a:pt x="309245" y="524568"/>
                  </a:lnTo>
                  <a:lnTo>
                    <a:pt x="262128" y="528827"/>
                  </a:lnTo>
                  <a:lnTo>
                    <a:pt x="215010" y="524568"/>
                  </a:lnTo>
                  <a:lnTo>
                    <a:pt x="170663" y="512286"/>
                  </a:lnTo>
                  <a:lnTo>
                    <a:pt x="129827" y="492728"/>
                  </a:lnTo>
                  <a:lnTo>
                    <a:pt x="93243" y="466642"/>
                  </a:lnTo>
                  <a:lnTo>
                    <a:pt x="61649" y="434774"/>
                  </a:lnTo>
                  <a:lnTo>
                    <a:pt x="35788" y="397871"/>
                  </a:lnTo>
                  <a:lnTo>
                    <a:pt x="16399" y="356678"/>
                  </a:lnTo>
                  <a:lnTo>
                    <a:pt x="4223" y="311944"/>
                  </a:lnTo>
                  <a:lnTo>
                    <a:pt x="0" y="26441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7592755" y="3074274"/>
              <a:ext cx="598805" cy="225425"/>
            </a:xfrm>
            <a:custGeom>
              <a:avLst/>
              <a:gdLst/>
              <a:ahLst/>
              <a:cxnLst/>
              <a:rect l="l" t="t" r="r" b="b"/>
              <a:pathLst>
                <a:path w="598804" h="225425">
                  <a:moveTo>
                    <a:pt x="598385" y="0"/>
                  </a:moveTo>
                  <a:lnTo>
                    <a:pt x="590053" y="39629"/>
                  </a:lnTo>
                  <a:lnTo>
                    <a:pt x="574257" y="76688"/>
                  </a:lnTo>
                  <a:lnTo>
                    <a:pt x="551689" y="110715"/>
                  </a:lnTo>
                  <a:lnTo>
                    <a:pt x="523041" y="141245"/>
                  </a:lnTo>
                  <a:lnTo>
                    <a:pt x="489007" y="167816"/>
                  </a:lnTo>
                  <a:lnTo>
                    <a:pt x="450276" y="189963"/>
                  </a:lnTo>
                  <a:lnTo>
                    <a:pt x="407543" y="207225"/>
                  </a:lnTo>
                  <a:lnTo>
                    <a:pt x="361498" y="219136"/>
                  </a:lnTo>
                  <a:lnTo>
                    <a:pt x="312833" y="225234"/>
                  </a:lnTo>
                  <a:lnTo>
                    <a:pt x="262242" y="225056"/>
                  </a:lnTo>
                  <a:lnTo>
                    <a:pt x="212440" y="218442"/>
                  </a:lnTo>
                  <a:lnTo>
                    <a:pt x="165634" y="205842"/>
                  </a:lnTo>
                  <a:lnTo>
                    <a:pt x="122494" y="187766"/>
                  </a:lnTo>
                  <a:lnTo>
                    <a:pt x="83689" y="164726"/>
                  </a:lnTo>
                  <a:lnTo>
                    <a:pt x="49892" y="137232"/>
                  </a:lnTo>
                  <a:lnTo>
                    <a:pt x="21772" y="105796"/>
                  </a:lnTo>
                  <a:lnTo>
                    <a:pt x="0" y="7092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7560488" y="3084843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12522" y="0"/>
                  </a:moveTo>
                  <a:lnTo>
                    <a:pt x="0" y="84264"/>
                  </a:lnTo>
                  <a:lnTo>
                    <a:pt x="72428" y="60578"/>
                  </a:lnTo>
                  <a:lnTo>
                    <a:pt x="125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8489957" y="2426349"/>
              <a:ext cx="311150" cy="252095"/>
            </a:xfrm>
            <a:custGeom>
              <a:avLst/>
              <a:gdLst/>
              <a:ahLst/>
              <a:cxnLst/>
              <a:rect l="l" t="t" r="r" b="b"/>
              <a:pathLst>
                <a:path w="311150" h="252094">
                  <a:moveTo>
                    <a:pt x="4585" y="188965"/>
                  </a:moveTo>
                  <a:lnTo>
                    <a:pt x="0" y="136173"/>
                  </a:lnTo>
                  <a:lnTo>
                    <a:pt x="10753" y="87869"/>
                  </a:lnTo>
                  <a:lnTo>
                    <a:pt x="34999" y="47151"/>
                  </a:lnTo>
                  <a:lnTo>
                    <a:pt x="70892" y="17117"/>
                  </a:lnTo>
                  <a:lnTo>
                    <a:pt x="116586" y="865"/>
                  </a:lnTo>
                  <a:lnTo>
                    <a:pt x="158074" y="0"/>
                  </a:lnTo>
                  <a:lnTo>
                    <a:pt x="198022" y="10420"/>
                  </a:lnTo>
                  <a:lnTo>
                    <a:pt x="234622" y="30813"/>
                  </a:lnTo>
                  <a:lnTo>
                    <a:pt x="266066" y="59865"/>
                  </a:lnTo>
                  <a:lnTo>
                    <a:pt x="290548" y="96260"/>
                  </a:lnTo>
                  <a:lnTo>
                    <a:pt x="306261" y="138686"/>
                  </a:lnTo>
                  <a:lnTo>
                    <a:pt x="310803" y="168583"/>
                  </a:lnTo>
                  <a:lnTo>
                    <a:pt x="310264" y="197817"/>
                  </a:lnTo>
                  <a:lnTo>
                    <a:pt x="304853" y="225736"/>
                  </a:lnTo>
                  <a:lnTo>
                    <a:pt x="294780" y="25169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8744352" y="2644156"/>
              <a:ext cx="78105" cy="83185"/>
            </a:xfrm>
            <a:custGeom>
              <a:avLst/>
              <a:gdLst/>
              <a:ahLst/>
              <a:cxnLst/>
              <a:rect l="l" t="t" r="r" b="b"/>
              <a:pathLst>
                <a:path w="78104" h="83185">
                  <a:moveTo>
                    <a:pt x="18910" y="0"/>
                  </a:moveTo>
                  <a:lnTo>
                    <a:pt x="0" y="83070"/>
                  </a:lnTo>
                  <a:lnTo>
                    <a:pt x="77800" y="48361"/>
                  </a:lnTo>
                  <a:lnTo>
                    <a:pt x="18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7571590" y="2569413"/>
              <a:ext cx="598805" cy="225425"/>
            </a:xfrm>
            <a:custGeom>
              <a:avLst/>
              <a:gdLst/>
              <a:ahLst/>
              <a:cxnLst/>
              <a:rect l="l" t="t" r="r" b="b"/>
              <a:pathLst>
                <a:path w="598804" h="225425">
                  <a:moveTo>
                    <a:pt x="0" y="225234"/>
                  </a:moveTo>
                  <a:lnTo>
                    <a:pt x="8332" y="185605"/>
                  </a:lnTo>
                  <a:lnTo>
                    <a:pt x="24128" y="148546"/>
                  </a:lnTo>
                  <a:lnTo>
                    <a:pt x="46696" y="114519"/>
                  </a:lnTo>
                  <a:lnTo>
                    <a:pt x="75343" y="83989"/>
                  </a:lnTo>
                  <a:lnTo>
                    <a:pt x="109378" y="57418"/>
                  </a:lnTo>
                  <a:lnTo>
                    <a:pt x="148109" y="35271"/>
                  </a:lnTo>
                  <a:lnTo>
                    <a:pt x="190842" y="18009"/>
                  </a:lnTo>
                  <a:lnTo>
                    <a:pt x="236887" y="6098"/>
                  </a:lnTo>
                  <a:lnTo>
                    <a:pt x="285552" y="0"/>
                  </a:lnTo>
                  <a:lnTo>
                    <a:pt x="336143" y="178"/>
                  </a:lnTo>
                  <a:lnTo>
                    <a:pt x="385945" y="6792"/>
                  </a:lnTo>
                  <a:lnTo>
                    <a:pt x="432751" y="19392"/>
                  </a:lnTo>
                  <a:lnTo>
                    <a:pt x="475891" y="37468"/>
                  </a:lnTo>
                  <a:lnTo>
                    <a:pt x="514695" y="60508"/>
                  </a:lnTo>
                  <a:lnTo>
                    <a:pt x="548493" y="88002"/>
                  </a:lnTo>
                  <a:lnTo>
                    <a:pt x="576613" y="119438"/>
                  </a:lnTo>
                  <a:lnTo>
                    <a:pt x="598385" y="1543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8129815" y="269981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428" y="0"/>
                  </a:moveTo>
                  <a:lnTo>
                    <a:pt x="0" y="23685"/>
                  </a:lnTo>
                  <a:lnTo>
                    <a:pt x="59905" y="84264"/>
                  </a:lnTo>
                  <a:lnTo>
                    <a:pt x="724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8" name="object 98" descr=""/>
          <p:cNvSpPr txBox="1"/>
          <p:nvPr/>
        </p:nvSpPr>
        <p:spPr>
          <a:xfrm>
            <a:off x="7724723" y="2321474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7834384" y="329546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910461" y="4313682"/>
            <a:ext cx="3949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>
                <a:latin typeface="Franklin Gothic Medium"/>
                <a:cs typeface="Franklin Gothic Medium"/>
              </a:rPr>
              <a:t>DFA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101" name="object 101" descr=""/>
          <p:cNvGrpSpPr/>
          <p:nvPr/>
        </p:nvGrpSpPr>
        <p:grpSpPr>
          <a:xfrm>
            <a:off x="8712454" y="3913378"/>
            <a:ext cx="795020" cy="800735"/>
            <a:chOff x="8712454" y="3913378"/>
            <a:chExt cx="795020" cy="800735"/>
          </a:xfrm>
        </p:grpSpPr>
        <p:sp>
          <p:nvSpPr>
            <p:cNvPr id="102" name="object 102" descr=""/>
            <p:cNvSpPr/>
            <p:nvPr/>
          </p:nvSpPr>
          <p:spPr>
            <a:xfrm>
              <a:off x="8718804" y="3919728"/>
              <a:ext cx="782320" cy="788035"/>
            </a:xfrm>
            <a:custGeom>
              <a:avLst/>
              <a:gdLst/>
              <a:ahLst/>
              <a:cxnLst/>
              <a:rect l="l" t="t" r="r" b="b"/>
              <a:pathLst>
                <a:path w="782320" h="788035">
                  <a:moveTo>
                    <a:pt x="390906" y="0"/>
                  </a:moveTo>
                  <a:lnTo>
                    <a:pt x="341872" y="3069"/>
                  </a:lnTo>
                  <a:lnTo>
                    <a:pt x="294656" y="12031"/>
                  </a:lnTo>
                  <a:lnTo>
                    <a:pt x="249623" y="26517"/>
                  </a:lnTo>
                  <a:lnTo>
                    <a:pt x="207140" y="46157"/>
                  </a:lnTo>
                  <a:lnTo>
                    <a:pt x="167574" y="70582"/>
                  </a:lnTo>
                  <a:lnTo>
                    <a:pt x="131291" y="99424"/>
                  </a:lnTo>
                  <a:lnTo>
                    <a:pt x="98657" y="132312"/>
                  </a:lnTo>
                  <a:lnTo>
                    <a:pt x="70038" y="168878"/>
                  </a:lnTo>
                  <a:lnTo>
                    <a:pt x="45801" y="208753"/>
                  </a:lnTo>
                  <a:lnTo>
                    <a:pt x="26312" y="251567"/>
                  </a:lnTo>
                  <a:lnTo>
                    <a:pt x="11938" y="296951"/>
                  </a:lnTo>
                  <a:lnTo>
                    <a:pt x="3045" y="344536"/>
                  </a:lnTo>
                  <a:lnTo>
                    <a:pt x="0" y="393954"/>
                  </a:lnTo>
                  <a:lnTo>
                    <a:pt x="3045" y="443371"/>
                  </a:lnTo>
                  <a:lnTo>
                    <a:pt x="11938" y="490956"/>
                  </a:lnTo>
                  <a:lnTo>
                    <a:pt x="26312" y="536340"/>
                  </a:lnTo>
                  <a:lnTo>
                    <a:pt x="45801" y="579154"/>
                  </a:lnTo>
                  <a:lnTo>
                    <a:pt x="70038" y="619029"/>
                  </a:lnTo>
                  <a:lnTo>
                    <a:pt x="98657" y="655595"/>
                  </a:lnTo>
                  <a:lnTo>
                    <a:pt x="131291" y="688483"/>
                  </a:lnTo>
                  <a:lnTo>
                    <a:pt x="167574" y="717325"/>
                  </a:lnTo>
                  <a:lnTo>
                    <a:pt x="207140" y="741750"/>
                  </a:lnTo>
                  <a:lnTo>
                    <a:pt x="249623" y="761390"/>
                  </a:lnTo>
                  <a:lnTo>
                    <a:pt x="294656" y="775876"/>
                  </a:lnTo>
                  <a:lnTo>
                    <a:pt x="341872" y="784838"/>
                  </a:lnTo>
                  <a:lnTo>
                    <a:pt x="390906" y="787908"/>
                  </a:lnTo>
                  <a:lnTo>
                    <a:pt x="439939" y="784838"/>
                  </a:lnTo>
                  <a:lnTo>
                    <a:pt x="487155" y="775876"/>
                  </a:lnTo>
                  <a:lnTo>
                    <a:pt x="532188" y="761390"/>
                  </a:lnTo>
                  <a:lnTo>
                    <a:pt x="574671" y="741750"/>
                  </a:lnTo>
                  <a:lnTo>
                    <a:pt x="614237" y="717325"/>
                  </a:lnTo>
                  <a:lnTo>
                    <a:pt x="650520" y="688483"/>
                  </a:lnTo>
                  <a:lnTo>
                    <a:pt x="683154" y="655595"/>
                  </a:lnTo>
                  <a:lnTo>
                    <a:pt x="711773" y="619029"/>
                  </a:lnTo>
                  <a:lnTo>
                    <a:pt x="736010" y="579154"/>
                  </a:lnTo>
                  <a:lnTo>
                    <a:pt x="755499" y="536340"/>
                  </a:lnTo>
                  <a:lnTo>
                    <a:pt x="769873" y="490956"/>
                  </a:lnTo>
                  <a:lnTo>
                    <a:pt x="778766" y="443371"/>
                  </a:lnTo>
                  <a:lnTo>
                    <a:pt x="781812" y="393954"/>
                  </a:lnTo>
                  <a:lnTo>
                    <a:pt x="778766" y="344536"/>
                  </a:lnTo>
                  <a:lnTo>
                    <a:pt x="769873" y="296951"/>
                  </a:lnTo>
                  <a:lnTo>
                    <a:pt x="755499" y="251567"/>
                  </a:lnTo>
                  <a:lnTo>
                    <a:pt x="736010" y="208753"/>
                  </a:lnTo>
                  <a:lnTo>
                    <a:pt x="711773" y="168878"/>
                  </a:lnTo>
                  <a:lnTo>
                    <a:pt x="683154" y="132312"/>
                  </a:lnTo>
                  <a:lnTo>
                    <a:pt x="650520" y="99424"/>
                  </a:lnTo>
                  <a:lnTo>
                    <a:pt x="614237" y="70582"/>
                  </a:lnTo>
                  <a:lnTo>
                    <a:pt x="574671" y="46157"/>
                  </a:lnTo>
                  <a:lnTo>
                    <a:pt x="532188" y="26517"/>
                  </a:lnTo>
                  <a:lnTo>
                    <a:pt x="487155" y="12031"/>
                  </a:lnTo>
                  <a:lnTo>
                    <a:pt x="439939" y="3069"/>
                  </a:lnTo>
                  <a:lnTo>
                    <a:pt x="3909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8718804" y="3919728"/>
              <a:ext cx="782320" cy="788035"/>
            </a:xfrm>
            <a:custGeom>
              <a:avLst/>
              <a:gdLst/>
              <a:ahLst/>
              <a:cxnLst/>
              <a:rect l="l" t="t" r="r" b="b"/>
              <a:pathLst>
                <a:path w="782320" h="788035">
                  <a:moveTo>
                    <a:pt x="0" y="393954"/>
                  </a:moveTo>
                  <a:lnTo>
                    <a:pt x="3045" y="344536"/>
                  </a:lnTo>
                  <a:lnTo>
                    <a:pt x="11938" y="296951"/>
                  </a:lnTo>
                  <a:lnTo>
                    <a:pt x="26312" y="251567"/>
                  </a:lnTo>
                  <a:lnTo>
                    <a:pt x="45801" y="208753"/>
                  </a:lnTo>
                  <a:lnTo>
                    <a:pt x="70038" y="168878"/>
                  </a:lnTo>
                  <a:lnTo>
                    <a:pt x="98657" y="132312"/>
                  </a:lnTo>
                  <a:lnTo>
                    <a:pt x="131291" y="99424"/>
                  </a:lnTo>
                  <a:lnTo>
                    <a:pt x="167574" y="70582"/>
                  </a:lnTo>
                  <a:lnTo>
                    <a:pt x="207140" y="46157"/>
                  </a:lnTo>
                  <a:lnTo>
                    <a:pt x="249623" y="26517"/>
                  </a:lnTo>
                  <a:lnTo>
                    <a:pt x="294656" y="12031"/>
                  </a:lnTo>
                  <a:lnTo>
                    <a:pt x="341872" y="3069"/>
                  </a:lnTo>
                  <a:lnTo>
                    <a:pt x="390906" y="0"/>
                  </a:lnTo>
                  <a:lnTo>
                    <a:pt x="439939" y="3069"/>
                  </a:lnTo>
                  <a:lnTo>
                    <a:pt x="487155" y="12031"/>
                  </a:lnTo>
                  <a:lnTo>
                    <a:pt x="532188" y="26517"/>
                  </a:lnTo>
                  <a:lnTo>
                    <a:pt x="574671" y="46157"/>
                  </a:lnTo>
                  <a:lnTo>
                    <a:pt x="614237" y="70582"/>
                  </a:lnTo>
                  <a:lnTo>
                    <a:pt x="650520" y="99424"/>
                  </a:lnTo>
                  <a:lnTo>
                    <a:pt x="683154" y="132312"/>
                  </a:lnTo>
                  <a:lnTo>
                    <a:pt x="711773" y="168878"/>
                  </a:lnTo>
                  <a:lnTo>
                    <a:pt x="736010" y="208753"/>
                  </a:lnTo>
                  <a:lnTo>
                    <a:pt x="755499" y="251567"/>
                  </a:lnTo>
                  <a:lnTo>
                    <a:pt x="769873" y="296951"/>
                  </a:lnTo>
                  <a:lnTo>
                    <a:pt x="778766" y="344536"/>
                  </a:lnTo>
                  <a:lnTo>
                    <a:pt x="781812" y="393954"/>
                  </a:lnTo>
                  <a:lnTo>
                    <a:pt x="778766" y="443371"/>
                  </a:lnTo>
                  <a:lnTo>
                    <a:pt x="769873" y="490956"/>
                  </a:lnTo>
                  <a:lnTo>
                    <a:pt x="755499" y="536340"/>
                  </a:lnTo>
                  <a:lnTo>
                    <a:pt x="736010" y="579154"/>
                  </a:lnTo>
                  <a:lnTo>
                    <a:pt x="711773" y="619029"/>
                  </a:lnTo>
                  <a:lnTo>
                    <a:pt x="683154" y="655595"/>
                  </a:lnTo>
                  <a:lnTo>
                    <a:pt x="650520" y="688483"/>
                  </a:lnTo>
                  <a:lnTo>
                    <a:pt x="614237" y="717325"/>
                  </a:lnTo>
                  <a:lnTo>
                    <a:pt x="574671" y="741750"/>
                  </a:lnTo>
                  <a:lnTo>
                    <a:pt x="532188" y="761390"/>
                  </a:lnTo>
                  <a:lnTo>
                    <a:pt x="487155" y="775876"/>
                  </a:lnTo>
                  <a:lnTo>
                    <a:pt x="439939" y="784838"/>
                  </a:lnTo>
                  <a:lnTo>
                    <a:pt x="390906" y="787908"/>
                  </a:lnTo>
                  <a:lnTo>
                    <a:pt x="341872" y="784838"/>
                  </a:lnTo>
                  <a:lnTo>
                    <a:pt x="294656" y="775876"/>
                  </a:lnTo>
                  <a:lnTo>
                    <a:pt x="249623" y="761390"/>
                  </a:lnTo>
                  <a:lnTo>
                    <a:pt x="207140" y="741750"/>
                  </a:lnTo>
                  <a:lnTo>
                    <a:pt x="167574" y="717325"/>
                  </a:lnTo>
                  <a:lnTo>
                    <a:pt x="131291" y="688483"/>
                  </a:lnTo>
                  <a:lnTo>
                    <a:pt x="98657" y="655595"/>
                  </a:lnTo>
                  <a:lnTo>
                    <a:pt x="70038" y="619029"/>
                  </a:lnTo>
                  <a:lnTo>
                    <a:pt x="45801" y="579154"/>
                  </a:lnTo>
                  <a:lnTo>
                    <a:pt x="26312" y="536340"/>
                  </a:lnTo>
                  <a:lnTo>
                    <a:pt x="11938" y="490956"/>
                  </a:lnTo>
                  <a:lnTo>
                    <a:pt x="3045" y="443371"/>
                  </a:lnTo>
                  <a:lnTo>
                    <a:pt x="0" y="393954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 descr=""/>
          <p:cNvSpPr txBox="1"/>
          <p:nvPr/>
        </p:nvSpPr>
        <p:spPr>
          <a:xfrm>
            <a:off x="8959005" y="4173100"/>
            <a:ext cx="24002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9769702" y="3528256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106" name="object 106" descr=""/>
          <p:cNvGrpSpPr/>
          <p:nvPr/>
        </p:nvGrpSpPr>
        <p:grpSpPr>
          <a:xfrm>
            <a:off x="10195306" y="3913378"/>
            <a:ext cx="795020" cy="800735"/>
            <a:chOff x="10195306" y="3913378"/>
            <a:chExt cx="795020" cy="800735"/>
          </a:xfrm>
        </p:grpSpPr>
        <p:sp>
          <p:nvSpPr>
            <p:cNvPr id="107" name="object 107" descr=""/>
            <p:cNvSpPr/>
            <p:nvPr/>
          </p:nvSpPr>
          <p:spPr>
            <a:xfrm>
              <a:off x="10201656" y="3919728"/>
              <a:ext cx="782320" cy="788035"/>
            </a:xfrm>
            <a:custGeom>
              <a:avLst/>
              <a:gdLst/>
              <a:ahLst/>
              <a:cxnLst/>
              <a:rect l="l" t="t" r="r" b="b"/>
              <a:pathLst>
                <a:path w="782320" h="788035">
                  <a:moveTo>
                    <a:pt x="390906" y="0"/>
                  </a:moveTo>
                  <a:lnTo>
                    <a:pt x="341872" y="3069"/>
                  </a:lnTo>
                  <a:lnTo>
                    <a:pt x="294656" y="12031"/>
                  </a:lnTo>
                  <a:lnTo>
                    <a:pt x="249623" y="26517"/>
                  </a:lnTo>
                  <a:lnTo>
                    <a:pt x="207140" y="46157"/>
                  </a:lnTo>
                  <a:lnTo>
                    <a:pt x="167574" y="70582"/>
                  </a:lnTo>
                  <a:lnTo>
                    <a:pt x="131291" y="99424"/>
                  </a:lnTo>
                  <a:lnTo>
                    <a:pt x="98657" y="132312"/>
                  </a:lnTo>
                  <a:lnTo>
                    <a:pt x="70038" y="168878"/>
                  </a:lnTo>
                  <a:lnTo>
                    <a:pt x="45801" y="208753"/>
                  </a:lnTo>
                  <a:lnTo>
                    <a:pt x="26312" y="251567"/>
                  </a:lnTo>
                  <a:lnTo>
                    <a:pt x="11938" y="296951"/>
                  </a:lnTo>
                  <a:lnTo>
                    <a:pt x="3045" y="344536"/>
                  </a:lnTo>
                  <a:lnTo>
                    <a:pt x="0" y="393954"/>
                  </a:lnTo>
                  <a:lnTo>
                    <a:pt x="3045" y="443371"/>
                  </a:lnTo>
                  <a:lnTo>
                    <a:pt x="11938" y="490956"/>
                  </a:lnTo>
                  <a:lnTo>
                    <a:pt x="26312" y="536340"/>
                  </a:lnTo>
                  <a:lnTo>
                    <a:pt x="45801" y="579154"/>
                  </a:lnTo>
                  <a:lnTo>
                    <a:pt x="70038" y="619029"/>
                  </a:lnTo>
                  <a:lnTo>
                    <a:pt x="98657" y="655595"/>
                  </a:lnTo>
                  <a:lnTo>
                    <a:pt x="131291" y="688483"/>
                  </a:lnTo>
                  <a:lnTo>
                    <a:pt x="167574" y="717325"/>
                  </a:lnTo>
                  <a:lnTo>
                    <a:pt x="207140" y="741750"/>
                  </a:lnTo>
                  <a:lnTo>
                    <a:pt x="249623" y="761390"/>
                  </a:lnTo>
                  <a:lnTo>
                    <a:pt x="294656" y="775876"/>
                  </a:lnTo>
                  <a:lnTo>
                    <a:pt x="341872" y="784838"/>
                  </a:lnTo>
                  <a:lnTo>
                    <a:pt x="390906" y="787908"/>
                  </a:lnTo>
                  <a:lnTo>
                    <a:pt x="439939" y="784838"/>
                  </a:lnTo>
                  <a:lnTo>
                    <a:pt x="487155" y="775876"/>
                  </a:lnTo>
                  <a:lnTo>
                    <a:pt x="532188" y="761390"/>
                  </a:lnTo>
                  <a:lnTo>
                    <a:pt x="574671" y="741750"/>
                  </a:lnTo>
                  <a:lnTo>
                    <a:pt x="614237" y="717325"/>
                  </a:lnTo>
                  <a:lnTo>
                    <a:pt x="650520" y="688483"/>
                  </a:lnTo>
                  <a:lnTo>
                    <a:pt x="683154" y="655595"/>
                  </a:lnTo>
                  <a:lnTo>
                    <a:pt x="711773" y="619029"/>
                  </a:lnTo>
                  <a:lnTo>
                    <a:pt x="736010" y="579154"/>
                  </a:lnTo>
                  <a:lnTo>
                    <a:pt x="755499" y="536340"/>
                  </a:lnTo>
                  <a:lnTo>
                    <a:pt x="769873" y="490956"/>
                  </a:lnTo>
                  <a:lnTo>
                    <a:pt x="778766" y="443371"/>
                  </a:lnTo>
                  <a:lnTo>
                    <a:pt x="781812" y="393954"/>
                  </a:lnTo>
                  <a:lnTo>
                    <a:pt x="778766" y="344536"/>
                  </a:lnTo>
                  <a:lnTo>
                    <a:pt x="769873" y="296951"/>
                  </a:lnTo>
                  <a:lnTo>
                    <a:pt x="755499" y="251567"/>
                  </a:lnTo>
                  <a:lnTo>
                    <a:pt x="736010" y="208753"/>
                  </a:lnTo>
                  <a:lnTo>
                    <a:pt x="711773" y="168878"/>
                  </a:lnTo>
                  <a:lnTo>
                    <a:pt x="683154" y="132312"/>
                  </a:lnTo>
                  <a:lnTo>
                    <a:pt x="650520" y="99424"/>
                  </a:lnTo>
                  <a:lnTo>
                    <a:pt x="614237" y="70582"/>
                  </a:lnTo>
                  <a:lnTo>
                    <a:pt x="574671" y="46157"/>
                  </a:lnTo>
                  <a:lnTo>
                    <a:pt x="532188" y="26517"/>
                  </a:lnTo>
                  <a:lnTo>
                    <a:pt x="487155" y="12031"/>
                  </a:lnTo>
                  <a:lnTo>
                    <a:pt x="439939" y="3069"/>
                  </a:lnTo>
                  <a:lnTo>
                    <a:pt x="3909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0201656" y="3919728"/>
              <a:ext cx="782320" cy="788035"/>
            </a:xfrm>
            <a:custGeom>
              <a:avLst/>
              <a:gdLst/>
              <a:ahLst/>
              <a:cxnLst/>
              <a:rect l="l" t="t" r="r" b="b"/>
              <a:pathLst>
                <a:path w="782320" h="788035">
                  <a:moveTo>
                    <a:pt x="0" y="393954"/>
                  </a:moveTo>
                  <a:lnTo>
                    <a:pt x="3045" y="344536"/>
                  </a:lnTo>
                  <a:lnTo>
                    <a:pt x="11938" y="296951"/>
                  </a:lnTo>
                  <a:lnTo>
                    <a:pt x="26312" y="251567"/>
                  </a:lnTo>
                  <a:lnTo>
                    <a:pt x="45801" y="208753"/>
                  </a:lnTo>
                  <a:lnTo>
                    <a:pt x="70038" y="168878"/>
                  </a:lnTo>
                  <a:lnTo>
                    <a:pt x="98657" y="132312"/>
                  </a:lnTo>
                  <a:lnTo>
                    <a:pt x="131291" y="99424"/>
                  </a:lnTo>
                  <a:lnTo>
                    <a:pt x="167574" y="70582"/>
                  </a:lnTo>
                  <a:lnTo>
                    <a:pt x="207140" y="46157"/>
                  </a:lnTo>
                  <a:lnTo>
                    <a:pt x="249623" y="26517"/>
                  </a:lnTo>
                  <a:lnTo>
                    <a:pt x="294656" y="12031"/>
                  </a:lnTo>
                  <a:lnTo>
                    <a:pt x="341872" y="3069"/>
                  </a:lnTo>
                  <a:lnTo>
                    <a:pt x="390906" y="0"/>
                  </a:lnTo>
                  <a:lnTo>
                    <a:pt x="439939" y="3069"/>
                  </a:lnTo>
                  <a:lnTo>
                    <a:pt x="487155" y="12031"/>
                  </a:lnTo>
                  <a:lnTo>
                    <a:pt x="532188" y="26517"/>
                  </a:lnTo>
                  <a:lnTo>
                    <a:pt x="574671" y="46157"/>
                  </a:lnTo>
                  <a:lnTo>
                    <a:pt x="614237" y="70582"/>
                  </a:lnTo>
                  <a:lnTo>
                    <a:pt x="650520" y="99424"/>
                  </a:lnTo>
                  <a:lnTo>
                    <a:pt x="683154" y="132312"/>
                  </a:lnTo>
                  <a:lnTo>
                    <a:pt x="711773" y="168878"/>
                  </a:lnTo>
                  <a:lnTo>
                    <a:pt x="736010" y="208753"/>
                  </a:lnTo>
                  <a:lnTo>
                    <a:pt x="755499" y="251567"/>
                  </a:lnTo>
                  <a:lnTo>
                    <a:pt x="769873" y="296951"/>
                  </a:lnTo>
                  <a:lnTo>
                    <a:pt x="778766" y="344536"/>
                  </a:lnTo>
                  <a:lnTo>
                    <a:pt x="781812" y="393954"/>
                  </a:lnTo>
                  <a:lnTo>
                    <a:pt x="778766" y="443371"/>
                  </a:lnTo>
                  <a:lnTo>
                    <a:pt x="769873" y="490956"/>
                  </a:lnTo>
                  <a:lnTo>
                    <a:pt x="755499" y="536340"/>
                  </a:lnTo>
                  <a:lnTo>
                    <a:pt x="736010" y="579154"/>
                  </a:lnTo>
                  <a:lnTo>
                    <a:pt x="711773" y="619029"/>
                  </a:lnTo>
                  <a:lnTo>
                    <a:pt x="683154" y="655595"/>
                  </a:lnTo>
                  <a:lnTo>
                    <a:pt x="650520" y="688483"/>
                  </a:lnTo>
                  <a:lnTo>
                    <a:pt x="614237" y="717325"/>
                  </a:lnTo>
                  <a:lnTo>
                    <a:pt x="574671" y="741750"/>
                  </a:lnTo>
                  <a:lnTo>
                    <a:pt x="532188" y="761390"/>
                  </a:lnTo>
                  <a:lnTo>
                    <a:pt x="487155" y="775876"/>
                  </a:lnTo>
                  <a:lnTo>
                    <a:pt x="439939" y="784838"/>
                  </a:lnTo>
                  <a:lnTo>
                    <a:pt x="390906" y="787908"/>
                  </a:lnTo>
                  <a:lnTo>
                    <a:pt x="341872" y="784838"/>
                  </a:lnTo>
                  <a:lnTo>
                    <a:pt x="294656" y="775876"/>
                  </a:lnTo>
                  <a:lnTo>
                    <a:pt x="249623" y="761390"/>
                  </a:lnTo>
                  <a:lnTo>
                    <a:pt x="207140" y="741750"/>
                  </a:lnTo>
                  <a:lnTo>
                    <a:pt x="167574" y="717325"/>
                  </a:lnTo>
                  <a:lnTo>
                    <a:pt x="131291" y="688483"/>
                  </a:lnTo>
                  <a:lnTo>
                    <a:pt x="98657" y="655595"/>
                  </a:lnTo>
                  <a:lnTo>
                    <a:pt x="70038" y="619029"/>
                  </a:lnTo>
                  <a:lnTo>
                    <a:pt x="45801" y="579154"/>
                  </a:lnTo>
                  <a:lnTo>
                    <a:pt x="26312" y="536340"/>
                  </a:lnTo>
                  <a:lnTo>
                    <a:pt x="11938" y="490956"/>
                  </a:lnTo>
                  <a:lnTo>
                    <a:pt x="3045" y="443371"/>
                  </a:lnTo>
                  <a:lnTo>
                    <a:pt x="0" y="393954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09" descr=""/>
          <p:cNvSpPr txBox="1"/>
          <p:nvPr/>
        </p:nvSpPr>
        <p:spPr>
          <a:xfrm>
            <a:off x="10446137" y="4173100"/>
            <a:ext cx="23367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110" name="object 110" descr=""/>
          <p:cNvGrpSpPr/>
          <p:nvPr/>
        </p:nvGrpSpPr>
        <p:grpSpPr>
          <a:xfrm>
            <a:off x="8619429" y="3745590"/>
            <a:ext cx="2303780" cy="1029969"/>
            <a:chOff x="8619429" y="3745590"/>
            <a:chExt cx="2303780" cy="1029969"/>
          </a:xfrm>
        </p:grpSpPr>
        <p:sp>
          <p:nvSpPr>
            <p:cNvPr id="111" name="object 111" descr=""/>
            <p:cNvSpPr/>
            <p:nvPr/>
          </p:nvSpPr>
          <p:spPr>
            <a:xfrm>
              <a:off x="10270235" y="3988307"/>
              <a:ext cx="646430" cy="650875"/>
            </a:xfrm>
            <a:custGeom>
              <a:avLst/>
              <a:gdLst/>
              <a:ahLst/>
              <a:cxnLst/>
              <a:rect l="l" t="t" r="r" b="b"/>
              <a:pathLst>
                <a:path w="646429" h="650875">
                  <a:moveTo>
                    <a:pt x="0" y="325374"/>
                  </a:moveTo>
                  <a:lnTo>
                    <a:pt x="3503" y="277291"/>
                  </a:lnTo>
                  <a:lnTo>
                    <a:pt x="13679" y="231399"/>
                  </a:lnTo>
                  <a:lnTo>
                    <a:pt x="30028" y="188201"/>
                  </a:lnTo>
                  <a:lnTo>
                    <a:pt x="52051" y="148201"/>
                  </a:lnTo>
                  <a:lnTo>
                    <a:pt x="79248" y="111902"/>
                  </a:lnTo>
                  <a:lnTo>
                    <a:pt x="111119" y="79806"/>
                  </a:lnTo>
                  <a:lnTo>
                    <a:pt x="147163" y="52418"/>
                  </a:lnTo>
                  <a:lnTo>
                    <a:pt x="186882" y="30240"/>
                  </a:lnTo>
                  <a:lnTo>
                    <a:pt x="229776" y="13775"/>
                  </a:lnTo>
                  <a:lnTo>
                    <a:pt x="275344" y="3527"/>
                  </a:lnTo>
                  <a:lnTo>
                    <a:pt x="323088" y="0"/>
                  </a:lnTo>
                  <a:lnTo>
                    <a:pt x="370831" y="3527"/>
                  </a:lnTo>
                  <a:lnTo>
                    <a:pt x="416399" y="13775"/>
                  </a:lnTo>
                  <a:lnTo>
                    <a:pt x="459293" y="30240"/>
                  </a:lnTo>
                  <a:lnTo>
                    <a:pt x="499012" y="52418"/>
                  </a:lnTo>
                  <a:lnTo>
                    <a:pt x="535056" y="79806"/>
                  </a:lnTo>
                  <a:lnTo>
                    <a:pt x="566927" y="111902"/>
                  </a:lnTo>
                  <a:lnTo>
                    <a:pt x="594124" y="148201"/>
                  </a:lnTo>
                  <a:lnTo>
                    <a:pt x="616147" y="188201"/>
                  </a:lnTo>
                  <a:lnTo>
                    <a:pt x="632496" y="231399"/>
                  </a:lnTo>
                  <a:lnTo>
                    <a:pt x="642672" y="277291"/>
                  </a:lnTo>
                  <a:lnTo>
                    <a:pt x="646176" y="325374"/>
                  </a:lnTo>
                  <a:lnTo>
                    <a:pt x="642672" y="373456"/>
                  </a:lnTo>
                  <a:lnTo>
                    <a:pt x="632496" y="419348"/>
                  </a:lnTo>
                  <a:lnTo>
                    <a:pt x="616147" y="462546"/>
                  </a:lnTo>
                  <a:lnTo>
                    <a:pt x="594124" y="502546"/>
                  </a:lnTo>
                  <a:lnTo>
                    <a:pt x="566927" y="538845"/>
                  </a:lnTo>
                  <a:lnTo>
                    <a:pt x="535056" y="570941"/>
                  </a:lnTo>
                  <a:lnTo>
                    <a:pt x="499012" y="598329"/>
                  </a:lnTo>
                  <a:lnTo>
                    <a:pt x="459293" y="620507"/>
                  </a:lnTo>
                  <a:lnTo>
                    <a:pt x="416399" y="636972"/>
                  </a:lnTo>
                  <a:lnTo>
                    <a:pt x="370831" y="647220"/>
                  </a:lnTo>
                  <a:lnTo>
                    <a:pt x="323088" y="650748"/>
                  </a:lnTo>
                  <a:lnTo>
                    <a:pt x="275344" y="647220"/>
                  </a:lnTo>
                  <a:lnTo>
                    <a:pt x="229776" y="636972"/>
                  </a:lnTo>
                  <a:lnTo>
                    <a:pt x="186882" y="620507"/>
                  </a:lnTo>
                  <a:lnTo>
                    <a:pt x="147163" y="598329"/>
                  </a:lnTo>
                  <a:lnTo>
                    <a:pt x="111119" y="570941"/>
                  </a:lnTo>
                  <a:lnTo>
                    <a:pt x="79248" y="538845"/>
                  </a:lnTo>
                  <a:lnTo>
                    <a:pt x="52051" y="502546"/>
                  </a:lnTo>
                  <a:lnTo>
                    <a:pt x="30028" y="462546"/>
                  </a:lnTo>
                  <a:lnTo>
                    <a:pt x="13679" y="419348"/>
                  </a:lnTo>
                  <a:lnTo>
                    <a:pt x="3503" y="373456"/>
                  </a:lnTo>
                  <a:lnTo>
                    <a:pt x="0" y="3253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9496661" y="4488037"/>
              <a:ext cx="742950" cy="278130"/>
            </a:xfrm>
            <a:custGeom>
              <a:avLst/>
              <a:gdLst/>
              <a:ahLst/>
              <a:cxnLst/>
              <a:rect l="l" t="t" r="r" b="b"/>
              <a:pathLst>
                <a:path w="742950" h="278129">
                  <a:moveTo>
                    <a:pt x="742480" y="0"/>
                  </a:moveTo>
                  <a:lnTo>
                    <a:pt x="734601" y="40872"/>
                  </a:lnTo>
                  <a:lnTo>
                    <a:pt x="720246" y="79614"/>
                  </a:lnTo>
                  <a:lnTo>
                    <a:pt x="699908" y="115894"/>
                  </a:lnTo>
                  <a:lnTo>
                    <a:pt x="674079" y="149384"/>
                  </a:lnTo>
                  <a:lnTo>
                    <a:pt x="643253" y="179752"/>
                  </a:lnTo>
                  <a:lnTo>
                    <a:pt x="607922" y="206668"/>
                  </a:lnTo>
                  <a:lnTo>
                    <a:pt x="568578" y="229802"/>
                  </a:lnTo>
                  <a:lnTo>
                    <a:pt x="525714" y="248824"/>
                  </a:lnTo>
                  <a:lnTo>
                    <a:pt x="479824" y="263402"/>
                  </a:lnTo>
                  <a:lnTo>
                    <a:pt x="431399" y="273207"/>
                  </a:lnTo>
                  <a:lnTo>
                    <a:pt x="380932" y="277909"/>
                  </a:lnTo>
                  <a:lnTo>
                    <a:pt x="328917" y="277177"/>
                  </a:lnTo>
                  <a:lnTo>
                    <a:pt x="272925" y="270061"/>
                  </a:lnTo>
                  <a:lnTo>
                    <a:pt x="219934" y="256774"/>
                  </a:lnTo>
                  <a:lnTo>
                    <a:pt x="170568" y="237792"/>
                  </a:lnTo>
                  <a:lnTo>
                    <a:pt x="125453" y="213591"/>
                  </a:lnTo>
                  <a:lnTo>
                    <a:pt x="85214" y="184649"/>
                  </a:lnTo>
                  <a:lnTo>
                    <a:pt x="50475" y="151440"/>
                  </a:lnTo>
                  <a:lnTo>
                    <a:pt x="21862" y="114441"/>
                  </a:lnTo>
                  <a:lnTo>
                    <a:pt x="0" y="7412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9463658" y="4501041"/>
              <a:ext cx="73660" cy="84455"/>
            </a:xfrm>
            <a:custGeom>
              <a:avLst/>
              <a:gdLst/>
              <a:ahLst/>
              <a:cxnLst/>
              <a:rect l="l" t="t" r="r" b="b"/>
              <a:pathLst>
                <a:path w="73659" h="84454">
                  <a:moveTo>
                    <a:pt x="14935" y="0"/>
                  </a:moveTo>
                  <a:lnTo>
                    <a:pt x="0" y="83870"/>
                  </a:lnTo>
                  <a:lnTo>
                    <a:pt x="73075" y="62268"/>
                  </a:lnTo>
                  <a:lnTo>
                    <a:pt x="149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8628954" y="3755115"/>
              <a:ext cx="394335" cy="361950"/>
            </a:xfrm>
            <a:custGeom>
              <a:avLst/>
              <a:gdLst/>
              <a:ahLst/>
              <a:cxnLst/>
              <a:rect l="l" t="t" r="r" b="b"/>
              <a:pathLst>
                <a:path w="394334" h="361950">
                  <a:moveTo>
                    <a:pt x="141149" y="361494"/>
                  </a:moveTo>
                  <a:lnTo>
                    <a:pt x="97664" y="343302"/>
                  </a:lnTo>
                  <a:lnTo>
                    <a:pt x="61113" y="317613"/>
                  </a:lnTo>
                  <a:lnTo>
                    <a:pt x="32283" y="285838"/>
                  </a:lnTo>
                  <a:lnTo>
                    <a:pt x="11963" y="249392"/>
                  </a:lnTo>
                  <a:lnTo>
                    <a:pt x="939" y="209686"/>
                  </a:lnTo>
                  <a:lnTo>
                    <a:pt x="0" y="168135"/>
                  </a:lnTo>
                  <a:lnTo>
                    <a:pt x="9933" y="126150"/>
                  </a:lnTo>
                  <a:lnTo>
                    <a:pt x="30286" y="87284"/>
                  </a:lnTo>
                  <a:lnTo>
                    <a:pt x="59028" y="54616"/>
                  </a:lnTo>
                  <a:lnTo>
                    <a:pt x="94578" y="28850"/>
                  </a:lnTo>
                  <a:lnTo>
                    <a:pt x="135356" y="10689"/>
                  </a:lnTo>
                  <a:lnTo>
                    <a:pt x="179779" y="838"/>
                  </a:lnTo>
                  <a:lnTo>
                    <a:pt x="226268" y="0"/>
                  </a:lnTo>
                  <a:lnTo>
                    <a:pt x="273242" y="8878"/>
                  </a:lnTo>
                  <a:lnTo>
                    <a:pt x="311439" y="24278"/>
                  </a:lnTo>
                  <a:lnTo>
                    <a:pt x="344838" y="45772"/>
                  </a:lnTo>
                  <a:lnTo>
                    <a:pt x="372665" y="72504"/>
                  </a:lnTo>
                  <a:lnTo>
                    <a:pt x="394146" y="10362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8982965" y="3834923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72440" y="0"/>
                  </a:moveTo>
                  <a:lnTo>
                    <a:pt x="0" y="23647"/>
                  </a:lnTo>
                  <a:lnTo>
                    <a:pt x="59867" y="84264"/>
                  </a:lnTo>
                  <a:lnTo>
                    <a:pt x="724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9476846" y="3865988"/>
              <a:ext cx="742950" cy="278130"/>
            </a:xfrm>
            <a:custGeom>
              <a:avLst/>
              <a:gdLst/>
              <a:ahLst/>
              <a:cxnLst/>
              <a:rect l="l" t="t" r="r" b="b"/>
              <a:pathLst>
                <a:path w="742950" h="278129">
                  <a:moveTo>
                    <a:pt x="0" y="277909"/>
                  </a:moveTo>
                  <a:lnTo>
                    <a:pt x="7878" y="237037"/>
                  </a:lnTo>
                  <a:lnTo>
                    <a:pt x="22233" y="198295"/>
                  </a:lnTo>
                  <a:lnTo>
                    <a:pt x="42571" y="162014"/>
                  </a:lnTo>
                  <a:lnTo>
                    <a:pt x="68400" y="128525"/>
                  </a:lnTo>
                  <a:lnTo>
                    <a:pt x="99226" y="98157"/>
                  </a:lnTo>
                  <a:lnTo>
                    <a:pt x="134558" y="71240"/>
                  </a:lnTo>
                  <a:lnTo>
                    <a:pt x="173901" y="48106"/>
                  </a:lnTo>
                  <a:lnTo>
                    <a:pt x="216765" y="29085"/>
                  </a:lnTo>
                  <a:lnTo>
                    <a:pt x="262656" y="14507"/>
                  </a:lnTo>
                  <a:lnTo>
                    <a:pt x="311080" y="4701"/>
                  </a:lnTo>
                  <a:lnTo>
                    <a:pt x="361547" y="0"/>
                  </a:lnTo>
                  <a:lnTo>
                    <a:pt x="413562" y="732"/>
                  </a:lnTo>
                  <a:lnTo>
                    <a:pt x="469554" y="7848"/>
                  </a:lnTo>
                  <a:lnTo>
                    <a:pt x="522545" y="21135"/>
                  </a:lnTo>
                  <a:lnTo>
                    <a:pt x="571911" y="40117"/>
                  </a:lnTo>
                  <a:lnTo>
                    <a:pt x="617026" y="64317"/>
                  </a:lnTo>
                  <a:lnTo>
                    <a:pt x="657265" y="93260"/>
                  </a:lnTo>
                  <a:lnTo>
                    <a:pt x="692004" y="126469"/>
                  </a:lnTo>
                  <a:lnTo>
                    <a:pt x="720617" y="163467"/>
                  </a:lnTo>
                  <a:lnTo>
                    <a:pt x="742480" y="20377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0179252" y="4047023"/>
              <a:ext cx="73660" cy="84455"/>
            </a:xfrm>
            <a:custGeom>
              <a:avLst/>
              <a:gdLst/>
              <a:ahLst/>
              <a:cxnLst/>
              <a:rect l="l" t="t" r="r" b="b"/>
              <a:pathLst>
                <a:path w="73659" h="84454">
                  <a:moveTo>
                    <a:pt x="73075" y="0"/>
                  </a:moveTo>
                  <a:lnTo>
                    <a:pt x="0" y="21602"/>
                  </a:lnTo>
                  <a:lnTo>
                    <a:pt x="58140" y="83870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 descr=""/>
          <p:cNvSpPr txBox="1"/>
          <p:nvPr/>
        </p:nvSpPr>
        <p:spPr>
          <a:xfrm>
            <a:off x="8507167" y="348663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19" name="object 119" descr=""/>
          <p:cNvSpPr txBox="1"/>
          <p:nvPr/>
        </p:nvSpPr>
        <p:spPr>
          <a:xfrm>
            <a:off x="9722708" y="4766200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120" name="object 120" descr=""/>
          <p:cNvGrpSpPr/>
          <p:nvPr/>
        </p:nvGrpSpPr>
        <p:grpSpPr>
          <a:xfrm>
            <a:off x="8732266" y="5621782"/>
            <a:ext cx="795020" cy="802640"/>
            <a:chOff x="8732266" y="5621782"/>
            <a:chExt cx="795020" cy="802640"/>
          </a:xfrm>
        </p:grpSpPr>
        <p:sp>
          <p:nvSpPr>
            <p:cNvPr id="121" name="object 121" descr=""/>
            <p:cNvSpPr/>
            <p:nvPr/>
          </p:nvSpPr>
          <p:spPr>
            <a:xfrm>
              <a:off x="8738616" y="5628132"/>
              <a:ext cx="782320" cy="789940"/>
            </a:xfrm>
            <a:custGeom>
              <a:avLst/>
              <a:gdLst/>
              <a:ahLst/>
              <a:cxnLst/>
              <a:rect l="l" t="t" r="r" b="b"/>
              <a:pathLst>
                <a:path w="782320" h="789939">
                  <a:moveTo>
                    <a:pt x="390906" y="0"/>
                  </a:moveTo>
                  <a:lnTo>
                    <a:pt x="341872" y="3075"/>
                  </a:lnTo>
                  <a:lnTo>
                    <a:pt x="294656" y="12054"/>
                  </a:lnTo>
                  <a:lnTo>
                    <a:pt x="249623" y="26568"/>
                  </a:lnTo>
                  <a:lnTo>
                    <a:pt x="207140" y="46247"/>
                  </a:lnTo>
                  <a:lnTo>
                    <a:pt x="167574" y="70719"/>
                  </a:lnTo>
                  <a:lnTo>
                    <a:pt x="131291" y="99617"/>
                  </a:lnTo>
                  <a:lnTo>
                    <a:pt x="98657" y="132569"/>
                  </a:lnTo>
                  <a:lnTo>
                    <a:pt x="70038" y="169206"/>
                  </a:lnTo>
                  <a:lnTo>
                    <a:pt x="45801" y="209158"/>
                  </a:lnTo>
                  <a:lnTo>
                    <a:pt x="26312" y="252054"/>
                  </a:lnTo>
                  <a:lnTo>
                    <a:pt x="11938" y="297526"/>
                  </a:lnTo>
                  <a:lnTo>
                    <a:pt x="3045" y="345203"/>
                  </a:lnTo>
                  <a:lnTo>
                    <a:pt x="0" y="394716"/>
                  </a:lnTo>
                  <a:lnTo>
                    <a:pt x="3045" y="444228"/>
                  </a:lnTo>
                  <a:lnTo>
                    <a:pt x="11938" y="491905"/>
                  </a:lnTo>
                  <a:lnTo>
                    <a:pt x="26312" y="537377"/>
                  </a:lnTo>
                  <a:lnTo>
                    <a:pt x="45801" y="580273"/>
                  </a:lnTo>
                  <a:lnTo>
                    <a:pt x="70038" y="620225"/>
                  </a:lnTo>
                  <a:lnTo>
                    <a:pt x="98657" y="656862"/>
                  </a:lnTo>
                  <a:lnTo>
                    <a:pt x="131291" y="689814"/>
                  </a:lnTo>
                  <a:lnTo>
                    <a:pt x="167574" y="718712"/>
                  </a:lnTo>
                  <a:lnTo>
                    <a:pt x="207140" y="743184"/>
                  </a:lnTo>
                  <a:lnTo>
                    <a:pt x="249623" y="762863"/>
                  </a:lnTo>
                  <a:lnTo>
                    <a:pt x="294656" y="777377"/>
                  </a:lnTo>
                  <a:lnTo>
                    <a:pt x="341872" y="786356"/>
                  </a:lnTo>
                  <a:lnTo>
                    <a:pt x="390906" y="789432"/>
                  </a:lnTo>
                  <a:lnTo>
                    <a:pt x="439939" y="786356"/>
                  </a:lnTo>
                  <a:lnTo>
                    <a:pt x="487155" y="777377"/>
                  </a:lnTo>
                  <a:lnTo>
                    <a:pt x="532188" y="762863"/>
                  </a:lnTo>
                  <a:lnTo>
                    <a:pt x="574671" y="743184"/>
                  </a:lnTo>
                  <a:lnTo>
                    <a:pt x="614237" y="718712"/>
                  </a:lnTo>
                  <a:lnTo>
                    <a:pt x="650520" y="689814"/>
                  </a:lnTo>
                  <a:lnTo>
                    <a:pt x="683154" y="656862"/>
                  </a:lnTo>
                  <a:lnTo>
                    <a:pt x="711773" y="620225"/>
                  </a:lnTo>
                  <a:lnTo>
                    <a:pt x="736010" y="580273"/>
                  </a:lnTo>
                  <a:lnTo>
                    <a:pt x="755499" y="537377"/>
                  </a:lnTo>
                  <a:lnTo>
                    <a:pt x="769873" y="491905"/>
                  </a:lnTo>
                  <a:lnTo>
                    <a:pt x="778766" y="444228"/>
                  </a:lnTo>
                  <a:lnTo>
                    <a:pt x="781812" y="394716"/>
                  </a:lnTo>
                  <a:lnTo>
                    <a:pt x="778766" y="345203"/>
                  </a:lnTo>
                  <a:lnTo>
                    <a:pt x="769873" y="297526"/>
                  </a:lnTo>
                  <a:lnTo>
                    <a:pt x="755499" y="252054"/>
                  </a:lnTo>
                  <a:lnTo>
                    <a:pt x="736010" y="209158"/>
                  </a:lnTo>
                  <a:lnTo>
                    <a:pt x="711773" y="169206"/>
                  </a:lnTo>
                  <a:lnTo>
                    <a:pt x="683154" y="132569"/>
                  </a:lnTo>
                  <a:lnTo>
                    <a:pt x="650520" y="99617"/>
                  </a:lnTo>
                  <a:lnTo>
                    <a:pt x="614237" y="70719"/>
                  </a:lnTo>
                  <a:lnTo>
                    <a:pt x="574671" y="46247"/>
                  </a:lnTo>
                  <a:lnTo>
                    <a:pt x="532188" y="26568"/>
                  </a:lnTo>
                  <a:lnTo>
                    <a:pt x="487155" y="12054"/>
                  </a:lnTo>
                  <a:lnTo>
                    <a:pt x="439939" y="3075"/>
                  </a:lnTo>
                  <a:lnTo>
                    <a:pt x="3909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8738616" y="5628132"/>
              <a:ext cx="782320" cy="789940"/>
            </a:xfrm>
            <a:custGeom>
              <a:avLst/>
              <a:gdLst/>
              <a:ahLst/>
              <a:cxnLst/>
              <a:rect l="l" t="t" r="r" b="b"/>
              <a:pathLst>
                <a:path w="782320" h="789939">
                  <a:moveTo>
                    <a:pt x="0" y="394716"/>
                  </a:moveTo>
                  <a:lnTo>
                    <a:pt x="3045" y="345203"/>
                  </a:lnTo>
                  <a:lnTo>
                    <a:pt x="11938" y="297526"/>
                  </a:lnTo>
                  <a:lnTo>
                    <a:pt x="26312" y="252054"/>
                  </a:lnTo>
                  <a:lnTo>
                    <a:pt x="45801" y="209158"/>
                  </a:lnTo>
                  <a:lnTo>
                    <a:pt x="70038" y="169206"/>
                  </a:lnTo>
                  <a:lnTo>
                    <a:pt x="98657" y="132569"/>
                  </a:lnTo>
                  <a:lnTo>
                    <a:pt x="131291" y="99617"/>
                  </a:lnTo>
                  <a:lnTo>
                    <a:pt x="167574" y="70719"/>
                  </a:lnTo>
                  <a:lnTo>
                    <a:pt x="207140" y="46247"/>
                  </a:lnTo>
                  <a:lnTo>
                    <a:pt x="249623" y="26568"/>
                  </a:lnTo>
                  <a:lnTo>
                    <a:pt x="294656" y="12054"/>
                  </a:lnTo>
                  <a:lnTo>
                    <a:pt x="341872" y="3075"/>
                  </a:lnTo>
                  <a:lnTo>
                    <a:pt x="390906" y="0"/>
                  </a:lnTo>
                  <a:lnTo>
                    <a:pt x="439939" y="3075"/>
                  </a:lnTo>
                  <a:lnTo>
                    <a:pt x="487155" y="12054"/>
                  </a:lnTo>
                  <a:lnTo>
                    <a:pt x="532188" y="26568"/>
                  </a:lnTo>
                  <a:lnTo>
                    <a:pt x="574671" y="46247"/>
                  </a:lnTo>
                  <a:lnTo>
                    <a:pt x="614237" y="70719"/>
                  </a:lnTo>
                  <a:lnTo>
                    <a:pt x="650520" y="99617"/>
                  </a:lnTo>
                  <a:lnTo>
                    <a:pt x="683154" y="132569"/>
                  </a:lnTo>
                  <a:lnTo>
                    <a:pt x="711773" y="169206"/>
                  </a:lnTo>
                  <a:lnTo>
                    <a:pt x="736010" y="209158"/>
                  </a:lnTo>
                  <a:lnTo>
                    <a:pt x="755499" y="252054"/>
                  </a:lnTo>
                  <a:lnTo>
                    <a:pt x="769873" y="297526"/>
                  </a:lnTo>
                  <a:lnTo>
                    <a:pt x="778766" y="345203"/>
                  </a:lnTo>
                  <a:lnTo>
                    <a:pt x="781812" y="394716"/>
                  </a:lnTo>
                  <a:lnTo>
                    <a:pt x="778766" y="444228"/>
                  </a:lnTo>
                  <a:lnTo>
                    <a:pt x="769873" y="491905"/>
                  </a:lnTo>
                  <a:lnTo>
                    <a:pt x="755499" y="537377"/>
                  </a:lnTo>
                  <a:lnTo>
                    <a:pt x="736010" y="580273"/>
                  </a:lnTo>
                  <a:lnTo>
                    <a:pt x="711773" y="620225"/>
                  </a:lnTo>
                  <a:lnTo>
                    <a:pt x="683154" y="656862"/>
                  </a:lnTo>
                  <a:lnTo>
                    <a:pt x="650520" y="689814"/>
                  </a:lnTo>
                  <a:lnTo>
                    <a:pt x="614237" y="718712"/>
                  </a:lnTo>
                  <a:lnTo>
                    <a:pt x="574671" y="743184"/>
                  </a:lnTo>
                  <a:lnTo>
                    <a:pt x="532188" y="762863"/>
                  </a:lnTo>
                  <a:lnTo>
                    <a:pt x="487155" y="777377"/>
                  </a:lnTo>
                  <a:lnTo>
                    <a:pt x="439939" y="786356"/>
                  </a:lnTo>
                  <a:lnTo>
                    <a:pt x="390906" y="789432"/>
                  </a:lnTo>
                  <a:lnTo>
                    <a:pt x="341872" y="786356"/>
                  </a:lnTo>
                  <a:lnTo>
                    <a:pt x="294656" y="777377"/>
                  </a:lnTo>
                  <a:lnTo>
                    <a:pt x="249623" y="762863"/>
                  </a:lnTo>
                  <a:lnTo>
                    <a:pt x="207140" y="743184"/>
                  </a:lnTo>
                  <a:lnTo>
                    <a:pt x="167574" y="718712"/>
                  </a:lnTo>
                  <a:lnTo>
                    <a:pt x="131291" y="689814"/>
                  </a:lnTo>
                  <a:lnTo>
                    <a:pt x="98657" y="656862"/>
                  </a:lnTo>
                  <a:lnTo>
                    <a:pt x="70038" y="620225"/>
                  </a:lnTo>
                  <a:lnTo>
                    <a:pt x="45801" y="580273"/>
                  </a:lnTo>
                  <a:lnTo>
                    <a:pt x="26312" y="537377"/>
                  </a:lnTo>
                  <a:lnTo>
                    <a:pt x="11938" y="491905"/>
                  </a:lnTo>
                  <a:lnTo>
                    <a:pt x="3045" y="444228"/>
                  </a:lnTo>
                  <a:lnTo>
                    <a:pt x="0" y="39471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 descr=""/>
          <p:cNvSpPr txBox="1"/>
          <p:nvPr/>
        </p:nvSpPr>
        <p:spPr>
          <a:xfrm>
            <a:off x="8982888" y="5881942"/>
            <a:ext cx="234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124" name="object 124" descr=""/>
          <p:cNvSpPr txBox="1"/>
          <p:nvPr/>
        </p:nvSpPr>
        <p:spPr>
          <a:xfrm>
            <a:off x="10835501" y="5107968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125" name="object 125" descr=""/>
          <p:cNvGrpSpPr/>
          <p:nvPr/>
        </p:nvGrpSpPr>
        <p:grpSpPr>
          <a:xfrm>
            <a:off x="10216642" y="5621782"/>
            <a:ext cx="795020" cy="802640"/>
            <a:chOff x="10216642" y="5621782"/>
            <a:chExt cx="795020" cy="802640"/>
          </a:xfrm>
        </p:grpSpPr>
        <p:sp>
          <p:nvSpPr>
            <p:cNvPr id="126" name="object 126" descr=""/>
            <p:cNvSpPr/>
            <p:nvPr/>
          </p:nvSpPr>
          <p:spPr>
            <a:xfrm>
              <a:off x="10222992" y="5628132"/>
              <a:ext cx="782320" cy="789940"/>
            </a:xfrm>
            <a:custGeom>
              <a:avLst/>
              <a:gdLst/>
              <a:ahLst/>
              <a:cxnLst/>
              <a:rect l="l" t="t" r="r" b="b"/>
              <a:pathLst>
                <a:path w="782320" h="789939">
                  <a:moveTo>
                    <a:pt x="390906" y="0"/>
                  </a:moveTo>
                  <a:lnTo>
                    <a:pt x="341872" y="3075"/>
                  </a:lnTo>
                  <a:lnTo>
                    <a:pt x="294656" y="12054"/>
                  </a:lnTo>
                  <a:lnTo>
                    <a:pt x="249623" y="26568"/>
                  </a:lnTo>
                  <a:lnTo>
                    <a:pt x="207140" y="46247"/>
                  </a:lnTo>
                  <a:lnTo>
                    <a:pt x="167574" y="70719"/>
                  </a:lnTo>
                  <a:lnTo>
                    <a:pt x="131291" y="99617"/>
                  </a:lnTo>
                  <a:lnTo>
                    <a:pt x="98657" y="132569"/>
                  </a:lnTo>
                  <a:lnTo>
                    <a:pt x="70038" y="169206"/>
                  </a:lnTo>
                  <a:lnTo>
                    <a:pt x="45801" y="209158"/>
                  </a:lnTo>
                  <a:lnTo>
                    <a:pt x="26312" y="252054"/>
                  </a:lnTo>
                  <a:lnTo>
                    <a:pt x="11938" y="297526"/>
                  </a:lnTo>
                  <a:lnTo>
                    <a:pt x="3045" y="345203"/>
                  </a:lnTo>
                  <a:lnTo>
                    <a:pt x="0" y="394716"/>
                  </a:lnTo>
                  <a:lnTo>
                    <a:pt x="3045" y="444228"/>
                  </a:lnTo>
                  <a:lnTo>
                    <a:pt x="11938" y="491905"/>
                  </a:lnTo>
                  <a:lnTo>
                    <a:pt x="26312" y="537377"/>
                  </a:lnTo>
                  <a:lnTo>
                    <a:pt x="45801" y="580273"/>
                  </a:lnTo>
                  <a:lnTo>
                    <a:pt x="70038" y="620225"/>
                  </a:lnTo>
                  <a:lnTo>
                    <a:pt x="98657" y="656862"/>
                  </a:lnTo>
                  <a:lnTo>
                    <a:pt x="131291" y="689814"/>
                  </a:lnTo>
                  <a:lnTo>
                    <a:pt x="167574" y="718712"/>
                  </a:lnTo>
                  <a:lnTo>
                    <a:pt x="207140" y="743184"/>
                  </a:lnTo>
                  <a:lnTo>
                    <a:pt x="249623" y="762863"/>
                  </a:lnTo>
                  <a:lnTo>
                    <a:pt x="294656" y="777377"/>
                  </a:lnTo>
                  <a:lnTo>
                    <a:pt x="341872" y="786356"/>
                  </a:lnTo>
                  <a:lnTo>
                    <a:pt x="390906" y="789432"/>
                  </a:lnTo>
                  <a:lnTo>
                    <a:pt x="439939" y="786356"/>
                  </a:lnTo>
                  <a:lnTo>
                    <a:pt x="487155" y="777377"/>
                  </a:lnTo>
                  <a:lnTo>
                    <a:pt x="532188" y="762863"/>
                  </a:lnTo>
                  <a:lnTo>
                    <a:pt x="574671" y="743184"/>
                  </a:lnTo>
                  <a:lnTo>
                    <a:pt x="614237" y="718712"/>
                  </a:lnTo>
                  <a:lnTo>
                    <a:pt x="650520" y="689814"/>
                  </a:lnTo>
                  <a:lnTo>
                    <a:pt x="683154" y="656862"/>
                  </a:lnTo>
                  <a:lnTo>
                    <a:pt x="711773" y="620225"/>
                  </a:lnTo>
                  <a:lnTo>
                    <a:pt x="736010" y="580273"/>
                  </a:lnTo>
                  <a:lnTo>
                    <a:pt x="755499" y="537377"/>
                  </a:lnTo>
                  <a:lnTo>
                    <a:pt x="769873" y="491905"/>
                  </a:lnTo>
                  <a:lnTo>
                    <a:pt x="778766" y="444228"/>
                  </a:lnTo>
                  <a:lnTo>
                    <a:pt x="781812" y="394716"/>
                  </a:lnTo>
                  <a:lnTo>
                    <a:pt x="778766" y="345203"/>
                  </a:lnTo>
                  <a:lnTo>
                    <a:pt x="769873" y="297526"/>
                  </a:lnTo>
                  <a:lnTo>
                    <a:pt x="755499" y="252054"/>
                  </a:lnTo>
                  <a:lnTo>
                    <a:pt x="736010" y="209158"/>
                  </a:lnTo>
                  <a:lnTo>
                    <a:pt x="711773" y="169206"/>
                  </a:lnTo>
                  <a:lnTo>
                    <a:pt x="683154" y="132569"/>
                  </a:lnTo>
                  <a:lnTo>
                    <a:pt x="650520" y="99617"/>
                  </a:lnTo>
                  <a:lnTo>
                    <a:pt x="614237" y="70719"/>
                  </a:lnTo>
                  <a:lnTo>
                    <a:pt x="574671" y="46247"/>
                  </a:lnTo>
                  <a:lnTo>
                    <a:pt x="532188" y="26568"/>
                  </a:lnTo>
                  <a:lnTo>
                    <a:pt x="487155" y="12054"/>
                  </a:lnTo>
                  <a:lnTo>
                    <a:pt x="439939" y="3075"/>
                  </a:lnTo>
                  <a:lnTo>
                    <a:pt x="3909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0222992" y="5628132"/>
              <a:ext cx="782320" cy="789940"/>
            </a:xfrm>
            <a:custGeom>
              <a:avLst/>
              <a:gdLst/>
              <a:ahLst/>
              <a:cxnLst/>
              <a:rect l="l" t="t" r="r" b="b"/>
              <a:pathLst>
                <a:path w="782320" h="789939">
                  <a:moveTo>
                    <a:pt x="0" y="394716"/>
                  </a:moveTo>
                  <a:lnTo>
                    <a:pt x="3045" y="345203"/>
                  </a:lnTo>
                  <a:lnTo>
                    <a:pt x="11938" y="297526"/>
                  </a:lnTo>
                  <a:lnTo>
                    <a:pt x="26312" y="252054"/>
                  </a:lnTo>
                  <a:lnTo>
                    <a:pt x="45801" y="209158"/>
                  </a:lnTo>
                  <a:lnTo>
                    <a:pt x="70038" y="169206"/>
                  </a:lnTo>
                  <a:lnTo>
                    <a:pt x="98657" y="132569"/>
                  </a:lnTo>
                  <a:lnTo>
                    <a:pt x="131291" y="99617"/>
                  </a:lnTo>
                  <a:lnTo>
                    <a:pt x="167574" y="70719"/>
                  </a:lnTo>
                  <a:lnTo>
                    <a:pt x="207140" y="46247"/>
                  </a:lnTo>
                  <a:lnTo>
                    <a:pt x="249623" y="26568"/>
                  </a:lnTo>
                  <a:lnTo>
                    <a:pt x="294656" y="12054"/>
                  </a:lnTo>
                  <a:lnTo>
                    <a:pt x="341872" y="3075"/>
                  </a:lnTo>
                  <a:lnTo>
                    <a:pt x="390906" y="0"/>
                  </a:lnTo>
                  <a:lnTo>
                    <a:pt x="439939" y="3075"/>
                  </a:lnTo>
                  <a:lnTo>
                    <a:pt x="487155" y="12054"/>
                  </a:lnTo>
                  <a:lnTo>
                    <a:pt x="532188" y="26568"/>
                  </a:lnTo>
                  <a:lnTo>
                    <a:pt x="574671" y="46247"/>
                  </a:lnTo>
                  <a:lnTo>
                    <a:pt x="614237" y="70719"/>
                  </a:lnTo>
                  <a:lnTo>
                    <a:pt x="650520" y="99617"/>
                  </a:lnTo>
                  <a:lnTo>
                    <a:pt x="683154" y="132569"/>
                  </a:lnTo>
                  <a:lnTo>
                    <a:pt x="711773" y="169206"/>
                  </a:lnTo>
                  <a:lnTo>
                    <a:pt x="736010" y="209158"/>
                  </a:lnTo>
                  <a:lnTo>
                    <a:pt x="755499" y="252054"/>
                  </a:lnTo>
                  <a:lnTo>
                    <a:pt x="769873" y="297526"/>
                  </a:lnTo>
                  <a:lnTo>
                    <a:pt x="778766" y="345203"/>
                  </a:lnTo>
                  <a:lnTo>
                    <a:pt x="781812" y="394716"/>
                  </a:lnTo>
                  <a:lnTo>
                    <a:pt x="778766" y="444228"/>
                  </a:lnTo>
                  <a:lnTo>
                    <a:pt x="769873" y="491905"/>
                  </a:lnTo>
                  <a:lnTo>
                    <a:pt x="755499" y="537377"/>
                  </a:lnTo>
                  <a:lnTo>
                    <a:pt x="736010" y="580273"/>
                  </a:lnTo>
                  <a:lnTo>
                    <a:pt x="711773" y="620225"/>
                  </a:lnTo>
                  <a:lnTo>
                    <a:pt x="683154" y="656862"/>
                  </a:lnTo>
                  <a:lnTo>
                    <a:pt x="650520" y="689814"/>
                  </a:lnTo>
                  <a:lnTo>
                    <a:pt x="614237" y="718712"/>
                  </a:lnTo>
                  <a:lnTo>
                    <a:pt x="574671" y="743184"/>
                  </a:lnTo>
                  <a:lnTo>
                    <a:pt x="532188" y="762863"/>
                  </a:lnTo>
                  <a:lnTo>
                    <a:pt x="487155" y="777377"/>
                  </a:lnTo>
                  <a:lnTo>
                    <a:pt x="439939" y="786356"/>
                  </a:lnTo>
                  <a:lnTo>
                    <a:pt x="390906" y="789432"/>
                  </a:lnTo>
                  <a:lnTo>
                    <a:pt x="341872" y="786356"/>
                  </a:lnTo>
                  <a:lnTo>
                    <a:pt x="294656" y="777377"/>
                  </a:lnTo>
                  <a:lnTo>
                    <a:pt x="249623" y="762863"/>
                  </a:lnTo>
                  <a:lnTo>
                    <a:pt x="207140" y="743184"/>
                  </a:lnTo>
                  <a:lnTo>
                    <a:pt x="167574" y="718712"/>
                  </a:lnTo>
                  <a:lnTo>
                    <a:pt x="131291" y="689814"/>
                  </a:lnTo>
                  <a:lnTo>
                    <a:pt x="98657" y="656862"/>
                  </a:lnTo>
                  <a:lnTo>
                    <a:pt x="70038" y="620225"/>
                  </a:lnTo>
                  <a:lnTo>
                    <a:pt x="45801" y="580273"/>
                  </a:lnTo>
                  <a:lnTo>
                    <a:pt x="26312" y="537377"/>
                  </a:lnTo>
                  <a:lnTo>
                    <a:pt x="11938" y="491905"/>
                  </a:lnTo>
                  <a:lnTo>
                    <a:pt x="3045" y="444228"/>
                  </a:lnTo>
                  <a:lnTo>
                    <a:pt x="0" y="39471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8" name="object 128" descr=""/>
          <p:cNvSpPr txBox="1"/>
          <p:nvPr/>
        </p:nvSpPr>
        <p:spPr>
          <a:xfrm>
            <a:off x="10468495" y="5881942"/>
            <a:ext cx="2305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129" name="object 129" descr=""/>
          <p:cNvGrpSpPr/>
          <p:nvPr/>
        </p:nvGrpSpPr>
        <p:grpSpPr>
          <a:xfrm>
            <a:off x="9485095" y="5389336"/>
            <a:ext cx="1536700" cy="1094740"/>
            <a:chOff x="9485095" y="5389336"/>
            <a:chExt cx="1536700" cy="1094740"/>
          </a:xfrm>
        </p:grpSpPr>
        <p:sp>
          <p:nvSpPr>
            <p:cNvPr id="130" name="object 130" descr=""/>
            <p:cNvSpPr/>
            <p:nvPr/>
          </p:nvSpPr>
          <p:spPr>
            <a:xfrm>
              <a:off x="10291572" y="5696711"/>
              <a:ext cx="645160" cy="650875"/>
            </a:xfrm>
            <a:custGeom>
              <a:avLst/>
              <a:gdLst/>
              <a:ahLst/>
              <a:cxnLst/>
              <a:rect l="l" t="t" r="r" b="b"/>
              <a:pathLst>
                <a:path w="645159" h="650875">
                  <a:moveTo>
                    <a:pt x="0" y="325374"/>
                  </a:moveTo>
                  <a:lnTo>
                    <a:pt x="3494" y="277291"/>
                  </a:lnTo>
                  <a:lnTo>
                    <a:pt x="13646" y="231399"/>
                  </a:lnTo>
                  <a:lnTo>
                    <a:pt x="29957" y="188201"/>
                  </a:lnTo>
                  <a:lnTo>
                    <a:pt x="51928" y="148201"/>
                  </a:lnTo>
                  <a:lnTo>
                    <a:pt x="79061" y="111902"/>
                  </a:lnTo>
                  <a:lnTo>
                    <a:pt x="110856" y="79806"/>
                  </a:lnTo>
                  <a:lnTo>
                    <a:pt x="146816" y="52418"/>
                  </a:lnTo>
                  <a:lnTo>
                    <a:pt x="186441" y="30240"/>
                  </a:lnTo>
                  <a:lnTo>
                    <a:pt x="229233" y="13775"/>
                  </a:lnTo>
                  <a:lnTo>
                    <a:pt x="274694" y="3527"/>
                  </a:lnTo>
                  <a:lnTo>
                    <a:pt x="322326" y="0"/>
                  </a:lnTo>
                  <a:lnTo>
                    <a:pt x="369957" y="3527"/>
                  </a:lnTo>
                  <a:lnTo>
                    <a:pt x="415418" y="13775"/>
                  </a:lnTo>
                  <a:lnTo>
                    <a:pt x="458210" y="30240"/>
                  </a:lnTo>
                  <a:lnTo>
                    <a:pt x="497835" y="52418"/>
                  </a:lnTo>
                  <a:lnTo>
                    <a:pt x="533795" y="79806"/>
                  </a:lnTo>
                  <a:lnTo>
                    <a:pt x="565590" y="111902"/>
                  </a:lnTo>
                  <a:lnTo>
                    <a:pt x="592723" y="148201"/>
                  </a:lnTo>
                  <a:lnTo>
                    <a:pt x="614694" y="188201"/>
                  </a:lnTo>
                  <a:lnTo>
                    <a:pt x="631005" y="231399"/>
                  </a:lnTo>
                  <a:lnTo>
                    <a:pt x="641157" y="277291"/>
                  </a:lnTo>
                  <a:lnTo>
                    <a:pt x="644652" y="325374"/>
                  </a:lnTo>
                  <a:lnTo>
                    <a:pt x="641157" y="373456"/>
                  </a:lnTo>
                  <a:lnTo>
                    <a:pt x="631005" y="419348"/>
                  </a:lnTo>
                  <a:lnTo>
                    <a:pt x="614694" y="462546"/>
                  </a:lnTo>
                  <a:lnTo>
                    <a:pt x="592723" y="502546"/>
                  </a:lnTo>
                  <a:lnTo>
                    <a:pt x="565590" y="538845"/>
                  </a:lnTo>
                  <a:lnTo>
                    <a:pt x="533795" y="570941"/>
                  </a:lnTo>
                  <a:lnTo>
                    <a:pt x="497835" y="598329"/>
                  </a:lnTo>
                  <a:lnTo>
                    <a:pt x="458210" y="620507"/>
                  </a:lnTo>
                  <a:lnTo>
                    <a:pt x="415418" y="636972"/>
                  </a:lnTo>
                  <a:lnTo>
                    <a:pt x="369957" y="647220"/>
                  </a:lnTo>
                  <a:lnTo>
                    <a:pt x="322326" y="650748"/>
                  </a:lnTo>
                  <a:lnTo>
                    <a:pt x="274694" y="647220"/>
                  </a:lnTo>
                  <a:lnTo>
                    <a:pt x="229233" y="636972"/>
                  </a:lnTo>
                  <a:lnTo>
                    <a:pt x="186441" y="620507"/>
                  </a:lnTo>
                  <a:lnTo>
                    <a:pt x="146816" y="598329"/>
                  </a:lnTo>
                  <a:lnTo>
                    <a:pt x="110856" y="570941"/>
                  </a:lnTo>
                  <a:lnTo>
                    <a:pt x="79061" y="538845"/>
                  </a:lnTo>
                  <a:lnTo>
                    <a:pt x="51928" y="502546"/>
                  </a:lnTo>
                  <a:lnTo>
                    <a:pt x="29957" y="462546"/>
                  </a:lnTo>
                  <a:lnTo>
                    <a:pt x="13646" y="419348"/>
                  </a:lnTo>
                  <a:lnTo>
                    <a:pt x="3494" y="373456"/>
                  </a:lnTo>
                  <a:lnTo>
                    <a:pt x="0" y="3253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9518029" y="6197203"/>
              <a:ext cx="742950" cy="277495"/>
            </a:xfrm>
            <a:custGeom>
              <a:avLst/>
              <a:gdLst/>
              <a:ahLst/>
              <a:cxnLst/>
              <a:rect l="l" t="t" r="r" b="b"/>
              <a:pathLst>
                <a:path w="742950" h="277495">
                  <a:moveTo>
                    <a:pt x="742442" y="0"/>
                  </a:moveTo>
                  <a:lnTo>
                    <a:pt x="734553" y="40769"/>
                  </a:lnTo>
                  <a:lnTo>
                    <a:pt x="720189" y="79411"/>
                  </a:lnTo>
                  <a:lnTo>
                    <a:pt x="699842" y="115597"/>
                  </a:lnTo>
                  <a:lnTo>
                    <a:pt x="674004" y="148997"/>
                  </a:lnTo>
                  <a:lnTo>
                    <a:pt x="643170" y="179283"/>
                  </a:lnTo>
                  <a:lnTo>
                    <a:pt x="607831" y="206125"/>
                  </a:lnTo>
                  <a:lnTo>
                    <a:pt x="568480" y="229194"/>
                  </a:lnTo>
                  <a:lnTo>
                    <a:pt x="525611" y="248160"/>
                  </a:lnTo>
                  <a:lnTo>
                    <a:pt x="479716" y="262695"/>
                  </a:lnTo>
                  <a:lnTo>
                    <a:pt x="431287" y="272468"/>
                  </a:lnTo>
                  <a:lnTo>
                    <a:pt x="380819" y="277151"/>
                  </a:lnTo>
                  <a:lnTo>
                    <a:pt x="328803" y="276415"/>
                  </a:lnTo>
                  <a:lnTo>
                    <a:pt x="272838" y="269310"/>
                  </a:lnTo>
                  <a:lnTo>
                    <a:pt x="219872" y="256057"/>
                  </a:lnTo>
                  <a:lnTo>
                    <a:pt x="170527" y="237128"/>
                  </a:lnTo>
                  <a:lnTo>
                    <a:pt x="125429" y="212998"/>
                  </a:lnTo>
                  <a:lnTo>
                    <a:pt x="85203" y="184141"/>
                  </a:lnTo>
                  <a:lnTo>
                    <a:pt x="50473" y="151031"/>
                  </a:lnTo>
                  <a:lnTo>
                    <a:pt x="21864" y="114144"/>
                  </a:lnTo>
                  <a:lnTo>
                    <a:pt x="0" y="73952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9485095" y="6210195"/>
              <a:ext cx="73660" cy="84455"/>
            </a:xfrm>
            <a:custGeom>
              <a:avLst/>
              <a:gdLst/>
              <a:ahLst/>
              <a:cxnLst/>
              <a:rect l="l" t="t" r="r" b="b"/>
              <a:pathLst>
                <a:path w="73659" h="84454">
                  <a:moveTo>
                    <a:pt x="14846" y="0"/>
                  </a:moveTo>
                  <a:lnTo>
                    <a:pt x="0" y="83896"/>
                  </a:lnTo>
                  <a:lnTo>
                    <a:pt x="73050" y="62217"/>
                  </a:lnTo>
                  <a:lnTo>
                    <a:pt x="148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0628344" y="5398861"/>
              <a:ext cx="383540" cy="324485"/>
            </a:xfrm>
            <a:custGeom>
              <a:avLst/>
              <a:gdLst/>
              <a:ahLst/>
              <a:cxnLst/>
              <a:rect l="l" t="t" r="r" b="b"/>
              <a:pathLst>
                <a:path w="383540" h="324485">
                  <a:moveTo>
                    <a:pt x="6060" y="233461"/>
                  </a:moveTo>
                  <a:lnTo>
                    <a:pt x="0" y="186625"/>
                  </a:lnTo>
                  <a:lnTo>
                    <a:pt x="3908" y="142052"/>
                  </a:lnTo>
                  <a:lnTo>
                    <a:pt x="16957" y="101134"/>
                  </a:lnTo>
                  <a:lnTo>
                    <a:pt x="38318" y="65259"/>
                  </a:lnTo>
                  <a:lnTo>
                    <a:pt x="67164" y="35819"/>
                  </a:lnTo>
                  <a:lnTo>
                    <a:pt x="102665" y="14203"/>
                  </a:lnTo>
                  <a:lnTo>
                    <a:pt x="143995" y="1801"/>
                  </a:lnTo>
                  <a:lnTo>
                    <a:pt x="187855" y="0"/>
                  </a:lnTo>
                  <a:lnTo>
                    <a:pt x="230554" y="8580"/>
                  </a:lnTo>
                  <a:lnTo>
                    <a:pt x="270691" y="26522"/>
                  </a:lnTo>
                  <a:lnTo>
                    <a:pt x="306864" y="52808"/>
                  </a:lnTo>
                  <a:lnTo>
                    <a:pt x="337672" y="86419"/>
                  </a:lnTo>
                  <a:lnTo>
                    <a:pt x="361713" y="126334"/>
                  </a:lnTo>
                  <a:lnTo>
                    <a:pt x="377586" y="171536"/>
                  </a:lnTo>
                  <a:lnTo>
                    <a:pt x="383415" y="212398"/>
                  </a:lnTo>
                  <a:lnTo>
                    <a:pt x="381553" y="252146"/>
                  </a:lnTo>
                  <a:lnTo>
                    <a:pt x="372355" y="289679"/>
                  </a:lnTo>
                  <a:lnTo>
                    <a:pt x="356174" y="32389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0942048" y="5687966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22491" y="0"/>
                  </a:moveTo>
                  <a:lnTo>
                    <a:pt x="0" y="82181"/>
                  </a:lnTo>
                  <a:lnTo>
                    <a:pt x="79235" y="50863"/>
                  </a:lnTo>
                  <a:lnTo>
                    <a:pt x="224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9498189" y="5575912"/>
              <a:ext cx="742950" cy="277495"/>
            </a:xfrm>
            <a:custGeom>
              <a:avLst/>
              <a:gdLst/>
              <a:ahLst/>
              <a:cxnLst/>
              <a:rect l="l" t="t" r="r" b="b"/>
              <a:pathLst>
                <a:path w="742950" h="277495">
                  <a:moveTo>
                    <a:pt x="0" y="277151"/>
                  </a:moveTo>
                  <a:lnTo>
                    <a:pt x="7888" y="236382"/>
                  </a:lnTo>
                  <a:lnTo>
                    <a:pt x="22252" y="197740"/>
                  </a:lnTo>
                  <a:lnTo>
                    <a:pt x="42599" y="161554"/>
                  </a:lnTo>
                  <a:lnTo>
                    <a:pt x="68437" y="128154"/>
                  </a:lnTo>
                  <a:lnTo>
                    <a:pt x="99271" y="97868"/>
                  </a:lnTo>
                  <a:lnTo>
                    <a:pt x="134610" y="71026"/>
                  </a:lnTo>
                  <a:lnTo>
                    <a:pt x="173961" y="47957"/>
                  </a:lnTo>
                  <a:lnTo>
                    <a:pt x="216830" y="28991"/>
                  </a:lnTo>
                  <a:lnTo>
                    <a:pt x="262725" y="14456"/>
                  </a:lnTo>
                  <a:lnTo>
                    <a:pt x="311154" y="4683"/>
                  </a:lnTo>
                  <a:lnTo>
                    <a:pt x="361622" y="0"/>
                  </a:lnTo>
                  <a:lnTo>
                    <a:pt x="413639" y="736"/>
                  </a:lnTo>
                  <a:lnTo>
                    <a:pt x="469603" y="7841"/>
                  </a:lnTo>
                  <a:lnTo>
                    <a:pt x="522569" y="21094"/>
                  </a:lnTo>
                  <a:lnTo>
                    <a:pt x="571914" y="40023"/>
                  </a:lnTo>
                  <a:lnTo>
                    <a:pt x="617012" y="64153"/>
                  </a:lnTo>
                  <a:lnTo>
                    <a:pt x="657238" y="93010"/>
                  </a:lnTo>
                  <a:lnTo>
                    <a:pt x="691968" y="126119"/>
                  </a:lnTo>
                  <a:lnTo>
                    <a:pt x="720577" y="163007"/>
                  </a:lnTo>
                  <a:lnTo>
                    <a:pt x="742442" y="2031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0200514" y="5756175"/>
              <a:ext cx="73660" cy="84455"/>
            </a:xfrm>
            <a:custGeom>
              <a:avLst/>
              <a:gdLst/>
              <a:ahLst/>
              <a:cxnLst/>
              <a:rect l="l" t="t" r="r" b="b"/>
              <a:pathLst>
                <a:path w="73659" h="84454">
                  <a:moveTo>
                    <a:pt x="73050" y="0"/>
                  </a:moveTo>
                  <a:lnTo>
                    <a:pt x="0" y="21678"/>
                  </a:lnTo>
                  <a:lnTo>
                    <a:pt x="58204" y="83896"/>
                  </a:lnTo>
                  <a:lnTo>
                    <a:pt x="730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7" name="object 137" descr=""/>
          <p:cNvSpPr txBox="1"/>
          <p:nvPr/>
        </p:nvSpPr>
        <p:spPr>
          <a:xfrm>
            <a:off x="9715662" y="5263853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38" name="object 138" descr=""/>
          <p:cNvSpPr txBox="1"/>
          <p:nvPr/>
        </p:nvSpPr>
        <p:spPr>
          <a:xfrm>
            <a:off x="9821438" y="6463375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139" name="object 139" descr=""/>
          <p:cNvGrpSpPr/>
          <p:nvPr/>
        </p:nvGrpSpPr>
        <p:grpSpPr>
          <a:xfrm>
            <a:off x="6642925" y="3908869"/>
            <a:ext cx="481965" cy="427355"/>
            <a:chOff x="6642925" y="3908869"/>
            <a:chExt cx="481965" cy="427355"/>
          </a:xfrm>
        </p:grpSpPr>
        <p:sp>
          <p:nvSpPr>
            <p:cNvPr id="140" name="object 140" descr=""/>
            <p:cNvSpPr/>
            <p:nvPr/>
          </p:nvSpPr>
          <p:spPr>
            <a:xfrm>
              <a:off x="6647688" y="3913632"/>
              <a:ext cx="472440" cy="417830"/>
            </a:xfrm>
            <a:custGeom>
              <a:avLst/>
              <a:gdLst/>
              <a:ahLst/>
              <a:cxnLst/>
              <a:rect l="l" t="t" r="r" b="b"/>
              <a:pathLst>
                <a:path w="472440" h="417829">
                  <a:moveTo>
                    <a:pt x="472440" y="0"/>
                  </a:moveTo>
                  <a:lnTo>
                    <a:pt x="0" y="0"/>
                  </a:lnTo>
                  <a:lnTo>
                    <a:pt x="0" y="417576"/>
                  </a:lnTo>
                  <a:lnTo>
                    <a:pt x="472440" y="417576"/>
                  </a:lnTo>
                  <a:lnTo>
                    <a:pt x="4724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6647688" y="3913632"/>
              <a:ext cx="472440" cy="417830"/>
            </a:xfrm>
            <a:custGeom>
              <a:avLst/>
              <a:gdLst/>
              <a:ahLst/>
              <a:cxnLst/>
              <a:rect l="l" t="t" r="r" b="b"/>
              <a:pathLst>
                <a:path w="472440" h="417829">
                  <a:moveTo>
                    <a:pt x="0" y="0"/>
                  </a:moveTo>
                  <a:lnTo>
                    <a:pt x="472440" y="0"/>
                  </a:lnTo>
                  <a:lnTo>
                    <a:pt x="472440" y="417576"/>
                  </a:lnTo>
                  <a:lnTo>
                    <a:pt x="0" y="41757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2" name="object 142" descr=""/>
          <p:cNvSpPr txBox="1"/>
          <p:nvPr/>
        </p:nvSpPr>
        <p:spPr>
          <a:xfrm>
            <a:off x="6793883" y="3940421"/>
            <a:ext cx="1739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43" name="object 143" descr=""/>
          <p:cNvGrpSpPr/>
          <p:nvPr/>
        </p:nvGrpSpPr>
        <p:grpSpPr>
          <a:xfrm>
            <a:off x="7397242" y="4315203"/>
            <a:ext cx="1342390" cy="1708785"/>
            <a:chOff x="7397242" y="4315203"/>
            <a:chExt cx="1342390" cy="1708785"/>
          </a:xfrm>
        </p:grpSpPr>
        <p:sp>
          <p:nvSpPr>
            <p:cNvPr id="144" name="object 144" descr=""/>
            <p:cNvSpPr/>
            <p:nvPr/>
          </p:nvSpPr>
          <p:spPr>
            <a:xfrm>
              <a:off x="7812786" y="4353487"/>
              <a:ext cx="855344" cy="646430"/>
            </a:xfrm>
            <a:custGeom>
              <a:avLst/>
              <a:gdLst/>
              <a:ahLst/>
              <a:cxnLst/>
              <a:rect l="l" t="t" r="r" b="b"/>
              <a:pathLst>
                <a:path w="855345" h="646429">
                  <a:moveTo>
                    <a:pt x="0" y="646264"/>
                  </a:moveTo>
                  <a:lnTo>
                    <a:pt x="85531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8635012" y="4315203"/>
              <a:ext cx="83820" cy="76835"/>
            </a:xfrm>
            <a:custGeom>
              <a:avLst/>
              <a:gdLst/>
              <a:ahLst/>
              <a:cxnLst/>
              <a:rect l="l" t="t" r="r" b="b"/>
              <a:pathLst>
                <a:path w="83820" h="76835">
                  <a:moveTo>
                    <a:pt x="83756" y="0"/>
                  </a:moveTo>
                  <a:lnTo>
                    <a:pt x="0" y="15544"/>
                  </a:lnTo>
                  <a:lnTo>
                    <a:pt x="45935" y="76339"/>
                  </a:lnTo>
                  <a:lnTo>
                    <a:pt x="837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7812786" y="5353049"/>
              <a:ext cx="875665" cy="633730"/>
            </a:xfrm>
            <a:custGeom>
              <a:avLst/>
              <a:gdLst/>
              <a:ahLst/>
              <a:cxnLst/>
              <a:rect l="l" t="t" r="r" b="b"/>
              <a:pathLst>
                <a:path w="875665" h="633729">
                  <a:moveTo>
                    <a:pt x="0" y="0"/>
                  </a:moveTo>
                  <a:lnTo>
                    <a:pt x="875411" y="63334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8655574" y="5948090"/>
              <a:ext cx="84455" cy="75565"/>
            </a:xfrm>
            <a:custGeom>
              <a:avLst/>
              <a:gdLst/>
              <a:ahLst/>
              <a:cxnLst/>
              <a:rect l="l" t="t" r="r" b="b"/>
              <a:pathLst>
                <a:path w="84454" h="75564">
                  <a:moveTo>
                    <a:pt x="44665" y="0"/>
                  </a:moveTo>
                  <a:lnTo>
                    <a:pt x="0" y="61734"/>
                  </a:lnTo>
                  <a:lnTo>
                    <a:pt x="84061" y="75539"/>
                  </a:lnTo>
                  <a:lnTo>
                    <a:pt x="446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7403592" y="4925567"/>
              <a:ext cx="478790" cy="500380"/>
            </a:xfrm>
            <a:custGeom>
              <a:avLst/>
              <a:gdLst/>
              <a:ahLst/>
              <a:cxnLst/>
              <a:rect l="l" t="t" r="r" b="b"/>
              <a:pathLst>
                <a:path w="478790" h="500379">
                  <a:moveTo>
                    <a:pt x="239268" y="0"/>
                  </a:moveTo>
                  <a:lnTo>
                    <a:pt x="191047" y="5077"/>
                  </a:lnTo>
                  <a:lnTo>
                    <a:pt x="146134" y="19641"/>
                  </a:lnTo>
                  <a:lnTo>
                    <a:pt x="105491" y="42685"/>
                  </a:lnTo>
                  <a:lnTo>
                    <a:pt x="70080" y="73204"/>
                  </a:lnTo>
                  <a:lnTo>
                    <a:pt x="40863" y="110194"/>
                  </a:lnTo>
                  <a:lnTo>
                    <a:pt x="18802" y="152649"/>
                  </a:lnTo>
                  <a:lnTo>
                    <a:pt x="4861" y="199565"/>
                  </a:lnTo>
                  <a:lnTo>
                    <a:pt x="0" y="249935"/>
                  </a:lnTo>
                  <a:lnTo>
                    <a:pt x="4861" y="300306"/>
                  </a:lnTo>
                  <a:lnTo>
                    <a:pt x="18802" y="347222"/>
                  </a:lnTo>
                  <a:lnTo>
                    <a:pt x="40863" y="389677"/>
                  </a:lnTo>
                  <a:lnTo>
                    <a:pt x="70080" y="426667"/>
                  </a:lnTo>
                  <a:lnTo>
                    <a:pt x="105491" y="457186"/>
                  </a:lnTo>
                  <a:lnTo>
                    <a:pt x="146134" y="480230"/>
                  </a:lnTo>
                  <a:lnTo>
                    <a:pt x="191047" y="494794"/>
                  </a:lnTo>
                  <a:lnTo>
                    <a:pt x="239268" y="499871"/>
                  </a:lnTo>
                  <a:lnTo>
                    <a:pt x="287488" y="494794"/>
                  </a:lnTo>
                  <a:lnTo>
                    <a:pt x="332401" y="480230"/>
                  </a:lnTo>
                  <a:lnTo>
                    <a:pt x="373044" y="457186"/>
                  </a:lnTo>
                  <a:lnTo>
                    <a:pt x="408455" y="426667"/>
                  </a:lnTo>
                  <a:lnTo>
                    <a:pt x="437672" y="389677"/>
                  </a:lnTo>
                  <a:lnTo>
                    <a:pt x="459733" y="347222"/>
                  </a:lnTo>
                  <a:lnTo>
                    <a:pt x="473674" y="300306"/>
                  </a:lnTo>
                  <a:lnTo>
                    <a:pt x="478536" y="249935"/>
                  </a:lnTo>
                  <a:lnTo>
                    <a:pt x="473674" y="199565"/>
                  </a:lnTo>
                  <a:lnTo>
                    <a:pt x="459733" y="152649"/>
                  </a:lnTo>
                  <a:lnTo>
                    <a:pt x="437672" y="110194"/>
                  </a:lnTo>
                  <a:lnTo>
                    <a:pt x="408455" y="73204"/>
                  </a:lnTo>
                  <a:lnTo>
                    <a:pt x="373044" y="42685"/>
                  </a:lnTo>
                  <a:lnTo>
                    <a:pt x="332401" y="19641"/>
                  </a:lnTo>
                  <a:lnTo>
                    <a:pt x="287488" y="5077"/>
                  </a:lnTo>
                  <a:lnTo>
                    <a:pt x="2392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7403592" y="4925567"/>
              <a:ext cx="478790" cy="500380"/>
            </a:xfrm>
            <a:custGeom>
              <a:avLst/>
              <a:gdLst/>
              <a:ahLst/>
              <a:cxnLst/>
              <a:rect l="l" t="t" r="r" b="b"/>
              <a:pathLst>
                <a:path w="478790" h="500379">
                  <a:moveTo>
                    <a:pt x="0" y="249935"/>
                  </a:moveTo>
                  <a:lnTo>
                    <a:pt x="4861" y="199565"/>
                  </a:lnTo>
                  <a:lnTo>
                    <a:pt x="18802" y="152649"/>
                  </a:lnTo>
                  <a:lnTo>
                    <a:pt x="40863" y="110194"/>
                  </a:lnTo>
                  <a:lnTo>
                    <a:pt x="70080" y="73204"/>
                  </a:lnTo>
                  <a:lnTo>
                    <a:pt x="105491" y="42685"/>
                  </a:lnTo>
                  <a:lnTo>
                    <a:pt x="146134" y="19641"/>
                  </a:lnTo>
                  <a:lnTo>
                    <a:pt x="191047" y="5077"/>
                  </a:lnTo>
                  <a:lnTo>
                    <a:pt x="239268" y="0"/>
                  </a:lnTo>
                  <a:lnTo>
                    <a:pt x="287488" y="5077"/>
                  </a:lnTo>
                  <a:lnTo>
                    <a:pt x="332401" y="19641"/>
                  </a:lnTo>
                  <a:lnTo>
                    <a:pt x="373044" y="42685"/>
                  </a:lnTo>
                  <a:lnTo>
                    <a:pt x="408455" y="73204"/>
                  </a:lnTo>
                  <a:lnTo>
                    <a:pt x="437672" y="110194"/>
                  </a:lnTo>
                  <a:lnTo>
                    <a:pt x="459733" y="152649"/>
                  </a:lnTo>
                  <a:lnTo>
                    <a:pt x="473674" y="199565"/>
                  </a:lnTo>
                  <a:lnTo>
                    <a:pt x="478536" y="249935"/>
                  </a:lnTo>
                  <a:lnTo>
                    <a:pt x="473674" y="300306"/>
                  </a:lnTo>
                  <a:lnTo>
                    <a:pt x="459733" y="347222"/>
                  </a:lnTo>
                  <a:lnTo>
                    <a:pt x="437672" y="389677"/>
                  </a:lnTo>
                  <a:lnTo>
                    <a:pt x="408455" y="426667"/>
                  </a:lnTo>
                  <a:lnTo>
                    <a:pt x="373044" y="457186"/>
                  </a:lnTo>
                  <a:lnTo>
                    <a:pt x="332401" y="480230"/>
                  </a:lnTo>
                  <a:lnTo>
                    <a:pt x="287488" y="494794"/>
                  </a:lnTo>
                  <a:lnTo>
                    <a:pt x="239268" y="499871"/>
                  </a:lnTo>
                  <a:lnTo>
                    <a:pt x="191047" y="494794"/>
                  </a:lnTo>
                  <a:lnTo>
                    <a:pt x="146134" y="480230"/>
                  </a:lnTo>
                  <a:lnTo>
                    <a:pt x="105491" y="457186"/>
                  </a:lnTo>
                  <a:lnTo>
                    <a:pt x="70080" y="426667"/>
                  </a:lnTo>
                  <a:lnTo>
                    <a:pt x="40863" y="389677"/>
                  </a:lnTo>
                  <a:lnTo>
                    <a:pt x="18802" y="347222"/>
                  </a:lnTo>
                  <a:lnTo>
                    <a:pt x="4861" y="300306"/>
                  </a:lnTo>
                  <a:lnTo>
                    <a:pt x="0" y="249935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0" name="object 150" descr=""/>
          <p:cNvSpPr txBox="1"/>
          <p:nvPr/>
        </p:nvSpPr>
        <p:spPr>
          <a:xfrm>
            <a:off x="7491165" y="5049747"/>
            <a:ext cx="2533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Cambria Math"/>
                <a:cs typeface="Cambria Math"/>
              </a:rPr>
              <a:t>𝑛</a:t>
            </a:r>
            <a:r>
              <a:rPr dirty="0" baseline="-16666" sz="1500" spc="-37">
                <a:latin typeface="Cambria Math"/>
                <a:cs typeface="Cambria Math"/>
              </a:rPr>
              <a:t>0</a:t>
            </a:r>
            <a:endParaRPr baseline="-16666" sz="1500">
              <a:latin typeface="Cambria Math"/>
              <a:cs typeface="Cambria Math"/>
            </a:endParaRPr>
          </a:p>
        </p:txBody>
      </p:sp>
      <p:grpSp>
        <p:nvGrpSpPr>
          <p:cNvPr id="151" name="object 151" descr=""/>
          <p:cNvGrpSpPr/>
          <p:nvPr/>
        </p:nvGrpSpPr>
        <p:grpSpPr>
          <a:xfrm>
            <a:off x="7000493" y="5138163"/>
            <a:ext cx="403860" cy="76200"/>
            <a:chOff x="7000493" y="5138163"/>
            <a:chExt cx="403860" cy="76200"/>
          </a:xfrm>
        </p:grpSpPr>
        <p:sp>
          <p:nvSpPr>
            <p:cNvPr id="152" name="object 152" descr=""/>
            <p:cNvSpPr/>
            <p:nvPr/>
          </p:nvSpPr>
          <p:spPr>
            <a:xfrm>
              <a:off x="7000493" y="5176266"/>
              <a:ext cx="340360" cy="0"/>
            </a:xfrm>
            <a:custGeom>
              <a:avLst/>
              <a:gdLst/>
              <a:ahLst/>
              <a:cxnLst/>
              <a:rect l="l" t="t" r="r" b="b"/>
              <a:pathLst>
                <a:path w="340359" h="0">
                  <a:moveTo>
                    <a:pt x="0" y="0"/>
                  </a:moveTo>
                  <a:lnTo>
                    <a:pt x="34036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7328158" y="513816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4" name="object 154" descr=""/>
          <p:cNvSpPr txBox="1"/>
          <p:nvPr/>
        </p:nvSpPr>
        <p:spPr>
          <a:xfrm>
            <a:off x="8052461" y="4275222"/>
            <a:ext cx="129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5" name="object 155" descr=""/>
          <p:cNvSpPr txBox="1"/>
          <p:nvPr/>
        </p:nvSpPr>
        <p:spPr>
          <a:xfrm>
            <a:off x="8052461" y="5681378"/>
            <a:ext cx="129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6" name="object 156" descr=""/>
          <p:cNvSpPr txBox="1"/>
          <p:nvPr/>
        </p:nvSpPr>
        <p:spPr>
          <a:xfrm>
            <a:off x="6671038" y="4351251"/>
            <a:ext cx="398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>
                <a:latin typeface="Franklin Gothic Medium"/>
                <a:cs typeface="Franklin Gothic Medium"/>
              </a:rPr>
              <a:t>NFA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56945" y="3524758"/>
            <a:ext cx="11465560" cy="3207385"/>
            <a:chOff x="456945" y="3524758"/>
            <a:chExt cx="11465560" cy="3207385"/>
          </a:xfrm>
        </p:grpSpPr>
        <p:sp>
          <p:nvSpPr>
            <p:cNvPr id="4" name="object 4" descr=""/>
            <p:cNvSpPr/>
            <p:nvPr/>
          </p:nvSpPr>
          <p:spPr>
            <a:xfrm>
              <a:off x="463295" y="3531108"/>
              <a:ext cx="11452860" cy="3194685"/>
            </a:xfrm>
            <a:custGeom>
              <a:avLst/>
              <a:gdLst/>
              <a:ahLst/>
              <a:cxnLst/>
              <a:rect l="l" t="t" r="r" b="b"/>
              <a:pathLst>
                <a:path w="11452860" h="3194684">
                  <a:moveTo>
                    <a:pt x="11452860" y="0"/>
                  </a:moveTo>
                  <a:lnTo>
                    <a:pt x="0" y="0"/>
                  </a:lnTo>
                  <a:lnTo>
                    <a:pt x="0" y="3194304"/>
                  </a:lnTo>
                  <a:lnTo>
                    <a:pt x="11452860" y="3194304"/>
                  </a:lnTo>
                  <a:lnTo>
                    <a:pt x="11452860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63295" y="3531108"/>
              <a:ext cx="11452860" cy="3194685"/>
            </a:xfrm>
            <a:custGeom>
              <a:avLst/>
              <a:gdLst/>
              <a:ahLst/>
              <a:cxnLst/>
              <a:rect l="l" t="t" r="r" b="b"/>
              <a:pathLst>
                <a:path w="11452860" h="3194684">
                  <a:moveTo>
                    <a:pt x="0" y="0"/>
                  </a:moveTo>
                  <a:lnTo>
                    <a:pt x="11452860" y="0"/>
                  </a:lnTo>
                  <a:lnTo>
                    <a:pt x="11452860" y="3194304"/>
                  </a:lnTo>
                  <a:lnTo>
                    <a:pt x="0" y="319430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8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20"/>
              <a:t> </a:t>
            </a:r>
            <a:r>
              <a:rPr dirty="0" spc="-20"/>
              <a:t>Properties</a:t>
            </a:r>
            <a:r>
              <a:rPr dirty="0" spc="-100"/>
              <a:t> </a:t>
            </a:r>
            <a:r>
              <a:rPr dirty="0"/>
              <a:t>–</a:t>
            </a:r>
            <a:r>
              <a:rPr dirty="0" spc="-125"/>
              <a:t> </a:t>
            </a:r>
            <a:r>
              <a:rPr dirty="0" spc="-25"/>
              <a:t>Concatenation</a:t>
            </a:r>
            <a:r>
              <a:rPr dirty="0" spc="-140"/>
              <a:t> </a:t>
            </a:r>
            <a:r>
              <a:rPr dirty="0"/>
              <a:t>(previous</a:t>
            </a:r>
            <a:r>
              <a:rPr dirty="0" spc="-105"/>
              <a:t> </a:t>
            </a:r>
            <a:r>
              <a:rPr dirty="0" spc="-20"/>
              <a:t>attempt)</a:t>
            </a:r>
          </a:p>
        </p:txBody>
      </p:sp>
      <p:grpSp>
        <p:nvGrpSpPr>
          <p:cNvPr id="10" name="object 10" descr=""/>
          <p:cNvGrpSpPr/>
          <p:nvPr/>
        </p:nvGrpSpPr>
        <p:grpSpPr>
          <a:xfrm>
            <a:off x="5448109" y="3697033"/>
            <a:ext cx="456565" cy="380365"/>
            <a:chOff x="5448109" y="3697033"/>
            <a:chExt cx="456565" cy="380365"/>
          </a:xfrm>
        </p:grpSpPr>
        <p:sp>
          <p:nvSpPr>
            <p:cNvPr id="11" name="object 11" descr=""/>
            <p:cNvSpPr/>
            <p:nvPr/>
          </p:nvSpPr>
          <p:spPr>
            <a:xfrm>
              <a:off x="5452871" y="3701796"/>
              <a:ext cx="447040" cy="370840"/>
            </a:xfrm>
            <a:custGeom>
              <a:avLst/>
              <a:gdLst/>
              <a:ahLst/>
              <a:cxnLst/>
              <a:rect l="l" t="t" r="r" b="b"/>
              <a:pathLst>
                <a:path w="447039" h="370839">
                  <a:moveTo>
                    <a:pt x="446531" y="0"/>
                  </a:moveTo>
                  <a:lnTo>
                    <a:pt x="0" y="0"/>
                  </a:lnTo>
                  <a:lnTo>
                    <a:pt x="0" y="370331"/>
                  </a:lnTo>
                  <a:lnTo>
                    <a:pt x="446531" y="370331"/>
                  </a:lnTo>
                  <a:lnTo>
                    <a:pt x="44653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452871" y="3701796"/>
              <a:ext cx="447040" cy="370840"/>
            </a:xfrm>
            <a:custGeom>
              <a:avLst/>
              <a:gdLst/>
              <a:ahLst/>
              <a:cxnLst/>
              <a:rect l="l" t="t" r="r" b="b"/>
              <a:pathLst>
                <a:path w="447039" h="370839">
                  <a:moveTo>
                    <a:pt x="0" y="0"/>
                  </a:moveTo>
                  <a:lnTo>
                    <a:pt x="446531" y="0"/>
                  </a:lnTo>
                  <a:lnTo>
                    <a:pt x="446531" y="370331"/>
                  </a:lnTo>
                  <a:lnTo>
                    <a:pt x="0" y="37033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562709" y="3729268"/>
            <a:ext cx="2203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480817" y="4024629"/>
            <a:ext cx="616585" cy="622300"/>
            <a:chOff x="2480817" y="4024629"/>
            <a:chExt cx="616585" cy="622300"/>
          </a:xfrm>
        </p:grpSpPr>
        <p:sp>
          <p:nvSpPr>
            <p:cNvPr id="15" name="object 15" descr=""/>
            <p:cNvSpPr/>
            <p:nvPr/>
          </p:nvSpPr>
          <p:spPr>
            <a:xfrm>
              <a:off x="2487167" y="4030979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5" h="609600">
                  <a:moveTo>
                    <a:pt x="301752" y="0"/>
                  </a:moveTo>
                  <a:lnTo>
                    <a:pt x="252807" y="3989"/>
                  </a:lnTo>
                  <a:lnTo>
                    <a:pt x="206376" y="15538"/>
                  </a:lnTo>
                  <a:lnTo>
                    <a:pt x="163081" y="34020"/>
                  </a:lnTo>
                  <a:lnTo>
                    <a:pt x="123542" y="58808"/>
                  </a:lnTo>
                  <a:lnTo>
                    <a:pt x="88382" y="89273"/>
                  </a:lnTo>
                  <a:lnTo>
                    <a:pt x="58221" y="124788"/>
                  </a:lnTo>
                  <a:lnTo>
                    <a:pt x="33681" y="164725"/>
                  </a:lnTo>
                  <a:lnTo>
                    <a:pt x="15383" y="208458"/>
                  </a:lnTo>
                  <a:lnTo>
                    <a:pt x="3949" y="255359"/>
                  </a:lnTo>
                  <a:lnTo>
                    <a:pt x="0" y="304800"/>
                  </a:lnTo>
                  <a:lnTo>
                    <a:pt x="3949" y="354240"/>
                  </a:lnTo>
                  <a:lnTo>
                    <a:pt x="15383" y="401141"/>
                  </a:lnTo>
                  <a:lnTo>
                    <a:pt x="33681" y="444874"/>
                  </a:lnTo>
                  <a:lnTo>
                    <a:pt x="58221" y="484811"/>
                  </a:lnTo>
                  <a:lnTo>
                    <a:pt x="88382" y="520326"/>
                  </a:lnTo>
                  <a:lnTo>
                    <a:pt x="123542" y="550791"/>
                  </a:lnTo>
                  <a:lnTo>
                    <a:pt x="163081" y="575579"/>
                  </a:lnTo>
                  <a:lnTo>
                    <a:pt x="206376" y="594061"/>
                  </a:lnTo>
                  <a:lnTo>
                    <a:pt x="252807" y="605610"/>
                  </a:lnTo>
                  <a:lnTo>
                    <a:pt x="301752" y="609600"/>
                  </a:lnTo>
                  <a:lnTo>
                    <a:pt x="350696" y="605610"/>
                  </a:lnTo>
                  <a:lnTo>
                    <a:pt x="397127" y="594061"/>
                  </a:lnTo>
                  <a:lnTo>
                    <a:pt x="440422" y="575579"/>
                  </a:lnTo>
                  <a:lnTo>
                    <a:pt x="479961" y="550791"/>
                  </a:lnTo>
                  <a:lnTo>
                    <a:pt x="515121" y="520326"/>
                  </a:lnTo>
                  <a:lnTo>
                    <a:pt x="545282" y="484811"/>
                  </a:lnTo>
                  <a:lnTo>
                    <a:pt x="569822" y="444874"/>
                  </a:lnTo>
                  <a:lnTo>
                    <a:pt x="588120" y="401141"/>
                  </a:lnTo>
                  <a:lnTo>
                    <a:pt x="599554" y="354240"/>
                  </a:lnTo>
                  <a:lnTo>
                    <a:pt x="603504" y="304800"/>
                  </a:lnTo>
                  <a:lnTo>
                    <a:pt x="599554" y="255359"/>
                  </a:lnTo>
                  <a:lnTo>
                    <a:pt x="588120" y="208458"/>
                  </a:lnTo>
                  <a:lnTo>
                    <a:pt x="569822" y="164725"/>
                  </a:lnTo>
                  <a:lnTo>
                    <a:pt x="545282" y="124788"/>
                  </a:lnTo>
                  <a:lnTo>
                    <a:pt x="515121" y="89273"/>
                  </a:lnTo>
                  <a:lnTo>
                    <a:pt x="479961" y="58808"/>
                  </a:lnTo>
                  <a:lnTo>
                    <a:pt x="440422" y="34020"/>
                  </a:lnTo>
                  <a:lnTo>
                    <a:pt x="397127" y="15538"/>
                  </a:lnTo>
                  <a:lnTo>
                    <a:pt x="350696" y="3989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487167" y="4030979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5" h="609600">
                  <a:moveTo>
                    <a:pt x="0" y="304800"/>
                  </a:moveTo>
                  <a:lnTo>
                    <a:pt x="3949" y="255359"/>
                  </a:lnTo>
                  <a:lnTo>
                    <a:pt x="15383" y="208458"/>
                  </a:lnTo>
                  <a:lnTo>
                    <a:pt x="33681" y="164725"/>
                  </a:lnTo>
                  <a:lnTo>
                    <a:pt x="58221" y="124788"/>
                  </a:lnTo>
                  <a:lnTo>
                    <a:pt x="88382" y="89273"/>
                  </a:lnTo>
                  <a:lnTo>
                    <a:pt x="123542" y="58808"/>
                  </a:lnTo>
                  <a:lnTo>
                    <a:pt x="163081" y="34020"/>
                  </a:lnTo>
                  <a:lnTo>
                    <a:pt x="206376" y="15538"/>
                  </a:lnTo>
                  <a:lnTo>
                    <a:pt x="252807" y="3989"/>
                  </a:lnTo>
                  <a:lnTo>
                    <a:pt x="301752" y="0"/>
                  </a:lnTo>
                  <a:lnTo>
                    <a:pt x="350696" y="3989"/>
                  </a:lnTo>
                  <a:lnTo>
                    <a:pt x="397127" y="15538"/>
                  </a:lnTo>
                  <a:lnTo>
                    <a:pt x="440422" y="34020"/>
                  </a:lnTo>
                  <a:lnTo>
                    <a:pt x="479961" y="58808"/>
                  </a:lnTo>
                  <a:lnTo>
                    <a:pt x="515121" y="89273"/>
                  </a:lnTo>
                  <a:lnTo>
                    <a:pt x="545282" y="124788"/>
                  </a:lnTo>
                  <a:lnTo>
                    <a:pt x="569822" y="164725"/>
                  </a:lnTo>
                  <a:lnTo>
                    <a:pt x="588120" y="208458"/>
                  </a:lnTo>
                  <a:lnTo>
                    <a:pt x="599554" y="255359"/>
                  </a:lnTo>
                  <a:lnTo>
                    <a:pt x="603504" y="304800"/>
                  </a:lnTo>
                  <a:lnTo>
                    <a:pt x="599554" y="354240"/>
                  </a:lnTo>
                  <a:lnTo>
                    <a:pt x="588120" y="401141"/>
                  </a:lnTo>
                  <a:lnTo>
                    <a:pt x="569822" y="444874"/>
                  </a:lnTo>
                  <a:lnTo>
                    <a:pt x="545282" y="484811"/>
                  </a:lnTo>
                  <a:lnTo>
                    <a:pt x="515121" y="520326"/>
                  </a:lnTo>
                  <a:lnTo>
                    <a:pt x="479961" y="550791"/>
                  </a:lnTo>
                  <a:lnTo>
                    <a:pt x="440422" y="575579"/>
                  </a:lnTo>
                  <a:lnTo>
                    <a:pt x="397127" y="594061"/>
                  </a:lnTo>
                  <a:lnTo>
                    <a:pt x="350696" y="605610"/>
                  </a:lnTo>
                  <a:lnTo>
                    <a:pt x="301752" y="609600"/>
                  </a:lnTo>
                  <a:lnTo>
                    <a:pt x="252807" y="605610"/>
                  </a:lnTo>
                  <a:lnTo>
                    <a:pt x="206376" y="594061"/>
                  </a:lnTo>
                  <a:lnTo>
                    <a:pt x="163081" y="575579"/>
                  </a:lnTo>
                  <a:lnTo>
                    <a:pt x="123542" y="550791"/>
                  </a:lnTo>
                  <a:lnTo>
                    <a:pt x="88382" y="520326"/>
                  </a:lnTo>
                  <a:lnTo>
                    <a:pt x="58221" y="484811"/>
                  </a:lnTo>
                  <a:lnTo>
                    <a:pt x="33681" y="444874"/>
                  </a:lnTo>
                  <a:lnTo>
                    <a:pt x="15383" y="401141"/>
                  </a:lnTo>
                  <a:lnTo>
                    <a:pt x="3949" y="35424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651527" y="4195394"/>
            <a:ext cx="2254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164079" y="3671061"/>
            <a:ext cx="1875155" cy="722630"/>
            <a:chOff x="2164079" y="3671061"/>
            <a:chExt cx="1875155" cy="722630"/>
          </a:xfrm>
        </p:grpSpPr>
        <p:sp>
          <p:nvSpPr>
            <p:cNvPr id="19" name="object 19" descr=""/>
            <p:cNvSpPr/>
            <p:nvPr/>
          </p:nvSpPr>
          <p:spPr>
            <a:xfrm>
              <a:off x="2183129" y="4336541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4" h="0">
                  <a:moveTo>
                    <a:pt x="0" y="0"/>
                  </a:moveTo>
                  <a:lnTo>
                    <a:pt x="208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372776" y="427938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299"/>
                  </a:lnTo>
                  <a:lnTo>
                    <a:pt x="114300" y="57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428999" y="3677411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5" h="609600">
                  <a:moveTo>
                    <a:pt x="0" y="304800"/>
                  </a:moveTo>
                  <a:lnTo>
                    <a:pt x="3949" y="255359"/>
                  </a:lnTo>
                  <a:lnTo>
                    <a:pt x="15383" y="208458"/>
                  </a:lnTo>
                  <a:lnTo>
                    <a:pt x="33681" y="164725"/>
                  </a:lnTo>
                  <a:lnTo>
                    <a:pt x="58221" y="124788"/>
                  </a:lnTo>
                  <a:lnTo>
                    <a:pt x="88382" y="89273"/>
                  </a:lnTo>
                  <a:lnTo>
                    <a:pt x="123542" y="58808"/>
                  </a:lnTo>
                  <a:lnTo>
                    <a:pt x="163081" y="34020"/>
                  </a:lnTo>
                  <a:lnTo>
                    <a:pt x="206376" y="15538"/>
                  </a:lnTo>
                  <a:lnTo>
                    <a:pt x="252807" y="3989"/>
                  </a:lnTo>
                  <a:lnTo>
                    <a:pt x="301752" y="0"/>
                  </a:lnTo>
                  <a:lnTo>
                    <a:pt x="350696" y="3989"/>
                  </a:lnTo>
                  <a:lnTo>
                    <a:pt x="397127" y="15538"/>
                  </a:lnTo>
                  <a:lnTo>
                    <a:pt x="440422" y="34020"/>
                  </a:lnTo>
                  <a:lnTo>
                    <a:pt x="479961" y="58808"/>
                  </a:lnTo>
                  <a:lnTo>
                    <a:pt x="515121" y="89273"/>
                  </a:lnTo>
                  <a:lnTo>
                    <a:pt x="545282" y="124788"/>
                  </a:lnTo>
                  <a:lnTo>
                    <a:pt x="569822" y="164725"/>
                  </a:lnTo>
                  <a:lnTo>
                    <a:pt x="588120" y="208458"/>
                  </a:lnTo>
                  <a:lnTo>
                    <a:pt x="599554" y="255359"/>
                  </a:lnTo>
                  <a:lnTo>
                    <a:pt x="603504" y="304800"/>
                  </a:lnTo>
                  <a:lnTo>
                    <a:pt x="599554" y="354240"/>
                  </a:lnTo>
                  <a:lnTo>
                    <a:pt x="588120" y="401141"/>
                  </a:lnTo>
                  <a:lnTo>
                    <a:pt x="569822" y="444874"/>
                  </a:lnTo>
                  <a:lnTo>
                    <a:pt x="545282" y="484811"/>
                  </a:lnTo>
                  <a:lnTo>
                    <a:pt x="515121" y="520326"/>
                  </a:lnTo>
                  <a:lnTo>
                    <a:pt x="479961" y="550791"/>
                  </a:lnTo>
                  <a:lnTo>
                    <a:pt x="440422" y="575579"/>
                  </a:lnTo>
                  <a:lnTo>
                    <a:pt x="397127" y="594061"/>
                  </a:lnTo>
                  <a:lnTo>
                    <a:pt x="350696" y="605610"/>
                  </a:lnTo>
                  <a:lnTo>
                    <a:pt x="301752" y="609600"/>
                  </a:lnTo>
                  <a:lnTo>
                    <a:pt x="252807" y="605610"/>
                  </a:lnTo>
                  <a:lnTo>
                    <a:pt x="206376" y="594061"/>
                  </a:lnTo>
                  <a:lnTo>
                    <a:pt x="163081" y="575579"/>
                  </a:lnTo>
                  <a:lnTo>
                    <a:pt x="123542" y="550791"/>
                  </a:lnTo>
                  <a:lnTo>
                    <a:pt x="88382" y="520326"/>
                  </a:lnTo>
                  <a:lnTo>
                    <a:pt x="58221" y="484811"/>
                  </a:lnTo>
                  <a:lnTo>
                    <a:pt x="33681" y="444874"/>
                  </a:lnTo>
                  <a:lnTo>
                    <a:pt x="15383" y="401141"/>
                  </a:lnTo>
                  <a:lnTo>
                    <a:pt x="3949" y="35424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033016" y="3701796"/>
            <a:ext cx="414655" cy="27940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340"/>
              </a:spcBef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1</a:t>
            </a:r>
            <a:endParaRPr baseline="-16339" sz="1275">
              <a:latin typeface="Cambria Math"/>
              <a:cs typeface="Cambria Math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583400" y="3841638"/>
            <a:ext cx="23367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3418332" y="4370832"/>
            <a:ext cx="605155" cy="609600"/>
          </a:xfrm>
          <a:custGeom>
            <a:avLst/>
            <a:gdLst/>
            <a:ahLst/>
            <a:cxnLst/>
            <a:rect l="l" t="t" r="r" b="b"/>
            <a:pathLst>
              <a:path w="605154" h="609600">
                <a:moveTo>
                  <a:pt x="0" y="304800"/>
                </a:moveTo>
                <a:lnTo>
                  <a:pt x="3959" y="255359"/>
                </a:lnTo>
                <a:lnTo>
                  <a:pt x="15422" y="208458"/>
                </a:lnTo>
                <a:lnTo>
                  <a:pt x="33767" y="164725"/>
                </a:lnTo>
                <a:lnTo>
                  <a:pt x="58369" y="124788"/>
                </a:lnTo>
                <a:lnTo>
                  <a:pt x="88606" y="89273"/>
                </a:lnTo>
                <a:lnTo>
                  <a:pt x="123855" y="58808"/>
                </a:lnTo>
                <a:lnTo>
                  <a:pt x="163493" y="34020"/>
                </a:lnTo>
                <a:lnTo>
                  <a:pt x="206898" y="15538"/>
                </a:lnTo>
                <a:lnTo>
                  <a:pt x="253445" y="3989"/>
                </a:lnTo>
                <a:lnTo>
                  <a:pt x="302514" y="0"/>
                </a:lnTo>
                <a:lnTo>
                  <a:pt x="351582" y="3989"/>
                </a:lnTo>
                <a:lnTo>
                  <a:pt x="398129" y="15538"/>
                </a:lnTo>
                <a:lnTo>
                  <a:pt x="441534" y="34020"/>
                </a:lnTo>
                <a:lnTo>
                  <a:pt x="481172" y="58808"/>
                </a:lnTo>
                <a:lnTo>
                  <a:pt x="516421" y="89273"/>
                </a:lnTo>
                <a:lnTo>
                  <a:pt x="546658" y="124788"/>
                </a:lnTo>
                <a:lnTo>
                  <a:pt x="571260" y="164725"/>
                </a:lnTo>
                <a:lnTo>
                  <a:pt x="589605" y="208458"/>
                </a:lnTo>
                <a:lnTo>
                  <a:pt x="601068" y="255359"/>
                </a:lnTo>
                <a:lnTo>
                  <a:pt x="605028" y="304800"/>
                </a:lnTo>
                <a:lnTo>
                  <a:pt x="601068" y="354240"/>
                </a:lnTo>
                <a:lnTo>
                  <a:pt x="589605" y="401141"/>
                </a:lnTo>
                <a:lnTo>
                  <a:pt x="571260" y="444874"/>
                </a:lnTo>
                <a:lnTo>
                  <a:pt x="546658" y="484811"/>
                </a:lnTo>
                <a:lnTo>
                  <a:pt x="516421" y="520326"/>
                </a:lnTo>
                <a:lnTo>
                  <a:pt x="481172" y="550791"/>
                </a:lnTo>
                <a:lnTo>
                  <a:pt x="441534" y="575579"/>
                </a:lnTo>
                <a:lnTo>
                  <a:pt x="398129" y="594061"/>
                </a:lnTo>
                <a:lnTo>
                  <a:pt x="351582" y="605610"/>
                </a:lnTo>
                <a:lnTo>
                  <a:pt x="302514" y="609600"/>
                </a:lnTo>
                <a:lnTo>
                  <a:pt x="253445" y="605610"/>
                </a:lnTo>
                <a:lnTo>
                  <a:pt x="206898" y="594061"/>
                </a:lnTo>
                <a:lnTo>
                  <a:pt x="163493" y="575579"/>
                </a:lnTo>
                <a:lnTo>
                  <a:pt x="123855" y="550791"/>
                </a:lnTo>
                <a:lnTo>
                  <a:pt x="88606" y="520326"/>
                </a:lnTo>
                <a:lnTo>
                  <a:pt x="58369" y="484811"/>
                </a:lnTo>
                <a:lnTo>
                  <a:pt x="33767" y="444874"/>
                </a:lnTo>
                <a:lnTo>
                  <a:pt x="15422" y="401141"/>
                </a:lnTo>
                <a:lnTo>
                  <a:pt x="3959" y="35424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3583658" y="4534837"/>
            <a:ext cx="2254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2983992" y="3963953"/>
            <a:ext cx="445770" cy="734060"/>
            <a:chOff x="2983992" y="3963953"/>
            <a:chExt cx="445770" cy="734060"/>
          </a:xfrm>
        </p:grpSpPr>
        <p:sp>
          <p:nvSpPr>
            <p:cNvPr id="27" name="object 27" descr=""/>
            <p:cNvSpPr/>
            <p:nvPr/>
          </p:nvSpPr>
          <p:spPr>
            <a:xfrm>
              <a:off x="3003042" y="4012407"/>
              <a:ext cx="335915" cy="109220"/>
            </a:xfrm>
            <a:custGeom>
              <a:avLst/>
              <a:gdLst/>
              <a:ahLst/>
              <a:cxnLst/>
              <a:rect l="l" t="t" r="r" b="b"/>
              <a:pathLst>
                <a:path w="335914" h="109220">
                  <a:moveTo>
                    <a:pt x="0" y="109080"/>
                  </a:moveTo>
                  <a:lnTo>
                    <a:pt x="335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302957" y="3963953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003042" y="4551426"/>
              <a:ext cx="325755" cy="97155"/>
            </a:xfrm>
            <a:custGeom>
              <a:avLst/>
              <a:gdLst/>
              <a:ahLst/>
              <a:cxnLst/>
              <a:rect l="l" t="t" r="r" b="b"/>
              <a:pathLst>
                <a:path w="325754" h="97154">
                  <a:moveTo>
                    <a:pt x="0" y="0"/>
                  </a:moveTo>
                  <a:lnTo>
                    <a:pt x="325602" y="970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294075" y="4588218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4" h="109854">
                  <a:moveTo>
                    <a:pt x="32638" y="0"/>
                  </a:moveTo>
                  <a:lnTo>
                    <a:pt x="0" y="109537"/>
                  </a:lnTo>
                  <a:lnTo>
                    <a:pt x="125856" y="87414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3143473" y="3812918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140353" y="4615573"/>
            <a:ext cx="952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2073973" y="5277421"/>
            <a:ext cx="427355" cy="287020"/>
            <a:chOff x="2073973" y="5277421"/>
            <a:chExt cx="427355" cy="287020"/>
          </a:xfrm>
        </p:grpSpPr>
        <p:sp>
          <p:nvSpPr>
            <p:cNvPr id="34" name="object 34" descr=""/>
            <p:cNvSpPr/>
            <p:nvPr/>
          </p:nvSpPr>
          <p:spPr>
            <a:xfrm>
              <a:off x="2078735" y="5282184"/>
              <a:ext cx="417830" cy="277495"/>
            </a:xfrm>
            <a:custGeom>
              <a:avLst/>
              <a:gdLst/>
              <a:ahLst/>
              <a:cxnLst/>
              <a:rect l="l" t="t" r="r" b="b"/>
              <a:pathLst>
                <a:path w="417830" h="277495">
                  <a:moveTo>
                    <a:pt x="417575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417575" y="277367"/>
                  </a:lnTo>
                  <a:lnTo>
                    <a:pt x="4175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078735" y="5282184"/>
              <a:ext cx="417830" cy="277495"/>
            </a:xfrm>
            <a:custGeom>
              <a:avLst/>
              <a:gdLst/>
              <a:ahLst/>
              <a:cxnLst/>
              <a:rect l="l" t="t" r="r" b="b"/>
              <a:pathLst>
                <a:path w="417830" h="277495">
                  <a:moveTo>
                    <a:pt x="0" y="0"/>
                  </a:moveTo>
                  <a:lnTo>
                    <a:pt x="417575" y="0"/>
                  </a:lnTo>
                  <a:lnTo>
                    <a:pt x="417575" y="277367"/>
                  </a:lnTo>
                  <a:lnTo>
                    <a:pt x="0" y="27736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2152523" y="5310601"/>
            <a:ext cx="2609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2</a:t>
            </a:r>
            <a:endParaRPr baseline="-16339" sz="1275">
              <a:latin typeface="Cambria Math"/>
              <a:cs typeface="Cambria Math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2427477" y="5600446"/>
            <a:ext cx="616585" cy="621030"/>
            <a:chOff x="2427477" y="5600446"/>
            <a:chExt cx="616585" cy="621030"/>
          </a:xfrm>
        </p:grpSpPr>
        <p:sp>
          <p:nvSpPr>
            <p:cNvPr id="38" name="object 38" descr=""/>
            <p:cNvSpPr/>
            <p:nvPr/>
          </p:nvSpPr>
          <p:spPr>
            <a:xfrm>
              <a:off x="2433827" y="5606796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5" h="608329">
                  <a:moveTo>
                    <a:pt x="301752" y="0"/>
                  </a:moveTo>
                  <a:lnTo>
                    <a:pt x="252807" y="3979"/>
                  </a:lnTo>
                  <a:lnTo>
                    <a:pt x="206376" y="15499"/>
                  </a:lnTo>
                  <a:lnTo>
                    <a:pt x="163081" y="33935"/>
                  </a:lnTo>
                  <a:lnTo>
                    <a:pt x="123542" y="58660"/>
                  </a:lnTo>
                  <a:lnTo>
                    <a:pt x="88382" y="89049"/>
                  </a:lnTo>
                  <a:lnTo>
                    <a:pt x="58221" y="124475"/>
                  </a:lnTo>
                  <a:lnTo>
                    <a:pt x="33681" y="164313"/>
                  </a:lnTo>
                  <a:lnTo>
                    <a:pt x="15383" y="207936"/>
                  </a:lnTo>
                  <a:lnTo>
                    <a:pt x="3949" y="254720"/>
                  </a:lnTo>
                  <a:lnTo>
                    <a:pt x="0" y="304037"/>
                  </a:lnTo>
                  <a:lnTo>
                    <a:pt x="3949" y="353355"/>
                  </a:lnTo>
                  <a:lnTo>
                    <a:pt x="15383" y="400139"/>
                  </a:lnTo>
                  <a:lnTo>
                    <a:pt x="33681" y="443762"/>
                  </a:lnTo>
                  <a:lnTo>
                    <a:pt x="58221" y="483600"/>
                  </a:lnTo>
                  <a:lnTo>
                    <a:pt x="88382" y="519026"/>
                  </a:lnTo>
                  <a:lnTo>
                    <a:pt x="123542" y="549415"/>
                  </a:lnTo>
                  <a:lnTo>
                    <a:pt x="163081" y="574140"/>
                  </a:lnTo>
                  <a:lnTo>
                    <a:pt x="206376" y="592576"/>
                  </a:lnTo>
                  <a:lnTo>
                    <a:pt x="252807" y="604096"/>
                  </a:lnTo>
                  <a:lnTo>
                    <a:pt x="301752" y="608075"/>
                  </a:lnTo>
                  <a:lnTo>
                    <a:pt x="350696" y="604096"/>
                  </a:lnTo>
                  <a:lnTo>
                    <a:pt x="397127" y="592576"/>
                  </a:lnTo>
                  <a:lnTo>
                    <a:pt x="440422" y="574140"/>
                  </a:lnTo>
                  <a:lnTo>
                    <a:pt x="479961" y="549415"/>
                  </a:lnTo>
                  <a:lnTo>
                    <a:pt x="515121" y="519026"/>
                  </a:lnTo>
                  <a:lnTo>
                    <a:pt x="545282" y="483600"/>
                  </a:lnTo>
                  <a:lnTo>
                    <a:pt x="569822" y="443762"/>
                  </a:lnTo>
                  <a:lnTo>
                    <a:pt x="588120" y="400139"/>
                  </a:lnTo>
                  <a:lnTo>
                    <a:pt x="599554" y="353355"/>
                  </a:lnTo>
                  <a:lnTo>
                    <a:pt x="603504" y="304037"/>
                  </a:lnTo>
                  <a:lnTo>
                    <a:pt x="599554" y="254720"/>
                  </a:lnTo>
                  <a:lnTo>
                    <a:pt x="588120" y="207936"/>
                  </a:lnTo>
                  <a:lnTo>
                    <a:pt x="569822" y="164313"/>
                  </a:lnTo>
                  <a:lnTo>
                    <a:pt x="545282" y="124475"/>
                  </a:lnTo>
                  <a:lnTo>
                    <a:pt x="515121" y="89049"/>
                  </a:lnTo>
                  <a:lnTo>
                    <a:pt x="479961" y="58660"/>
                  </a:lnTo>
                  <a:lnTo>
                    <a:pt x="440422" y="33935"/>
                  </a:lnTo>
                  <a:lnTo>
                    <a:pt x="397127" y="15499"/>
                  </a:lnTo>
                  <a:lnTo>
                    <a:pt x="350696" y="3979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433827" y="5606796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5" h="608329">
                  <a:moveTo>
                    <a:pt x="0" y="304037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7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5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2565816" y="5769861"/>
            <a:ext cx="278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2110739" y="5245353"/>
            <a:ext cx="1875155" cy="722630"/>
            <a:chOff x="2110739" y="5245353"/>
            <a:chExt cx="1875155" cy="722630"/>
          </a:xfrm>
        </p:grpSpPr>
        <p:sp>
          <p:nvSpPr>
            <p:cNvPr id="42" name="object 42" descr=""/>
            <p:cNvSpPr/>
            <p:nvPr/>
          </p:nvSpPr>
          <p:spPr>
            <a:xfrm>
              <a:off x="2129789" y="5910833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4" h="0">
                  <a:moveTo>
                    <a:pt x="0" y="0"/>
                  </a:moveTo>
                  <a:lnTo>
                    <a:pt x="208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319436" y="585367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375659" y="5251703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5" h="609600">
                  <a:moveTo>
                    <a:pt x="0" y="304800"/>
                  </a:moveTo>
                  <a:lnTo>
                    <a:pt x="3949" y="255359"/>
                  </a:lnTo>
                  <a:lnTo>
                    <a:pt x="15383" y="208458"/>
                  </a:lnTo>
                  <a:lnTo>
                    <a:pt x="33681" y="164725"/>
                  </a:lnTo>
                  <a:lnTo>
                    <a:pt x="58221" y="124788"/>
                  </a:lnTo>
                  <a:lnTo>
                    <a:pt x="88382" y="89273"/>
                  </a:lnTo>
                  <a:lnTo>
                    <a:pt x="123542" y="58808"/>
                  </a:lnTo>
                  <a:lnTo>
                    <a:pt x="163081" y="34020"/>
                  </a:lnTo>
                  <a:lnTo>
                    <a:pt x="206376" y="15538"/>
                  </a:lnTo>
                  <a:lnTo>
                    <a:pt x="252807" y="3989"/>
                  </a:lnTo>
                  <a:lnTo>
                    <a:pt x="301752" y="0"/>
                  </a:lnTo>
                  <a:lnTo>
                    <a:pt x="350696" y="3989"/>
                  </a:lnTo>
                  <a:lnTo>
                    <a:pt x="397127" y="15538"/>
                  </a:lnTo>
                  <a:lnTo>
                    <a:pt x="440422" y="34020"/>
                  </a:lnTo>
                  <a:lnTo>
                    <a:pt x="479961" y="58808"/>
                  </a:lnTo>
                  <a:lnTo>
                    <a:pt x="515121" y="89273"/>
                  </a:lnTo>
                  <a:lnTo>
                    <a:pt x="545282" y="124788"/>
                  </a:lnTo>
                  <a:lnTo>
                    <a:pt x="569822" y="164725"/>
                  </a:lnTo>
                  <a:lnTo>
                    <a:pt x="588120" y="208458"/>
                  </a:lnTo>
                  <a:lnTo>
                    <a:pt x="599554" y="255359"/>
                  </a:lnTo>
                  <a:lnTo>
                    <a:pt x="603504" y="304800"/>
                  </a:lnTo>
                  <a:lnTo>
                    <a:pt x="599554" y="354240"/>
                  </a:lnTo>
                  <a:lnTo>
                    <a:pt x="588120" y="401141"/>
                  </a:lnTo>
                  <a:lnTo>
                    <a:pt x="569822" y="444874"/>
                  </a:lnTo>
                  <a:lnTo>
                    <a:pt x="545282" y="484811"/>
                  </a:lnTo>
                  <a:lnTo>
                    <a:pt x="515121" y="520326"/>
                  </a:lnTo>
                  <a:lnTo>
                    <a:pt x="479961" y="550791"/>
                  </a:lnTo>
                  <a:lnTo>
                    <a:pt x="440422" y="575579"/>
                  </a:lnTo>
                  <a:lnTo>
                    <a:pt x="397127" y="594061"/>
                  </a:lnTo>
                  <a:lnTo>
                    <a:pt x="350696" y="605610"/>
                  </a:lnTo>
                  <a:lnTo>
                    <a:pt x="301752" y="609600"/>
                  </a:lnTo>
                  <a:lnTo>
                    <a:pt x="252807" y="605610"/>
                  </a:lnTo>
                  <a:lnTo>
                    <a:pt x="206376" y="594061"/>
                  </a:lnTo>
                  <a:lnTo>
                    <a:pt x="163081" y="575579"/>
                  </a:lnTo>
                  <a:lnTo>
                    <a:pt x="123542" y="550791"/>
                  </a:lnTo>
                  <a:lnTo>
                    <a:pt x="88382" y="520326"/>
                  </a:lnTo>
                  <a:lnTo>
                    <a:pt x="58221" y="484811"/>
                  </a:lnTo>
                  <a:lnTo>
                    <a:pt x="33681" y="444874"/>
                  </a:lnTo>
                  <a:lnTo>
                    <a:pt x="15383" y="401141"/>
                  </a:lnTo>
                  <a:lnTo>
                    <a:pt x="3949" y="35424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3510386" y="5416105"/>
            <a:ext cx="2730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3366515" y="5945123"/>
            <a:ext cx="603885" cy="609600"/>
          </a:xfrm>
          <a:custGeom>
            <a:avLst/>
            <a:gdLst/>
            <a:ahLst/>
            <a:cxnLst/>
            <a:rect l="l" t="t" r="r" b="b"/>
            <a:pathLst>
              <a:path w="603885" h="609600">
                <a:moveTo>
                  <a:pt x="0" y="304799"/>
                </a:moveTo>
                <a:lnTo>
                  <a:pt x="3949" y="255359"/>
                </a:lnTo>
                <a:lnTo>
                  <a:pt x="15383" y="208458"/>
                </a:lnTo>
                <a:lnTo>
                  <a:pt x="33681" y="164725"/>
                </a:lnTo>
                <a:lnTo>
                  <a:pt x="58221" y="124788"/>
                </a:lnTo>
                <a:lnTo>
                  <a:pt x="88382" y="89273"/>
                </a:lnTo>
                <a:lnTo>
                  <a:pt x="123542" y="58808"/>
                </a:lnTo>
                <a:lnTo>
                  <a:pt x="163081" y="34020"/>
                </a:lnTo>
                <a:lnTo>
                  <a:pt x="206376" y="15538"/>
                </a:lnTo>
                <a:lnTo>
                  <a:pt x="252807" y="3989"/>
                </a:lnTo>
                <a:lnTo>
                  <a:pt x="301752" y="0"/>
                </a:lnTo>
                <a:lnTo>
                  <a:pt x="350696" y="3989"/>
                </a:lnTo>
                <a:lnTo>
                  <a:pt x="397127" y="15538"/>
                </a:lnTo>
                <a:lnTo>
                  <a:pt x="440422" y="34020"/>
                </a:lnTo>
                <a:lnTo>
                  <a:pt x="479961" y="58808"/>
                </a:lnTo>
                <a:lnTo>
                  <a:pt x="515121" y="89273"/>
                </a:lnTo>
                <a:lnTo>
                  <a:pt x="545282" y="124788"/>
                </a:lnTo>
                <a:lnTo>
                  <a:pt x="569822" y="164725"/>
                </a:lnTo>
                <a:lnTo>
                  <a:pt x="588120" y="208458"/>
                </a:lnTo>
                <a:lnTo>
                  <a:pt x="599554" y="255359"/>
                </a:lnTo>
                <a:lnTo>
                  <a:pt x="603504" y="304799"/>
                </a:lnTo>
                <a:lnTo>
                  <a:pt x="599554" y="354240"/>
                </a:lnTo>
                <a:lnTo>
                  <a:pt x="588120" y="401141"/>
                </a:lnTo>
                <a:lnTo>
                  <a:pt x="569822" y="444874"/>
                </a:lnTo>
                <a:lnTo>
                  <a:pt x="545282" y="484811"/>
                </a:lnTo>
                <a:lnTo>
                  <a:pt x="515121" y="520326"/>
                </a:lnTo>
                <a:lnTo>
                  <a:pt x="479961" y="550791"/>
                </a:lnTo>
                <a:lnTo>
                  <a:pt x="440422" y="575579"/>
                </a:lnTo>
                <a:lnTo>
                  <a:pt x="397127" y="594061"/>
                </a:lnTo>
                <a:lnTo>
                  <a:pt x="350696" y="605610"/>
                </a:lnTo>
                <a:lnTo>
                  <a:pt x="301752" y="609599"/>
                </a:lnTo>
                <a:lnTo>
                  <a:pt x="252807" y="605610"/>
                </a:lnTo>
                <a:lnTo>
                  <a:pt x="206376" y="594061"/>
                </a:lnTo>
                <a:lnTo>
                  <a:pt x="163081" y="575579"/>
                </a:lnTo>
                <a:lnTo>
                  <a:pt x="123542" y="550791"/>
                </a:lnTo>
                <a:lnTo>
                  <a:pt x="88382" y="520326"/>
                </a:lnTo>
                <a:lnTo>
                  <a:pt x="58221" y="484811"/>
                </a:lnTo>
                <a:lnTo>
                  <a:pt x="33681" y="444874"/>
                </a:lnTo>
                <a:lnTo>
                  <a:pt x="15383" y="401141"/>
                </a:lnTo>
                <a:lnTo>
                  <a:pt x="3949" y="354240"/>
                </a:lnTo>
                <a:lnTo>
                  <a:pt x="0" y="304799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3497945" y="6109305"/>
            <a:ext cx="278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2930651" y="5538245"/>
            <a:ext cx="445770" cy="735330"/>
            <a:chOff x="2930651" y="5538245"/>
            <a:chExt cx="445770" cy="735330"/>
          </a:xfrm>
        </p:grpSpPr>
        <p:sp>
          <p:nvSpPr>
            <p:cNvPr id="49" name="object 49" descr=""/>
            <p:cNvSpPr/>
            <p:nvPr/>
          </p:nvSpPr>
          <p:spPr>
            <a:xfrm>
              <a:off x="2949701" y="5586699"/>
              <a:ext cx="335915" cy="109220"/>
            </a:xfrm>
            <a:custGeom>
              <a:avLst/>
              <a:gdLst/>
              <a:ahLst/>
              <a:cxnLst/>
              <a:rect l="l" t="t" r="r" b="b"/>
              <a:pathLst>
                <a:path w="335914" h="109220">
                  <a:moveTo>
                    <a:pt x="0" y="109080"/>
                  </a:moveTo>
                  <a:lnTo>
                    <a:pt x="335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249616" y="5538245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949701" y="6127242"/>
              <a:ext cx="325755" cy="97155"/>
            </a:xfrm>
            <a:custGeom>
              <a:avLst/>
              <a:gdLst/>
              <a:ahLst/>
              <a:cxnLst/>
              <a:rect l="l" t="t" r="r" b="b"/>
              <a:pathLst>
                <a:path w="325754" h="97154">
                  <a:moveTo>
                    <a:pt x="0" y="0"/>
                  </a:moveTo>
                  <a:lnTo>
                    <a:pt x="325602" y="970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240735" y="6164033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4" h="109854">
                  <a:moveTo>
                    <a:pt x="32638" y="0"/>
                  </a:moveTo>
                  <a:lnTo>
                    <a:pt x="0" y="109537"/>
                  </a:lnTo>
                  <a:lnTo>
                    <a:pt x="125856" y="87414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3088651" y="5434600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3072831" y="6191120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4638802" y="4929890"/>
            <a:ext cx="654685" cy="497840"/>
            <a:chOff x="4638802" y="4929890"/>
            <a:chExt cx="654685" cy="497840"/>
          </a:xfrm>
        </p:grpSpPr>
        <p:sp>
          <p:nvSpPr>
            <p:cNvPr id="56" name="object 56" descr=""/>
            <p:cNvSpPr/>
            <p:nvPr/>
          </p:nvSpPr>
          <p:spPr>
            <a:xfrm>
              <a:off x="4645152" y="4936240"/>
              <a:ext cx="641985" cy="485140"/>
            </a:xfrm>
            <a:custGeom>
              <a:avLst/>
              <a:gdLst/>
              <a:ahLst/>
              <a:cxnLst/>
              <a:rect l="l" t="t" r="r" b="b"/>
              <a:pathLst>
                <a:path w="641985" h="485139">
                  <a:moveTo>
                    <a:pt x="413804" y="0"/>
                  </a:moveTo>
                  <a:lnTo>
                    <a:pt x="413804" y="179209"/>
                  </a:lnTo>
                  <a:lnTo>
                    <a:pt x="0" y="179209"/>
                  </a:lnTo>
                  <a:lnTo>
                    <a:pt x="0" y="305409"/>
                  </a:lnTo>
                  <a:lnTo>
                    <a:pt x="413804" y="305409"/>
                  </a:lnTo>
                  <a:lnTo>
                    <a:pt x="413804" y="484631"/>
                  </a:lnTo>
                  <a:lnTo>
                    <a:pt x="641604" y="242315"/>
                  </a:lnTo>
                  <a:lnTo>
                    <a:pt x="4138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645152" y="4936240"/>
              <a:ext cx="641985" cy="485140"/>
            </a:xfrm>
            <a:custGeom>
              <a:avLst/>
              <a:gdLst/>
              <a:ahLst/>
              <a:cxnLst/>
              <a:rect l="l" t="t" r="r" b="b"/>
              <a:pathLst>
                <a:path w="641985" h="485139">
                  <a:moveTo>
                    <a:pt x="0" y="179209"/>
                  </a:moveTo>
                  <a:lnTo>
                    <a:pt x="413804" y="179209"/>
                  </a:lnTo>
                  <a:lnTo>
                    <a:pt x="413804" y="0"/>
                  </a:lnTo>
                  <a:lnTo>
                    <a:pt x="641604" y="242315"/>
                  </a:lnTo>
                  <a:lnTo>
                    <a:pt x="413804" y="484631"/>
                  </a:lnTo>
                  <a:lnTo>
                    <a:pt x="413804" y="305409"/>
                  </a:lnTo>
                  <a:lnTo>
                    <a:pt x="0" y="305409"/>
                  </a:lnTo>
                  <a:lnTo>
                    <a:pt x="0" y="17920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/>
          <p:nvPr/>
        </p:nvSpPr>
        <p:spPr>
          <a:xfrm>
            <a:off x="3483864" y="3741420"/>
            <a:ext cx="474345" cy="478790"/>
          </a:xfrm>
          <a:custGeom>
            <a:avLst/>
            <a:gdLst/>
            <a:ahLst/>
            <a:cxnLst/>
            <a:rect l="l" t="t" r="r" b="b"/>
            <a:pathLst>
              <a:path w="474345" h="478789">
                <a:moveTo>
                  <a:pt x="0" y="239267"/>
                </a:moveTo>
                <a:lnTo>
                  <a:pt x="4814" y="191047"/>
                </a:lnTo>
                <a:lnTo>
                  <a:pt x="18622" y="146134"/>
                </a:lnTo>
                <a:lnTo>
                  <a:pt x="40471" y="105491"/>
                </a:lnTo>
                <a:lnTo>
                  <a:pt x="69408" y="70080"/>
                </a:lnTo>
                <a:lnTo>
                  <a:pt x="104481" y="40863"/>
                </a:lnTo>
                <a:lnTo>
                  <a:pt x="144735" y="18802"/>
                </a:lnTo>
                <a:lnTo>
                  <a:pt x="189220" y="4861"/>
                </a:lnTo>
                <a:lnTo>
                  <a:pt x="236982" y="0"/>
                </a:lnTo>
                <a:lnTo>
                  <a:pt x="284743" y="4861"/>
                </a:lnTo>
                <a:lnTo>
                  <a:pt x="329228" y="18802"/>
                </a:lnTo>
                <a:lnTo>
                  <a:pt x="369482" y="40863"/>
                </a:lnTo>
                <a:lnTo>
                  <a:pt x="404555" y="70080"/>
                </a:lnTo>
                <a:lnTo>
                  <a:pt x="433492" y="105491"/>
                </a:lnTo>
                <a:lnTo>
                  <a:pt x="455341" y="146134"/>
                </a:lnTo>
                <a:lnTo>
                  <a:pt x="469149" y="191047"/>
                </a:lnTo>
                <a:lnTo>
                  <a:pt x="473964" y="239267"/>
                </a:lnTo>
                <a:lnTo>
                  <a:pt x="469149" y="287488"/>
                </a:lnTo>
                <a:lnTo>
                  <a:pt x="455341" y="332401"/>
                </a:lnTo>
                <a:lnTo>
                  <a:pt x="433492" y="373044"/>
                </a:lnTo>
                <a:lnTo>
                  <a:pt x="404555" y="408455"/>
                </a:lnTo>
                <a:lnTo>
                  <a:pt x="369482" y="437672"/>
                </a:lnTo>
                <a:lnTo>
                  <a:pt x="329228" y="459733"/>
                </a:lnTo>
                <a:lnTo>
                  <a:pt x="284743" y="473674"/>
                </a:lnTo>
                <a:lnTo>
                  <a:pt x="236982" y="478535"/>
                </a:lnTo>
                <a:lnTo>
                  <a:pt x="189220" y="473674"/>
                </a:lnTo>
                <a:lnTo>
                  <a:pt x="144735" y="459733"/>
                </a:lnTo>
                <a:lnTo>
                  <a:pt x="104481" y="437672"/>
                </a:lnTo>
                <a:lnTo>
                  <a:pt x="69408" y="408455"/>
                </a:lnTo>
                <a:lnTo>
                  <a:pt x="40471" y="373044"/>
                </a:lnTo>
                <a:lnTo>
                  <a:pt x="18622" y="332401"/>
                </a:lnTo>
                <a:lnTo>
                  <a:pt x="4814" y="287488"/>
                </a:lnTo>
                <a:lnTo>
                  <a:pt x="0" y="239267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3429000" y="6010655"/>
            <a:ext cx="474345" cy="478790"/>
          </a:xfrm>
          <a:custGeom>
            <a:avLst/>
            <a:gdLst/>
            <a:ahLst/>
            <a:cxnLst/>
            <a:rect l="l" t="t" r="r" b="b"/>
            <a:pathLst>
              <a:path w="474345" h="478789">
                <a:moveTo>
                  <a:pt x="0" y="239268"/>
                </a:moveTo>
                <a:lnTo>
                  <a:pt x="4814" y="191047"/>
                </a:lnTo>
                <a:lnTo>
                  <a:pt x="18622" y="146134"/>
                </a:lnTo>
                <a:lnTo>
                  <a:pt x="40471" y="105491"/>
                </a:lnTo>
                <a:lnTo>
                  <a:pt x="69408" y="70080"/>
                </a:lnTo>
                <a:lnTo>
                  <a:pt x="104481" y="40863"/>
                </a:lnTo>
                <a:lnTo>
                  <a:pt x="144735" y="18802"/>
                </a:lnTo>
                <a:lnTo>
                  <a:pt x="189220" y="4861"/>
                </a:lnTo>
                <a:lnTo>
                  <a:pt x="236982" y="0"/>
                </a:lnTo>
                <a:lnTo>
                  <a:pt x="284743" y="4861"/>
                </a:lnTo>
                <a:lnTo>
                  <a:pt x="329228" y="18802"/>
                </a:lnTo>
                <a:lnTo>
                  <a:pt x="369482" y="40863"/>
                </a:lnTo>
                <a:lnTo>
                  <a:pt x="404555" y="70080"/>
                </a:lnTo>
                <a:lnTo>
                  <a:pt x="433492" y="105491"/>
                </a:lnTo>
                <a:lnTo>
                  <a:pt x="455341" y="146134"/>
                </a:lnTo>
                <a:lnTo>
                  <a:pt x="469149" y="191047"/>
                </a:lnTo>
                <a:lnTo>
                  <a:pt x="473964" y="239268"/>
                </a:lnTo>
                <a:lnTo>
                  <a:pt x="469149" y="287488"/>
                </a:lnTo>
                <a:lnTo>
                  <a:pt x="455341" y="332401"/>
                </a:lnTo>
                <a:lnTo>
                  <a:pt x="433492" y="373044"/>
                </a:lnTo>
                <a:lnTo>
                  <a:pt x="404555" y="408455"/>
                </a:lnTo>
                <a:lnTo>
                  <a:pt x="369482" y="437672"/>
                </a:lnTo>
                <a:lnTo>
                  <a:pt x="329228" y="459733"/>
                </a:lnTo>
                <a:lnTo>
                  <a:pt x="284743" y="473674"/>
                </a:lnTo>
                <a:lnTo>
                  <a:pt x="236982" y="478536"/>
                </a:lnTo>
                <a:lnTo>
                  <a:pt x="189220" y="473674"/>
                </a:lnTo>
                <a:lnTo>
                  <a:pt x="144735" y="459733"/>
                </a:lnTo>
                <a:lnTo>
                  <a:pt x="104481" y="437672"/>
                </a:lnTo>
                <a:lnTo>
                  <a:pt x="69408" y="408455"/>
                </a:lnTo>
                <a:lnTo>
                  <a:pt x="40471" y="373044"/>
                </a:lnTo>
                <a:lnTo>
                  <a:pt x="18622" y="332401"/>
                </a:lnTo>
                <a:lnTo>
                  <a:pt x="4814" y="287488"/>
                </a:lnTo>
                <a:lnTo>
                  <a:pt x="0" y="239268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60" name="object 60" descr=""/>
          <p:cNvGrpSpPr/>
          <p:nvPr/>
        </p:nvGrpSpPr>
        <p:grpSpPr>
          <a:xfrm>
            <a:off x="6077458" y="3756405"/>
            <a:ext cx="2319020" cy="1660525"/>
            <a:chOff x="6077458" y="3756405"/>
            <a:chExt cx="2319020" cy="1660525"/>
          </a:xfrm>
        </p:grpSpPr>
        <p:sp>
          <p:nvSpPr>
            <p:cNvPr id="61" name="object 61" descr=""/>
            <p:cNvSpPr/>
            <p:nvPr/>
          </p:nvSpPr>
          <p:spPr>
            <a:xfrm>
              <a:off x="6083808" y="3762755"/>
              <a:ext cx="2306320" cy="1647825"/>
            </a:xfrm>
            <a:custGeom>
              <a:avLst/>
              <a:gdLst/>
              <a:ahLst/>
              <a:cxnLst/>
              <a:rect l="l" t="t" r="r" b="b"/>
              <a:pathLst>
                <a:path w="2306320" h="1647825">
                  <a:moveTo>
                    <a:pt x="2305812" y="0"/>
                  </a:moveTo>
                  <a:lnTo>
                    <a:pt x="0" y="0"/>
                  </a:lnTo>
                  <a:lnTo>
                    <a:pt x="0" y="1647444"/>
                  </a:lnTo>
                  <a:lnTo>
                    <a:pt x="2305812" y="1647444"/>
                  </a:lnTo>
                  <a:lnTo>
                    <a:pt x="230581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6083808" y="3762755"/>
              <a:ext cx="2306320" cy="1647825"/>
            </a:xfrm>
            <a:custGeom>
              <a:avLst/>
              <a:gdLst/>
              <a:ahLst/>
              <a:cxnLst/>
              <a:rect l="l" t="t" r="r" b="b"/>
              <a:pathLst>
                <a:path w="2306320" h="1647825">
                  <a:moveTo>
                    <a:pt x="0" y="0"/>
                  </a:moveTo>
                  <a:lnTo>
                    <a:pt x="2305812" y="0"/>
                  </a:lnTo>
                  <a:lnTo>
                    <a:pt x="2305812" y="1647444"/>
                  </a:lnTo>
                  <a:lnTo>
                    <a:pt x="0" y="164744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6681216" y="4319015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301752" y="0"/>
                  </a:moveTo>
                  <a:lnTo>
                    <a:pt x="252807" y="3979"/>
                  </a:lnTo>
                  <a:lnTo>
                    <a:pt x="206376" y="15499"/>
                  </a:lnTo>
                  <a:lnTo>
                    <a:pt x="163081" y="33935"/>
                  </a:lnTo>
                  <a:lnTo>
                    <a:pt x="123542" y="58660"/>
                  </a:lnTo>
                  <a:lnTo>
                    <a:pt x="88382" y="89049"/>
                  </a:lnTo>
                  <a:lnTo>
                    <a:pt x="58221" y="124475"/>
                  </a:lnTo>
                  <a:lnTo>
                    <a:pt x="33681" y="164313"/>
                  </a:lnTo>
                  <a:lnTo>
                    <a:pt x="15383" y="207936"/>
                  </a:lnTo>
                  <a:lnTo>
                    <a:pt x="3949" y="254720"/>
                  </a:lnTo>
                  <a:lnTo>
                    <a:pt x="0" y="304037"/>
                  </a:lnTo>
                  <a:lnTo>
                    <a:pt x="3949" y="353355"/>
                  </a:lnTo>
                  <a:lnTo>
                    <a:pt x="15383" y="400139"/>
                  </a:lnTo>
                  <a:lnTo>
                    <a:pt x="33681" y="443762"/>
                  </a:lnTo>
                  <a:lnTo>
                    <a:pt x="58221" y="483600"/>
                  </a:lnTo>
                  <a:lnTo>
                    <a:pt x="88382" y="519026"/>
                  </a:lnTo>
                  <a:lnTo>
                    <a:pt x="123542" y="549415"/>
                  </a:lnTo>
                  <a:lnTo>
                    <a:pt x="163081" y="574140"/>
                  </a:lnTo>
                  <a:lnTo>
                    <a:pt x="206376" y="592576"/>
                  </a:lnTo>
                  <a:lnTo>
                    <a:pt x="252807" y="604096"/>
                  </a:lnTo>
                  <a:lnTo>
                    <a:pt x="301752" y="608075"/>
                  </a:lnTo>
                  <a:lnTo>
                    <a:pt x="350696" y="604096"/>
                  </a:lnTo>
                  <a:lnTo>
                    <a:pt x="397127" y="592576"/>
                  </a:lnTo>
                  <a:lnTo>
                    <a:pt x="440422" y="574140"/>
                  </a:lnTo>
                  <a:lnTo>
                    <a:pt x="479961" y="549415"/>
                  </a:lnTo>
                  <a:lnTo>
                    <a:pt x="515121" y="519026"/>
                  </a:lnTo>
                  <a:lnTo>
                    <a:pt x="545282" y="483600"/>
                  </a:lnTo>
                  <a:lnTo>
                    <a:pt x="569822" y="443762"/>
                  </a:lnTo>
                  <a:lnTo>
                    <a:pt x="588120" y="400139"/>
                  </a:lnTo>
                  <a:lnTo>
                    <a:pt x="599554" y="353355"/>
                  </a:lnTo>
                  <a:lnTo>
                    <a:pt x="603504" y="304037"/>
                  </a:lnTo>
                  <a:lnTo>
                    <a:pt x="599554" y="254720"/>
                  </a:lnTo>
                  <a:lnTo>
                    <a:pt x="588120" y="207936"/>
                  </a:lnTo>
                  <a:lnTo>
                    <a:pt x="569822" y="164313"/>
                  </a:lnTo>
                  <a:lnTo>
                    <a:pt x="545282" y="124475"/>
                  </a:lnTo>
                  <a:lnTo>
                    <a:pt x="515121" y="89049"/>
                  </a:lnTo>
                  <a:lnTo>
                    <a:pt x="479961" y="58660"/>
                  </a:lnTo>
                  <a:lnTo>
                    <a:pt x="440422" y="33935"/>
                  </a:lnTo>
                  <a:lnTo>
                    <a:pt x="397127" y="15499"/>
                  </a:lnTo>
                  <a:lnTo>
                    <a:pt x="350696" y="3979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6681216" y="4319015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0" y="304037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7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5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6832889" y="4482599"/>
            <a:ext cx="238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6358128" y="3959097"/>
            <a:ext cx="1875155" cy="722630"/>
            <a:chOff x="6358128" y="3959097"/>
            <a:chExt cx="1875155" cy="722630"/>
          </a:xfrm>
        </p:grpSpPr>
        <p:sp>
          <p:nvSpPr>
            <p:cNvPr id="67" name="object 67" descr=""/>
            <p:cNvSpPr/>
            <p:nvPr/>
          </p:nvSpPr>
          <p:spPr>
            <a:xfrm>
              <a:off x="6377178" y="4624577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5" h="0">
                  <a:moveTo>
                    <a:pt x="0" y="0"/>
                  </a:moveTo>
                  <a:lnTo>
                    <a:pt x="208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566824" y="4567422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7623048" y="3965447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0" y="304038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8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6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 txBox="1"/>
          <p:nvPr/>
        </p:nvSpPr>
        <p:spPr>
          <a:xfrm>
            <a:off x="6227064" y="3991355"/>
            <a:ext cx="414655" cy="27749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320"/>
              </a:spcBef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1</a:t>
            </a:r>
            <a:endParaRPr baseline="-16339" sz="1275">
              <a:latin typeface="Cambria Math"/>
              <a:cs typeface="Cambria Math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7802862" y="4128843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7874489" y="4224855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7612380" y="4658867"/>
            <a:ext cx="605155" cy="608330"/>
          </a:xfrm>
          <a:custGeom>
            <a:avLst/>
            <a:gdLst/>
            <a:ahLst/>
            <a:cxnLst/>
            <a:rect l="l" t="t" r="r" b="b"/>
            <a:pathLst>
              <a:path w="605154" h="608329">
                <a:moveTo>
                  <a:pt x="0" y="304037"/>
                </a:moveTo>
                <a:lnTo>
                  <a:pt x="3959" y="254720"/>
                </a:lnTo>
                <a:lnTo>
                  <a:pt x="15422" y="207936"/>
                </a:lnTo>
                <a:lnTo>
                  <a:pt x="33767" y="164313"/>
                </a:lnTo>
                <a:lnTo>
                  <a:pt x="58369" y="124475"/>
                </a:lnTo>
                <a:lnTo>
                  <a:pt x="88606" y="89049"/>
                </a:lnTo>
                <a:lnTo>
                  <a:pt x="123855" y="58660"/>
                </a:lnTo>
                <a:lnTo>
                  <a:pt x="163493" y="33935"/>
                </a:lnTo>
                <a:lnTo>
                  <a:pt x="206898" y="15499"/>
                </a:lnTo>
                <a:lnTo>
                  <a:pt x="253445" y="3979"/>
                </a:lnTo>
                <a:lnTo>
                  <a:pt x="302514" y="0"/>
                </a:lnTo>
                <a:lnTo>
                  <a:pt x="351582" y="3979"/>
                </a:lnTo>
                <a:lnTo>
                  <a:pt x="398129" y="15499"/>
                </a:lnTo>
                <a:lnTo>
                  <a:pt x="441534" y="33935"/>
                </a:lnTo>
                <a:lnTo>
                  <a:pt x="481172" y="58660"/>
                </a:lnTo>
                <a:lnTo>
                  <a:pt x="516421" y="89049"/>
                </a:lnTo>
                <a:lnTo>
                  <a:pt x="546658" y="124475"/>
                </a:lnTo>
                <a:lnTo>
                  <a:pt x="571260" y="164313"/>
                </a:lnTo>
                <a:lnTo>
                  <a:pt x="589605" y="207936"/>
                </a:lnTo>
                <a:lnTo>
                  <a:pt x="601068" y="254720"/>
                </a:lnTo>
                <a:lnTo>
                  <a:pt x="605028" y="304037"/>
                </a:lnTo>
                <a:lnTo>
                  <a:pt x="601068" y="353355"/>
                </a:lnTo>
                <a:lnTo>
                  <a:pt x="589605" y="400139"/>
                </a:lnTo>
                <a:lnTo>
                  <a:pt x="571260" y="443762"/>
                </a:lnTo>
                <a:lnTo>
                  <a:pt x="546658" y="483600"/>
                </a:lnTo>
                <a:lnTo>
                  <a:pt x="516421" y="519026"/>
                </a:lnTo>
                <a:lnTo>
                  <a:pt x="481172" y="549415"/>
                </a:lnTo>
                <a:lnTo>
                  <a:pt x="441534" y="574140"/>
                </a:lnTo>
                <a:lnTo>
                  <a:pt x="398129" y="592576"/>
                </a:lnTo>
                <a:lnTo>
                  <a:pt x="351582" y="604096"/>
                </a:lnTo>
                <a:lnTo>
                  <a:pt x="302514" y="608075"/>
                </a:lnTo>
                <a:lnTo>
                  <a:pt x="253445" y="604096"/>
                </a:lnTo>
                <a:lnTo>
                  <a:pt x="206898" y="592576"/>
                </a:lnTo>
                <a:lnTo>
                  <a:pt x="163493" y="574140"/>
                </a:lnTo>
                <a:lnTo>
                  <a:pt x="123855" y="549415"/>
                </a:lnTo>
                <a:lnTo>
                  <a:pt x="88606" y="519026"/>
                </a:lnTo>
                <a:lnTo>
                  <a:pt x="58369" y="483600"/>
                </a:lnTo>
                <a:lnTo>
                  <a:pt x="33767" y="443762"/>
                </a:lnTo>
                <a:lnTo>
                  <a:pt x="15422" y="400139"/>
                </a:lnTo>
                <a:lnTo>
                  <a:pt x="3959" y="353355"/>
                </a:lnTo>
                <a:lnTo>
                  <a:pt x="0" y="304037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 txBox="1"/>
          <p:nvPr/>
        </p:nvSpPr>
        <p:spPr>
          <a:xfrm>
            <a:off x="7765019" y="4822044"/>
            <a:ext cx="238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75" name="object 75" descr=""/>
          <p:cNvGrpSpPr/>
          <p:nvPr/>
        </p:nvGrpSpPr>
        <p:grpSpPr>
          <a:xfrm>
            <a:off x="7178040" y="4251989"/>
            <a:ext cx="445770" cy="734060"/>
            <a:chOff x="7178040" y="4251989"/>
            <a:chExt cx="445770" cy="734060"/>
          </a:xfrm>
        </p:grpSpPr>
        <p:sp>
          <p:nvSpPr>
            <p:cNvPr id="76" name="object 76" descr=""/>
            <p:cNvSpPr/>
            <p:nvPr/>
          </p:nvSpPr>
          <p:spPr>
            <a:xfrm>
              <a:off x="7197090" y="4300443"/>
              <a:ext cx="335915" cy="109220"/>
            </a:xfrm>
            <a:custGeom>
              <a:avLst/>
              <a:gdLst/>
              <a:ahLst/>
              <a:cxnLst/>
              <a:rect l="l" t="t" r="r" b="b"/>
              <a:pathLst>
                <a:path w="335915" h="109220">
                  <a:moveTo>
                    <a:pt x="0" y="109080"/>
                  </a:moveTo>
                  <a:lnTo>
                    <a:pt x="335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7497005" y="4251989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7197090" y="4839462"/>
              <a:ext cx="325755" cy="97155"/>
            </a:xfrm>
            <a:custGeom>
              <a:avLst/>
              <a:gdLst/>
              <a:ahLst/>
              <a:cxnLst/>
              <a:rect l="l" t="t" r="r" b="b"/>
              <a:pathLst>
                <a:path w="325754" h="97154">
                  <a:moveTo>
                    <a:pt x="0" y="0"/>
                  </a:moveTo>
                  <a:lnTo>
                    <a:pt x="325602" y="970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488123" y="4876254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5" h="109854">
                  <a:moveTo>
                    <a:pt x="32639" y="0"/>
                  </a:moveTo>
                  <a:lnTo>
                    <a:pt x="0" y="109537"/>
                  </a:lnTo>
                  <a:lnTo>
                    <a:pt x="125857" y="87414"/>
                  </a:lnTo>
                  <a:lnTo>
                    <a:pt x="326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7337535" y="410012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7321715" y="4902780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82" name="object 82" descr=""/>
          <p:cNvGrpSpPr/>
          <p:nvPr/>
        </p:nvGrpSpPr>
        <p:grpSpPr>
          <a:xfrm>
            <a:off x="7671561" y="3756405"/>
            <a:ext cx="3844290" cy="1660525"/>
            <a:chOff x="7671561" y="3756405"/>
            <a:chExt cx="3844290" cy="1660525"/>
          </a:xfrm>
        </p:grpSpPr>
        <p:sp>
          <p:nvSpPr>
            <p:cNvPr id="83" name="object 83" descr=""/>
            <p:cNvSpPr/>
            <p:nvPr/>
          </p:nvSpPr>
          <p:spPr>
            <a:xfrm>
              <a:off x="7677911" y="4027931"/>
              <a:ext cx="474345" cy="480059"/>
            </a:xfrm>
            <a:custGeom>
              <a:avLst/>
              <a:gdLst/>
              <a:ahLst/>
              <a:cxnLst/>
              <a:rect l="l" t="t" r="r" b="b"/>
              <a:pathLst>
                <a:path w="474345" h="480060">
                  <a:moveTo>
                    <a:pt x="0" y="240030"/>
                  </a:moveTo>
                  <a:lnTo>
                    <a:pt x="4814" y="191656"/>
                  </a:lnTo>
                  <a:lnTo>
                    <a:pt x="18622" y="146600"/>
                  </a:lnTo>
                  <a:lnTo>
                    <a:pt x="40471" y="105827"/>
                  </a:lnTo>
                  <a:lnTo>
                    <a:pt x="69408" y="70304"/>
                  </a:lnTo>
                  <a:lnTo>
                    <a:pt x="104481" y="40993"/>
                  </a:lnTo>
                  <a:lnTo>
                    <a:pt x="144735" y="18863"/>
                  </a:lnTo>
                  <a:lnTo>
                    <a:pt x="189220" y="4876"/>
                  </a:lnTo>
                  <a:lnTo>
                    <a:pt x="236982" y="0"/>
                  </a:lnTo>
                  <a:lnTo>
                    <a:pt x="284743" y="4876"/>
                  </a:lnTo>
                  <a:lnTo>
                    <a:pt x="329228" y="18863"/>
                  </a:lnTo>
                  <a:lnTo>
                    <a:pt x="369482" y="40993"/>
                  </a:lnTo>
                  <a:lnTo>
                    <a:pt x="404555" y="70304"/>
                  </a:lnTo>
                  <a:lnTo>
                    <a:pt x="433492" y="105827"/>
                  </a:lnTo>
                  <a:lnTo>
                    <a:pt x="455341" y="146600"/>
                  </a:lnTo>
                  <a:lnTo>
                    <a:pt x="469149" y="191656"/>
                  </a:lnTo>
                  <a:lnTo>
                    <a:pt x="473964" y="240030"/>
                  </a:lnTo>
                  <a:lnTo>
                    <a:pt x="469149" y="288403"/>
                  </a:lnTo>
                  <a:lnTo>
                    <a:pt x="455341" y="333459"/>
                  </a:lnTo>
                  <a:lnTo>
                    <a:pt x="433492" y="374232"/>
                  </a:lnTo>
                  <a:lnTo>
                    <a:pt x="404555" y="409755"/>
                  </a:lnTo>
                  <a:lnTo>
                    <a:pt x="369482" y="439066"/>
                  </a:lnTo>
                  <a:lnTo>
                    <a:pt x="329228" y="461196"/>
                  </a:lnTo>
                  <a:lnTo>
                    <a:pt x="284743" y="475183"/>
                  </a:lnTo>
                  <a:lnTo>
                    <a:pt x="236982" y="480060"/>
                  </a:lnTo>
                  <a:lnTo>
                    <a:pt x="189220" y="475183"/>
                  </a:lnTo>
                  <a:lnTo>
                    <a:pt x="144735" y="461196"/>
                  </a:lnTo>
                  <a:lnTo>
                    <a:pt x="104481" y="439066"/>
                  </a:lnTo>
                  <a:lnTo>
                    <a:pt x="69408" y="409755"/>
                  </a:lnTo>
                  <a:lnTo>
                    <a:pt x="40471" y="374232"/>
                  </a:lnTo>
                  <a:lnTo>
                    <a:pt x="18622" y="333459"/>
                  </a:lnTo>
                  <a:lnTo>
                    <a:pt x="4814" y="288403"/>
                  </a:lnTo>
                  <a:lnTo>
                    <a:pt x="0" y="24003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9203436" y="3762755"/>
              <a:ext cx="2306320" cy="1647825"/>
            </a:xfrm>
            <a:custGeom>
              <a:avLst/>
              <a:gdLst/>
              <a:ahLst/>
              <a:cxnLst/>
              <a:rect l="l" t="t" r="r" b="b"/>
              <a:pathLst>
                <a:path w="2306320" h="1647825">
                  <a:moveTo>
                    <a:pt x="2305812" y="0"/>
                  </a:moveTo>
                  <a:lnTo>
                    <a:pt x="0" y="0"/>
                  </a:lnTo>
                  <a:lnTo>
                    <a:pt x="0" y="1647444"/>
                  </a:lnTo>
                  <a:lnTo>
                    <a:pt x="2305812" y="1647444"/>
                  </a:lnTo>
                  <a:lnTo>
                    <a:pt x="230581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9203436" y="3762755"/>
              <a:ext cx="2306320" cy="1647825"/>
            </a:xfrm>
            <a:custGeom>
              <a:avLst/>
              <a:gdLst/>
              <a:ahLst/>
              <a:cxnLst/>
              <a:rect l="l" t="t" r="r" b="b"/>
              <a:pathLst>
                <a:path w="2306320" h="1647825">
                  <a:moveTo>
                    <a:pt x="0" y="0"/>
                  </a:moveTo>
                  <a:lnTo>
                    <a:pt x="2305812" y="0"/>
                  </a:lnTo>
                  <a:lnTo>
                    <a:pt x="2305812" y="1647444"/>
                  </a:lnTo>
                  <a:lnTo>
                    <a:pt x="0" y="164744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 descr=""/>
          <p:cNvSpPr txBox="1"/>
          <p:nvPr/>
        </p:nvSpPr>
        <p:spPr>
          <a:xfrm>
            <a:off x="9386316" y="4041647"/>
            <a:ext cx="417830" cy="27749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110489">
              <a:lnSpc>
                <a:spcPct val="100000"/>
              </a:lnSpc>
              <a:spcBef>
                <a:spcPts val="325"/>
              </a:spcBef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2</a:t>
            </a:r>
            <a:endParaRPr baseline="-16339" sz="1275">
              <a:latin typeface="Cambria Math"/>
              <a:cs typeface="Cambria Math"/>
            </a:endParaRPr>
          </a:p>
        </p:txBody>
      </p:sp>
      <p:grpSp>
        <p:nvGrpSpPr>
          <p:cNvPr id="87" name="object 87" descr=""/>
          <p:cNvGrpSpPr/>
          <p:nvPr/>
        </p:nvGrpSpPr>
        <p:grpSpPr>
          <a:xfrm>
            <a:off x="9733533" y="4359909"/>
            <a:ext cx="616585" cy="621030"/>
            <a:chOff x="9733533" y="4359909"/>
            <a:chExt cx="616585" cy="621030"/>
          </a:xfrm>
        </p:grpSpPr>
        <p:sp>
          <p:nvSpPr>
            <p:cNvPr id="88" name="object 88" descr=""/>
            <p:cNvSpPr/>
            <p:nvPr/>
          </p:nvSpPr>
          <p:spPr>
            <a:xfrm>
              <a:off x="9739883" y="4366259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301752" y="0"/>
                  </a:moveTo>
                  <a:lnTo>
                    <a:pt x="252807" y="3979"/>
                  </a:lnTo>
                  <a:lnTo>
                    <a:pt x="206376" y="15499"/>
                  </a:lnTo>
                  <a:lnTo>
                    <a:pt x="163081" y="33935"/>
                  </a:lnTo>
                  <a:lnTo>
                    <a:pt x="123542" y="58660"/>
                  </a:lnTo>
                  <a:lnTo>
                    <a:pt x="88382" y="89049"/>
                  </a:lnTo>
                  <a:lnTo>
                    <a:pt x="58221" y="124475"/>
                  </a:lnTo>
                  <a:lnTo>
                    <a:pt x="33681" y="164313"/>
                  </a:lnTo>
                  <a:lnTo>
                    <a:pt x="15383" y="207936"/>
                  </a:lnTo>
                  <a:lnTo>
                    <a:pt x="3949" y="254720"/>
                  </a:lnTo>
                  <a:lnTo>
                    <a:pt x="0" y="304038"/>
                  </a:lnTo>
                  <a:lnTo>
                    <a:pt x="3949" y="353355"/>
                  </a:lnTo>
                  <a:lnTo>
                    <a:pt x="15383" y="400139"/>
                  </a:lnTo>
                  <a:lnTo>
                    <a:pt x="33681" y="443762"/>
                  </a:lnTo>
                  <a:lnTo>
                    <a:pt x="58221" y="483600"/>
                  </a:lnTo>
                  <a:lnTo>
                    <a:pt x="88382" y="519026"/>
                  </a:lnTo>
                  <a:lnTo>
                    <a:pt x="123542" y="549415"/>
                  </a:lnTo>
                  <a:lnTo>
                    <a:pt x="163081" y="574140"/>
                  </a:lnTo>
                  <a:lnTo>
                    <a:pt x="206376" y="592576"/>
                  </a:lnTo>
                  <a:lnTo>
                    <a:pt x="252807" y="604096"/>
                  </a:lnTo>
                  <a:lnTo>
                    <a:pt x="301752" y="608076"/>
                  </a:lnTo>
                  <a:lnTo>
                    <a:pt x="350696" y="604096"/>
                  </a:lnTo>
                  <a:lnTo>
                    <a:pt x="397127" y="592576"/>
                  </a:lnTo>
                  <a:lnTo>
                    <a:pt x="440422" y="574140"/>
                  </a:lnTo>
                  <a:lnTo>
                    <a:pt x="479961" y="549415"/>
                  </a:lnTo>
                  <a:lnTo>
                    <a:pt x="515121" y="519026"/>
                  </a:lnTo>
                  <a:lnTo>
                    <a:pt x="545282" y="483600"/>
                  </a:lnTo>
                  <a:lnTo>
                    <a:pt x="569822" y="443762"/>
                  </a:lnTo>
                  <a:lnTo>
                    <a:pt x="588120" y="400139"/>
                  </a:lnTo>
                  <a:lnTo>
                    <a:pt x="599554" y="353355"/>
                  </a:lnTo>
                  <a:lnTo>
                    <a:pt x="603504" y="304038"/>
                  </a:lnTo>
                  <a:lnTo>
                    <a:pt x="599554" y="254720"/>
                  </a:lnTo>
                  <a:lnTo>
                    <a:pt x="588120" y="207936"/>
                  </a:lnTo>
                  <a:lnTo>
                    <a:pt x="569822" y="164313"/>
                  </a:lnTo>
                  <a:lnTo>
                    <a:pt x="545282" y="124475"/>
                  </a:lnTo>
                  <a:lnTo>
                    <a:pt x="515121" y="89049"/>
                  </a:lnTo>
                  <a:lnTo>
                    <a:pt x="479961" y="58660"/>
                  </a:lnTo>
                  <a:lnTo>
                    <a:pt x="440422" y="33935"/>
                  </a:lnTo>
                  <a:lnTo>
                    <a:pt x="397127" y="15499"/>
                  </a:lnTo>
                  <a:lnTo>
                    <a:pt x="350696" y="3979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9739883" y="4366259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0" y="304038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8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6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 descr=""/>
          <p:cNvSpPr txBox="1"/>
          <p:nvPr/>
        </p:nvSpPr>
        <p:spPr>
          <a:xfrm>
            <a:off x="9872014" y="4529626"/>
            <a:ext cx="278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91" name="object 91" descr=""/>
          <p:cNvGrpSpPr/>
          <p:nvPr/>
        </p:nvGrpSpPr>
        <p:grpSpPr>
          <a:xfrm>
            <a:off x="9418319" y="4006341"/>
            <a:ext cx="1873250" cy="722630"/>
            <a:chOff x="9418319" y="4006341"/>
            <a:chExt cx="1873250" cy="722630"/>
          </a:xfrm>
        </p:grpSpPr>
        <p:sp>
          <p:nvSpPr>
            <p:cNvPr id="92" name="object 92" descr=""/>
            <p:cNvSpPr/>
            <p:nvPr/>
          </p:nvSpPr>
          <p:spPr>
            <a:xfrm>
              <a:off x="9437369" y="4671821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5" h="0">
                  <a:moveTo>
                    <a:pt x="0" y="0"/>
                  </a:moveTo>
                  <a:lnTo>
                    <a:pt x="208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9627014" y="46146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0681715" y="4012691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0" y="304037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7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5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 txBox="1"/>
          <p:nvPr/>
        </p:nvSpPr>
        <p:spPr>
          <a:xfrm>
            <a:off x="10816584" y="4175870"/>
            <a:ext cx="2730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96" name="object 96" descr=""/>
          <p:cNvSpPr/>
          <p:nvPr/>
        </p:nvSpPr>
        <p:spPr>
          <a:xfrm>
            <a:off x="10672571" y="4706111"/>
            <a:ext cx="603885" cy="608330"/>
          </a:xfrm>
          <a:custGeom>
            <a:avLst/>
            <a:gdLst/>
            <a:ahLst/>
            <a:cxnLst/>
            <a:rect l="l" t="t" r="r" b="b"/>
            <a:pathLst>
              <a:path w="603884" h="608329">
                <a:moveTo>
                  <a:pt x="0" y="304038"/>
                </a:moveTo>
                <a:lnTo>
                  <a:pt x="3949" y="254720"/>
                </a:lnTo>
                <a:lnTo>
                  <a:pt x="15383" y="207936"/>
                </a:lnTo>
                <a:lnTo>
                  <a:pt x="33681" y="164313"/>
                </a:lnTo>
                <a:lnTo>
                  <a:pt x="58221" y="124475"/>
                </a:lnTo>
                <a:lnTo>
                  <a:pt x="88382" y="89049"/>
                </a:lnTo>
                <a:lnTo>
                  <a:pt x="123542" y="58660"/>
                </a:lnTo>
                <a:lnTo>
                  <a:pt x="163081" y="33935"/>
                </a:lnTo>
                <a:lnTo>
                  <a:pt x="206376" y="15499"/>
                </a:lnTo>
                <a:lnTo>
                  <a:pt x="252807" y="3979"/>
                </a:lnTo>
                <a:lnTo>
                  <a:pt x="301752" y="0"/>
                </a:lnTo>
                <a:lnTo>
                  <a:pt x="350696" y="3979"/>
                </a:lnTo>
                <a:lnTo>
                  <a:pt x="397127" y="15499"/>
                </a:lnTo>
                <a:lnTo>
                  <a:pt x="440422" y="33935"/>
                </a:lnTo>
                <a:lnTo>
                  <a:pt x="479961" y="58660"/>
                </a:lnTo>
                <a:lnTo>
                  <a:pt x="515121" y="89049"/>
                </a:lnTo>
                <a:lnTo>
                  <a:pt x="545282" y="124475"/>
                </a:lnTo>
                <a:lnTo>
                  <a:pt x="569822" y="164313"/>
                </a:lnTo>
                <a:lnTo>
                  <a:pt x="588120" y="207936"/>
                </a:lnTo>
                <a:lnTo>
                  <a:pt x="599554" y="254720"/>
                </a:lnTo>
                <a:lnTo>
                  <a:pt x="603504" y="304038"/>
                </a:lnTo>
                <a:lnTo>
                  <a:pt x="599554" y="353355"/>
                </a:lnTo>
                <a:lnTo>
                  <a:pt x="588120" y="400139"/>
                </a:lnTo>
                <a:lnTo>
                  <a:pt x="569822" y="443762"/>
                </a:lnTo>
                <a:lnTo>
                  <a:pt x="545282" y="483600"/>
                </a:lnTo>
                <a:lnTo>
                  <a:pt x="515121" y="519026"/>
                </a:lnTo>
                <a:lnTo>
                  <a:pt x="479961" y="549415"/>
                </a:lnTo>
                <a:lnTo>
                  <a:pt x="440422" y="574140"/>
                </a:lnTo>
                <a:lnTo>
                  <a:pt x="397127" y="592576"/>
                </a:lnTo>
                <a:lnTo>
                  <a:pt x="350696" y="604096"/>
                </a:lnTo>
                <a:lnTo>
                  <a:pt x="301752" y="608076"/>
                </a:lnTo>
                <a:lnTo>
                  <a:pt x="252807" y="604096"/>
                </a:lnTo>
                <a:lnTo>
                  <a:pt x="206376" y="592576"/>
                </a:lnTo>
                <a:lnTo>
                  <a:pt x="163081" y="574140"/>
                </a:lnTo>
                <a:lnTo>
                  <a:pt x="123542" y="549415"/>
                </a:lnTo>
                <a:lnTo>
                  <a:pt x="88382" y="519026"/>
                </a:lnTo>
                <a:lnTo>
                  <a:pt x="58221" y="483600"/>
                </a:lnTo>
                <a:lnTo>
                  <a:pt x="33681" y="443762"/>
                </a:lnTo>
                <a:lnTo>
                  <a:pt x="15383" y="400139"/>
                </a:lnTo>
                <a:lnTo>
                  <a:pt x="3949" y="353355"/>
                </a:lnTo>
                <a:lnTo>
                  <a:pt x="0" y="304038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 txBox="1"/>
          <p:nvPr/>
        </p:nvSpPr>
        <p:spPr>
          <a:xfrm>
            <a:off x="10804143" y="4869070"/>
            <a:ext cx="278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98" name="object 98" descr=""/>
          <p:cNvGrpSpPr/>
          <p:nvPr/>
        </p:nvGrpSpPr>
        <p:grpSpPr>
          <a:xfrm>
            <a:off x="10236707" y="4297709"/>
            <a:ext cx="445770" cy="735330"/>
            <a:chOff x="10236707" y="4297709"/>
            <a:chExt cx="445770" cy="735330"/>
          </a:xfrm>
        </p:grpSpPr>
        <p:sp>
          <p:nvSpPr>
            <p:cNvPr id="99" name="object 99" descr=""/>
            <p:cNvSpPr/>
            <p:nvPr/>
          </p:nvSpPr>
          <p:spPr>
            <a:xfrm>
              <a:off x="10255757" y="4346163"/>
              <a:ext cx="335915" cy="109220"/>
            </a:xfrm>
            <a:custGeom>
              <a:avLst/>
              <a:gdLst/>
              <a:ahLst/>
              <a:cxnLst/>
              <a:rect l="l" t="t" r="r" b="b"/>
              <a:pathLst>
                <a:path w="335915" h="109220">
                  <a:moveTo>
                    <a:pt x="0" y="109080"/>
                  </a:moveTo>
                  <a:lnTo>
                    <a:pt x="335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0555672" y="4297709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0255757" y="4886706"/>
              <a:ext cx="325755" cy="97155"/>
            </a:xfrm>
            <a:custGeom>
              <a:avLst/>
              <a:gdLst/>
              <a:ahLst/>
              <a:cxnLst/>
              <a:rect l="l" t="t" r="r" b="b"/>
              <a:pathLst>
                <a:path w="325754" h="97154">
                  <a:moveTo>
                    <a:pt x="0" y="0"/>
                  </a:moveTo>
                  <a:lnTo>
                    <a:pt x="325602" y="970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0546789" y="4923498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5" h="109854">
                  <a:moveTo>
                    <a:pt x="32639" y="0"/>
                  </a:moveTo>
                  <a:lnTo>
                    <a:pt x="0" y="109537"/>
                  </a:lnTo>
                  <a:lnTo>
                    <a:pt x="125857" y="87414"/>
                  </a:lnTo>
                  <a:lnTo>
                    <a:pt x="326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" name="object 103" descr=""/>
          <p:cNvSpPr txBox="1"/>
          <p:nvPr/>
        </p:nvSpPr>
        <p:spPr>
          <a:xfrm>
            <a:off x="10394850" y="4194365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10379027" y="4950886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105" name="object 105" descr=""/>
          <p:cNvGrpSpPr/>
          <p:nvPr/>
        </p:nvGrpSpPr>
        <p:grpSpPr>
          <a:xfrm>
            <a:off x="8208264" y="4251959"/>
            <a:ext cx="3007360" cy="1003300"/>
            <a:chOff x="8208264" y="4251959"/>
            <a:chExt cx="3007360" cy="1003300"/>
          </a:xfrm>
        </p:grpSpPr>
        <p:sp>
          <p:nvSpPr>
            <p:cNvPr id="106" name="object 106" descr=""/>
            <p:cNvSpPr/>
            <p:nvPr/>
          </p:nvSpPr>
          <p:spPr>
            <a:xfrm>
              <a:off x="10735056" y="4770119"/>
              <a:ext cx="474345" cy="478790"/>
            </a:xfrm>
            <a:custGeom>
              <a:avLst/>
              <a:gdLst/>
              <a:ahLst/>
              <a:cxnLst/>
              <a:rect l="l" t="t" r="r" b="b"/>
              <a:pathLst>
                <a:path w="474345" h="478789">
                  <a:moveTo>
                    <a:pt x="0" y="239267"/>
                  </a:moveTo>
                  <a:lnTo>
                    <a:pt x="4814" y="191047"/>
                  </a:lnTo>
                  <a:lnTo>
                    <a:pt x="18622" y="146134"/>
                  </a:lnTo>
                  <a:lnTo>
                    <a:pt x="40471" y="105491"/>
                  </a:lnTo>
                  <a:lnTo>
                    <a:pt x="69408" y="70080"/>
                  </a:lnTo>
                  <a:lnTo>
                    <a:pt x="104481" y="40863"/>
                  </a:lnTo>
                  <a:lnTo>
                    <a:pt x="144735" y="18802"/>
                  </a:lnTo>
                  <a:lnTo>
                    <a:pt x="189220" y="4861"/>
                  </a:lnTo>
                  <a:lnTo>
                    <a:pt x="236982" y="0"/>
                  </a:lnTo>
                  <a:lnTo>
                    <a:pt x="284743" y="4861"/>
                  </a:lnTo>
                  <a:lnTo>
                    <a:pt x="329228" y="18802"/>
                  </a:lnTo>
                  <a:lnTo>
                    <a:pt x="369482" y="40863"/>
                  </a:lnTo>
                  <a:lnTo>
                    <a:pt x="404555" y="70080"/>
                  </a:lnTo>
                  <a:lnTo>
                    <a:pt x="433492" y="105491"/>
                  </a:lnTo>
                  <a:lnTo>
                    <a:pt x="455341" y="146134"/>
                  </a:lnTo>
                  <a:lnTo>
                    <a:pt x="469149" y="191047"/>
                  </a:lnTo>
                  <a:lnTo>
                    <a:pt x="473964" y="239267"/>
                  </a:lnTo>
                  <a:lnTo>
                    <a:pt x="469149" y="287488"/>
                  </a:lnTo>
                  <a:lnTo>
                    <a:pt x="455341" y="332401"/>
                  </a:lnTo>
                  <a:lnTo>
                    <a:pt x="433492" y="373044"/>
                  </a:lnTo>
                  <a:lnTo>
                    <a:pt x="404555" y="408455"/>
                  </a:lnTo>
                  <a:lnTo>
                    <a:pt x="369482" y="437672"/>
                  </a:lnTo>
                  <a:lnTo>
                    <a:pt x="329228" y="459733"/>
                  </a:lnTo>
                  <a:lnTo>
                    <a:pt x="284743" y="473674"/>
                  </a:lnTo>
                  <a:lnTo>
                    <a:pt x="236982" y="478535"/>
                  </a:lnTo>
                  <a:lnTo>
                    <a:pt x="189220" y="473674"/>
                  </a:lnTo>
                  <a:lnTo>
                    <a:pt x="144735" y="459733"/>
                  </a:lnTo>
                  <a:lnTo>
                    <a:pt x="104481" y="437672"/>
                  </a:lnTo>
                  <a:lnTo>
                    <a:pt x="69408" y="408455"/>
                  </a:lnTo>
                  <a:lnTo>
                    <a:pt x="40471" y="373044"/>
                  </a:lnTo>
                  <a:lnTo>
                    <a:pt x="18622" y="332401"/>
                  </a:lnTo>
                  <a:lnTo>
                    <a:pt x="4814" y="287488"/>
                  </a:lnTo>
                  <a:lnTo>
                    <a:pt x="0" y="23926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8227314" y="4271009"/>
              <a:ext cx="1155065" cy="372110"/>
            </a:xfrm>
            <a:custGeom>
              <a:avLst/>
              <a:gdLst/>
              <a:ahLst/>
              <a:cxnLst/>
              <a:rect l="l" t="t" r="r" b="b"/>
              <a:pathLst>
                <a:path w="1155065" h="372110">
                  <a:moveTo>
                    <a:pt x="0" y="0"/>
                  </a:moveTo>
                  <a:lnTo>
                    <a:pt x="1154557" y="37160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9346220" y="4582368"/>
              <a:ext cx="126364" cy="109220"/>
            </a:xfrm>
            <a:custGeom>
              <a:avLst/>
              <a:gdLst/>
              <a:ahLst/>
              <a:cxnLst/>
              <a:rect l="l" t="t" r="r" b="b"/>
              <a:pathLst>
                <a:path w="126365" h="109220">
                  <a:moveTo>
                    <a:pt x="35026" y="0"/>
                  </a:moveTo>
                  <a:lnTo>
                    <a:pt x="0" y="108800"/>
                  </a:lnTo>
                  <a:lnTo>
                    <a:pt x="126314" y="89420"/>
                  </a:lnTo>
                  <a:lnTo>
                    <a:pt x="350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09" descr=""/>
          <p:cNvSpPr txBox="1"/>
          <p:nvPr/>
        </p:nvSpPr>
        <p:spPr>
          <a:xfrm>
            <a:off x="6370247" y="5459284"/>
            <a:ext cx="47148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89530" algn="l"/>
                <a:tab pos="2910840" algn="l"/>
                <a:tab pos="4046220" algn="l"/>
              </a:tabLst>
            </a:pP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000" spc="434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should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input</a:t>
            </a:r>
            <a:r>
              <a:rPr dirty="0" sz="2000">
                <a:latin typeface="Franklin Gothic Medium"/>
                <a:cs typeface="Franklin Gothic Medium"/>
              </a:rPr>
              <a:t>	</a:t>
            </a:r>
            <a:r>
              <a:rPr dirty="0" sz="2000" spc="-50">
                <a:latin typeface="Cambria Math"/>
                <a:cs typeface="Cambria Math"/>
              </a:rPr>
              <a:t>𝑤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>
                <a:latin typeface="Franklin Gothic Medium"/>
                <a:cs typeface="Franklin Gothic Medium"/>
              </a:rPr>
              <a:t>if</a:t>
            </a:r>
            <a:r>
              <a:rPr dirty="0" sz="2000" spc="-3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sz="2000" spc="1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95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𝑥𝑦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 spc="-10">
                <a:latin typeface="Franklin Gothic Medium"/>
                <a:cs typeface="Franklin Gothic Medium"/>
              </a:rPr>
              <a:t>where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6344592" y="5764184"/>
            <a:ext cx="365315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584960" algn="l"/>
              </a:tabLst>
            </a:pP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1</a:t>
            </a:r>
            <a:r>
              <a:rPr dirty="0" baseline="-15325" sz="2175" spc="225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accepts</a:t>
            </a:r>
            <a:r>
              <a:rPr dirty="0" sz="2000" spc="-120">
                <a:latin typeface="Franklin Gothic Medium"/>
                <a:cs typeface="Franklin Gothic Medium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𝑥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395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2</a:t>
            </a:r>
            <a:r>
              <a:rPr dirty="0" baseline="-15325" sz="2175" spc="315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accepts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𝑦</a:t>
            </a:r>
            <a:r>
              <a:rPr dirty="0" sz="2000" spc="-25">
                <a:latin typeface="Franklin Gothic Medium"/>
                <a:cs typeface="Franklin Gothic Medium"/>
              </a:rPr>
              <a:t>.</a:t>
            </a:r>
            <a:endParaRPr sz="2000">
              <a:latin typeface="Franklin Gothic Medium"/>
              <a:cs typeface="Franklin Gothic Medium"/>
            </a:endParaRPr>
          </a:p>
        </p:txBody>
      </p:sp>
      <p:grpSp>
        <p:nvGrpSpPr>
          <p:cNvPr id="111" name="object 111" descr=""/>
          <p:cNvGrpSpPr/>
          <p:nvPr/>
        </p:nvGrpSpPr>
        <p:grpSpPr>
          <a:xfrm>
            <a:off x="6528816" y="6226873"/>
            <a:ext cx="2710815" cy="191135"/>
            <a:chOff x="6528816" y="6226873"/>
            <a:chExt cx="2710815" cy="191135"/>
          </a:xfrm>
        </p:grpSpPr>
        <p:sp>
          <p:nvSpPr>
            <p:cNvPr id="112" name="object 112" descr=""/>
            <p:cNvSpPr/>
            <p:nvPr/>
          </p:nvSpPr>
          <p:spPr>
            <a:xfrm>
              <a:off x="6528816" y="6324599"/>
              <a:ext cx="2710815" cy="0"/>
            </a:xfrm>
            <a:custGeom>
              <a:avLst/>
              <a:gdLst/>
              <a:ahLst/>
              <a:cxnLst/>
              <a:rect l="l" t="t" r="r" b="b"/>
              <a:pathLst>
                <a:path w="2710815" h="0">
                  <a:moveTo>
                    <a:pt x="0" y="0"/>
                  </a:moveTo>
                  <a:lnTo>
                    <a:pt x="2710548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7306053" y="6231635"/>
              <a:ext cx="635" cy="181610"/>
            </a:xfrm>
            <a:custGeom>
              <a:avLst/>
              <a:gdLst/>
              <a:ahLst/>
              <a:cxnLst/>
              <a:rect l="l" t="t" r="r" b="b"/>
              <a:pathLst>
                <a:path w="634" h="181610">
                  <a:moveTo>
                    <a:pt x="342" y="0"/>
                  </a:moveTo>
                  <a:lnTo>
                    <a:pt x="0" y="18111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4" name="object 114" descr=""/>
          <p:cNvSpPr txBox="1"/>
          <p:nvPr/>
        </p:nvSpPr>
        <p:spPr>
          <a:xfrm>
            <a:off x="6224348" y="6166378"/>
            <a:ext cx="1943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𝑤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5" name="object 115" descr=""/>
          <p:cNvSpPr txBox="1"/>
          <p:nvPr/>
        </p:nvSpPr>
        <p:spPr>
          <a:xfrm>
            <a:off x="6764211" y="6383310"/>
            <a:ext cx="17157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4165" algn="l"/>
              </a:tabLst>
            </a:pPr>
            <a:r>
              <a:rPr dirty="0" sz="1800" spc="-50">
                <a:latin typeface="Cambria Math"/>
                <a:cs typeface="Cambria Math"/>
              </a:rPr>
              <a:t>𝑥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-50"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6" name="object 116" descr=""/>
          <p:cNvSpPr txBox="1"/>
          <p:nvPr/>
        </p:nvSpPr>
        <p:spPr>
          <a:xfrm>
            <a:off x="10073640" y="6041135"/>
            <a:ext cx="1739264" cy="58547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9369" rIns="0" bIns="0" rtlCol="0" vert="horz">
            <a:spAutoFit/>
          </a:bodyPr>
          <a:lstStyle/>
          <a:p>
            <a:pPr marL="140970" marR="100330" indent="-50800">
              <a:lnSpc>
                <a:spcPct val="100000"/>
              </a:lnSpc>
              <a:spcBef>
                <a:spcPts val="309"/>
              </a:spcBef>
            </a:pPr>
            <a:r>
              <a:rPr dirty="0" sz="1600">
                <a:latin typeface="Franklin Gothic Medium"/>
                <a:cs typeface="Franklin Gothic Medium"/>
              </a:rPr>
              <a:t>Doesn’t</a:t>
            </a:r>
            <a:r>
              <a:rPr dirty="0" sz="1600" spc="-70">
                <a:latin typeface="Franklin Gothic Medium"/>
                <a:cs typeface="Franklin Gothic Medium"/>
              </a:rPr>
              <a:t> </a:t>
            </a:r>
            <a:r>
              <a:rPr dirty="0" sz="1600" spc="-20">
                <a:latin typeface="Franklin Gothic Medium"/>
                <a:cs typeface="Franklin Gothic Medium"/>
              </a:rPr>
              <a:t>work: </a:t>
            </a:r>
            <a:r>
              <a:rPr dirty="0" sz="1600" spc="-10">
                <a:latin typeface="Franklin Gothic Medium"/>
                <a:cs typeface="Franklin Gothic Medium"/>
              </a:rPr>
              <a:t>Where</a:t>
            </a:r>
            <a:r>
              <a:rPr dirty="0" sz="1600" spc="-60">
                <a:latin typeface="Franklin Gothic Medium"/>
                <a:cs typeface="Franklin Gothic Medium"/>
              </a:rPr>
              <a:t> </a:t>
            </a:r>
            <a:r>
              <a:rPr dirty="0" sz="1600">
                <a:latin typeface="Franklin Gothic Medium"/>
                <a:cs typeface="Franklin Gothic Medium"/>
              </a:rPr>
              <a:t>to</a:t>
            </a:r>
            <a:r>
              <a:rPr dirty="0" sz="1600" spc="-60">
                <a:latin typeface="Franklin Gothic Medium"/>
                <a:cs typeface="Franklin Gothic Medium"/>
              </a:rPr>
              <a:t> </a:t>
            </a:r>
            <a:r>
              <a:rPr dirty="0" sz="1600" spc="-10">
                <a:latin typeface="Franklin Gothic Medium"/>
                <a:cs typeface="Franklin Gothic Medium"/>
              </a:rPr>
              <a:t>split</a:t>
            </a:r>
            <a:r>
              <a:rPr dirty="0" sz="1600" spc="-90">
                <a:latin typeface="Franklin Gothic Medium"/>
                <a:cs typeface="Franklin Gothic Medium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𝑤</a:t>
            </a:r>
            <a:r>
              <a:rPr dirty="0" sz="1600" spc="-25">
                <a:latin typeface="Franklin Gothic Medium"/>
                <a:cs typeface="Franklin Gothic Medium"/>
              </a:rPr>
              <a:t>?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117" name="object 117" descr=""/>
          <p:cNvSpPr txBox="1"/>
          <p:nvPr/>
        </p:nvSpPr>
        <p:spPr>
          <a:xfrm>
            <a:off x="558972" y="1246120"/>
            <a:ext cx="10648315" cy="1081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30480">
              <a:lnSpc>
                <a:spcPct val="123700"/>
              </a:lnSpc>
              <a:spcBef>
                <a:spcPts val="100"/>
              </a:spcBef>
              <a:tabLst>
                <a:tab pos="1644650" algn="l"/>
                <a:tab pos="809434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72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0">
                <a:latin typeface="Cambria Math"/>
                <a:cs typeface="Cambria Math"/>
              </a:rPr>
              <a:t>1</a:t>
            </a:r>
            <a:r>
              <a:rPr dirty="0" sz="28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0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800" spc="-25">
                <a:latin typeface="Franklin Gothic Medium"/>
                <a:cs typeface="Franklin Gothic Medium"/>
              </a:rPr>
              <a:t>) Proof:</a:t>
            </a:r>
            <a:r>
              <a:rPr dirty="0" sz="2800" spc="-15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Construction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18" name="object 118" descr=""/>
          <p:cNvSpPr txBox="1"/>
          <p:nvPr/>
        </p:nvSpPr>
        <p:spPr>
          <a:xfrm>
            <a:off x="885189" y="2895041"/>
            <a:ext cx="63684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Construct</a:t>
            </a:r>
            <a:r>
              <a:rPr dirty="0" sz="2400" spc="-14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60">
                <a:latin typeface="Cambria Math"/>
                <a:cs typeface="Cambria Math"/>
              </a:rPr>
              <a:t>(</a:t>
            </a:r>
            <a:r>
              <a:rPr dirty="0" sz="2400" spc="-56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26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 spc="21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215">
                <a:latin typeface="Cambria Math"/>
                <a:cs typeface="Cambria Math"/>
              </a:rPr>
              <a:t>,</a:t>
            </a:r>
            <a:r>
              <a:rPr dirty="0" sz="2400" spc="60">
                <a:latin typeface="Cambria Math"/>
                <a:cs typeface="Cambria Math"/>
              </a:rPr>
              <a:t> </a:t>
            </a:r>
            <a:r>
              <a:rPr dirty="0" sz="2400" spc="-64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235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20833" sz="240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 spc="14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140">
                <a:latin typeface="Cambria Math"/>
                <a:cs typeface="Cambria Math"/>
              </a:rPr>
              <a:t>)</a:t>
            </a:r>
            <a:r>
              <a:rPr dirty="0" sz="2400" spc="250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1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0">
                <a:latin typeface="Cambria Math"/>
                <a:cs typeface="Cambria Math"/>
              </a:rPr>
              <a:t>1</a:t>
            </a:r>
            <a:r>
              <a:rPr dirty="0" sz="24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0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9" name="object 119" descr=""/>
          <p:cNvSpPr txBox="1"/>
          <p:nvPr/>
        </p:nvSpPr>
        <p:spPr>
          <a:xfrm>
            <a:off x="839226" y="2364271"/>
            <a:ext cx="53200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Let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509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 spc="-365">
                <a:latin typeface="Cambria Math"/>
                <a:cs typeface="Cambria Math"/>
              </a:rPr>
              <a:t>(</a:t>
            </a:r>
            <a:r>
              <a:rPr dirty="0" sz="2400" spc="-36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547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sz="2400" spc="-365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155">
                <a:latin typeface="Cambria Math"/>
                <a:cs typeface="Cambria Math"/>
              </a:rPr>
              <a:t> </a:t>
            </a:r>
            <a:r>
              <a:rPr dirty="0" sz="2400" spc="-509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6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42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70">
                <a:latin typeface="Cambria Math"/>
                <a:cs typeface="Cambria Math"/>
              </a:rPr>
              <a:t> </a:t>
            </a:r>
            <a:r>
              <a:rPr dirty="0" sz="2400" spc="-45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67">
                <a:solidFill>
                  <a:srgbClr val="BE9000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65">
                <a:latin typeface="Cambria Math"/>
                <a:cs typeface="Cambria Math"/>
              </a:rPr>
              <a:t> </a:t>
            </a:r>
            <a:r>
              <a:rPr dirty="0" sz="2400" spc="-15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232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42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20" name="object 120" descr=""/>
          <p:cNvSpPr txBox="1"/>
          <p:nvPr/>
        </p:nvSpPr>
        <p:spPr>
          <a:xfrm>
            <a:off x="6416890" y="2349602"/>
            <a:ext cx="4885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48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325">
                <a:latin typeface="Cambria Math"/>
                <a:cs typeface="Cambria Math"/>
              </a:rPr>
              <a:t>(</a:t>
            </a:r>
            <a:r>
              <a:rPr dirty="0" sz="2400" spc="-32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487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sz="2400" spc="-325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170">
                <a:latin typeface="Cambria Math"/>
                <a:cs typeface="Cambria Math"/>
              </a:rPr>
              <a:t> </a:t>
            </a:r>
            <a:r>
              <a:rPr dirty="0" sz="2400" spc="-44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667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42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75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15">
                <a:solidFill>
                  <a:srgbClr val="BE9000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 spc="-1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18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42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2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21" name="object 121" descr=""/>
          <p:cNvSpPr txBox="1"/>
          <p:nvPr/>
        </p:nvSpPr>
        <p:spPr>
          <a:xfrm>
            <a:off x="481583" y="3555491"/>
            <a:ext cx="1176655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2000" spc="-10">
                <a:latin typeface="Franklin Gothic Medium"/>
                <a:cs typeface="Franklin Gothic Medium"/>
              </a:rPr>
              <a:t>Tentative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8" y="133305"/>
            <a:ext cx="80124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00"/>
              <a:t> </a:t>
            </a:r>
            <a:r>
              <a:rPr dirty="0" spc="-20"/>
              <a:t>Properties</a:t>
            </a:r>
            <a:r>
              <a:rPr dirty="0" spc="-85"/>
              <a:t> </a:t>
            </a:r>
            <a:r>
              <a:rPr dirty="0"/>
              <a:t>–</a:t>
            </a:r>
            <a:r>
              <a:rPr dirty="0" spc="-105"/>
              <a:t> </a:t>
            </a:r>
            <a:r>
              <a:rPr dirty="0" spc="-25"/>
              <a:t>Concatenation</a:t>
            </a:r>
            <a:r>
              <a:rPr dirty="0" spc="-125"/>
              <a:t> </a:t>
            </a:r>
            <a:r>
              <a:rPr dirty="0" spc="-10"/>
              <a:t>(NFA)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972" y="1347923"/>
            <a:ext cx="106483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644650" algn="l"/>
                <a:tab pos="809434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72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0">
                <a:latin typeface="Cambria Math"/>
                <a:cs typeface="Cambria Math"/>
              </a:rPr>
              <a:t>1</a:t>
            </a:r>
            <a:r>
              <a:rPr dirty="0" sz="28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0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97200" y="1875944"/>
            <a:ext cx="45935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5">
                <a:latin typeface="Franklin Gothic Medium"/>
                <a:cs typeface="Franklin Gothic Medium"/>
              </a:rPr>
              <a:t>Proof</a:t>
            </a:r>
            <a:r>
              <a:rPr dirty="0" sz="2800" spc="-14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(sketch):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Construction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06884" y="2314298"/>
            <a:ext cx="6252210" cy="963294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10"/>
              </a:spcBef>
            </a:pPr>
            <a:r>
              <a:rPr dirty="0" sz="2400">
                <a:latin typeface="Franklin Gothic Medium"/>
                <a:cs typeface="Franklin Gothic Medium"/>
              </a:rPr>
              <a:t>Given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60">
                <a:latin typeface="Franklin Gothic Medium"/>
                <a:cs typeface="Franklin Gothic Medium"/>
              </a:rPr>
              <a:t>DFAs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22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22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1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81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Construct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80">
                <a:latin typeface="Franklin Gothic Medium"/>
                <a:cs typeface="Franklin Gothic Medium"/>
              </a:rPr>
              <a:t>NFA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9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292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400" spc="-3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1279" y="4290059"/>
            <a:ext cx="2566287" cy="1613193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836994" y="4315044"/>
            <a:ext cx="3790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2264" y="4306823"/>
            <a:ext cx="2567125" cy="158129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174562" y="4332531"/>
            <a:ext cx="3854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endParaRPr baseline="-15325" sz="2175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376671" y="1882139"/>
            <a:ext cx="2627630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2000">
                <a:latin typeface="Franklin Gothic Medium"/>
                <a:cs typeface="Franklin Gothic Medium"/>
              </a:rPr>
              <a:t>Using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Nondeterminism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127459" y="3422691"/>
            <a:ext cx="7106920" cy="3296920"/>
            <a:chOff x="2127459" y="3422691"/>
            <a:chExt cx="7106920" cy="3296920"/>
          </a:xfrm>
        </p:grpSpPr>
        <p:sp>
          <p:nvSpPr>
            <p:cNvPr id="4" name="object 4" descr=""/>
            <p:cNvSpPr/>
            <p:nvPr/>
          </p:nvSpPr>
          <p:spPr>
            <a:xfrm>
              <a:off x="2133809" y="3429041"/>
              <a:ext cx="7094220" cy="3284220"/>
            </a:xfrm>
            <a:custGeom>
              <a:avLst/>
              <a:gdLst/>
              <a:ahLst/>
              <a:cxnLst/>
              <a:rect l="l" t="t" r="r" b="b"/>
              <a:pathLst>
                <a:path w="7094220" h="3284220">
                  <a:moveTo>
                    <a:pt x="4333082" y="0"/>
                  </a:moveTo>
                  <a:lnTo>
                    <a:pt x="4278449" y="891"/>
                  </a:lnTo>
                  <a:lnTo>
                    <a:pt x="4223591" y="4472"/>
                  </a:lnTo>
                  <a:lnTo>
                    <a:pt x="4166085" y="11175"/>
                  </a:lnTo>
                  <a:lnTo>
                    <a:pt x="4110104" y="20751"/>
                  </a:lnTo>
                  <a:lnTo>
                    <a:pt x="4055875" y="33094"/>
                  </a:lnTo>
                  <a:lnTo>
                    <a:pt x="4003624" y="48100"/>
                  </a:lnTo>
                  <a:lnTo>
                    <a:pt x="3953580" y="65663"/>
                  </a:lnTo>
                  <a:lnTo>
                    <a:pt x="3905970" y="85679"/>
                  </a:lnTo>
                  <a:lnTo>
                    <a:pt x="3861022" y="108043"/>
                  </a:lnTo>
                  <a:lnTo>
                    <a:pt x="3818963" y="132650"/>
                  </a:lnTo>
                  <a:lnTo>
                    <a:pt x="3780021" y="159395"/>
                  </a:lnTo>
                  <a:lnTo>
                    <a:pt x="3744423" y="188173"/>
                  </a:lnTo>
                  <a:lnTo>
                    <a:pt x="3712397" y="218880"/>
                  </a:lnTo>
                  <a:lnTo>
                    <a:pt x="3684171" y="251411"/>
                  </a:lnTo>
                  <a:lnTo>
                    <a:pt x="3644342" y="227945"/>
                  </a:lnTo>
                  <a:lnTo>
                    <a:pt x="3603015" y="206390"/>
                  </a:lnTo>
                  <a:lnTo>
                    <a:pt x="3560317" y="186734"/>
                  </a:lnTo>
                  <a:lnTo>
                    <a:pt x="3516377" y="168965"/>
                  </a:lnTo>
                  <a:lnTo>
                    <a:pt x="3471321" y="153069"/>
                  </a:lnTo>
                  <a:lnTo>
                    <a:pt x="3425277" y="139034"/>
                  </a:lnTo>
                  <a:lnTo>
                    <a:pt x="3378374" y="126849"/>
                  </a:lnTo>
                  <a:lnTo>
                    <a:pt x="3330738" y="116500"/>
                  </a:lnTo>
                  <a:lnTo>
                    <a:pt x="3282498" y="107975"/>
                  </a:lnTo>
                  <a:lnTo>
                    <a:pt x="3233781" y="101261"/>
                  </a:lnTo>
                  <a:lnTo>
                    <a:pt x="3184715" y="96346"/>
                  </a:lnTo>
                  <a:lnTo>
                    <a:pt x="3135428" y="93218"/>
                  </a:lnTo>
                  <a:lnTo>
                    <a:pt x="3086047" y="91865"/>
                  </a:lnTo>
                  <a:lnTo>
                    <a:pt x="3036699" y="92272"/>
                  </a:lnTo>
                  <a:lnTo>
                    <a:pt x="2987514" y="94430"/>
                  </a:lnTo>
                  <a:lnTo>
                    <a:pt x="2938617" y="98323"/>
                  </a:lnTo>
                  <a:lnTo>
                    <a:pt x="2890138" y="103941"/>
                  </a:lnTo>
                  <a:lnTo>
                    <a:pt x="2842204" y="111271"/>
                  </a:lnTo>
                  <a:lnTo>
                    <a:pt x="2794941" y="120301"/>
                  </a:lnTo>
                  <a:lnTo>
                    <a:pt x="2748479" y="131017"/>
                  </a:lnTo>
                  <a:lnTo>
                    <a:pt x="2702945" y="143407"/>
                  </a:lnTo>
                  <a:lnTo>
                    <a:pt x="2658466" y="157460"/>
                  </a:lnTo>
                  <a:lnTo>
                    <a:pt x="2615170" y="173162"/>
                  </a:lnTo>
                  <a:lnTo>
                    <a:pt x="2573186" y="190501"/>
                  </a:lnTo>
                  <a:lnTo>
                    <a:pt x="2532639" y="209465"/>
                  </a:lnTo>
                  <a:lnTo>
                    <a:pt x="2493659" y="230041"/>
                  </a:lnTo>
                  <a:lnTo>
                    <a:pt x="2456373" y="252217"/>
                  </a:lnTo>
                  <a:lnTo>
                    <a:pt x="2420909" y="275979"/>
                  </a:lnTo>
                  <a:lnTo>
                    <a:pt x="2387393" y="301317"/>
                  </a:lnTo>
                  <a:lnTo>
                    <a:pt x="2355955" y="328217"/>
                  </a:lnTo>
                  <a:lnTo>
                    <a:pt x="2326721" y="356666"/>
                  </a:lnTo>
                  <a:lnTo>
                    <a:pt x="2299820" y="386653"/>
                  </a:lnTo>
                  <a:lnTo>
                    <a:pt x="2252949" y="370171"/>
                  </a:lnTo>
                  <a:lnTo>
                    <a:pt x="2205288" y="355258"/>
                  </a:lnTo>
                  <a:lnTo>
                    <a:pt x="2156921" y="341906"/>
                  </a:lnTo>
                  <a:lnTo>
                    <a:pt x="2107932" y="330109"/>
                  </a:lnTo>
                  <a:lnTo>
                    <a:pt x="2058404" y="319857"/>
                  </a:lnTo>
                  <a:lnTo>
                    <a:pt x="2008423" y="311143"/>
                  </a:lnTo>
                  <a:lnTo>
                    <a:pt x="1958071" y="303959"/>
                  </a:lnTo>
                  <a:lnTo>
                    <a:pt x="1907434" y="298297"/>
                  </a:lnTo>
                  <a:lnTo>
                    <a:pt x="1856594" y="294149"/>
                  </a:lnTo>
                  <a:lnTo>
                    <a:pt x="1805637" y="291507"/>
                  </a:lnTo>
                  <a:lnTo>
                    <a:pt x="1754646" y="290363"/>
                  </a:lnTo>
                  <a:lnTo>
                    <a:pt x="1703704" y="290709"/>
                  </a:lnTo>
                  <a:lnTo>
                    <a:pt x="1652897" y="292538"/>
                  </a:lnTo>
                  <a:lnTo>
                    <a:pt x="1602308" y="295842"/>
                  </a:lnTo>
                  <a:lnTo>
                    <a:pt x="1552021" y="300611"/>
                  </a:lnTo>
                  <a:lnTo>
                    <a:pt x="1502121" y="306840"/>
                  </a:lnTo>
                  <a:lnTo>
                    <a:pt x="1452690" y="314518"/>
                  </a:lnTo>
                  <a:lnTo>
                    <a:pt x="1403814" y="323640"/>
                  </a:lnTo>
                  <a:lnTo>
                    <a:pt x="1355576" y="334196"/>
                  </a:lnTo>
                  <a:lnTo>
                    <a:pt x="1308060" y="346180"/>
                  </a:lnTo>
                  <a:lnTo>
                    <a:pt x="1261351" y="359582"/>
                  </a:lnTo>
                  <a:lnTo>
                    <a:pt x="1215532" y="374395"/>
                  </a:lnTo>
                  <a:lnTo>
                    <a:pt x="1170687" y="390611"/>
                  </a:lnTo>
                  <a:lnTo>
                    <a:pt x="1126901" y="408223"/>
                  </a:lnTo>
                  <a:lnTo>
                    <a:pt x="1084257" y="427221"/>
                  </a:lnTo>
                  <a:lnTo>
                    <a:pt x="1042839" y="447599"/>
                  </a:lnTo>
                  <a:lnTo>
                    <a:pt x="1002732" y="469349"/>
                  </a:lnTo>
                  <a:lnTo>
                    <a:pt x="964019" y="492461"/>
                  </a:lnTo>
                  <a:lnTo>
                    <a:pt x="926785" y="516930"/>
                  </a:lnTo>
                  <a:lnTo>
                    <a:pt x="880816" y="550729"/>
                  </a:lnTo>
                  <a:lnTo>
                    <a:pt x="838570" y="586092"/>
                  </a:lnTo>
                  <a:lnTo>
                    <a:pt x="800108" y="622896"/>
                  </a:lnTo>
                  <a:lnTo>
                    <a:pt x="765494" y="661015"/>
                  </a:lnTo>
                  <a:lnTo>
                    <a:pt x="734788" y="700324"/>
                  </a:lnTo>
                  <a:lnTo>
                    <a:pt x="708053" y="740700"/>
                  </a:lnTo>
                  <a:lnTo>
                    <a:pt x="685350" y="782018"/>
                  </a:lnTo>
                  <a:lnTo>
                    <a:pt x="666742" y="824154"/>
                  </a:lnTo>
                  <a:lnTo>
                    <a:pt x="652290" y="866982"/>
                  </a:lnTo>
                  <a:lnTo>
                    <a:pt x="642056" y="910379"/>
                  </a:lnTo>
                  <a:lnTo>
                    <a:pt x="636102" y="954219"/>
                  </a:lnTo>
                  <a:lnTo>
                    <a:pt x="634490" y="998379"/>
                  </a:lnTo>
                  <a:lnTo>
                    <a:pt x="637282" y="1042734"/>
                  </a:lnTo>
                  <a:lnTo>
                    <a:pt x="644540" y="1087160"/>
                  </a:lnTo>
                  <a:lnTo>
                    <a:pt x="638482" y="1097624"/>
                  </a:lnTo>
                  <a:lnTo>
                    <a:pt x="580879" y="1102921"/>
                  </a:lnTo>
                  <a:lnTo>
                    <a:pt x="524867" y="1111071"/>
                  </a:lnTo>
                  <a:lnTo>
                    <a:pt x="470636" y="1121955"/>
                  </a:lnTo>
                  <a:lnTo>
                    <a:pt x="418376" y="1135455"/>
                  </a:lnTo>
                  <a:lnTo>
                    <a:pt x="368278" y="1151450"/>
                  </a:lnTo>
                  <a:lnTo>
                    <a:pt x="320531" y="1169823"/>
                  </a:lnTo>
                  <a:lnTo>
                    <a:pt x="275326" y="1190453"/>
                  </a:lnTo>
                  <a:lnTo>
                    <a:pt x="232852" y="1213222"/>
                  </a:lnTo>
                  <a:lnTo>
                    <a:pt x="193300" y="1238010"/>
                  </a:lnTo>
                  <a:lnTo>
                    <a:pt x="156859" y="1264698"/>
                  </a:lnTo>
                  <a:lnTo>
                    <a:pt x="123721" y="1293167"/>
                  </a:lnTo>
                  <a:lnTo>
                    <a:pt x="94073" y="1323299"/>
                  </a:lnTo>
                  <a:lnTo>
                    <a:pt x="68108" y="1354973"/>
                  </a:lnTo>
                  <a:lnTo>
                    <a:pt x="46015" y="1388071"/>
                  </a:lnTo>
                  <a:lnTo>
                    <a:pt x="27983" y="1422473"/>
                  </a:lnTo>
                  <a:lnTo>
                    <a:pt x="14204" y="1458061"/>
                  </a:lnTo>
                  <a:lnTo>
                    <a:pt x="0" y="1536094"/>
                  </a:lnTo>
                  <a:lnTo>
                    <a:pt x="1012" y="1577102"/>
                  </a:lnTo>
                  <a:lnTo>
                    <a:pt x="7735" y="1617522"/>
                  </a:lnTo>
                  <a:lnTo>
                    <a:pt x="19999" y="1657137"/>
                  </a:lnTo>
                  <a:lnTo>
                    <a:pt x="37635" y="1695728"/>
                  </a:lnTo>
                  <a:lnTo>
                    <a:pt x="60473" y="1733078"/>
                  </a:lnTo>
                  <a:lnTo>
                    <a:pt x="88346" y="1768968"/>
                  </a:lnTo>
                  <a:lnTo>
                    <a:pt x="121083" y="1803182"/>
                  </a:lnTo>
                  <a:lnTo>
                    <a:pt x="158516" y="1835501"/>
                  </a:lnTo>
                  <a:lnTo>
                    <a:pt x="200475" y="1865708"/>
                  </a:lnTo>
                  <a:lnTo>
                    <a:pt x="246791" y="1893584"/>
                  </a:lnTo>
                  <a:lnTo>
                    <a:pt x="297295" y="1918913"/>
                  </a:lnTo>
                  <a:lnTo>
                    <a:pt x="351818" y="1941476"/>
                  </a:lnTo>
                  <a:lnTo>
                    <a:pt x="307521" y="1974442"/>
                  </a:lnTo>
                  <a:lnTo>
                    <a:pt x="268787" y="2009557"/>
                  </a:lnTo>
                  <a:lnTo>
                    <a:pt x="235718" y="2046547"/>
                  </a:lnTo>
                  <a:lnTo>
                    <a:pt x="208417" y="2085136"/>
                  </a:lnTo>
                  <a:lnTo>
                    <a:pt x="186989" y="2125049"/>
                  </a:lnTo>
                  <a:lnTo>
                    <a:pt x="171536" y="2166010"/>
                  </a:lnTo>
                  <a:lnTo>
                    <a:pt x="162161" y="2207746"/>
                  </a:lnTo>
                  <a:lnTo>
                    <a:pt x="158969" y="2249980"/>
                  </a:lnTo>
                  <a:lnTo>
                    <a:pt x="162062" y="2292437"/>
                  </a:lnTo>
                  <a:lnTo>
                    <a:pt x="171544" y="2334842"/>
                  </a:lnTo>
                  <a:lnTo>
                    <a:pt x="187518" y="2376921"/>
                  </a:lnTo>
                  <a:lnTo>
                    <a:pt x="205834" y="2411531"/>
                  </a:lnTo>
                  <a:lnTo>
                    <a:pt x="228155" y="2444653"/>
                  </a:lnTo>
                  <a:lnTo>
                    <a:pt x="254266" y="2476198"/>
                  </a:lnTo>
                  <a:lnTo>
                    <a:pt x="283957" y="2506076"/>
                  </a:lnTo>
                  <a:lnTo>
                    <a:pt x="317015" y="2534199"/>
                  </a:lnTo>
                  <a:lnTo>
                    <a:pt x="353227" y="2560477"/>
                  </a:lnTo>
                  <a:lnTo>
                    <a:pt x="392380" y="2584821"/>
                  </a:lnTo>
                  <a:lnTo>
                    <a:pt x="434262" y="2607142"/>
                  </a:lnTo>
                  <a:lnTo>
                    <a:pt x="478661" y="2627352"/>
                  </a:lnTo>
                  <a:lnTo>
                    <a:pt x="525363" y="2645361"/>
                  </a:lnTo>
                  <a:lnTo>
                    <a:pt x="574158" y="2661080"/>
                  </a:lnTo>
                  <a:lnTo>
                    <a:pt x="624831" y="2674420"/>
                  </a:lnTo>
                  <a:lnTo>
                    <a:pt x="677170" y="2685292"/>
                  </a:lnTo>
                  <a:lnTo>
                    <a:pt x="730964" y="2693606"/>
                  </a:lnTo>
                  <a:lnTo>
                    <a:pt x="785999" y="2699275"/>
                  </a:lnTo>
                  <a:lnTo>
                    <a:pt x="842063" y="2702208"/>
                  </a:lnTo>
                  <a:lnTo>
                    <a:pt x="898943" y="2702318"/>
                  </a:lnTo>
                  <a:lnTo>
                    <a:pt x="956427" y="2699514"/>
                  </a:lnTo>
                  <a:lnTo>
                    <a:pt x="984395" y="2729130"/>
                  </a:lnTo>
                  <a:lnTo>
                    <a:pt x="1014021" y="2757707"/>
                  </a:lnTo>
                  <a:lnTo>
                    <a:pt x="1045244" y="2785233"/>
                  </a:lnTo>
                  <a:lnTo>
                    <a:pt x="1078001" y="2811699"/>
                  </a:lnTo>
                  <a:lnTo>
                    <a:pt x="1112229" y="2837094"/>
                  </a:lnTo>
                  <a:lnTo>
                    <a:pt x="1147867" y="2861408"/>
                  </a:lnTo>
                  <a:lnTo>
                    <a:pt x="1184850" y="2884630"/>
                  </a:lnTo>
                  <a:lnTo>
                    <a:pt x="1223118" y="2906750"/>
                  </a:lnTo>
                  <a:lnTo>
                    <a:pt x="1262607" y="2927757"/>
                  </a:lnTo>
                  <a:lnTo>
                    <a:pt x="1303255" y="2947642"/>
                  </a:lnTo>
                  <a:lnTo>
                    <a:pt x="1344999" y="2966394"/>
                  </a:lnTo>
                  <a:lnTo>
                    <a:pt x="1387777" y="2984002"/>
                  </a:lnTo>
                  <a:lnTo>
                    <a:pt x="1431527" y="3000456"/>
                  </a:lnTo>
                  <a:lnTo>
                    <a:pt x="1476185" y="3015747"/>
                  </a:lnTo>
                  <a:lnTo>
                    <a:pt x="1521690" y="3029863"/>
                  </a:lnTo>
                  <a:lnTo>
                    <a:pt x="1567979" y="3042794"/>
                  </a:lnTo>
                  <a:lnTo>
                    <a:pt x="1614990" y="3054530"/>
                  </a:lnTo>
                  <a:lnTo>
                    <a:pt x="1662659" y="3065061"/>
                  </a:lnTo>
                  <a:lnTo>
                    <a:pt x="1710925" y="3074375"/>
                  </a:lnTo>
                  <a:lnTo>
                    <a:pt x="1759725" y="3082464"/>
                  </a:lnTo>
                  <a:lnTo>
                    <a:pt x="1808996" y="3089316"/>
                  </a:lnTo>
                  <a:lnTo>
                    <a:pt x="1858677" y="3094921"/>
                  </a:lnTo>
                  <a:lnTo>
                    <a:pt x="1908703" y="3099269"/>
                  </a:lnTo>
                  <a:lnTo>
                    <a:pt x="1959014" y="3102349"/>
                  </a:lnTo>
                  <a:lnTo>
                    <a:pt x="2009546" y="3104151"/>
                  </a:lnTo>
                  <a:lnTo>
                    <a:pt x="2060237" y="3104665"/>
                  </a:lnTo>
                  <a:lnTo>
                    <a:pt x="2111025" y="3103881"/>
                  </a:lnTo>
                  <a:lnTo>
                    <a:pt x="2161847" y="3101787"/>
                  </a:lnTo>
                  <a:lnTo>
                    <a:pt x="2212640" y="3098374"/>
                  </a:lnTo>
                  <a:lnTo>
                    <a:pt x="2263342" y="3093631"/>
                  </a:lnTo>
                  <a:lnTo>
                    <a:pt x="2313891" y="3087548"/>
                  </a:lnTo>
                  <a:lnTo>
                    <a:pt x="2364224" y="3080115"/>
                  </a:lnTo>
                  <a:lnTo>
                    <a:pt x="2414278" y="3071322"/>
                  </a:lnTo>
                  <a:lnTo>
                    <a:pt x="2463991" y="3061157"/>
                  </a:lnTo>
                  <a:lnTo>
                    <a:pt x="2513301" y="3049610"/>
                  </a:lnTo>
                  <a:lnTo>
                    <a:pt x="2562144" y="3036672"/>
                  </a:lnTo>
                  <a:lnTo>
                    <a:pt x="2610460" y="3022332"/>
                  </a:lnTo>
                  <a:lnTo>
                    <a:pt x="2658184" y="3006579"/>
                  </a:lnTo>
                  <a:lnTo>
                    <a:pt x="2705255" y="2989404"/>
                  </a:lnTo>
                  <a:lnTo>
                    <a:pt x="2737631" y="3017928"/>
                  </a:lnTo>
                  <a:lnTo>
                    <a:pt x="2772858" y="3044720"/>
                  </a:lnTo>
                  <a:lnTo>
                    <a:pt x="2810722" y="3069824"/>
                  </a:lnTo>
                  <a:lnTo>
                    <a:pt x="2851013" y="3093283"/>
                  </a:lnTo>
                  <a:lnTo>
                    <a:pt x="2893519" y="3115140"/>
                  </a:lnTo>
                  <a:lnTo>
                    <a:pt x="2938027" y="3135439"/>
                  </a:lnTo>
                  <a:lnTo>
                    <a:pt x="2984327" y="3154224"/>
                  </a:lnTo>
                  <a:lnTo>
                    <a:pt x="3032206" y="3171538"/>
                  </a:lnTo>
                  <a:lnTo>
                    <a:pt x="3081452" y="3187423"/>
                  </a:lnTo>
                  <a:lnTo>
                    <a:pt x="3131854" y="3201924"/>
                  </a:lnTo>
                  <a:lnTo>
                    <a:pt x="3183199" y="3215084"/>
                  </a:lnTo>
                  <a:lnTo>
                    <a:pt x="3235277" y="3226946"/>
                  </a:lnTo>
                  <a:lnTo>
                    <a:pt x="3287875" y="3237554"/>
                  </a:lnTo>
                  <a:lnTo>
                    <a:pt x="3340782" y="3246950"/>
                  </a:lnTo>
                  <a:lnTo>
                    <a:pt x="3393785" y="3255180"/>
                  </a:lnTo>
                  <a:lnTo>
                    <a:pt x="3446674" y="3262285"/>
                  </a:lnTo>
                  <a:lnTo>
                    <a:pt x="3499235" y="3268309"/>
                  </a:lnTo>
                  <a:lnTo>
                    <a:pt x="3551258" y="3273295"/>
                  </a:lnTo>
                  <a:lnTo>
                    <a:pt x="3602530" y="3277288"/>
                  </a:lnTo>
                  <a:lnTo>
                    <a:pt x="3652840" y="3280330"/>
                  </a:lnTo>
                  <a:lnTo>
                    <a:pt x="3701976" y="3282465"/>
                  </a:lnTo>
                  <a:lnTo>
                    <a:pt x="3749727" y="3283736"/>
                  </a:lnTo>
                  <a:lnTo>
                    <a:pt x="3795879" y="3284186"/>
                  </a:lnTo>
                  <a:lnTo>
                    <a:pt x="3840223" y="3283859"/>
                  </a:lnTo>
                  <a:lnTo>
                    <a:pt x="3882545" y="3282799"/>
                  </a:lnTo>
                  <a:lnTo>
                    <a:pt x="3932170" y="3280428"/>
                  </a:lnTo>
                  <a:lnTo>
                    <a:pt x="3982680" y="3276662"/>
                  </a:lnTo>
                  <a:lnTo>
                    <a:pt x="4033818" y="3271487"/>
                  </a:lnTo>
                  <a:lnTo>
                    <a:pt x="4085326" y="3264885"/>
                  </a:lnTo>
                  <a:lnTo>
                    <a:pt x="4136946" y="3256841"/>
                  </a:lnTo>
                  <a:lnTo>
                    <a:pt x="4188420" y="3247338"/>
                  </a:lnTo>
                  <a:lnTo>
                    <a:pt x="4239491" y="3236359"/>
                  </a:lnTo>
                  <a:lnTo>
                    <a:pt x="4289901" y="3223890"/>
                  </a:lnTo>
                  <a:lnTo>
                    <a:pt x="4339391" y="3209912"/>
                  </a:lnTo>
                  <a:lnTo>
                    <a:pt x="4387705" y="3194410"/>
                  </a:lnTo>
                  <a:lnTo>
                    <a:pt x="4434584" y="3177368"/>
                  </a:lnTo>
                  <a:lnTo>
                    <a:pt x="4479770" y="3158769"/>
                  </a:lnTo>
                  <a:lnTo>
                    <a:pt x="4523007" y="3138597"/>
                  </a:lnTo>
                  <a:lnTo>
                    <a:pt x="4564035" y="3116836"/>
                  </a:lnTo>
                  <a:lnTo>
                    <a:pt x="4602598" y="3093469"/>
                  </a:lnTo>
                  <a:lnTo>
                    <a:pt x="4638438" y="3068480"/>
                  </a:lnTo>
                  <a:lnTo>
                    <a:pt x="4671296" y="3041853"/>
                  </a:lnTo>
                  <a:lnTo>
                    <a:pt x="4700915" y="3013572"/>
                  </a:lnTo>
                  <a:lnTo>
                    <a:pt x="4727037" y="2983620"/>
                  </a:lnTo>
                  <a:lnTo>
                    <a:pt x="4749405" y="2951982"/>
                  </a:lnTo>
                  <a:lnTo>
                    <a:pt x="4767760" y="2918639"/>
                  </a:lnTo>
                  <a:lnTo>
                    <a:pt x="4816273" y="2935464"/>
                  </a:lnTo>
                  <a:lnTo>
                    <a:pt x="4865699" y="2948112"/>
                  </a:lnTo>
                  <a:lnTo>
                    <a:pt x="4915881" y="2956859"/>
                  </a:lnTo>
                  <a:lnTo>
                    <a:pt x="4966661" y="2961978"/>
                  </a:lnTo>
                  <a:lnTo>
                    <a:pt x="5017881" y="2963747"/>
                  </a:lnTo>
                  <a:lnTo>
                    <a:pt x="5069385" y="2962438"/>
                  </a:lnTo>
                  <a:lnTo>
                    <a:pt x="5121016" y="2958329"/>
                  </a:lnTo>
                  <a:lnTo>
                    <a:pt x="5172616" y="2951693"/>
                  </a:lnTo>
                  <a:lnTo>
                    <a:pt x="5224028" y="2942805"/>
                  </a:lnTo>
                  <a:lnTo>
                    <a:pt x="5275094" y="2931942"/>
                  </a:lnTo>
                  <a:lnTo>
                    <a:pt x="5325657" y="2919378"/>
                  </a:lnTo>
                  <a:lnTo>
                    <a:pt x="5375560" y="2905387"/>
                  </a:lnTo>
                  <a:lnTo>
                    <a:pt x="5424646" y="2890246"/>
                  </a:lnTo>
                  <a:lnTo>
                    <a:pt x="5472758" y="2874228"/>
                  </a:lnTo>
                  <a:lnTo>
                    <a:pt x="5519737" y="2857611"/>
                  </a:lnTo>
                  <a:lnTo>
                    <a:pt x="5565427" y="2840667"/>
                  </a:lnTo>
                  <a:lnTo>
                    <a:pt x="5609671" y="2823673"/>
                  </a:lnTo>
                  <a:lnTo>
                    <a:pt x="5769035" y="2760691"/>
                  </a:lnTo>
                  <a:lnTo>
                    <a:pt x="5859310" y="2726295"/>
                  </a:lnTo>
                  <a:lnTo>
                    <a:pt x="5912605" y="2704243"/>
                  </a:lnTo>
                  <a:lnTo>
                    <a:pt x="5963209" y="2681289"/>
                  </a:lnTo>
                  <a:lnTo>
                    <a:pt x="6010760" y="2657309"/>
                  </a:lnTo>
                  <a:lnTo>
                    <a:pt x="6054896" y="2632176"/>
                  </a:lnTo>
                  <a:lnTo>
                    <a:pt x="6095254" y="2605766"/>
                  </a:lnTo>
                  <a:lnTo>
                    <a:pt x="6131472" y="2577954"/>
                  </a:lnTo>
                  <a:lnTo>
                    <a:pt x="6163188" y="2548614"/>
                  </a:lnTo>
                  <a:lnTo>
                    <a:pt x="6190038" y="2517621"/>
                  </a:lnTo>
                  <a:lnTo>
                    <a:pt x="6211662" y="2484851"/>
                  </a:lnTo>
                  <a:lnTo>
                    <a:pt x="6227695" y="2450178"/>
                  </a:lnTo>
                  <a:lnTo>
                    <a:pt x="6241545" y="2374622"/>
                  </a:lnTo>
                  <a:lnTo>
                    <a:pt x="6301252" y="2367152"/>
                  </a:lnTo>
                  <a:lnTo>
                    <a:pt x="6358689" y="2355965"/>
                  </a:lnTo>
                  <a:lnTo>
                    <a:pt x="6413870" y="2341335"/>
                  </a:lnTo>
                  <a:lnTo>
                    <a:pt x="6466807" y="2323532"/>
                  </a:lnTo>
                  <a:lnTo>
                    <a:pt x="6517516" y="2302830"/>
                  </a:lnTo>
                  <a:lnTo>
                    <a:pt x="6566011" y="2279501"/>
                  </a:lnTo>
                  <a:lnTo>
                    <a:pt x="6612304" y="2253816"/>
                  </a:lnTo>
                  <a:lnTo>
                    <a:pt x="6656411" y="2226050"/>
                  </a:lnTo>
                  <a:lnTo>
                    <a:pt x="6698344" y="2196473"/>
                  </a:lnTo>
                  <a:lnTo>
                    <a:pt x="6738119" y="2165358"/>
                  </a:lnTo>
                  <a:lnTo>
                    <a:pt x="6775748" y="2132978"/>
                  </a:lnTo>
                  <a:lnTo>
                    <a:pt x="6811246" y="2099604"/>
                  </a:lnTo>
                  <a:lnTo>
                    <a:pt x="6844626" y="2065510"/>
                  </a:lnTo>
                  <a:lnTo>
                    <a:pt x="6875904" y="2030967"/>
                  </a:lnTo>
                  <a:lnTo>
                    <a:pt x="6905092" y="1996248"/>
                  </a:lnTo>
                  <a:lnTo>
                    <a:pt x="6932204" y="1961625"/>
                  </a:lnTo>
                  <a:lnTo>
                    <a:pt x="6957255" y="1927370"/>
                  </a:lnTo>
                  <a:lnTo>
                    <a:pt x="6980258" y="1893757"/>
                  </a:lnTo>
                  <a:lnTo>
                    <a:pt x="7001227" y="1861056"/>
                  </a:lnTo>
                  <a:lnTo>
                    <a:pt x="7037120" y="1799483"/>
                  </a:lnTo>
                  <a:lnTo>
                    <a:pt x="7069980" y="1730656"/>
                  </a:lnTo>
                  <a:lnTo>
                    <a:pt x="7082845" y="1689549"/>
                  </a:lnTo>
                  <a:lnTo>
                    <a:pt x="7090809" y="1647991"/>
                  </a:lnTo>
                  <a:lnTo>
                    <a:pt x="7094015" y="1606135"/>
                  </a:lnTo>
                  <a:lnTo>
                    <a:pt x="7092603" y="1564137"/>
                  </a:lnTo>
                  <a:lnTo>
                    <a:pt x="7086717" y="1522152"/>
                  </a:lnTo>
                  <a:lnTo>
                    <a:pt x="7076498" y="1480335"/>
                  </a:lnTo>
                  <a:lnTo>
                    <a:pt x="7062089" y="1438841"/>
                  </a:lnTo>
                  <a:lnTo>
                    <a:pt x="7043631" y="1397825"/>
                  </a:lnTo>
                  <a:lnTo>
                    <a:pt x="7021268" y="1357442"/>
                  </a:lnTo>
                  <a:lnTo>
                    <a:pt x="6995140" y="1317847"/>
                  </a:lnTo>
                  <a:lnTo>
                    <a:pt x="6965390" y="1279195"/>
                  </a:lnTo>
                  <a:lnTo>
                    <a:pt x="6932161" y="1241641"/>
                  </a:lnTo>
                  <a:lnTo>
                    <a:pt x="6895594" y="1205339"/>
                  </a:lnTo>
                  <a:lnTo>
                    <a:pt x="6855831" y="1170446"/>
                  </a:lnTo>
                  <a:lnTo>
                    <a:pt x="6881080" y="1128426"/>
                  </a:lnTo>
                  <a:lnTo>
                    <a:pt x="6900794" y="1085490"/>
                  </a:lnTo>
                  <a:lnTo>
                    <a:pt x="6914961" y="1041857"/>
                  </a:lnTo>
                  <a:lnTo>
                    <a:pt x="6923565" y="997744"/>
                  </a:lnTo>
                  <a:lnTo>
                    <a:pt x="6926595" y="953366"/>
                  </a:lnTo>
                  <a:lnTo>
                    <a:pt x="6924035" y="908942"/>
                  </a:lnTo>
                  <a:lnTo>
                    <a:pt x="6915874" y="864688"/>
                  </a:lnTo>
                  <a:lnTo>
                    <a:pt x="6902097" y="820821"/>
                  </a:lnTo>
                  <a:lnTo>
                    <a:pt x="6882691" y="777559"/>
                  </a:lnTo>
                  <a:lnTo>
                    <a:pt x="6862585" y="742669"/>
                  </a:lnTo>
                  <a:lnTo>
                    <a:pt x="6839050" y="708961"/>
                  </a:lnTo>
                  <a:lnTo>
                    <a:pt x="6812220" y="676516"/>
                  </a:lnTo>
                  <a:lnTo>
                    <a:pt x="6782231" y="645415"/>
                  </a:lnTo>
                  <a:lnTo>
                    <a:pt x="6749219" y="615738"/>
                  </a:lnTo>
                  <a:lnTo>
                    <a:pt x="6713317" y="587569"/>
                  </a:lnTo>
                  <a:lnTo>
                    <a:pt x="6674662" y="560986"/>
                  </a:lnTo>
                  <a:lnTo>
                    <a:pt x="6633388" y="536073"/>
                  </a:lnTo>
                  <a:lnTo>
                    <a:pt x="6589631" y="512910"/>
                  </a:lnTo>
                  <a:lnTo>
                    <a:pt x="6543525" y="491578"/>
                  </a:lnTo>
                  <a:lnTo>
                    <a:pt x="6495206" y="472158"/>
                  </a:lnTo>
                  <a:lnTo>
                    <a:pt x="6444810" y="454732"/>
                  </a:lnTo>
                  <a:lnTo>
                    <a:pt x="6392470" y="439381"/>
                  </a:lnTo>
                  <a:lnTo>
                    <a:pt x="6338322" y="426186"/>
                  </a:lnTo>
                  <a:lnTo>
                    <a:pt x="6282502" y="415228"/>
                  </a:lnTo>
                  <a:lnTo>
                    <a:pt x="6269361" y="377347"/>
                  </a:lnTo>
                  <a:lnTo>
                    <a:pt x="6251823" y="340521"/>
                  </a:lnTo>
                  <a:lnTo>
                    <a:pt x="6230048" y="304880"/>
                  </a:lnTo>
                  <a:lnTo>
                    <a:pt x="6204198" y="270552"/>
                  </a:lnTo>
                  <a:lnTo>
                    <a:pt x="6174435" y="237667"/>
                  </a:lnTo>
                  <a:lnTo>
                    <a:pt x="6140920" y="206351"/>
                  </a:lnTo>
                  <a:lnTo>
                    <a:pt x="6103814" y="176734"/>
                  </a:lnTo>
                  <a:lnTo>
                    <a:pt x="6063280" y="148945"/>
                  </a:lnTo>
                  <a:lnTo>
                    <a:pt x="6019478" y="123112"/>
                  </a:lnTo>
                  <a:lnTo>
                    <a:pt x="5972570" y="99364"/>
                  </a:lnTo>
                  <a:lnTo>
                    <a:pt x="5922717" y="77828"/>
                  </a:lnTo>
                  <a:lnTo>
                    <a:pt x="5870082" y="58635"/>
                  </a:lnTo>
                  <a:lnTo>
                    <a:pt x="5814825" y="41912"/>
                  </a:lnTo>
                  <a:lnTo>
                    <a:pt x="5766244" y="29803"/>
                  </a:lnTo>
                  <a:lnTo>
                    <a:pt x="5717017" y="19823"/>
                  </a:lnTo>
                  <a:lnTo>
                    <a:pt x="5667296" y="11950"/>
                  </a:lnTo>
                  <a:lnTo>
                    <a:pt x="5617232" y="6161"/>
                  </a:lnTo>
                  <a:lnTo>
                    <a:pt x="5566975" y="2434"/>
                  </a:lnTo>
                  <a:lnTo>
                    <a:pt x="5516676" y="746"/>
                  </a:lnTo>
                  <a:lnTo>
                    <a:pt x="5466486" y="1076"/>
                  </a:lnTo>
                  <a:lnTo>
                    <a:pt x="5416555" y="3400"/>
                  </a:lnTo>
                  <a:lnTo>
                    <a:pt x="5367036" y="7697"/>
                  </a:lnTo>
                  <a:lnTo>
                    <a:pt x="5318078" y="13945"/>
                  </a:lnTo>
                  <a:lnTo>
                    <a:pt x="5269833" y="22119"/>
                  </a:lnTo>
                  <a:lnTo>
                    <a:pt x="5222452" y="32200"/>
                  </a:lnTo>
                  <a:lnTo>
                    <a:pt x="5176084" y="44163"/>
                  </a:lnTo>
                  <a:lnTo>
                    <a:pt x="5130882" y="57987"/>
                  </a:lnTo>
                  <a:lnTo>
                    <a:pt x="5086996" y="73649"/>
                  </a:lnTo>
                  <a:lnTo>
                    <a:pt x="5044577" y="91128"/>
                  </a:lnTo>
                  <a:lnTo>
                    <a:pt x="5003776" y="110400"/>
                  </a:lnTo>
                  <a:lnTo>
                    <a:pt x="4964744" y="131443"/>
                  </a:lnTo>
                  <a:lnTo>
                    <a:pt x="4927631" y="154235"/>
                  </a:lnTo>
                  <a:lnTo>
                    <a:pt x="4892589" y="178754"/>
                  </a:lnTo>
                  <a:lnTo>
                    <a:pt x="4857482" y="151730"/>
                  </a:lnTo>
                  <a:lnTo>
                    <a:pt x="4819562" y="126725"/>
                  </a:lnTo>
                  <a:lnTo>
                    <a:pt x="4779044" y="103794"/>
                  </a:lnTo>
                  <a:lnTo>
                    <a:pt x="4736145" y="82994"/>
                  </a:lnTo>
                  <a:lnTo>
                    <a:pt x="4691080" y="64380"/>
                  </a:lnTo>
                  <a:lnTo>
                    <a:pt x="4644064" y="48008"/>
                  </a:lnTo>
                  <a:lnTo>
                    <a:pt x="4595313" y="33934"/>
                  </a:lnTo>
                  <a:lnTo>
                    <a:pt x="4545043" y="22215"/>
                  </a:lnTo>
                  <a:lnTo>
                    <a:pt x="4493470" y="12906"/>
                  </a:lnTo>
                  <a:lnTo>
                    <a:pt x="4440808" y="6063"/>
                  </a:lnTo>
                  <a:lnTo>
                    <a:pt x="4387273" y="1742"/>
                  </a:lnTo>
                  <a:lnTo>
                    <a:pt x="433308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133809" y="3429041"/>
              <a:ext cx="7094220" cy="3284220"/>
            </a:xfrm>
            <a:custGeom>
              <a:avLst/>
              <a:gdLst/>
              <a:ahLst/>
              <a:cxnLst/>
              <a:rect l="l" t="t" r="r" b="b"/>
              <a:pathLst>
                <a:path w="7094220" h="3284220">
                  <a:moveTo>
                    <a:pt x="644540" y="1087160"/>
                  </a:moveTo>
                  <a:lnTo>
                    <a:pt x="637282" y="1042734"/>
                  </a:lnTo>
                  <a:lnTo>
                    <a:pt x="634490" y="998379"/>
                  </a:lnTo>
                  <a:lnTo>
                    <a:pt x="636102" y="954219"/>
                  </a:lnTo>
                  <a:lnTo>
                    <a:pt x="642056" y="910379"/>
                  </a:lnTo>
                  <a:lnTo>
                    <a:pt x="652290" y="866982"/>
                  </a:lnTo>
                  <a:lnTo>
                    <a:pt x="666742" y="824154"/>
                  </a:lnTo>
                  <a:lnTo>
                    <a:pt x="685350" y="782018"/>
                  </a:lnTo>
                  <a:lnTo>
                    <a:pt x="708053" y="740700"/>
                  </a:lnTo>
                  <a:lnTo>
                    <a:pt x="734788" y="700324"/>
                  </a:lnTo>
                  <a:lnTo>
                    <a:pt x="765494" y="661015"/>
                  </a:lnTo>
                  <a:lnTo>
                    <a:pt x="800108" y="622896"/>
                  </a:lnTo>
                  <a:lnTo>
                    <a:pt x="838570" y="586092"/>
                  </a:lnTo>
                  <a:lnTo>
                    <a:pt x="880816" y="550729"/>
                  </a:lnTo>
                  <a:lnTo>
                    <a:pt x="926785" y="516930"/>
                  </a:lnTo>
                  <a:lnTo>
                    <a:pt x="964019" y="492461"/>
                  </a:lnTo>
                  <a:lnTo>
                    <a:pt x="1002732" y="469349"/>
                  </a:lnTo>
                  <a:lnTo>
                    <a:pt x="1042839" y="447599"/>
                  </a:lnTo>
                  <a:lnTo>
                    <a:pt x="1084257" y="427221"/>
                  </a:lnTo>
                  <a:lnTo>
                    <a:pt x="1126901" y="408223"/>
                  </a:lnTo>
                  <a:lnTo>
                    <a:pt x="1170687" y="390611"/>
                  </a:lnTo>
                  <a:lnTo>
                    <a:pt x="1215532" y="374395"/>
                  </a:lnTo>
                  <a:lnTo>
                    <a:pt x="1261351" y="359582"/>
                  </a:lnTo>
                  <a:lnTo>
                    <a:pt x="1308060" y="346180"/>
                  </a:lnTo>
                  <a:lnTo>
                    <a:pt x="1355576" y="334196"/>
                  </a:lnTo>
                  <a:lnTo>
                    <a:pt x="1403814" y="323640"/>
                  </a:lnTo>
                  <a:lnTo>
                    <a:pt x="1452690" y="314518"/>
                  </a:lnTo>
                  <a:lnTo>
                    <a:pt x="1502121" y="306840"/>
                  </a:lnTo>
                  <a:lnTo>
                    <a:pt x="1552021" y="300611"/>
                  </a:lnTo>
                  <a:lnTo>
                    <a:pt x="1602308" y="295842"/>
                  </a:lnTo>
                  <a:lnTo>
                    <a:pt x="1652897" y="292538"/>
                  </a:lnTo>
                  <a:lnTo>
                    <a:pt x="1703704" y="290709"/>
                  </a:lnTo>
                  <a:lnTo>
                    <a:pt x="1754646" y="290363"/>
                  </a:lnTo>
                  <a:lnTo>
                    <a:pt x="1805637" y="291507"/>
                  </a:lnTo>
                  <a:lnTo>
                    <a:pt x="1856594" y="294149"/>
                  </a:lnTo>
                  <a:lnTo>
                    <a:pt x="1907434" y="298297"/>
                  </a:lnTo>
                  <a:lnTo>
                    <a:pt x="1958071" y="303959"/>
                  </a:lnTo>
                  <a:lnTo>
                    <a:pt x="2008423" y="311143"/>
                  </a:lnTo>
                  <a:lnTo>
                    <a:pt x="2058404" y="319857"/>
                  </a:lnTo>
                  <a:lnTo>
                    <a:pt x="2107932" y="330109"/>
                  </a:lnTo>
                  <a:lnTo>
                    <a:pt x="2156921" y="341906"/>
                  </a:lnTo>
                  <a:lnTo>
                    <a:pt x="2205288" y="355258"/>
                  </a:lnTo>
                  <a:lnTo>
                    <a:pt x="2252949" y="370171"/>
                  </a:lnTo>
                  <a:lnTo>
                    <a:pt x="2299820" y="386653"/>
                  </a:lnTo>
                  <a:lnTo>
                    <a:pt x="2326721" y="356666"/>
                  </a:lnTo>
                  <a:lnTo>
                    <a:pt x="2355955" y="328217"/>
                  </a:lnTo>
                  <a:lnTo>
                    <a:pt x="2387393" y="301317"/>
                  </a:lnTo>
                  <a:lnTo>
                    <a:pt x="2420909" y="275979"/>
                  </a:lnTo>
                  <a:lnTo>
                    <a:pt x="2456373" y="252217"/>
                  </a:lnTo>
                  <a:lnTo>
                    <a:pt x="2493659" y="230041"/>
                  </a:lnTo>
                  <a:lnTo>
                    <a:pt x="2532639" y="209465"/>
                  </a:lnTo>
                  <a:lnTo>
                    <a:pt x="2573186" y="190501"/>
                  </a:lnTo>
                  <a:lnTo>
                    <a:pt x="2615170" y="173162"/>
                  </a:lnTo>
                  <a:lnTo>
                    <a:pt x="2658466" y="157460"/>
                  </a:lnTo>
                  <a:lnTo>
                    <a:pt x="2702945" y="143407"/>
                  </a:lnTo>
                  <a:lnTo>
                    <a:pt x="2748479" y="131017"/>
                  </a:lnTo>
                  <a:lnTo>
                    <a:pt x="2794941" y="120301"/>
                  </a:lnTo>
                  <a:lnTo>
                    <a:pt x="2842204" y="111271"/>
                  </a:lnTo>
                  <a:lnTo>
                    <a:pt x="2890138" y="103941"/>
                  </a:lnTo>
                  <a:lnTo>
                    <a:pt x="2938617" y="98323"/>
                  </a:lnTo>
                  <a:lnTo>
                    <a:pt x="2987514" y="94430"/>
                  </a:lnTo>
                  <a:lnTo>
                    <a:pt x="3036699" y="92272"/>
                  </a:lnTo>
                  <a:lnTo>
                    <a:pt x="3086047" y="91865"/>
                  </a:lnTo>
                  <a:lnTo>
                    <a:pt x="3135428" y="93218"/>
                  </a:lnTo>
                  <a:lnTo>
                    <a:pt x="3184715" y="96346"/>
                  </a:lnTo>
                  <a:lnTo>
                    <a:pt x="3233781" y="101261"/>
                  </a:lnTo>
                  <a:lnTo>
                    <a:pt x="3282498" y="107975"/>
                  </a:lnTo>
                  <a:lnTo>
                    <a:pt x="3330738" y="116500"/>
                  </a:lnTo>
                  <a:lnTo>
                    <a:pt x="3378374" y="126849"/>
                  </a:lnTo>
                  <a:lnTo>
                    <a:pt x="3425277" y="139034"/>
                  </a:lnTo>
                  <a:lnTo>
                    <a:pt x="3471321" y="153069"/>
                  </a:lnTo>
                  <a:lnTo>
                    <a:pt x="3516377" y="168965"/>
                  </a:lnTo>
                  <a:lnTo>
                    <a:pt x="3560317" y="186734"/>
                  </a:lnTo>
                  <a:lnTo>
                    <a:pt x="3603015" y="206390"/>
                  </a:lnTo>
                  <a:lnTo>
                    <a:pt x="3644342" y="227945"/>
                  </a:lnTo>
                  <a:lnTo>
                    <a:pt x="3684171" y="251411"/>
                  </a:lnTo>
                  <a:lnTo>
                    <a:pt x="3712397" y="218880"/>
                  </a:lnTo>
                  <a:lnTo>
                    <a:pt x="3744423" y="188173"/>
                  </a:lnTo>
                  <a:lnTo>
                    <a:pt x="3780021" y="159395"/>
                  </a:lnTo>
                  <a:lnTo>
                    <a:pt x="3818963" y="132650"/>
                  </a:lnTo>
                  <a:lnTo>
                    <a:pt x="3861022" y="108043"/>
                  </a:lnTo>
                  <a:lnTo>
                    <a:pt x="3905970" y="85679"/>
                  </a:lnTo>
                  <a:lnTo>
                    <a:pt x="3953580" y="65663"/>
                  </a:lnTo>
                  <a:lnTo>
                    <a:pt x="4003624" y="48100"/>
                  </a:lnTo>
                  <a:lnTo>
                    <a:pt x="4055875" y="33094"/>
                  </a:lnTo>
                  <a:lnTo>
                    <a:pt x="4110104" y="20751"/>
                  </a:lnTo>
                  <a:lnTo>
                    <a:pt x="4166085" y="11175"/>
                  </a:lnTo>
                  <a:lnTo>
                    <a:pt x="4223591" y="4472"/>
                  </a:lnTo>
                  <a:lnTo>
                    <a:pt x="4278449" y="891"/>
                  </a:lnTo>
                  <a:lnTo>
                    <a:pt x="4333082" y="0"/>
                  </a:lnTo>
                  <a:lnTo>
                    <a:pt x="4387273" y="1742"/>
                  </a:lnTo>
                  <a:lnTo>
                    <a:pt x="4440808" y="6063"/>
                  </a:lnTo>
                  <a:lnTo>
                    <a:pt x="4493470" y="12906"/>
                  </a:lnTo>
                  <a:lnTo>
                    <a:pt x="4545043" y="22215"/>
                  </a:lnTo>
                  <a:lnTo>
                    <a:pt x="4595313" y="33934"/>
                  </a:lnTo>
                  <a:lnTo>
                    <a:pt x="4644064" y="48008"/>
                  </a:lnTo>
                  <a:lnTo>
                    <a:pt x="4691080" y="64380"/>
                  </a:lnTo>
                  <a:lnTo>
                    <a:pt x="4736145" y="82994"/>
                  </a:lnTo>
                  <a:lnTo>
                    <a:pt x="4779044" y="103794"/>
                  </a:lnTo>
                  <a:lnTo>
                    <a:pt x="4819562" y="126725"/>
                  </a:lnTo>
                  <a:lnTo>
                    <a:pt x="4857482" y="151730"/>
                  </a:lnTo>
                  <a:lnTo>
                    <a:pt x="4892589" y="178754"/>
                  </a:lnTo>
                  <a:lnTo>
                    <a:pt x="4927631" y="154235"/>
                  </a:lnTo>
                  <a:lnTo>
                    <a:pt x="4964744" y="131443"/>
                  </a:lnTo>
                  <a:lnTo>
                    <a:pt x="5003776" y="110400"/>
                  </a:lnTo>
                  <a:lnTo>
                    <a:pt x="5044577" y="91128"/>
                  </a:lnTo>
                  <a:lnTo>
                    <a:pt x="5086996" y="73649"/>
                  </a:lnTo>
                  <a:lnTo>
                    <a:pt x="5130882" y="57987"/>
                  </a:lnTo>
                  <a:lnTo>
                    <a:pt x="5176084" y="44163"/>
                  </a:lnTo>
                  <a:lnTo>
                    <a:pt x="5222452" y="32200"/>
                  </a:lnTo>
                  <a:lnTo>
                    <a:pt x="5269833" y="22119"/>
                  </a:lnTo>
                  <a:lnTo>
                    <a:pt x="5318078" y="13945"/>
                  </a:lnTo>
                  <a:lnTo>
                    <a:pt x="5367036" y="7697"/>
                  </a:lnTo>
                  <a:lnTo>
                    <a:pt x="5416555" y="3400"/>
                  </a:lnTo>
                  <a:lnTo>
                    <a:pt x="5466486" y="1076"/>
                  </a:lnTo>
                  <a:lnTo>
                    <a:pt x="5516676" y="746"/>
                  </a:lnTo>
                  <a:lnTo>
                    <a:pt x="5566975" y="2434"/>
                  </a:lnTo>
                  <a:lnTo>
                    <a:pt x="5617232" y="6161"/>
                  </a:lnTo>
                  <a:lnTo>
                    <a:pt x="5667296" y="11950"/>
                  </a:lnTo>
                  <a:lnTo>
                    <a:pt x="5717017" y="19823"/>
                  </a:lnTo>
                  <a:lnTo>
                    <a:pt x="5766244" y="29803"/>
                  </a:lnTo>
                  <a:lnTo>
                    <a:pt x="5814825" y="41912"/>
                  </a:lnTo>
                  <a:lnTo>
                    <a:pt x="5870082" y="58635"/>
                  </a:lnTo>
                  <a:lnTo>
                    <a:pt x="5922717" y="77828"/>
                  </a:lnTo>
                  <a:lnTo>
                    <a:pt x="5972570" y="99364"/>
                  </a:lnTo>
                  <a:lnTo>
                    <a:pt x="6019478" y="123112"/>
                  </a:lnTo>
                  <a:lnTo>
                    <a:pt x="6063280" y="148945"/>
                  </a:lnTo>
                  <a:lnTo>
                    <a:pt x="6103814" y="176734"/>
                  </a:lnTo>
                  <a:lnTo>
                    <a:pt x="6140920" y="206351"/>
                  </a:lnTo>
                  <a:lnTo>
                    <a:pt x="6174435" y="237667"/>
                  </a:lnTo>
                  <a:lnTo>
                    <a:pt x="6204198" y="270552"/>
                  </a:lnTo>
                  <a:lnTo>
                    <a:pt x="6230048" y="304880"/>
                  </a:lnTo>
                  <a:lnTo>
                    <a:pt x="6251823" y="340521"/>
                  </a:lnTo>
                  <a:lnTo>
                    <a:pt x="6269361" y="377347"/>
                  </a:lnTo>
                  <a:lnTo>
                    <a:pt x="6282502" y="415228"/>
                  </a:lnTo>
                  <a:lnTo>
                    <a:pt x="6338322" y="426186"/>
                  </a:lnTo>
                  <a:lnTo>
                    <a:pt x="6392470" y="439381"/>
                  </a:lnTo>
                  <a:lnTo>
                    <a:pt x="6444810" y="454732"/>
                  </a:lnTo>
                  <a:lnTo>
                    <a:pt x="6495206" y="472158"/>
                  </a:lnTo>
                  <a:lnTo>
                    <a:pt x="6543525" y="491578"/>
                  </a:lnTo>
                  <a:lnTo>
                    <a:pt x="6589631" y="512910"/>
                  </a:lnTo>
                  <a:lnTo>
                    <a:pt x="6633388" y="536073"/>
                  </a:lnTo>
                  <a:lnTo>
                    <a:pt x="6674662" y="560986"/>
                  </a:lnTo>
                  <a:lnTo>
                    <a:pt x="6713317" y="587569"/>
                  </a:lnTo>
                  <a:lnTo>
                    <a:pt x="6749219" y="615738"/>
                  </a:lnTo>
                  <a:lnTo>
                    <a:pt x="6782231" y="645415"/>
                  </a:lnTo>
                  <a:lnTo>
                    <a:pt x="6812220" y="676516"/>
                  </a:lnTo>
                  <a:lnTo>
                    <a:pt x="6839050" y="708961"/>
                  </a:lnTo>
                  <a:lnTo>
                    <a:pt x="6862585" y="742669"/>
                  </a:lnTo>
                  <a:lnTo>
                    <a:pt x="6882691" y="777559"/>
                  </a:lnTo>
                  <a:lnTo>
                    <a:pt x="6902097" y="820821"/>
                  </a:lnTo>
                  <a:lnTo>
                    <a:pt x="6915874" y="864688"/>
                  </a:lnTo>
                  <a:lnTo>
                    <a:pt x="6924035" y="908942"/>
                  </a:lnTo>
                  <a:lnTo>
                    <a:pt x="6926595" y="953366"/>
                  </a:lnTo>
                  <a:lnTo>
                    <a:pt x="6923565" y="997744"/>
                  </a:lnTo>
                  <a:lnTo>
                    <a:pt x="6914961" y="1041857"/>
                  </a:lnTo>
                  <a:lnTo>
                    <a:pt x="6900794" y="1085490"/>
                  </a:lnTo>
                  <a:lnTo>
                    <a:pt x="6881080" y="1128426"/>
                  </a:lnTo>
                  <a:lnTo>
                    <a:pt x="6855831" y="1170446"/>
                  </a:lnTo>
                  <a:lnTo>
                    <a:pt x="6895594" y="1205339"/>
                  </a:lnTo>
                  <a:lnTo>
                    <a:pt x="6932161" y="1241641"/>
                  </a:lnTo>
                  <a:lnTo>
                    <a:pt x="6965390" y="1279195"/>
                  </a:lnTo>
                  <a:lnTo>
                    <a:pt x="6995140" y="1317847"/>
                  </a:lnTo>
                  <a:lnTo>
                    <a:pt x="7021268" y="1357442"/>
                  </a:lnTo>
                  <a:lnTo>
                    <a:pt x="7043631" y="1397825"/>
                  </a:lnTo>
                  <a:lnTo>
                    <a:pt x="7062089" y="1438841"/>
                  </a:lnTo>
                  <a:lnTo>
                    <a:pt x="7076498" y="1480335"/>
                  </a:lnTo>
                  <a:lnTo>
                    <a:pt x="7086717" y="1522152"/>
                  </a:lnTo>
                  <a:lnTo>
                    <a:pt x="7092603" y="1564137"/>
                  </a:lnTo>
                  <a:lnTo>
                    <a:pt x="7094015" y="1606135"/>
                  </a:lnTo>
                  <a:lnTo>
                    <a:pt x="7090809" y="1647991"/>
                  </a:lnTo>
                  <a:lnTo>
                    <a:pt x="7082845" y="1689549"/>
                  </a:lnTo>
                  <a:lnTo>
                    <a:pt x="7069980" y="1730656"/>
                  </a:lnTo>
                  <a:lnTo>
                    <a:pt x="7052071" y="1771156"/>
                  </a:lnTo>
                  <a:lnTo>
                    <a:pt x="7020176" y="1829541"/>
                  </a:lnTo>
                  <a:lnTo>
                    <a:pt x="6980258" y="1893757"/>
                  </a:lnTo>
                  <a:lnTo>
                    <a:pt x="6957255" y="1927370"/>
                  </a:lnTo>
                  <a:lnTo>
                    <a:pt x="6932204" y="1961625"/>
                  </a:lnTo>
                  <a:lnTo>
                    <a:pt x="6905092" y="1996248"/>
                  </a:lnTo>
                  <a:lnTo>
                    <a:pt x="6875904" y="2030967"/>
                  </a:lnTo>
                  <a:lnTo>
                    <a:pt x="6844626" y="2065510"/>
                  </a:lnTo>
                  <a:lnTo>
                    <a:pt x="6811246" y="2099604"/>
                  </a:lnTo>
                  <a:lnTo>
                    <a:pt x="6775748" y="2132978"/>
                  </a:lnTo>
                  <a:lnTo>
                    <a:pt x="6738119" y="2165358"/>
                  </a:lnTo>
                  <a:lnTo>
                    <a:pt x="6698344" y="2196473"/>
                  </a:lnTo>
                  <a:lnTo>
                    <a:pt x="6656411" y="2226050"/>
                  </a:lnTo>
                  <a:lnTo>
                    <a:pt x="6612304" y="2253816"/>
                  </a:lnTo>
                  <a:lnTo>
                    <a:pt x="6566011" y="2279501"/>
                  </a:lnTo>
                  <a:lnTo>
                    <a:pt x="6517516" y="2302830"/>
                  </a:lnTo>
                  <a:lnTo>
                    <a:pt x="6466807" y="2323532"/>
                  </a:lnTo>
                  <a:lnTo>
                    <a:pt x="6413870" y="2341335"/>
                  </a:lnTo>
                  <a:lnTo>
                    <a:pt x="6358689" y="2355965"/>
                  </a:lnTo>
                  <a:lnTo>
                    <a:pt x="6301252" y="2367152"/>
                  </a:lnTo>
                  <a:lnTo>
                    <a:pt x="6241545" y="2374622"/>
                  </a:lnTo>
                  <a:lnTo>
                    <a:pt x="6237777" y="2413477"/>
                  </a:lnTo>
                  <a:lnTo>
                    <a:pt x="6211662" y="2484851"/>
                  </a:lnTo>
                  <a:lnTo>
                    <a:pt x="6190038" y="2517621"/>
                  </a:lnTo>
                  <a:lnTo>
                    <a:pt x="6163188" y="2548614"/>
                  </a:lnTo>
                  <a:lnTo>
                    <a:pt x="6131472" y="2577954"/>
                  </a:lnTo>
                  <a:lnTo>
                    <a:pt x="6095254" y="2605766"/>
                  </a:lnTo>
                  <a:lnTo>
                    <a:pt x="6054896" y="2632176"/>
                  </a:lnTo>
                  <a:lnTo>
                    <a:pt x="6010760" y="2657309"/>
                  </a:lnTo>
                  <a:lnTo>
                    <a:pt x="5963209" y="2681289"/>
                  </a:lnTo>
                  <a:lnTo>
                    <a:pt x="5912605" y="2704243"/>
                  </a:lnTo>
                  <a:lnTo>
                    <a:pt x="5859310" y="2726295"/>
                  </a:lnTo>
                  <a:lnTo>
                    <a:pt x="5803687" y="2747570"/>
                  </a:lnTo>
                  <a:lnTo>
                    <a:pt x="5769035" y="2760691"/>
                  </a:lnTo>
                  <a:lnTo>
                    <a:pt x="5732150" y="2775137"/>
                  </a:lnTo>
                  <a:lnTo>
                    <a:pt x="5693189" y="2790633"/>
                  </a:lnTo>
                  <a:lnTo>
                    <a:pt x="5652311" y="2806903"/>
                  </a:lnTo>
                  <a:lnTo>
                    <a:pt x="5609671" y="2823673"/>
                  </a:lnTo>
                  <a:lnTo>
                    <a:pt x="5565427" y="2840667"/>
                  </a:lnTo>
                  <a:lnTo>
                    <a:pt x="5519737" y="2857611"/>
                  </a:lnTo>
                  <a:lnTo>
                    <a:pt x="5472758" y="2874228"/>
                  </a:lnTo>
                  <a:lnTo>
                    <a:pt x="5424646" y="2890246"/>
                  </a:lnTo>
                  <a:lnTo>
                    <a:pt x="5375560" y="2905387"/>
                  </a:lnTo>
                  <a:lnTo>
                    <a:pt x="5325657" y="2919378"/>
                  </a:lnTo>
                  <a:lnTo>
                    <a:pt x="5275094" y="2931942"/>
                  </a:lnTo>
                  <a:lnTo>
                    <a:pt x="5224028" y="2942805"/>
                  </a:lnTo>
                  <a:lnTo>
                    <a:pt x="5172616" y="2951693"/>
                  </a:lnTo>
                  <a:lnTo>
                    <a:pt x="5121016" y="2958329"/>
                  </a:lnTo>
                  <a:lnTo>
                    <a:pt x="5069385" y="2962438"/>
                  </a:lnTo>
                  <a:lnTo>
                    <a:pt x="5017881" y="2963747"/>
                  </a:lnTo>
                  <a:lnTo>
                    <a:pt x="4966661" y="2961978"/>
                  </a:lnTo>
                  <a:lnTo>
                    <a:pt x="4915881" y="2956859"/>
                  </a:lnTo>
                  <a:lnTo>
                    <a:pt x="4865699" y="2948112"/>
                  </a:lnTo>
                  <a:lnTo>
                    <a:pt x="4816273" y="2935464"/>
                  </a:lnTo>
                  <a:lnTo>
                    <a:pt x="4767760" y="2918639"/>
                  </a:lnTo>
                  <a:lnTo>
                    <a:pt x="4749405" y="2951982"/>
                  </a:lnTo>
                  <a:lnTo>
                    <a:pt x="4727037" y="2983620"/>
                  </a:lnTo>
                  <a:lnTo>
                    <a:pt x="4700915" y="3013572"/>
                  </a:lnTo>
                  <a:lnTo>
                    <a:pt x="4671296" y="3041853"/>
                  </a:lnTo>
                  <a:lnTo>
                    <a:pt x="4638438" y="3068480"/>
                  </a:lnTo>
                  <a:lnTo>
                    <a:pt x="4602598" y="3093469"/>
                  </a:lnTo>
                  <a:lnTo>
                    <a:pt x="4564035" y="3116836"/>
                  </a:lnTo>
                  <a:lnTo>
                    <a:pt x="4523007" y="3138597"/>
                  </a:lnTo>
                  <a:lnTo>
                    <a:pt x="4479770" y="3158769"/>
                  </a:lnTo>
                  <a:lnTo>
                    <a:pt x="4434584" y="3177368"/>
                  </a:lnTo>
                  <a:lnTo>
                    <a:pt x="4387705" y="3194410"/>
                  </a:lnTo>
                  <a:lnTo>
                    <a:pt x="4339391" y="3209912"/>
                  </a:lnTo>
                  <a:lnTo>
                    <a:pt x="4289901" y="3223890"/>
                  </a:lnTo>
                  <a:lnTo>
                    <a:pt x="4239491" y="3236359"/>
                  </a:lnTo>
                  <a:lnTo>
                    <a:pt x="4188420" y="3247338"/>
                  </a:lnTo>
                  <a:lnTo>
                    <a:pt x="4136946" y="3256841"/>
                  </a:lnTo>
                  <a:lnTo>
                    <a:pt x="4085326" y="3264885"/>
                  </a:lnTo>
                  <a:lnTo>
                    <a:pt x="4033818" y="3271487"/>
                  </a:lnTo>
                  <a:lnTo>
                    <a:pt x="3982680" y="3276662"/>
                  </a:lnTo>
                  <a:lnTo>
                    <a:pt x="3932170" y="3280428"/>
                  </a:lnTo>
                  <a:lnTo>
                    <a:pt x="3882545" y="3282799"/>
                  </a:lnTo>
                  <a:lnTo>
                    <a:pt x="3840223" y="3283859"/>
                  </a:lnTo>
                  <a:lnTo>
                    <a:pt x="3795879" y="3284186"/>
                  </a:lnTo>
                  <a:lnTo>
                    <a:pt x="3749727" y="3283736"/>
                  </a:lnTo>
                  <a:lnTo>
                    <a:pt x="3701976" y="3282465"/>
                  </a:lnTo>
                  <a:lnTo>
                    <a:pt x="3652840" y="3280330"/>
                  </a:lnTo>
                  <a:lnTo>
                    <a:pt x="3602530" y="3277288"/>
                  </a:lnTo>
                  <a:lnTo>
                    <a:pt x="3551258" y="3273295"/>
                  </a:lnTo>
                  <a:lnTo>
                    <a:pt x="3499235" y="3268309"/>
                  </a:lnTo>
                  <a:lnTo>
                    <a:pt x="3446674" y="3262285"/>
                  </a:lnTo>
                  <a:lnTo>
                    <a:pt x="3393785" y="3255180"/>
                  </a:lnTo>
                  <a:lnTo>
                    <a:pt x="3340782" y="3246950"/>
                  </a:lnTo>
                  <a:lnTo>
                    <a:pt x="3287875" y="3237554"/>
                  </a:lnTo>
                  <a:lnTo>
                    <a:pt x="3235277" y="3226946"/>
                  </a:lnTo>
                  <a:lnTo>
                    <a:pt x="3183199" y="3215084"/>
                  </a:lnTo>
                  <a:lnTo>
                    <a:pt x="3131854" y="3201924"/>
                  </a:lnTo>
                  <a:lnTo>
                    <a:pt x="3081452" y="3187423"/>
                  </a:lnTo>
                  <a:lnTo>
                    <a:pt x="3032206" y="3171538"/>
                  </a:lnTo>
                  <a:lnTo>
                    <a:pt x="2984327" y="3154224"/>
                  </a:lnTo>
                  <a:lnTo>
                    <a:pt x="2938027" y="3135439"/>
                  </a:lnTo>
                  <a:lnTo>
                    <a:pt x="2893519" y="3115140"/>
                  </a:lnTo>
                  <a:lnTo>
                    <a:pt x="2851013" y="3093283"/>
                  </a:lnTo>
                  <a:lnTo>
                    <a:pt x="2810722" y="3069824"/>
                  </a:lnTo>
                  <a:lnTo>
                    <a:pt x="2772858" y="3044720"/>
                  </a:lnTo>
                  <a:lnTo>
                    <a:pt x="2737631" y="3017928"/>
                  </a:lnTo>
                  <a:lnTo>
                    <a:pt x="2705255" y="2989404"/>
                  </a:lnTo>
                  <a:lnTo>
                    <a:pt x="2658184" y="3006579"/>
                  </a:lnTo>
                  <a:lnTo>
                    <a:pt x="2610460" y="3022332"/>
                  </a:lnTo>
                  <a:lnTo>
                    <a:pt x="2562144" y="3036672"/>
                  </a:lnTo>
                  <a:lnTo>
                    <a:pt x="2513301" y="3049610"/>
                  </a:lnTo>
                  <a:lnTo>
                    <a:pt x="2463991" y="3061157"/>
                  </a:lnTo>
                  <a:lnTo>
                    <a:pt x="2414278" y="3071322"/>
                  </a:lnTo>
                  <a:lnTo>
                    <a:pt x="2364224" y="3080115"/>
                  </a:lnTo>
                  <a:lnTo>
                    <a:pt x="2313891" y="3087548"/>
                  </a:lnTo>
                  <a:lnTo>
                    <a:pt x="2263342" y="3093631"/>
                  </a:lnTo>
                  <a:lnTo>
                    <a:pt x="2212640" y="3098374"/>
                  </a:lnTo>
                  <a:lnTo>
                    <a:pt x="2161847" y="3101787"/>
                  </a:lnTo>
                  <a:lnTo>
                    <a:pt x="2111025" y="3103881"/>
                  </a:lnTo>
                  <a:lnTo>
                    <a:pt x="2060237" y="3104665"/>
                  </a:lnTo>
                  <a:lnTo>
                    <a:pt x="2009546" y="3104151"/>
                  </a:lnTo>
                  <a:lnTo>
                    <a:pt x="1959014" y="3102349"/>
                  </a:lnTo>
                  <a:lnTo>
                    <a:pt x="1908703" y="3099269"/>
                  </a:lnTo>
                  <a:lnTo>
                    <a:pt x="1858677" y="3094921"/>
                  </a:lnTo>
                  <a:lnTo>
                    <a:pt x="1808996" y="3089316"/>
                  </a:lnTo>
                  <a:lnTo>
                    <a:pt x="1759725" y="3082464"/>
                  </a:lnTo>
                  <a:lnTo>
                    <a:pt x="1710925" y="3074375"/>
                  </a:lnTo>
                  <a:lnTo>
                    <a:pt x="1662659" y="3065061"/>
                  </a:lnTo>
                  <a:lnTo>
                    <a:pt x="1614990" y="3054530"/>
                  </a:lnTo>
                  <a:lnTo>
                    <a:pt x="1567979" y="3042794"/>
                  </a:lnTo>
                  <a:lnTo>
                    <a:pt x="1521690" y="3029863"/>
                  </a:lnTo>
                  <a:lnTo>
                    <a:pt x="1476185" y="3015747"/>
                  </a:lnTo>
                  <a:lnTo>
                    <a:pt x="1431527" y="3000456"/>
                  </a:lnTo>
                  <a:lnTo>
                    <a:pt x="1387777" y="2984002"/>
                  </a:lnTo>
                  <a:lnTo>
                    <a:pt x="1344999" y="2966394"/>
                  </a:lnTo>
                  <a:lnTo>
                    <a:pt x="1303255" y="2947642"/>
                  </a:lnTo>
                  <a:lnTo>
                    <a:pt x="1262607" y="2927757"/>
                  </a:lnTo>
                  <a:lnTo>
                    <a:pt x="1223118" y="2906750"/>
                  </a:lnTo>
                  <a:lnTo>
                    <a:pt x="1184850" y="2884630"/>
                  </a:lnTo>
                  <a:lnTo>
                    <a:pt x="1147867" y="2861408"/>
                  </a:lnTo>
                  <a:lnTo>
                    <a:pt x="1112229" y="2837094"/>
                  </a:lnTo>
                  <a:lnTo>
                    <a:pt x="1078001" y="2811699"/>
                  </a:lnTo>
                  <a:lnTo>
                    <a:pt x="1045244" y="2785233"/>
                  </a:lnTo>
                  <a:lnTo>
                    <a:pt x="1014021" y="2757707"/>
                  </a:lnTo>
                  <a:lnTo>
                    <a:pt x="984395" y="2729130"/>
                  </a:lnTo>
                  <a:lnTo>
                    <a:pt x="956427" y="2699514"/>
                  </a:lnTo>
                  <a:lnTo>
                    <a:pt x="898943" y="2702318"/>
                  </a:lnTo>
                  <a:lnTo>
                    <a:pt x="842063" y="2702208"/>
                  </a:lnTo>
                  <a:lnTo>
                    <a:pt x="785999" y="2699275"/>
                  </a:lnTo>
                  <a:lnTo>
                    <a:pt x="730964" y="2693606"/>
                  </a:lnTo>
                  <a:lnTo>
                    <a:pt x="677170" y="2685292"/>
                  </a:lnTo>
                  <a:lnTo>
                    <a:pt x="624831" y="2674420"/>
                  </a:lnTo>
                  <a:lnTo>
                    <a:pt x="574158" y="2661080"/>
                  </a:lnTo>
                  <a:lnTo>
                    <a:pt x="525363" y="2645361"/>
                  </a:lnTo>
                  <a:lnTo>
                    <a:pt x="478661" y="2627352"/>
                  </a:lnTo>
                  <a:lnTo>
                    <a:pt x="434262" y="2607142"/>
                  </a:lnTo>
                  <a:lnTo>
                    <a:pt x="392380" y="2584821"/>
                  </a:lnTo>
                  <a:lnTo>
                    <a:pt x="353227" y="2560477"/>
                  </a:lnTo>
                  <a:lnTo>
                    <a:pt x="317015" y="2534199"/>
                  </a:lnTo>
                  <a:lnTo>
                    <a:pt x="283957" y="2506076"/>
                  </a:lnTo>
                  <a:lnTo>
                    <a:pt x="254266" y="2476198"/>
                  </a:lnTo>
                  <a:lnTo>
                    <a:pt x="228155" y="2444653"/>
                  </a:lnTo>
                  <a:lnTo>
                    <a:pt x="205834" y="2411531"/>
                  </a:lnTo>
                  <a:lnTo>
                    <a:pt x="187518" y="2376921"/>
                  </a:lnTo>
                  <a:lnTo>
                    <a:pt x="171544" y="2334842"/>
                  </a:lnTo>
                  <a:lnTo>
                    <a:pt x="162062" y="2292437"/>
                  </a:lnTo>
                  <a:lnTo>
                    <a:pt x="158969" y="2249980"/>
                  </a:lnTo>
                  <a:lnTo>
                    <a:pt x="162161" y="2207746"/>
                  </a:lnTo>
                  <a:lnTo>
                    <a:pt x="171536" y="2166010"/>
                  </a:lnTo>
                  <a:lnTo>
                    <a:pt x="186989" y="2125049"/>
                  </a:lnTo>
                  <a:lnTo>
                    <a:pt x="208417" y="2085136"/>
                  </a:lnTo>
                  <a:lnTo>
                    <a:pt x="235718" y="2046547"/>
                  </a:lnTo>
                  <a:lnTo>
                    <a:pt x="268787" y="2009557"/>
                  </a:lnTo>
                  <a:lnTo>
                    <a:pt x="307521" y="1974442"/>
                  </a:lnTo>
                  <a:lnTo>
                    <a:pt x="351818" y="1941476"/>
                  </a:lnTo>
                  <a:lnTo>
                    <a:pt x="297295" y="1918913"/>
                  </a:lnTo>
                  <a:lnTo>
                    <a:pt x="246791" y="1893584"/>
                  </a:lnTo>
                  <a:lnTo>
                    <a:pt x="200475" y="1865708"/>
                  </a:lnTo>
                  <a:lnTo>
                    <a:pt x="158516" y="1835501"/>
                  </a:lnTo>
                  <a:lnTo>
                    <a:pt x="121083" y="1803182"/>
                  </a:lnTo>
                  <a:lnTo>
                    <a:pt x="88346" y="1768968"/>
                  </a:lnTo>
                  <a:lnTo>
                    <a:pt x="60473" y="1733078"/>
                  </a:lnTo>
                  <a:lnTo>
                    <a:pt x="37635" y="1695728"/>
                  </a:lnTo>
                  <a:lnTo>
                    <a:pt x="19999" y="1657137"/>
                  </a:lnTo>
                  <a:lnTo>
                    <a:pt x="7735" y="1617522"/>
                  </a:lnTo>
                  <a:lnTo>
                    <a:pt x="1012" y="1577102"/>
                  </a:lnTo>
                  <a:lnTo>
                    <a:pt x="0" y="1536094"/>
                  </a:lnTo>
                  <a:lnTo>
                    <a:pt x="4867" y="1494715"/>
                  </a:lnTo>
                  <a:lnTo>
                    <a:pt x="27983" y="1422473"/>
                  </a:lnTo>
                  <a:lnTo>
                    <a:pt x="46015" y="1388071"/>
                  </a:lnTo>
                  <a:lnTo>
                    <a:pt x="68108" y="1354973"/>
                  </a:lnTo>
                  <a:lnTo>
                    <a:pt x="94073" y="1323299"/>
                  </a:lnTo>
                  <a:lnTo>
                    <a:pt x="123721" y="1293167"/>
                  </a:lnTo>
                  <a:lnTo>
                    <a:pt x="156859" y="1264698"/>
                  </a:lnTo>
                  <a:lnTo>
                    <a:pt x="193300" y="1238010"/>
                  </a:lnTo>
                  <a:lnTo>
                    <a:pt x="232852" y="1213222"/>
                  </a:lnTo>
                  <a:lnTo>
                    <a:pt x="275326" y="1190453"/>
                  </a:lnTo>
                  <a:lnTo>
                    <a:pt x="320531" y="1169823"/>
                  </a:lnTo>
                  <a:lnTo>
                    <a:pt x="368278" y="1151450"/>
                  </a:lnTo>
                  <a:lnTo>
                    <a:pt x="418376" y="1135455"/>
                  </a:lnTo>
                  <a:lnTo>
                    <a:pt x="470636" y="1121955"/>
                  </a:lnTo>
                  <a:lnTo>
                    <a:pt x="524867" y="1111071"/>
                  </a:lnTo>
                  <a:lnTo>
                    <a:pt x="580879" y="1102921"/>
                  </a:lnTo>
                  <a:lnTo>
                    <a:pt x="638482" y="1097624"/>
                  </a:lnTo>
                  <a:lnTo>
                    <a:pt x="640451" y="1094107"/>
                  </a:lnTo>
                  <a:lnTo>
                    <a:pt x="642572" y="1090678"/>
                  </a:lnTo>
                  <a:lnTo>
                    <a:pt x="644540" y="108716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493328" y="3597023"/>
              <a:ext cx="4531360" cy="2807970"/>
            </a:xfrm>
            <a:custGeom>
              <a:avLst/>
              <a:gdLst/>
              <a:ahLst/>
              <a:cxnLst/>
              <a:rect l="l" t="t" r="r" b="b"/>
              <a:pathLst>
                <a:path w="4531359" h="2807970">
                  <a:moveTo>
                    <a:pt x="414921" y="1821319"/>
                  </a:moveTo>
                  <a:lnTo>
                    <a:pt x="360657" y="1822687"/>
                  </a:lnTo>
                  <a:lnTo>
                    <a:pt x="306622" y="1821423"/>
                  </a:lnTo>
                  <a:lnTo>
                    <a:pt x="253043" y="1817560"/>
                  </a:lnTo>
                  <a:lnTo>
                    <a:pt x="200150" y="1811131"/>
                  </a:lnTo>
                  <a:lnTo>
                    <a:pt x="148170" y="1802169"/>
                  </a:lnTo>
                  <a:lnTo>
                    <a:pt x="97333" y="1790708"/>
                  </a:lnTo>
                  <a:lnTo>
                    <a:pt x="47867" y="1776782"/>
                  </a:lnTo>
                  <a:lnTo>
                    <a:pt x="0" y="1760423"/>
                  </a:lnTo>
                </a:path>
                <a:path w="4531359" h="2807970">
                  <a:moveTo>
                    <a:pt x="781037" y="2487739"/>
                  </a:moveTo>
                  <a:lnTo>
                    <a:pt x="736897" y="2497870"/>
                  </a:lnTo>
                  <a:lnTo>
                    <a:pt x="691821" y="2506114"/>
                  </a:lnTo>
                  <a:lnTo>
                    <a:pt x="645975" y="2512451"/>
                  </a:lnTo>
                  <a:lnTo>
                    <a:pt x="599528" y="2516860"/>
                  </a:lnTo>
                </a:path>
                <a:path w="4531359" h="2807970">
                  <a:moveTo>
                    <a:pt x="2345410" y="2807970"/>
                  </a:moveTo>
                  <a:lnTo>
                    <a:pt x="2313938" y="2776160"/>
                  </a:lnTo>
                  <a:lnTo>
                    <a:pt x="2285168" y="2743353"/>
                  </a:lnTo>
                  <a:lnTo>
                    <a:pt x="2259160" y="2709616"/>
                  </a:lnTo>
                  <a:lnTo>
                    <a:pt x="2235974" y="2675013"/>
                  </a:lnTo>
                </a:path>
                <a:path w="4531359" h="2807970">
                  <a:moveTo>
                    <a:pt x="4409389" y="123164"/>
                  </a:moveTo>
                  <a:lnTo>
                    <a:pt x="4434441" y="90347"/>
                  </a:lnTo>
                  <a:lnTo>
                    <a:pt x="4463102" y="58801"/>
                  </a:lnTo>
                  <a:lnTo>
                    <a:pt x="4495294" y="28645"/>
                  </a:lnTo>
                  <a:lnTo>
                    <a:pt x="4530940" y="0"/>
                  </a:lnTo>
                </a:path>
                <a:path w="4531359" h="2807970">
                  <a:moveTo>
                    <a:pt x="3273056" y="181851"/>
                  </a:moveTo>
                  <a:lnTo>
                    <a:pt x="3283857" y="154456"/>
                  </a:lnTo>
                  <a:lnTo>
                    <a:pt x="3297299" y="127569"/>
                  </a:lnTo>
                  <a:lnTo>
                    <a:pt x="3313320" y="101271"/>
                  </a:lnTo>
                  <a:lnTo>
                    <a:pt x="3331857" y="75641"/>
                  </a:lnTo>
                </a:path>
                <a:path w="4531359" h="2807970">
                  <a:moveTo>
                    <a:pt x="1939493" y="217906"/>
                  </a:moveTo>
                  <a:lnTo>
                    <a:pt x="1985164" y="235843"/>
                  </a:lnTo>
                  <a:lnTo>
                    <a:pt x="2029356" y="255152"/>
                  </a:lnTo>
                  <a:lnTo>
                    <a:pt x="2072007" y="275793"/>
                  </a:lnTo>
                  <a:lnTo>
                    <a:pt x="2113053" y="297724"/>
                  </a:lnTo>
                  <a:lnTo>
                    <a:pt x="2152434" y="320903"/>
                  </a:lnTo>
                </a:path>
                <a:path w="4531359" h="2807970">
                  <a:moveTo>
                    <a:pt x="322211" y="1027595"/>
                  </a:moveTo>
                  <a:lnTo>
                    <a:pt x="310386" y="1000869"/>
                  </a:lnTo>
                  <a:lnTo>
                    <a:pt x="300237" y="973875"/>
                  </a:lnTo>
                  <a:lnTo>
                    <a:pt x="291779" y="946636"/>
                  </a:lnTo>
                  <a:lnTo>
                    <a:pt x="285026" y="9191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35938" y="133305"/>
            <a:ext cx="80124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00"/>
              <a:t> </a:t>
            </a:r>
            <a:r>
              <a:rPr dirty="0" spc="-20"/>
              <a:t>Properties</a:t>
            </a:r>
            <a:r>
              <a:rPr dirty="0" spc="-85"/>
              <a:t> </a:t>
            </a:r>
            <a:r>
              <a:rPr dirty="0"/>
              <a:t>–</a:t>
            </a:r>
            <a:r>
              <a:rPr dirty="0" spc="-105"/>
              <a:t> </a:t>
            </a:r>
            <a:r>
              <a:rPr dirty="0" spc="-25"/>
              <a:t>Concatenation</a:t>
            </a:r>
            <a:r>
              <a:rPr dirty="0" spc="-125"/>
              <a:t> </a:t>
            </a:r>
            <a:r>
              <a:rPr dirty="0" spc="-10"/>
              <a:t>(NFA)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558972" y="1347923"/>
            <a:ext cx="106483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644650" algn="l"/>
                <a:tab pos="809434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72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0">
                <a:latin typeface="Cambria Math"/>
                <a:cs typeface="Cambria Math"/>
              </a:rPr>
              <a:t>1</a:t>
            </a:r>
            <a:r>
              <a:rPr dirty="0" sz="28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0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97200" y="1875944"/>
            <a:ext cx="45935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5">
                <a:latin typeface="Franklin Gothic Medium"/>
                <a:cs typeface="Franklin Gothic Medium"/>
              </a:rPr>
              <a:t>Proof</a:t>
            </a:r>
            <a:r>
              <a:rPr dirty="0" sz="2800" spc="-14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(sketch):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Construction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06884" y="2314298"/>
            <a:ext cx="6252210" cy="963294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10"/>
              </a:spcBef>
            </a:pPr>
            <a:r>
              <a:rPr dirty="0" sz="2400">
                <a:latin typeface="Franklin Gothic Medium"/>
                <a:cs typeface="Franklin Gothic Medium"/>
              </a:rPr>
              <a:t>Given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60">
                <a:latin typeface="Franklin Gothic Medium"/>
                <a:cs typeface="Franklin Gothic Medium"/>
              </a:rPr>
              <a:t>DFAs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22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22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1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81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Construct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80">
                <a:latin typeface="Franklin Gothic Medium"/>
                <a:cs typeface="Franklin Gothic Medium"/>
              </a:rPr>
              <a:t>NFA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9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292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400" spc="-3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1679" y="4290059"/>
            <a:ext cx="6477709" cy="1613193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2836994" y="4315044"/>
            <a:ext cx="3790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174562" y="4332531"/>
            <a:ext cx="3854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endParaRPr baseline="-15325" sz="2175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537653" y="4660036"/>
            <a:ext cx="153035" cy="962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80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</a:pP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489959" y="3506723"/>
            <a:ext cx="441959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305"/>
              </a:spcBef>
            </a:pPr>
            <a:r>
              <a:rPr dirty="0" sz="2000" spc="-5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376671" y="1882139"/>
            <a:ext cx="2627630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2000">
                <a:latin typeface="Franklin Gothic Medium"/>
                <a:cs typeface="Franklin Gothic Medium"/>
              </a:rPr>
              <a:t>Using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Nondeterminism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8" y="133305"/>
            <a:ext cx="80124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00"/>
              <a:t> </a:t>
            </a:r>
            <a:r>
              <a:rPr dirty="0" spc="-20"/>
              <a:t>Properties</a:t>
            </a:r>
            <a:r>
              <a:rPr dirty="0" spc="-85"/>
              <a:t> </a:t>
            </a:r>
            <a:r>
              <a:rPr dirty="0"/>
              <a:t>–</a:t>
            </a:r>
            <a:r>
              <a:rPr dirty="0" spc="-105"/>
              <a:t> </a:t>
            </a:r>
            <a:r>
              <a:rPr dirty="0" spc="-25"/>
              <a:t>Concatenation</a:t>
            </a:r>
            <a:r>
              <a:rPr dirty="0" spc="-125"/>
              <a:t> </a:t>
            </a:r>
            <a:r>
              <a:rPr dirty="0" spc="-10"/>
              <a:t>(NFA)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972" y="1347923"/>
            <a:ext cx="106483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644650" algn="l"/>
                <a:tab pos="809434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72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0">
                <a:latin typeface="Cambria Math"/>
                <a:cs typeface="Cambria Math"/>
              </a:rPr>
              <a:t>1</a:t>
            </a:r>
            <a:r>
              <a:rPr dirty="0" sz="28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0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97200" y="1875944"/>
            <a:ext cx="45935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5">
                <a:latin typeface="Franklin Gothic Medium"/>
                <a:cs typeface="Franklin Gothic Medium"/>
              </a:rPr>
              <a:t>Proof</a:t>
            </a:r>
            <a:r>
              <a:rPr dirty="0" sz="2800" spc="-14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(sketch):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Construction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185404" y="3910584"/>
            <a:ext cx="3793490" cy="138430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3655" rIns="0" bIns="0" rtlCol="0" vert="horz">
            <a:spAutoFit/>
          </a:bodyPr>
          <a:lstStyle/>
          <a:p>
            <a:pPr marL="91440" marR="146050" indent="-635">
              <a:lnSpc>
                <a:spcPct val="100000"/>
              </a:lnSpc>
              <a:spcBef>
                <a:spcPts val="265"/>
              </a:spcBef>
            </a:pPr>
            <a:r>
              <a:rPr dirty="0" sz="2800" spc="-35">
                <a:latin typeface="Franklin Gothic Medium"/>
                <a:cs typeface="Franklin Gothic Medium"/>
              </a:rPr>
              <a:t>Nondeterministic</a:t>
            </a:r>
            <a:r>
              <a:rPr dirty="0" sz="2800" spc="-1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800" spc="114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has </a:t>
            </a:r>
            <a:r>
              <a:rPr dirty="0" u="sng" sz="28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the</a:t>
            </a:r>
            <a:r>
              <a:rPr dirty="0" u="sng" sz="2800" spc="-12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sz="2800" spc="-1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option</a:t>
            </a:r>
            <a:r>
              <a:rPr dirty="0" u="sng" sz="2800" spc="-12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35">
                <a:latin typeface="Franklin Gothic Medium"/>
                <a:cs typeface="Franklin Gothic Medium"/>
              </a:rPr>
              <a:t>jump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to</a:t>
            </a:r>
            <a:endParaRPr sz="2800">
              <a:latin typeface="Franklin Gothic Medium"/>
              <a:cs typeface="Franklin Gothic Medium"/>
            </a:endParaRPr>
          </a:p>
          <a:p>
            <a:pPr marL="90805">
              <a:lnSpc>
                <a:spcPct val="100000"/>
              </a:lnSpc>
            </a:pP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284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when</a:t>
            </a:r>
            <a:r>
              <a:rPr dirty="0" sz="2800" spc="-14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00">
                <a:latin typeface="Cambria Math"/>
                <a:cs typeface="Cambria Math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accepts.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872" y="3422691"/>
            <a:ext cx="7222495" cy="329688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324616" y="4315044"/>
            <a:ext cx="3790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662184" y="4332531"/>
            <a:ext cx="3854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 spc="-37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endParaRPr baseline="-15325" sz="2175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25276" y="4660036"/>
            <a:ext cx="129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48504" y="5322649"/>
            <a:ext cx="129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06884" y="2314298"/>
            <a:ext cx="6252210" cy="154940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10"/>
              </a:spcBef>
            </a:pPr>
            <a:r>
              <a:rPr dirty="0" sz="2400">
                <a:latin typeface="Franklin Gothic Medium"/>
                <a:cs typeface="Franklin Gothic Medium"/>
              </a:rPr>
              <a:t>Given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60">
                <a:latin typeface="Franklin Gothic Medium"/>
                <a:cs typeface="Franklin Gothic Medium"/>
              </a:rPr>
              <a:t>DFAs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22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22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1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81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Construct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80">
                <a:latin typeface="Franklin Gothic Medium"/>
                <a:cs typeface="Franklin Gothic Medium"/>
              </a:rPr>
              <a:t>NFA</a:t>
            </a:r>
            <a:r>
              <a:rPr dirty="0" sz="2400" spc="-3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9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292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400" spc="-3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1495425">
              <a:lnSpc>
                <a:spcPct val="100000"/>
              </a:lnSpc>
              <a:spcBef>
                <a:spcPts val="2215"/>
              </a:spcBef>
            </a:pPr>
            <a:r>
              <a:rPr dirty="0" sz="2000" spc="-5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376671" y="1882139"/>
            <a:ext cx="2627630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2000">
                <a:latin typeface="Franklin Gothic Medium"/>
                <a:cs typeface="Franklin Gothic Medium"/>
              </a:rPr>
              <a:t>Using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Nondeterminism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8" y="133305"/>
            <a:ext cx="60096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14"/>
              <a:t> </a:t>
            </a:r>
            <a:r>
              <a:rPr dirty="0" spc="-20"/>
              <a:t>Properties</a:t>
            </a:r>
            <a:r>
              <a:rPr dirty="0" spc="-100"/>
              <a:t> </a:t>
            </a:r>
            <a:r>
              <a:rPr dirty="0"/>
              <a:t>–</a:t>
            </a:r>
            <a:r>
              <a:rPr dirty="0" spc="-120"/>
              <a:t> </a:t>
            </a:r>
            <a:r>
              <a:rPr dirty="0"/>
              <a:t>Star</a:t>
            </a:r>
            <a:r>
              <a:rPr dirty="0" spc="-114"/>
              <a:t> </a:t>
            </a:r>
            <a:r>
              <a:rPr dirty="0" spc="-20"/>
              <a:t>(NFA)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418496" y="1347923"/>
            <a:ext cx="25565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366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94"/>
              </a:spcBef>
              <a:tabLst>
                <a:tab pos="1631950" algn="l"/>
              </a:tabLst>
            </a:pPr>
            <a:r>
              <a:rPr dirty="0" spc="-10"/>
              <a:t>Theorem:</a:t>
            </a:r>
            <a:r>
              <a:rPr dirty="0"/>
              <a:t>	If</a:t>
            </a:r>
            <a:r>
              <a:rPr dirty="0" spc="-80"/>
              <a:t> </a:t>
            </a:r>
            <a:r>
              <a:rPr dirty="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pc="5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/>
              <a:t>is</a:t>
            </a:r>
            <a:r>
              <a:rPr dirty="0" spc="-80"/>
              <a:t> </a:t>
            </a:r>
            <a:r>
              <a:rPr dirty="0" spc="-10"/>
              <a:t>regular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80"/>
              <a:t> </a:t>
            </a:r>
            <a:r>
              <a:rPr dirty="0" spc="-25"/>
              <a:t>language,</a:t>
            </a:r>
            <a:r>
              <a:rPr dirty="0" spc="-50"/>
              <a:t> </a:t>
            </a:r>
            <a:r>
              <a:rPr dirty="0"/>
              <a:t>so</a:t>
            </a:r>
            <a:r>
              <a:rPr dirty="0" spc="-80"/>
              <a:t> </a:t>
            </a:r>
            <a:r>
              <a:rPr dirty="0"/>
              <a:t>is</a:t>
            </a:r>
            <a:r>
              <a:rPr dirty="0" spc="-60"/>
              <a:t> </a:t>
            </a:r>
            <a:r>
              <a:rPr dirty="0" spc="-3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27100" sz="3075" spc="-52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baseline="27100" sz="3075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800"/>
              </a:spcBef>
            </a:pPr>
            <a:r>
              <a:rPr dirty="0" spc="-35"/>
              <a:t>Proof</a:t>
            </a:r>
            <a:r>
              <a:rPr dirty="0" spc="-140"/>
              <a:t> </a:t>
            </a:r>
            <a:r>
              <a:rPr dirty="0" spc="-10"/>
              <a:t>(sketch):</a:t>
            </a:r>
            <a:r>
              <a:rPr dirty="0" spc="-135"/>
              <a:t> </a:t>
            </a:r>
            <a:r>
              <a:rPr dirty="0"/>
              <a:t>by</a:t>
            </a:r>
            <a:r>
              <a:rPr dirty="0" spc="-135"/>
              <a:t> </a:t>
            </a:r>
            <a:r>
              <a:rPr dirty="0" spc="-10"/>
              <a:t>Construction</a:t>
            </a:r>
          </a:p>
          <a:p>
            <a:pPr marL="73025">
              <a:lnSpc>
                <a:spcPct val="100000"/>
              </a:lnSpc>
              <a:spcBef>
                <a:spcPts val="905"/>
              </a:spcBef>
            </a:pPr>
            <a:r>
              <a:rPr dirty="0" sz="2400"/>
              <a:t>Given</a:t>
            </a:r>
            <a:r>
              <a:rPr dirty="0" sz="2400" spc="-110"/>
              <a:t> </a:t>
            </a:r>
            <a:r>
              <a:rPr dirty="0" sz="2400" spc="-105"/>
              <a:t>DFA</a:t>
            </a:r>
            <a:r>
              <a:rPr dirty="0" sz="2400" spc="-45"/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4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/>
              <a:t>that</a:t>
            </a:r>
            <a:r>
              <a:rPr dirty="0" sz="2400" spc="-70"/>
              <a:t> </a:t>
            </a:r>
            <a:r>
              <a:rPr dirty="0" sz="2400" spc="-10"/>
              <a:t>recognizes</a:t>
            </a:r>
            <a:r>
              <a:rPr dirty="0" sz="2400" spc="-80"/>
              <a:t> 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400">
              <a:latin typeface="Cambria Math"/>
              <a:cs typeface="Cambria Math"/>
            </a:endParaRPr>
          </a:p>
          <a:p>
            <a:pPr marL="73025">
              <a:lnSpc>
                <a:spcPct val="100000"/>
              </a:lnSpc>
              <a:spcBef>
                <a:spcPts val="810"/>
              </a:spcBef>
            </a:pPr>
            <a:r>
              <a:rPr dirty="0" sz="2400" spc="-10"/>
              <a:t>Construct</a:t>
            </a:r>
            <a:r>
              <a:rPr dirty="0" sz="2400" spc="-65"/>
              <a:t> </a:t>
            </a:r>
            <a:r>
              <a:rPr dirty="0" sz="2400" spc="-80"/>
              <a:t>NFA</a:t>
            </a:r>
            <a:r>
              <a:rPr dirty="0" sz="2400" spc="-40"/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8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20"/>
              <a:t>recognizing</a:t>
            </a:r>
            <a:r>
              <a:rPr dirty="0" sz="2400" spc="-65"/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28571" sz="2625" spc="-37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baseline="28571" sz="2625">
              <a:latin typeface="Cambria Math"/>
              <a:cs typeface="Cambria Math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2096" y="3617824"/>
            <a:ext cx="4094981" cy="25396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942620" y="3724145"/>
            <a:ext cx="242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1750" y="3772743"/>
            <a:ext cx="28460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000" spc="4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should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input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sz="2000" spc="60">
                <a:latin typeface="Cambria Math"/>
                <a:cs typeface="Cambria Math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if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40950" y="4077643"/>
            <a:ext cx="331470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1527810" algn="l"/>
                <a:tab pos="1914525" algn="l"/>
              </a:tabLst>
            </a:pP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sz="2000" spc="17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2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𝑥</a:t>
            </a:r>
            <a:r>
              <a:rPr dirty="0" baseline="-15325" sz="2175">
                <a:latin typeface="Cambria Math"/>
                <a:cs typeface="Cambria Math"/>
              </a:rPr>
              <a:t>1</a:t>
            </a:r>
            <a:r>
              <a:rPr dirty="0" sz="2000">
                <a:latin typeface="Cambria Math"/>
                <a:cs typeface="Cambria Math"/>
              </a:rPr>
              <a:t>𝑥</a:t>
            </a:r>
            <a:r>
              <a:rPr dirty="0" baseline="-15325" sz="2175">
                <a:latin typeface="Cambria Math"/>
                <a:cs typeface="Cambria Math"/>
              </a:rPr>
              <a:t>2</a:t>
            </a:r>
            <a:r>
              <a:rPr dirty="0" baseline="-15325" sz="2175" spc="179">
                <a:latin typeface="Cambria Math"/>
                <a:cs typeface="Cambria Math"/>
              </a:rPr>
              <a:t>  </a:t>
            </a:r>
            <a:r>
              <a:rPr dirty="0" sz="2000" spc="-50">
                <a:latin typeface="Cambria Math"/>
                <a:cs typeface="Cambria Math"/>
              </a:rPr>
              <a:t>…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 spc="-25">
                <a:latin typeface="Cambria Math"/>
                <a:cs typeface="Cambria Math"/>
              </a:rPr>
              <a:t>𝑥</a:t>
            </a:r>
            <a:r>
              <a:rPr dirty="0" baseline="-15325" sz="2175" spc="-37">
                <a:latin typeface="Cambria Math"/>
                <a:cs typeface="Cambria Math"/>
              </a:rPr>
              <a:t>𝑘</a:t>
            </a:r>
            <a:r>
              <a:rPr dirty="0" baseline="-15325" sz="2175">
                <a:latin typeface="Cambria Math"/>
                <a:cs typeface="Cambria Math"/>
              </a:rPr>
              <a:t>	</a:t>
            </a:r>
            <a:r>
              <a:rPr dirty="0" sz="2000" spc="-10">
                <a:latin typeface="Franklin Gothic Medium"/>
                <a:cs typeface="Franklin Gothic Medium"/>
              </a:rPr>
              <a:t>where</a:t>
            </a:r>
            <a:r>
              <a:rPr dirty="0" sz="2000" spc="-4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𝑘</a:t>
            </a:r>
            <a:r>
              <a:rPr dirty="0" sz="2000" spc="1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≥</a:t>
            </a:r>
            <a:r>
              <a:rPr dirty="0" sz="2000" spc="90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  <a:p>
            <a:pPr marL="62865">
              <a:lnSpc>
                <a:spcPct val="100000"/>
              </a:lnSpc>
            </a:pP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000" spc="6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accepts</a:t>
            </a:r>
            <a:r>
              <a:rPr dirty="0" sz="2000" spc="-4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each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𝑥</a:t>
            </a:r>
            <a:r>
              <a:rPr dirty="0" baseline="-15325" sz="2175" spc="-37">
                <a:latin typeface="Cambria Math"/>
                <a:cs typeface="Cambria Math"/>
              </a:rPr>
              <a:t>𝑖</a:t>
            </a:r>
            <a:endParaRPr baseline="-15325" sz="2175">
              <a:latin typeface="Cambria Math"/>
              <a:cs typeface="Cambria Math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094232" y="5396293"/>
            <a:ext cx="2710815" cy="191135"/>
            <a:chOff x="1094232" y="5396293"/>
            <a:chExt cx="2710815" cy="191135"/>
          </a:xfrm>
        </p:grpSpPr>
        <p:sp>
          <p:nvSpPr>
            <p:cNvPr id="10" name="object 10" descr=""/>
            <p:cNvSpPr/>
            <p:nvPr/>
          </p:nvSpPr>
          <p:spPr>
            <a:xfrm>
              <a:off x="1094232" y="5492495"/>
              <a:ext cx="2710815" cy="0"/>
            </a:xfrm>
            <a:custGeom>
              <a:avLst/>
              <a:gdLst/>
              <a:ahLst/>
              <a:cxnLst/>
              <a:rect l="l" t="t" r="r" b="b"/>
              <a:pathLst>
                <a:path w="2710815" h="0">
                  <a:moveTo>
                    <a:pt x="0" y="0"/>
                  </a:moveTo>
                  <a:lnTo>
                    <a:pt x="2710548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869945" y="5401055"/>
              <a:ext cx="635" cy="181610"/>
            </a:xfrm>
            <a:custGeom>
              <a:avLst/>
              <a:gdLst/>
              <a:ahLst/>
              <a:cxnLst/>
              <a:rect l="l" t="t" r="r" b="b"/>
              <a:pathLst>
                <a:path w="635" h="181610">
                  <a:moveTo>
                    <a:pt x="342" y="0"/>
                  </a:moveTo>
                  <a:lnTo>
                    <a:pt x="0" y="18111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153409" y="5401055"/>
              <a:ext cx="635" cy="181610"/>
            </a:xfrm>
            <a:custGeom>
              <a:avLst/>
              <a:gdLst/>
              <a:ahLst/>
              <a:cxnLst/>
              <a:rect l="l" t="t" r="r" b="b"/>
              <a:pathLst>
                <a:path w="635" h="181610">
                  <a:moveTo>
                    <a:pt x="342" y="0"/>
                  </a:moveTo>
                  <a:lnTo>
                    <a:pt x="0" y="18111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311649" y="5401055"/>
              <a:ext cx="635" cy="181610"/>
            </a:xfrm>
            <a:custGeom>
              <a:avLst/>
              <a:gdLst/>
              <a:ahLst/>
              <a:cxnLst/>
              <a:rect l="l" t="t" r="r" b="b"/>
              <a:pathLst>
                <a:path w="635" h="181610">
                  <a:moveTo>
                    <a:pt x="342" y="0"/>
                  </a:moveTo>
                  <a:lnTo>
                    <a:pt x="0" y="18111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558190" y="5333302"/>
            <a:ext cx="4356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sz="1800" spc="145">
                <a:latin typeface="Cambria Math"/>
                <a:cs typeface="Cambria Math"/>
              </a:rPr>
              <a:t> </a:t>
            </a:r>
            <a:r>
              <a:rPr dirty="0" sz="1800" spc="-6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01824" y="5463758"/>
            <a:ext cx="90296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33730" algn="l"/>
              </a:tabLst>
            </a:pPr>
            <a:r>
              <a:rPr dirty="0" sz="1800" spc="-25">
                <a:latin typeface="Cambria Math"/>
                <a:cs typeface="Cambria Math"/>
              </a:rPr>
              <a:t>𝑥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sz="1800" spc="-25">
                <a:latin typeface="Cambria Math"/>
                <a:cs typeface="Cambria Math"/>
              </a:rPr>
              <a:t>𝑥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579894" y="5459675"/>
            <a:ext cx="294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𝑥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405713" y="5459675"/>
            <a:ext cx="294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𝑥</a:t>
            </a:r>
            <a:r>
              <a:rPr dirty="0" baseline="-14957" sz="1950" spc="-37">
                <a:latin typeface="Cambria Math"/>
                <a:cs typeface="Cambria Math"/>
              </a:rPr>
              <a:t>4</a:t>
            </a:r>
            <a:endParaRPr baseline="-14957" sz="19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815796" y="3177327"/>
            <a:ext cx="7106920" cy="3296920"/>
            <a:chOff x="4815796" y="3177327"/>
            <a:chExt cx="7106920" cy="3296920"/>
          </a:xfrm>
        </p:grpSpPr>
        <p:sp>
          <p:nvSpPr>
            <p:cNvPr id="4" name="object 4" descr=""/>
            <p:cNvSpPr/>
            <p:nvPr/>
          </p:nvSpPr>
          <p:spPr>
            <a:xfrm>
              <a:off x="4822146" y="3183677"/>
              <a:ext cx="7094220" cy="3284220"/>
            </a:xfrm>
            <a:custGeom>
              <a:avLst/>
              <a:gdLst/>
              <a:ahLst/>
              <a:cxnLst/>
              <a:rect l="l" t="t" r="r" b="b"/>
              <a:pathLst>
                <a:path w="7094220" h="3284220">
                  <a:moveTo>
                    <a:pt x="4333082" y="0"/>
                  </a:moveTo>
                  <a:lnTo>
                    <a:pt x="4278449" y="891"/>
                  </a:lnTo>
                  <a:lnTo>
                    <a:pt x="4223591" y="4472"/>
                  </a:lnTo>
                  <a:lnTo>
                    <a:pt x="4166085" y="11175"/>
                  </a:lnTo>
                  <a:lnTo>
                    <a:pt x="4110104" y="20751"/>
                  </a:lnTo>
                  <a:lnTo>
                    <a:pt x="4055875" y="33094"/>
                  </a:lnTo>
                  <a:lnTo>
                    <a:pt x="4003624" y="48100"/>
                  </a:lnTo>
                  <a:lnTo>
                    <a:pt x="3953580" y="65663"/>
                  </a:lnTo>
                  <a:lnTo>
                    <a:pt x="3905970" y="85679"/>
                  </a:lnTo>
                  <a:lnTo>
                    <a:pt x="3861022" y="108043"/>
                  </a:lnTo>
                  <a:lnTo>
                    <a:pt x="3818963" y="132650"/>
                  </a:lnTo>
                  <a:lnTo>
                    <a:pt x="3780021" y="159395"/>
                  </a:lnTo>
                  <a:lnTo>
                    <a:pt x="3744423" y="188173"/>
                  </a:lnTo>
                  <a:lnTo>
                    <a:pt x="3712397" y="218880"/>
                  </a:lnTo>
                  <a:lnTo>
                    <a:pt x="3684171" y="251411"/>
                  </a:lnTo>
                  <a:lnTo>
                    <a:pt x="3644342" y="227945"/>
                  </a:lnTo>
                  <a:lnTo>
                    <a:pt x="3603015" y="206390"/>
                  </a:lnTo>
                  <a:lnTo>
                    <a:pt x="3560317" y="186734"/>
                  </a:lnTo>
                  <a:lnTo>
                    <a:pt x="3516377" y="168965"/>
                  </a:lnTo>
                  <a:lnTo>
                    <a:pt x="3471321" y="153069"/>
                  </a:lnTo>
                  <a:lnTo>
                    <a:pt x="3425277" y="139034"/>
                  </a:lnTo>
                  <a:lnTo>
                    <a:pt x="3378374" y="126849"/>
                  </a:lnTo>
                  <a:lnTo>
                    <a:pt x="3330738" y="116500"/>
                  </a:lnTo>
                  <a:lnTo>
                    <a:pt x="3282498" y="107975"/>
                  </a:lnTo>
                  <a:lnTo>
                    <a:pt x="3233781" y="101261"/>
                  </a:lnTo>
                  <a:lnTo>
                    <a:pt x="3184715" y="96346"/>
                  </a:lnTo>
                  <a:lnTo>
                    <a:pt x="3135428" y="93218"/>
                  </a:lnTo>
                  <a:lnTo>
                    <a:pt x="3086047" y="91865"/>
                  </a:lnTo>
                  <a:lnTo>
                    <a:pt x="3036699" y="92272"/>
                  </a:lnTo>
                  <a:lnTo>
                    <a:pt x="2987514" y="94430"/>
                  </a:lnTo>
                  <a:lnTo>
                    <a:pt x="2938617" y="98323"/>
                  </a:lnTo>
                  <a:lnTo>
                    <a:pt x="2890138" y="103941"/>
                  </a:lnTo>
                  <a:lnTo>
                    <a:pt x="2842204" y="111271"/>
                  </a:lnTo>
                  <a:lnTo>
                    <a:pt x="2794941" y="120301"/>
                  </a:lnTo>
                  <a:lnTo>
                    <a:pt x="2748479" y="131017"/>
                  </a:lnTo>
                  <a:lnTo>
                    <a:pt x="2702945" y="143407"/>
                  </a:lnTo>
                  <a:lnTo>
                    <a:pt x="2658466" y="157460"/>
                  </a:lnTo>
                  <a:lnTo>
                    <a:pt x="2615170" y="173162"/>
                  </a:lnTo>
                  <a:lnTo>
                    <a:pt x="2573186" y="190501"/>
                  </a:lnTo>
                  <a:lnTo>
                    <a:pt x="2532639" y="209465"/>
                  </a:lnTo>
                  <a:lnTo>
                    <a:pt x="2493659" y="230041"/>
                  </a:lnTo>
                  <a:lnTo>
                    <a:pt x="2456373" y="252217"/>
                  </a:lnTo>
                  <a:lnTo>
                    <a:pt x="2420909" y="275979"/>
                  </a:lnTo>
                  <a:lnTo>
                    <a:pt x="2387393" y="301317"/>
                  </a:lnTo>
                  <a:lnTo>
                    <a:pt x="2355955" y="328217"/>
                  </a:lnTo>
                  <a:lnTo>
                    <a:pt x="2326721" y="356666"/>
                  </a:lnTo>
                  <a:lnTo>
                    <a:pt x="2299820" y="386653"/>
                  </a:lnTo>
                  <a:lnTo>
                    <a:pt x="2252949" y="370171"/>
                  </a:lnTo>
                  <a:lnTo>
                    <a:pt x="2205288" y="355258"/>
                  </a:lnTo>
                  <a:lnTo>
                    <a:pt x="2156921" y="341906"/>
                  </a:lnTo>
                  <a:lnTo>
                    <a:pt x="2107932" y="330109"/>
                  </a:lnTo>
                  <a:lnTo>
                    <a:pt x="2058404" y="319857"/>
                  </a:lnTo>
                  <a:lnTo>
                    <a:pt x="2008423" y="311143"/>
                  </a:lnTo>
                  <a:lnTo>
                    <a:pt x="1958071" y="303959"/>
                  </a:lnTo>
                  <a:lnTo>
                    <a:pt x="1907434" y="298297"/>
                  </a:lnTo>
                  <a:lnTo>
                    <a:pt x="1856594" y="294149"/>
                  </a:lnTo>
                  <a:lnTo>
                    <a:pt x="1805637" y="291507"/>
                  </a:lnTo>
                  <a:lnTo>
                    <a:pt x="1754646" y="290363"/>
                  </a:lnTo>
                  <a:lnTo>
                    <a:pt x="1703704" y="290709"/>
                  </a:lnTo>
                  <a:lnTo>
                    <a:pt x="1652897" y="292538"/>
                  </a:lnTo>
                  <a:lnTo>
                    <a:pt x="1602308" y="295842"/>
                  </a:lnTo>
                  <a:lnTo>
                    <a:pt x="1552021" y="300611"/>
                  </a:lnTo>
                  <a:lnTo>
                    <a:pt x="1502121" y="306840"/>
                  </a:lnTo>
                  <a:lnTo>
                    <a:pt x="1452690" y="314518"/>
                  </a:lnTo>
                  <a:lnTo>
                    <a:pt x="1403814" y="323640"/>
                  </a:lnTo>
                  <a:lnTo>
                    <a:pt x="1355576" y="334196"/>
                  </a:lnTo>
                  <a:lnTo>
                    <a:pt x="1308060" y="346180"/>
                  </a:lnTo>
                  <a:lnTo>
                    <a:pt x="1261351" y="359582"/>
                  </a:lnTo>
                  <a:lnTo>
                    <a:pt x="1215532" y="374395"/>
                  </a:lnTo>
                  <a:lnTo>
                    <a:pt x="1170687" y="390611"/>
                  </a:lnTo>
                  <a:lnTo>
                    <a:pt x="1126901" y="408223"/>
                  </a:lnTo>
                  <a:lnTo>
                    <a:pt x="1084257" y="427221"/>
                  </a:lnTo>
                  <a:lnTo>
                    <a:pt x="1042839" y="447599"/>
                  </a:lnTo>
                  <a:lnTo>
                    <a:pt x="1002732" y="469349"/>
                  </a:lnTo>
                  <a:lnTo>
                    <a:pt x="964019" y="492461"/>
                  </a:lnTo>
                  <a:lnTo>
                    <a:pt x="926785" y="516930"/>
                  </a:lnTo>
                  <a:lnTo>
                    <a:pt x="880816" y="550729"/>
                  </a:lnTo>
                  <a:lnTo>
                    <a:pt x="838570" y="586092"/>
                  </a:lnTo>
                  <a:lnTo>
                    <a:pt x="800108" y="622896"/>
                  </a:lnTo>
                  <a:lnTo>
                    <a:pt x="765494" y="661015"/>
                  </a:lnTo>
                  <a:lnTo>
                    <a:pt x="734788" y="700324"/>
                  </a:lnTo>
                  <a:lnTo>
                    <a:pt x="708053" y="740700"/>
                  </a:lnTo>
                  <a:lnTo>
                    <a:pt x="685350" y="782018"/>
                  </a:lnTo>
                  <a:lnTo>
                    <a:pt x="666742" y="824154"/>
                  </a:lnTo>
                  <a:lnTo>
                    <a:pt x="652290" y="866982"/>
                  </a:lnTo>
                  <a:lnTo>
                    <a:pt x="642056" y="910379"/>
                  </a:lnTo>
                  <a:lnTo>
                    <a:pt x="636102" y="954219"/>
                  </a:lnTo>
                  <a:lnTo>
                    <a:pt x="634490" y="998379"/>
                  </a:lnTo>
                  <a:lnTo>
                    <a:pt x="637282" y="1042734"/>
                  </a:lnTo>
                  <a:lnTo>
                    <a:pt x="644540" y="1087160"/>
                  </a:lnTo>
                  <a:lnTo>
                    <a:pt x="638482" y="1097624"/>
                  </a:lnTo>
                  <a:lnTo>
                    <a:pt x="580879" y="1102921"/>
                  </a:lnTo>
                  <a:lnTo>
                    <a:pt x="524867" y="1111071"/>
                  </a:lnTo>
                  <a:lnTo>
                    <a:pt x="470636" y="1121955"/>
                  </a:lnTo>
                  <a:lnTo>
                    <a:pt x="418376" y="1135455"/>
                  </a:lnTo>
                  <a:lnTo>
                    <a:pt x="368278" y="1151450"/>
                  </a:lnTo>
                  <a:lnTo>
                    <a:pt x="320531" y="1169823"/>
                  </a:lnTo>
                  <a:lnTo>
                    <a:pt x="275326" y="1190453"/>
                  </a:lnTo>
                  <a:lnTo>
                    <a:pt x="232852" y="1213222"/>
                  </a:lnTo>
                  <a:lnTo>
                    <a:pt x="193300" y="1238010"/>
                  </a:lnTo>
                  <a:lnTo>
                    <a:pt x="156859" y="1264698"/>
                  </a:lnTo>
                  <a:lnTo>
                    <a:pt x="123721" y="1293167"/>
                  </a:lnTo>
                  <a:lnTo>
                    <a:pt x="94073" y="1323299"/>
                  </a:lnTo>
                  <a:lnTo>
                    <a:pt x="68108" y="1354973"/>
                  </a:lnTo>
                  <a:lnTo>
                    <a:pt x="46015" y="1388071"/>
                  </a:lnTo>
                  <a:lnTo>
                    <a:pt x="27983" y="1422473"/>
                  </a:lnTo>
                  <a:lnTo>
                    <a:pt x="14204" y="1458061"/>
                  </a:lnTo>
                  <a:lnTo>
                    <a:pt x="0" y="1536094"/>
                  </a:lnTo>
                  <a:lnTo>
                    <a:pt x="1012" y="1577102"/>
                  </a:lnTo>
                  <a:lnTo>
                    <a:pt x="7735" y="1617522"/>
                  </a:lnTo>
                  <a:lnTo>
                    <a:pt x="19999" y="1657137"/>
                  </a:lnTo>
                  <a:lnTo>
                    <a:pt x="37635" y="1695728"/>
                  </a:lnTo>
                  <a:lnTo>
                    <a:pt x="60473" y="1733078"/>
                  </a:lnTo>
                  <a:lnTo>
                    <a:pt x="88346" y="1768968"/>
                  </a:lnTo>
                  <a:lnTo>
                    <a:pt x="121083" y="1803182"/>
                  </a:lnTo>
                  <a:lnTo>
                    <a:pt x="158516" y="1835501"/>
                  </a:lnTo>
                  <a:lnTo>
                    <a:pt x="200475" y="1865708"/>
                  </a:lnTo>
                  <a:lnTo>
                    <a:pt x="246791" y="1893584"/>
                  </a:lnTo>
                  <a:lnTo>
                    <a:pt x="297295" y="1918913"/>
                  </a:lnTo>
                  <a:lnTo>
                    <a:pt x="351818" y="1941476"/>
                  </a:lnTo>
                  <a:lnTo>
                    <a:pt x="307521" y="1974442"/>
                  </a:lnTo>
                  <a:lnTo>
                    <a:pt x="268787" y="2009557"/>
                  </a:lnTo>
                  <a:lnTo>
                    <a:pt x="235718" y="2046547"/>
                  </a:lnTo>
                  <a:lnTo>
                    <a:pt x="208417" y="2085136"/>
                  </a:lnTo>
                  <a:lnTo>
                    <a:pt x="186989" y="2125049"/>
                  </a:lnTo>
                  <a:lnTo>
                    <a:pt x="171536" y="2166010"/>
                  </a:lnTo>
                  <a:lnTo>
                    <a:pt x="162161" y="2207746"/>
                  </a:lnTo>
                  <a:lnTo>
                    <a:pt x="158969" y="2249980"/>
                  </a:lnTo>
                  <a:lnTo>
                    <a:pt x="162062" y="2292437"/>
                  </a:lnTo>
                  <a:lnTo>
                    <a:pt x="171544" y="2334842"/>
                  </a:lnTo>
                  <a:lnTo>
                    <a:pt x="187518" y="2376921"/>
                  </a:lnTo>
                  <a:lnTo>
                    <a:pt x="205834" y="2411531"/>
                  </a:lnTo>
                  <a:lnTo>
                    <a:pt x="228155" y="2444653"/>
                  </a:lnTo>
                  <a:lnTo>
                    <a:pt x="254266" y="2476198"/>
                  </a:lnTo>
                  <a:lnTo>
                    <a:pt x="283957" y="2506076"/>
                  </a:lnTo>
                  <a:lnTo>
                    <a:pt x="317015" y="2534199"/>
                  </a:lnTo>
                  <a:lnTo>
                    <a:pt x="353227" y="2560477"/>
                  </a:lnTo>
                  <a:lnTo>
                    <a:pt x="392380" y="2584821"/>
                  </a:lnTo>
                  <a:lnTo>
                    <a:pt x="434262" y="2607142"/>
                  </a:lnTo>
                  <a:lnTo>
                    <a:pt x="478661" y="2627352"/>
                  </a:lnTo>
                  <a:lnTo>
                    <a:pt x="525363" y="2645361"/>
                  </a:lnTo>
                  <a:lnTo>
                    <a:pt x="574158" y="2661080"/>
                  </a:lnTo>
                  <a:lnTo>
                    <a:pt x="624831" y="2674420"/>
                  </a:lnTo>
                  <a:lnTo>
                    <a:pt x="677170" y="2685292"/>
                  </a:lnTo>
                  <a:lnTo>
                    <a:pt x="730964" y="2693606"/>
                  </a:lnTo>
                  <a:lnTo>
                    <a:pt x="785999" y="2699275"/>
                  </a:lnTo>
                  <a:lnTo>
                    <a:pt x="842063" y="2702208"/>
                  </a:lnTo>
                  <a:lnTo>
                    <a:pt x="898943" y="2702318"/>
                  </a:lnTo>
                  <a:lnTo>
                    <a:pt x="956427" y="2699514"/>
                  </a:lnTo>
                  <a:lnTo>
                    <a:pt x="984395" y="2729130"/>
                  </a:lnTo>
                  <a:lnTo>
                    <a:pt x="1014021" y="2757707"/>
                  </a:lnTo>
                  <a:lnTo>
                    <a:pt x="1045244" y="2785233"/>
                  </a:lnTo>
                  <a:lnTo>
                    <a:pt x="1078001" y="2811699"/>
                  </a:lnTo>
                  <a:lnTo>
                    <a:pt x="1112229" y="2837094"/>
                  </a:lnTo>
                  <a:lnTo>
                    <a:pt x="1147867" y="2861408"/>
                  </a:lnTo>
                  <a:lnTo>
                    <a:pt x="1184850" y="2884630"/>
                  </a:lnTo>
                  <a:lnTo>
                    <a:pt x="1223118" y="2906750"/>
                  </a:lnTo>
                  <a:lnTo>
                    <a:pt x="1262607" y="2927757"/>
                  </a:lnTo>
                  <a:lnTo>
                    <a:pt x="1303255" y="2947642"/>
                  </a:lnTo>
                  <a:lnTo>
                    <a:pt x="1344999" y="2966394"/>
                  </a:lnTo>
                  <a:lnTo>
                    <a:pt x="1387777" y="2984002"/>
                  </a:lnTo>
                  <a:lnTo>
                    <a:pt x="1431527" y="3000456"/>
                  </a:lnTo>
                  <a:lnTo>
                    <a:pt x="1476185" y="3015747"/>
                  </a:lnTo>
                  <a:lnTo>
                    <a:pt x="1521690" y="3029863"/>
                  </a:lnTo>
                  <a:lnTo>
                    <a:pt x="1567979" y="3042794"/>
                  </a:lnTo>
                  <a:lnTo>
                    <a:pt x="1614990" y="3054530"/>
                  </a:lnTo>
                  <a:lnTo>
                    <a:pt x="1662659" y="3065061"/>
                  </a:lnTo>
                  <a:lnTo>
                    <a:pt x="1710925" y="3074375"/>
                  </a:lnTo>
                  <a:lnTo>
                    <a:pt x="1759725" y="3082464"/>
                  </a:lnTo>
                  <a:lnTo>
                    <a:pt x="1808996" y="3089316"/>
                  </a:lnTo>
                  <a:lnTo>
                    <a:pt x="1858677" y="3094921"/>
                  </a:lnTo>
                  <a:lnTo>
                    <a:pt x="1908703" y="3099269"/>
                  </a:lnTo>
                  <a:lnTo>
                    <a:pt x="1959014" y="3102349"/>
                  </a:lnTo>
                  <a:lnTo>
                    <a:pt x="2009546" y="3104151"/>
                  </a:lnTo>
                  <a:lnTo>
                    <a:pt x="2060237" y="3104665"/>
                  </a:lnTo>
                  <a:lnTo>
                    <a:pt x="2111025" y="3103881"/>
                  </a:lnTo>
                  <a:lnTo>
                    <a:pt x="2161847" y="3101787"/>
                  </a:lnTo>
                  <a:lnTo>
                    <a:pt x="2212640" y="3098374"/>
                  </a:lnTo>
                  <a:lnTo>
                    <a:pt x="2263342" y="3093631"/>
                  </a:lnTo>
                  <a:lnTo>
                    <a:pt x="2313891" y="3087548"/>
                  </a:lnTo>
                  <a:lnTo>
                    <a:pt x="2364224" y="3080115"/>
                  </a:lnTo>
                  <a:lnTo>
                    <a:pt x="2414278" y="3071322"/>
                  </a:lnTo>
                  <a:lnTo>
                    <a:pt x="2463991" y="3061157"/>
                  </a:lnTo>
                  <a:lnTo>
                    <a:pt x="2513301" y="3049610"/>
                  </a:lnTo>
                  <a:lnTo>
                    <a:pt x="2562144" y="3036672"/>
                  </a:lnTo>
                  <a:lnTo>
                    <a:pt x="2610460" y="3022332"/>
                  </a:lnTo>
                  <a:lnTo>
                    <a:pt x="2658184" y="3006579"/>
                  </a:lnTo>
                  <a:lnTo>
                    <a:pt x="2705255" y="2989404"/>
                  </a:lnTo>
                  <a:lnTo>
                    <a:pt x="2737631" y="3017928"/>
                  </a:lnTo>
                  <a:lnTo>
                    <a:pt x="2772858" y="3044720"/>
                  </a:lnTo>
                  <a:lnTo>
                    <a:pt x="2810722" y="3069824"/>
                  </a:lnTo>
                  <a:lnTo>
                    <a:pt x="2851013" y="3093283"/>
                  </a:lnTo>
                  <a:lnTo>
                    <a:pt x="2893519" y="3115140"/>
                  </a:lnTo>
                  <a:lnTo>
                    <a:pt x="2938027" y="3135439"/>
                  </a:lnTo>
                  <a:lnTo>
                    <a:pt x="2984327" y="3154224"/>
                  </a:lnTo>
                  <a:lnTo>
                    <a:pt x="3032206" y="3171538"/>
                  </a:lnTo>
                  <a:lnTo>
                    <a:pt x="3081452" y="3187423"/>
                  </a:lnTo>
                  <a:lnTo>
                    <a:pt x="3131854" y="3201924"/>
                  </a:lnTo>
                  <a:lnTo>
                    <a:pt x="3183199" y="3215084"/>
                  </a:lnTo>
                  <a:lnTo>
                    <a:pt x="3235277" y="3226946"/>
                  </a:lnTo>
                  <a:lnTo>
                    <a:pt x="3287875" y="3237554"/>
                  </a:lnTo>
                  <a:lnTo>
                    <a:pt x="3340782" y="3246950"/>
                  </a:lnTo>
                  <a:lnTo>
                    <a:pt x="3393785" y="3255180"/>
                  </a:lnTo>
                  <a:lnTo>
                    <a:pt x="3446674" y="3262285"/>
                  </a:lnTo>
                  <a:lnTo>
                    <a:pt x="3499235" y="3268309"/>
                  </a:lnTo>
                  <a:lnTo>
                    <a:pt x="3551258" y="3273295"/>
                  </a:lnTo>
                  <a:lnTo>
                    <a:pt x="3602530" y="3277288"/>
                  </a:lnTo>
                  <a:lnTo>
                    <a:pt x="3652840" y="3280330"/>
                  </a:lnTo>
                  <a:lnTo>
                    <a:pt x="3701976" y="3282465"/>
                  </a:lnTo>
                  <a:lnTo>
                    <a:pt x="3749727" y="3283736"/>
                  </a:lnTo>
                  <a:lnTo>
                    <a:pt x="3795879" y="3284186"/>
                  </a:lnTo>
                  <a:lnTo>
                    <a:pt x="3840223" y="3283859"/>
                  </a:lnTo>
                  <a:lnTo>
                    <a:pt x="3882545" y="3282799"/>
                  </a:lnTo>
                  <a:lnTo>
                    <a:pt x="3932170" y="3280428"/>
                  </a:lnTo>
                  <a:lnTo>
                    <a:pt x="3982680" y="3276662"/>
                  </a:lnTo>
                  <a:lnTo>
                    <a:pt x="4033818" y="3271487"/>
                  </a:lnTo>
                  <a:lnTo>
                    <a:pt x="4085326" y="3264885"/>
                  </a:lnTo>
                  <a:lnTo>
                    <a:pt x="4136946" y="3256841"/>
                  </a:lnTo>
                  <a:lnTo>
                    <a:pt x="4188420" y="3247338"/>
                  </a:lnTo>
                  <a:lnTo>
                    <a:pt x="4239491" y="3236359"/>
                  </a:lnTo>
                  <a:lnTo>
                    <a:pt x="4289901" y="3223890"/>
                  </a:lnTo>
                  <a:lnTo>
                    <a:pt x="4339391" y="3209912"/>
                  </a:lnTo>
                  <a:lnTo>
                    <a:pt x="4387705" y="3194410"/>
                  </a:lnTo>
                  <a:lnTo>
                    <a:pt x="4434584" y="3177368"/>
                  </a:lnTo>
                  <a:lnTo>
                    <a:pt x="4479770" y="3158769"/>
                  </a:lnTo>
                  <a:lnTo>
                    <a:pt x="4523007" y="3138597"/>
                  </a:lnTo>
                  <a:lnTo>
                    <a:pt x="4564035" y="3116836"/>
                  </a:lnTo>
                  <a:lnTo>
                    <a:pt x="4602598" y="3093469"/>
                  </a:lnTo>
                  <a:lnTo>
                    <a:pt x="4638438" y="3068480"/>
                  </a:lnTo>
                  <a:lnTo>
                    <a:pt x="4671296" y="3041853"/>
                  </a:lnTo>
                  <a:lnTo>
                    <a:pt x="4700915" y="3013572"/>
                  </a:lnTo>
                  <a:lnTo>
                    <a:pt x="4727037" y="2983620"/>
                  </a:lnTo>
                  <a:lnTo>
                    <a:pt x="4749405" y="2951982"/>
                  </a:lnTo>
                  <a:lnTo>
                    <a:pt x="4767760" y="2918639"/>
                  </a:lnTo>
                  <a:lnTo>
                    <a:pt x="4816273" y="2935464"/>
                  </a:lnTo>
                  <a:lnTo>
                    <a:pt x="4865699" y="2948112"/>
                  </a:lnTo>
                  <a:lnTo>
                    <a:pt x="4915881" y="2956859"/>
                  </a:lnTo>
                  <a:lnTo>
                    <a:pt x="4966661" y="2961978"/>
                  </a:lnTo>
                  <a:lnTo>
                    <a:pt x="5017881" y="2963747"/>
                  </a:lnTo>
                  <a:lnTo>
                    <a:pt x="5069385" y="2962438"/>
                  </a:lnTo>
                  <a:lnTo>
                    <a:pt x="5121016" y="2958329"/>
                  </a:lnTo>
                  <a:lnTo>
                    <a:pt x="5172616" y="2951693"/>
                  </a:lnTo>
                  <a:lnTo>
                    <a:pt x="5224028" y="2942805"/>
                  </a:lnTo>
                  <a:lnTo>
                    <a:pt x="5275094" y="2931942"/>
                  </a:lnTo>
                  <a:lnTo>
                    <a:pt x="5325657" y="2919378"/>
                  </a:lnTo>
                  <a:lnTo>
                    <a:pt x="5375560" y="2905387"/>
                  </a:lnTo>
                  <a:lnTo>
                    <a:pt x="5424646" y="2890246"/>
                  </a:lnTo>
                  <a:lnTo>
                    <a:pt x="5472758" y="2874228"/>
                  </a:lnTo>
                  <a:lnTo>
                    <a:pt x="5519737" y="2857611"/>
                  </a:lnTo>
                  <a:lnTo>
                    <a:pt x="5565427" y="2840667"/>
                  </a:lnTo>
                  <a:lnTo>
                    <a:pt x="5609671" y="2823673"/>
                  </a:lnTo>
                  <a:lnTo>
                    <a:pt x="5769035" y="2760691"/>
                  </a:lnTo>
                  <a:lnTo>
                    <a:pt x="5859310" y="2726295"/>
                  </a:lnTo>
                  <a:lnTo>
                    <a:pt x="5912605" y="2704243"/>
                  </a:lnTo>
                  <a:lnTo>
                    <a:pt x="5963209" y="2681289"/>
                  </a:lnTo>
                  <a:lnTo>
                    <a:pt x="6010760" y="2657309"/>
                  </a:lnTo>
                  <a:lnTo>
                    <a:pt x="6054896" y="2632176"/>
                  </a:lnTo>
                  <a:lnTo>
                    <a:pt x="6095254" y="2605766"/>
                  </a:lnTo>
                  <a:lnTo>
                    <a:pt x="6131472" y="2577954"/>
                  </a:lnTo>
                  <a:lnTo>
                    <a:pt x="6163188" y="2548614"/>
                  </a:lnTo>
                  <a:lnTo>
                    <a:pt x="6190038" y="2517621"/>
                  </a:lnTo>
                  <a:lnTo>
                    <a:pt x="6211662" y="2484851"/>
                  </a:lnTo>
                  <a:lnTo>
                    <a:pt x="6227695" y="2450178"/>
                  </a:lnTo>
                  <a:lnTo>
                    <a:pt x="6241545" y="2374622"/>
                  </a:lnTo>
                  <a:lnTo>
                    <a:pt x="6301252" y="2367152"/>
                  </a:lnTo>
                  <a:lnTo>
                    <a:pt x="6358689" y="2355965"/>
                  </a:lnTo>
                  <a:lnTo>
                    <a:pt x="6413870" y="2341335"/>
                  </a:lnTo>
                  <a:lnTo>
                    <a:pt x="6466807" y="2323532"/>
                  </a:lnTo>
                  <a:lnTo>
                    <a:pt x="6517516" y="2302830"/>
                  </a:lnTo>
                  <a:lnTo>
                    <a:pt x="6566011" y="2279501"/>
                  </a:lnTo>
                  <a:lnTo>
                    <a:pt x="6612304" y="2253816"/>
                  </a:lnTo>
                  <a:lnTo>
                    <a:pt x="6656411" y="2226050"/>
                  </a:lnTo>
                  <a:lnTo>
                    <a:pt x="6698344" y="2196473"/>
                  </a:lnTo>
                  <a:lnTo>
                    <a:pt x="6738119" y="2165358"/>
                  </a:lnTo>
                  <a:lnTo>
                    <a:pt x="6775748" y="2132978"/>
                  </a:lnTo>
                  <a:lnTo>
                    <a:pt x="6811246" y="2099604"/>
                  </a:lnTo>
                  <a:lnTo>
                    <a:pt x="6844626" y="2065510"/>
                  </a:lnTo>
                  <a:lnTo>
                    <a:pt x="6875904" y="2030967"/>
                  </a:lnTo>
                  <a:lnTo>
                    <a:pt x="6905092" y="1996248"/>
                  </a:lnTo>
                  <a:lnTo>
                    <a:pt x="6932204" y="1961625"/>
                  </a:lnTo>
                  <a:lnTo>
                    <a:pt x="6957255" y="1927370"/>
                  </a:lnTo>
                  <a:lnTo>
                    <a:pt x="6980258" y="1893757"/>
                  </a:lnTo>
                  <a:lnTo>
                    <a:pt x="7001227" y="1861056"/>
                  </a:lnTo>
                  <a:lnTo>
                    <a:pt x="7037120" y="1799483"/>
                  </a:lnTo>
                  <a:lnTo>
                    <a:pt x="7069980" y="1730656"/>
                  </a:lnTo>
                  <a:lnTo>
                    <a:pt x="7082845" y="1689549"/>
                  </a:lnTo>
                  <a:lnTo>
                    <a:pt x="7090809" y="1647991"/>
                  </a:lnTo>
                  <a:lnTo>
                    <a:pt x="7094015" y="1606135"/>
                  </a:lnTo>
                  <a:lnTo>
                    <a:pt x="7092603" y="1564137"/>
                  </a:lnTo>
                  <a:lnTo>
                    <a:pt x="7086717" y="1522152"/>
                  </a:lnTo>
                  <a:lnTo>
                    <a:pt x="7076498" y="1480335"/>
                  </a:lnTo>
                  <a:lnTo>
                    <a:pt x="7062089" y="1438841"/>
                  </a:lnTo>
                  <a:lnTo>
                    <a:pt x="7043631" y="1397825"/>
                  </a:lnTo>
                  <a:lnTo>
                    <a:pt x="7021268" y="1357442"/>
                  </a:lnTo>
                  <a:lnTo>
                    <a:pt x="6995140" y="1317847"/>
                  </a:lnTo>
                  <a:lnTo>
                    <a:pt x="6965390" y="1279195"/>
                  </a:lnTo>
                  <a:lnTo>
                    <a:pt x="6932161" y="1241641"/>
                  </a:lnTo>
                  <a:lnTo>
                    <a:pt x="6895594" y="1205339"/>
                  </a:lnTo>
                  <a:lnTo>
                    <a:pt x="6855831" y="1170446"/>
                  </a:lnTo>
                  <a:lnTo>
                    <a:pt x="6881080" y="1128426"/>
                  </a:lnTo>
                  <a:lnTo>
                    <a:pt x="6900794" y="1085490"/>
                  </a:lnTo>
                  <a:lnTo>
                    <a:pt x="6914961" y="1041857"/>
                  </a:lnTo>
                  <a:lnTo>
                    <a:pt x="6923565" y="997744"/>
                  </a:lnTo>
                  <a:lnTo>
                    <a:pt x="6926595" y="953366"/>
                  </a:lnTo>
                  <a:lnTo>
                    <a:pt x="6924035" y="908942"/>
                  </a:lnTo>
                  <a:lnTo>
                    <a:pt x="6915874" y="864688"/>
                  </a:lnTo>
                  <a:lnTo>
                    <a:pt x="6902097" y="820821"/>
                  </a:lnTo>
                  <a:lnTo>
                    <a:pt x="6882691" y="777559"/>
                  </a:lnTo>
                  <a:lnTo>
                    <a:pt x="6862585" y="742669"/>
                  </a:lnTo>
                  <a:lnTo>
                    <a:pt x="6839050" y="708961"/>
                  </a:lnTo>
                  <a:lnTo>
                    <a:pt x="6812220" y="676516"/>
                  </a:lnTo>
                  <a:lnTo>
                    <a:pt x="6782231" y="645415"/>
                  </a:lnTo>
                  <a:lnTo>
                    <a:pt x="6749219" y="615738"/>
                  </a:lnTo>
                  <a:lnTo>
                    <a:pt x="6713317" y="587569"/>
                  </a:lnTo>
                  <a:lnTo>
                    <a:pt x="6674662" y="560986"/>
                  </a:lnTo>
                  <a:lnTo>
                    <a:pt x="6633388" y="536073"/>
                  </a:lnTo>
                  <a:lnTo>
                    <a:pt x="6589631" y="512910"/>
                  </a:lnTo>
                  <a:lnTo>
                    <a:pt x="6543525" y="491578"/>
                  </a:lnTo>
                  <a:lnTo>
                    <a:pt x="6495206" y="472158"/>
                  </a:lnTo>
                  <a:lnTo>
                    <a:pt x="6444810" y="454732"/>
                  </a:lnTo>
                  <a:lnTo>
                    <a:pt x="6392470" y="439381"/>
                  </a:lnTo>
                  <a:lnTo>
                    <a:pt x="6338322" y="426186"/>
                  </a:lnTo>
                  <a:lnTo>
                    <a:pt x="6282502" y="415228"/>
                  </a:lnTo>
                  <a:lnTo>
                    <a:pt x="6269361" y="377347"/>
                  </a:lnTo>
                  <a:lnTo>
                    <a:pt x="6251823" y="340521"/>
                  </a:lnTo>
                  <a:lnTo>
                    <a:pt x="6230048" y="304880"/>
                  </a:lnTo>
                  <a:lnTo>
                    <a:pt x="6204198" y="270552"/>
                  </a:lnTo>
                  <a:lnTo>
                    <a:pt x="6174435" y="237667"/>
                  </a:lnTo>
                  <a:lnTo>
                    <a:pt x="6140920" y="206351"/>
                  </a:lnTo>
                  <a:lnTo>
                    <a:pt x="6103814" y="176734"/>
                  </a:lnTo>
                  <a:lnTo>
                    <a:pt x="6063280" y="148945"/>
                  </a:lnTo>
                  <a:lnTo>
                    <a:pt x="6019478" y="123112"/>
                  </a:lnTo>
                  <a:lnTo>
                    <a:pt x="5972570" y="99364"/>
                  </a:lnTo>
                  <a:lnTo>
                    <a:pt x="5922717" y="77828"/>
                  </a:lnTo>
                  <a:lnTo>
                    <a:pt x="5870082" y="58635"/>
                  </a:lnTo>
                  <a:lnTo>
                    <a:pt x="5814825" y="41912"/>
                  </a:lnTo>
                  <a:lnTo>
                    <a:pt x="5766244" y="29803"/>
                  </a:lnTo>
                  <a:lnTo>
                    <a:pt x="5717017" y="19823"/>
                  </a:lnTo>
                  <a:lnTo>
                    <a:pt x="5667296" y="11950"/>
                  </a:lnTo>
                  <a:lnTo>
                    <a:pt x="5617232" y="6161"/>
                  </a:lnTo>
                  <a:lnTo>
                    <a:pt x="5566975" y="2434"/>
                  </a:lnTo>
                  <a:lnTo>
                    <a:pt x="5516676" y="746"/>
                  </a:lnTo>
                  <a:lnTo>
                    <a:pt x="5466486" y="1076"/>
                  </a:lnTo>
                  <a:lnTo>
                    <a:pt x="5416555" y="3400"/>
                  </a:lnTo>
                  <a:lnTo>
                    <a:pt x="5367036" y="7697"/>
                  </a:lnTo>
                  <a:lnTo>
                    <a:pt x="5318078" y="13945"/>
                  </a:lnTo>
                  <a:lnTo>
                    <a:pt x="5269833" y="22119"/>
                  </a:lnTo>
                  <a:lnTo>
                    <a:pt x="5222452" y="32200"/>
                  </a:lnTo>
                  <a:lnTo>
                    <a:pt x="5176084" y="44163"/>
                  </a:lnTo>
                  <a:lnTo>
                    <a:pt x="5130882" y="57987"/>
                  </a:lnTo>
                  <a:lnTo>
                    <a:pt x="5086996" y="73649"/>
                  </a:lnTo>
                  <a:lnTo>
                    <a:pt x="5044577" y="91128"/>
                  </a:lnTo>
                  <a:lnTo>
                    <a:pt x="5003776" y="110400"/>
                  </a:lnTo>
                  <a:lnTo>
                    <a:pt x="4964744" y="131443"/>
                  </a:lnTo>
                  <a:lnTo>
                    <a:pt x="4927631" y="154235"/>
                  </a:lnTo>
                  <a:lnTo>
                    <a:pt x="4892589" y="178754"/>
                  </a:lnTo>
                  <a:lnTo>
                    <a:pt x="4857482" y="151730"/>
                  </a:lnTo>
                  <a:lnTo>
                    <a:pt x="4819562" y="126725"/>
                  </a:lnTo>
                  <a:lnTo>
                    <a:pt x="4779044" y="103794"/>
                  </a:lnTo>
                  <a:lnTo>
                    <a:pt x="4736145" y="82994"/>
                  </a:lnTo>
                  <a:lnTo>
                    <a:pt x="4691080" y="64380"/>
                  </a:lnTo>
                  <a:lnTo>
                    <a:pt x="4644064" y="48008"/>
                  </a:lnTo>
                  <a:lnTo>
                    <a:pt x="4595313" y="33934"/>
                  </a:lnTo>
                  <a:lnTo>
                    <a:pt x="4545043" y="22215"/>
                  </a:lnTo>
                  <a:lnTo>
                    <a:pt x="4493470" y="12906"/>
                  </a:lnTo>
                  <a:lnTo>
                    <a:pt x="4440808" y="6063"/>
                  </a:lnTo>
                  <a:lnTo>
                    <a:pt x="4387273" y="1742"/>
                  </a:lnTo>
                  <a:lnTo>
                    <a:pt x="433308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822146" y="3183677"/>
              <a:ext cx="7094220" cy="3284220"/>
            </a:xfrm>
            <a:custGeom>
              <a:avLst/>
              <a:gdLst/>
              <a:ahLst/>
              <a:cxnLst/>
              <a:rect l="l" t="t" r="r" b="b"/>
              <a:pathLst>
                <a:path w="7094220" h="3284220">
                  <a:moveTo>
                    <a:pt x="644540" y="1087160"/>
                  </a:moveTo>
                  <a:lnTo>
                    <a:pt x="637282" y="1042734"/>
                  </a:lnTo>
                  <a:lnTo>
                    <a:pt x="634490" y="998379"/>
                  </a:lnTo>
                  <a:lnTo>
                    <a:pt x="636102" y="954219"/>
                  </a:lnTo>
                  <a:lnTo>
                    <a:pt x="642056" y="910379"/>
                  </a:lnTo>
                  <a:lnTo>
                    <a:pt x="652290" y="866982"/>
                  </a:lnTo>
                  <a:lnTo>
                    <a:pt x="666742" y="824154"/>
                  </a:lnTo>
                  <a:lnTo>
                    <a:pt x="685350" y="782018"/>
                  </a:lnTo>
                  <a:lnTo>
                    <a:pt x="708053" y="740700"/>
                  </a:lnTo>
                  <a:lnTo>
                    <a:pt x="734788" y="700324"/>
                  </a:lnTo>
                  <a:lnTo>
                    <a:pt x="765494" y="661015"/>
                  </a:lnTo>
                  <a:lnTo>
                    <a:pt x="800108" y="622896"/>
                  </a:lnTo>
                  <a:lnTo>
                    <a:pt x="838570" y="586092"/>
                  </a:lnTo>
                  <a:lnTo>
                    <a:pt x="880816" y="550729"/>
                  </a:lnTo>
                  <a:lnTo>
                    <a:pt x="926785" y="516930"/>
                  </a:lnTo>
                  <a:lnTo>
                    <a:pt x="964019" y="492461"/>
                  </a:lnTo>
                  <a:lnTo>
                    <a:pt x="1002732" y="469349"/>
                  </a:lnTo>
                  <a:lnTo>
                    <a:pt x="1042839" y="447599"/>
                  </a:lnTo>
                  <a:lnTo>
                    <a:pt x="1084257" y="427221"/>
                  </a:lnTo>
                  <a:lnTo>
                    <a:pt x="1126901" y="408223"/>
                  </a:lnTo>
                  <a:lnTo>
                    <a:pt x="1170687" y="390611"/>
                  </a:lnTo>
                  <a:lnTo>
                    <a:pt x="1215532" y="374395"/>
                  </a:lnTo>
                  <a:lnTo>
                    <a:pt x="1261351" y="359582"/>
                  </a:lnTo>
                  <a:lnTo>
                    <a:pt x="1308060" y="346180"/>
                  </a:lnTo>
                  <a:lnTo>
                    <a:pt x="1355576" y="334196"/>
                  </a:lnTo>
                  <a:lnTo>
                    <a:pt x="1403814" y="323640"/>
                  </a:lnTo>
                  <a:lnTo>
                    <a:pt x="1452690" y="314518"/>
                  </a:lnTo>
                  <a:lnTo>
                    <a:pt x="1502121" y="306840"/>
                  </a:lnTo>
                  <a:lnTo>
                    <a:pt x="1552021" y="300611"/>
                  </a:lnTo>
                  <a:lnTo>
                    <a:pt x="1602308" y="295842"/>
                  </a:lnTo>
                  <a:lnTo>
                    <a:pt x="1652897" y="292538"/>
                  </a:lnTo>
                  <a:lnTo>
                    <a:pt x="1703704" y="290709"/>
                  </a:lnTo>
                  <a:lnTo>
                    <a:pt x="1754646" y="290363"/>
                  </a:lnTo>
                  <a:lnTo>
                    <a:pt x="1805637" y="291507"/>
                  </a:lnTo>
                  <a:lnTo>
                    <a:pt x="1856594" y="294149"/>
                  </a:lnTo>
                  <a:lnTo>
                    <a:pt x="1907434" y="298297"/>
                  </a:lnTo>
                  <a:lnTo>
                    <a:pt x="1958071" y="303959"/>
                  </a:lnTo>
                  <a:lnTo>
                    <a:pt x="2008423" y="311143"/>
                  </a:lnTo>
                  <a:lnTo>
                    <a:pt x="2058404" y="319857"/>
                  </a:lnTo>
                  <a:lnTo>
                    <a:pt x="2107932" y="330109"/>
                  </a:lnTo>
                  <a:lnTo>
                    <a:pt x="2156921" y="341906"/>
                  </a:lnTo>
                  <a:lnTo>
                    <a:pt x="2205288" y="355258"/>
                  </a:lnTo>
                  <a:lnTo>
                    <a:pt x="2252949" y="370171"/>
                  </a:lnTo>
                  <a:lnTo>
                    <a:pt x="2299820" y="386653"/>
                  </a:lnTo>
                  <a:lnTo>
                    <a:pt x="2326721" y="356666"/>
                  </a:lnTo>
                  <a:lnTo>
                    <a:pt x="2355955" y="328217"/>
                  </a:lnTo>
                  <a:lnTo>
                    <a:pt x="2387393" y="301317"/>
                  </a:lnTo>
                  <a:lnTo>
                    <a:pt x="2420909" y="275979"/>
                  </a:lnTo>
                  <a:lnTo>
                    <a:pt x="2456373" y="252217"/>
                  </a:lnTo>
                  <a:lnTo>
                    <a:pt x="2493659" y="230041"/>
                  </a:lnTo>
                  <a:lnTo>
                    <a:pt x="2532639" y="209465"/>
                  </a:lnTo>
                  <a:lnTo>
                    <a:pt x="2573186" y="190501"/>
                  </a:lnTo>
                  <a:lnTo>
                    <a:pt x="2615170" y="173162"/>
                  </a:lnTo>
                  <a:lnTo>
                    <a:pt x="2658466" y="157460"/>
                  </a:lnTo>
                  <a:lnTo>
                    <a:pt x="2702945" y="143407"/>
                  </a:lnTo>
                  <a:lnTo>
                    <a:pt x="2748479" y="131017"/>
                  </a:lnTo>
                  <a:lnTo>
                    <a:pt x="2794941" y="120301"/>
                  </a:lnTo>
                  <a:lnTo>
                    <a:pt x="2842204" y="111271"/>
                  </a:lnTo>
                  <a:lnTo>
                    <a:pt x="2890138" y="103941"/>
                  </a:lnTo>
                  <a:lnTo>
                    <a:pt x="2938617" y="98323"/>
                  </a:lnTo>
                  <a:lnTo>
                    <a:pt x="2987514" y="94430"/>
                  </a:lnTo>
                  <a:lnTo>
                    <a:pt x="3036699" y="92272"/>
                  </a:lnTo>
                  <a:lnTo>
                    <a:pt x="3086047" y="91865"/>
                  </a:lnTo>
                  <a:lnTo>
                    <a:pt x="3135428" y="93218"/>
                  </a:lnTo>
                  <a:lnTo>
                    <a:pt x="3184715" y="96346"/>
                  </a:lnTo>
                  <a:lnTo>
                    <a:pt x="3233781" y="101261"/>
                  </a:lnTo>
                  <a:lnTo>
                    <a:pt x="3282498" y="107975"/>
                  </a:lnTo>
                  <a:lnTo>
                    <a:pt x="3330738" y="116500"/>
                  </a:lnTo>
                  <a:lnTo>
                    <a:pt x="3378374" y="126849"/>
                  </a:lnTo>
                  <a:lnTo>
                    <a:pt x="3425277" y="139034"/>
                  </a:lnTo>
                  <a:lnTo>
                    <a:pt x="3471321" y="153069"/>
                  </a:lnTo>
                  <a:lnTo>
                    <a:pt x="3516377" y="168965"/>
                  </a:lnTo>
                  <a:lnTo>
                    <a:pt x="3560317" y="186734"/>
                  </a:lnTo>
                  <a:lnTo>
                    <a:pt x="3603015" y="206390"/>
                  </a:lnTo>
                  <a:lnTo>
                    <a:pt x="3644342" y="227945"/>
                  </a:lnTo>
                  <a:lnTo>
                    <a:pt x="3684171" y="251411"/>
                  </a:lnTo>
                  <a:lnTo>
                    <a:pt x="3712397" y="218880"/>
                  </a:lnTo>
                  <a:lnTo>
                    <a:pt x="3744423" y="188173"/>
                  </a:lnTo>
                  <a:lnTo>
                    <a:pt x="3780021" y="159395"/>
                  </a:lnTo>
                  <a:lnTo>
                    <a:pt x="3818963" y="132650"/>
                  </a:lnTo>
                  <a:lnTo>
                    <a:pt x="3861022" y="108043"/>
                  </a:lnTo>
                  <a:lnTo>
                    <a:pt x="3905970" y="85679"/>
                  </a:lnTo>
                  <a:lnTo>
                    <a:pt x="3953580" y="65663"/>
                  </a:lnTo>
                  <a:lnTo>
                    <a:pt x="4003624" y="48100"/>
                  </a:lnTo>
                  <a:lnTo>
                    <a:pt x="4055875" y="33094"/>
                  </a:lnTo>
                  <a:lnTo>
                    <a:pt x="4110104" y="20751"/>
                  </a:lnTo>
                  <a:lnTo>
                    <a:pt x="4166085" y="11175"/>
                  </a:lnTo>
                  <a:lnTo>
                    <a:pt x="4223591" y="4472"/>
                  </a:lnTo>
                  <a:lnTo>
                    <a:pt x="4278449" y="891"/>
                  </a:lnTo>
                  <a:lnTo>
                    <a:pt x="4333082" y="0"/>
                  </a:lnTo>
                  <a:lnTo>
                    <a:pt x="4387273" y="1742"/>
                  </a:lnTo>
                  <a:lnTo>
                    <a:pt x="4440808" y="6063"/>
                  </a:lnTo>
                  <a:lnTo>
                    <a:pt x="4493470" y="12906"/>
                  </a:lnTo>
                  <a:lnTo>
                    <a:pt x="4545043" y="22215"/>
                  </a:lnTo>
                  <a:lnTo>
                    <a:pt x="4595313" y="33934"/>
                  </a:lnTo>
                  <a:lnTo>
                    <a:pt x="4644064" y="48008"/>
                  </a:lnTo>
                  <a:lnTo>
                    <a:pt x="4691080" y="64380"/>
                  </a:lnTo>
                  <a:lnTo>
                    <a:pt x="4736145" y="82994"/>
                  </a:lnTo>
                  <a:lnTo>
                    <a:pt x="4779044" y="103794"/>
                  </a:lnTo>
                  <a:lnTo>
                    <a:pt x="4819562" y="126725"/>
                  </a:lnTo>
                  <a:lnTo>
                    <a:pt x="4857482" y="151730"/>
                  </a:lnTo>
                  <a:lnTo>
                    <a:pt x="4892589" y="178754"/>
                  </a:lnTo>
                  <a:lnTo>
                    <a:pt x="4927631" y="154235"/>
                  </a:lnTo>
                  <a:lnTo>
                    <a:pt x="4964744" y="131443"/>
                  </a:lnTo>
                  <a:lnTo>
                    <a:pt x="5003776" y="110400"/>
                  </a:lnTo>
                  <a:lnTo>
                    <a:pt x="5044577" y="91128"/>
                  </a:lnTo>
                  <a:lnTo>
                    <a:pt x="5086996" y="73649"/>
                  </a:lnTo>
                  <a:lnTo>
                    <a:pt x="5130882" y="57987"/>
                  </a:lnTo>
                  <a:lnTo>
                    <a:pt x="5176084" y="44163"/>
                  </a:lnTo>
                  <a:lnTo>
                    <a:pt x="5222452" y="32200"/>
                  </a:lnTo>
                  <a:lnTo>
                    <a:pt x="5269833" y="22119"/>
                  </a:lnTo>
                  <a:lnTo>
                    <a:pt x="5318078" y="13945"/>
                  </a:lnTo>
                  <a:lnTo>
                    <a:pt x="5367036" y="7697"/>
                  </a:lnTo>
                  <a:lnTo>
                    <a:pt x="5416555" y="3400"/>
                  </a:lnTo>
                  <a:lnTo>
                    <a:pt x="5466486" y="1076"/>
                  </a:lnTo>
                  <a:lnTo>
                    <a:pt x="5516676" y="746"/>
                  </a:lnTo>
                  <a:lnTo>
                    <a:pt x="5566975" y="2434"/>
                  </a:lnTo>
                  <a:lnTo>
                    <a:pt x="5617232" y="6161"/>
                  </a:lnTo>
                  <a:lnTo>
                    <a:pt x="5667296" y="11950"/>
                  </a:lnTo>
                  <a:lnTo>
                    <a:pt x="5717017" y="19823"/>
                  </a:lnTo>
                  <a:lnTo>
                    <a:pt x="5766244" y="29803"/>
                  </a:lnTo>
                  <a:lnTo>
                    <a:pt x="5814825" y="41912"/>
                  </a:lnTo>
                  <a:lnTo>
                    <a:pt x="5870082" y="58635"/>
                  </a:lnTo>
                  <a:lnTo>
                    <a:pt x="5922717" y="77828"/>
                  </a:lnTo>
                  <a:lnTo>
                    <a:pt x="5972570" y="99364"/>
                  </a:lnTo>
                  <a:lnTo>
                    <a:pt x="6019478" y="123112"/>
                  </a:lnTo>
                  <a:lnTo>
                    <a:pt x="6063280" y="148945"/>
                  </a:lnTo>
                  <a:lnTo>
                    <a:pt x="6103814" y="176734"/>
                  </a:lnTo>
                  <a:lnTo>
                    <a:pt x="6140920" y="206351"/>
                  </a:lnTo>
                  <a:lnTo>
                    <a:pt x="6174435" y="237667"/>
                  </a:lnTo>
                  <a:lnTo>
                    <a:pt x="6204198" y="270552"/>
                  </a:lnTo>
                  <a:lnTo>
                    <a:pt x="6230048" y="304880"/>
                  </a:lnTo>
                  <a:lnTo>
                    <a:pt x="6251823" y="340521"/>
                  </a:lnTo>
                  <a:lnTo>
                    <a:pt x="6269361" y="377347"/>
                  </a:lnTo>
                  <a:lnTo>
                    <a:pt x="6282502" y="415228"/>
                  </a:lnTo>
                  <a:lnTo>
                    <a:pt x="6338322" y="426186"/>
                  </a:lnTo>
                  <a:lnTo>
                    <a:pt x="6392470" y="439381"/>
                  </a:lnTo>
                  <a:lnTo>
                    <a:pt x="6444810" y="454732"/>
                  </a:lnTo>
                  <a:lnTo>
                    <a:pt x="6495206" y="472158"/>
                  </a:lnTo>
                  <a:lnTo>
                    <a:pt x="6543525" y="491578"/>
                  </a:lnTo>
                  <a:lnTo>
                    <a:pt x="6589631" y="512910"/>
                  </a:lnTo>
                  <a:lnTo>
                    <a:pt x="6633388" y="536073"/>
                  </a:lnTo>
                  <a:lnTo>
                    <a:pt x="6674662" y="560986"/>
                  </a:lnTo>
                  <a:lnTo>
                    <a:pt x="6713317" y="587569"/>
                  </a:lnTo>
                  <a:lnTo>
                    <a:pt x="6749219" y="615738"/>
                  </a:lnTo>
                  <a:lnTo>
                    <a:pt x="6782231" y="645415"/>
                  </a:lnTo>
                  <a:lnTo>
                    <a:pt x="6812220" y="676516"/>
                  </a:lnTo>
                  <a:lnTo>
                    <a:pt x="6839050" y="708961"/>
                  </a:lnTo>
                  <a:lnTo>
                    <a:pt x="6862585" y="742669"/>
                  </a:lnTo>
                  <a:lnTo>
                    <a:pt x="6882691" y="777559"/>
                  </a:lnTo>
                  <a:lnTo>
                    <a:pt x="6902097" y="820821"/>
                  </a:lnTo>
                  <a:lnTo>
                    <a:pt x="6915874" y="864688"/>
                  </a:lnTo>
                  <a:lnTo>
                    <a:pt x="6924035" y="908942"/>
                  </a:lnTo>
                  <a:lnTo>
                    <a:pt x="6926595" y="953366"/>
                  </a:lnTo>
                  <a:lnTo>
                    <a:pt x="6923565" y="997744"/>
                  </a:lnTo>
                  <a:lnTo>
                    <a:pt x="6914961" y="1041857"/>
                  </a:lnTo>
                  <a:lnTo>
                    <a:pt x="6900794" y="1085490"/>
                  </a:lnTo>
                  <a:lnTo>
                    <a:pt x="6881080" y="1128426"/>
                  </a:lnTo>
                  <a:lnTo>
                    <a:pt x="6855831" y="1170446"/>
                  </a:lnTo>
                  <a:lnTo>
                    <a:pt x="6895594" y="1205339"/>
                  </a:lnTo>
                  <a:lnTo>
                    <a:pt x="6932161" y="1241641"/>
                  </a:lnTo>
                  <a:lnTo>
                    <a:pt x="6965390" y="1279195"/>
                  </a:lnTo>
                  <a:lnTo>
                    <a:pt x="6995140" y="1317847"/>
                  </a:lnTo>
                  <a:lnTo>
                    <a:pt x="7021268" y="1357442"/>
                  </a:lnTo>
                  <a:lnTo>
                    <a:pt x="7043631" y="1397825"/>
                  </a:lnTo>
                  <a:lnTo>
                    <a:pt x="7062089" y="1438841"/>
                  </a:lnTo>
                  <a:lnTo>
                    <a:pt x="7076498" y="1480335"/>
                  </a:lnTo>
                  <a:lnTo>
                    <a:pt x="7086717" y="1522152"/>
                  </a:lnTo>
                  <a:lnTo>
                    <a:pt x="7092603" y="1564137"/>
                  </a:lnTo>
                  <a:lnTo>
                    <a:pt x="7094015" y="1606135"/>
                  </a:lnTo>
                  <a:lnTo>
                    <a:pt x="7090809" y="1647991"/>
                  </a:lnTo>
                  <a:lnTo>
                    <a:pt x="7082845" y="1689549"/>
                  </a:lnTo>
                  <a:lnTo>
                    <a:pt x="7069980" y="1730656"/>
                  </a:lnTo>
                  <a:lnTo>
                    <a:pt x="7052071" y="1771156"/>
                  </a:lnTo>
                  <a:lnTo>
                    <a:pt x="7020176" y="1829541"/>
                  </a:lnTo>
                  <a:lnTo>
                    <a:pt x="6980258" y="1893757"/>
                  </a:lnTo>
                  <a:lnTo>
                    <a:pt x="6957255" y="1927370"/>
                  </a:lnTo>
                  <a:lnTo>
                    <a:pt x="6932204" y="1961625"/>
                  </a:lnTo>
                  <a:lnTo>
                    <a:pt x="6905092" y="1996248"/>
                  </a:lnTo>
                  <a:lnTo>
                    <a:pt x="6875904" y="2030967"/>
                  </a:lnTo>
                  <a:lnTo>
                    <a:pt x="6844626" y="2065510"/>
                  </a:lnTo>
                  <a:lnTo>
                    <a:pt x="6811246" y="2099604"/>
                  </a:lnTo>
                  <a:lnTo>
                    <a:pt x="6775748" y="2132978"/>
                  </a:lnTo>
                  <a:lnTo>
                    <a:pt x="6738119" y="2165358"/>
                  </a:lnTo>
                  <a:lnTo>
                    <a:pt x="6698344" y="2196473"/>
                  </a:lnTo>
                  <a:lnTo>
                    <a:pt x="6656411" y="2226050"/>
                  </a:lnTo>
                  <a:lnTo>
                    <a:pt x="6612304" y="2253816"/>
                  </a:lnTo>
                  <a:lnTo>
                    <a:pt x="6566011" y="2279501"/>
                  </a:lnTo>
                  <a:lnTo>
                    <a:pt x="6517516" y="2302830"/>
                  </a:lnTo>
                  <a:lnTo>
                    <a:pt x="6466807" y="2323532"/>
                  </a:lnTo>
                  <a:lnTo>
                    <a:pt x="6413870" y="2341335"/>
                  </a:lnTo>
                  <a:lnTo>
                    <a:pt x="6358689" y="2355965"/>
                  </a:lnTo>
                  <a:lnTo>
                    <a:pt x="6301252" y="2367152"/>
                  </a:lnTo>
                  <a:lnTo>
                    <a:pt x="6241545" y="2374622"/>
                  </a:lnTo>
                  <a:lnTo>
                    <a:pt x="6237777" y="2413477"/>
                  </a:lnTo>
                  <a:lnTo>
                    <a:pt x="6211662" y="2484851"/>
                  </a:lnTo>
                  <a:lnTo>
                    <a:pt x="6190038" y="2517621"/>
                  </a:lnTo>
                  <a:lnTo>
                    <a:pt x="6163188" y="2548614"/>
                  </a:lnTo>
                  <a:lnTo>
                    <a:pt x="6131472" y="2577954"/>
                  </a:lnTo>
                  <a:lnTo>
                    <a:pt x="6095254" y="2605766"/>
                  </a:lnTo>
                  <a:lnTo>
                    <a:pt x="6054896" y="2632176"/>
                  </a:lnTo>
                  <a:lnTo>
                    <a:pt x="6010760" y="2657309"/>
                  </a:lnTo>
                  <a:lnTo>
                    <a:pt x="5963209" y="2681289"/>
                  </a:lnTo>
                  <a:lnTo>
                    <a:pt x="5912605" y="2704243"/>
                  </a:lnTo>
                  <a:lnTo>
                    <a:pt x="5859310" y="2726295"/>
                  </a:lnTo>
                  <a:lnTo>
                    <a:pt x="5803687" y="2747570"/>
                  </a:lnTo>
                  <a:lnTo>
                    <a:pt x="5769035" y="2760691"/>
                  </a:lnTo>
                  <a:lnTo>
                    <a:pt x="5732150" y="2775137"/>
                  </a:lnTo>
                  <a:lnTo>
                    <a:pt x="5693189" y="2790633"/>
                  </a:lnTo>
                  <a:lnTo>
                    <a:pt x="5652311" y="2806903"/>
                  </a:lnTo>
                  <a:lnTo>
                    <a:pt x="5609671" y="2823673"/>
                  </a:lnTo>
                  <a:lnTo>
                    <a:pt x="5565427" y="2840667"/>
                  </a:lnTo>
                  <a:lnTo>
                    <a:pt x="5519737" y="2857611"/>
                  </a:lnTo>
                  <a:lnTo>
                    <a:pt x="5472758" y="2874228"/>
                  </a:lnTo>
                  <a:lnTo>
                    <a:pt x="5424646" y="2890246"/>
                  </a:lnTo>
                  <a:lnTo>
                    <a:pt x="5375560" y="2905387"/>
                  </a:lnTo>
                  <a:lnTo>
                    <a:pt x="5325657" y="2919378"/>
                  </a:lnTo>
                  <a:lnTo>
                    <a:pt x="5275094" y="2931942"/>
                  </a:lnTo>
                  <a:lnTo>
                    <a:pt x="5224028" y="2942805"/>
                  </a:lnTo>
                  <a:lnTo>
                    <a:pt x="5172616" y="2951693"/>
                  </a:lnTo>
                  <a:lnTo>
                    <a:pt x="5121016" y="2958329"/>
                  </a:lnTo>
                  <a:lnTo>
                    <a:pt x="5069385" y="2962438"/>
                  </a:lnTo>
                  <a:lnTo>
                    <a:pt x="5017881" y="2963747"/>
                  </a:lnTo>
                  <a:lnTo>
                    <a:pt x="4966661" y="2961978"/>
                  </a:lnTo>
                  <a:lnTo>
                    <a:pt x="4915881" y="2956859"/>
                  </a:lnTo>
                  <a:lnTo>
                    <a:pt x="4865699" y="2948112"/>
                  </a:lnTo>
                  <a:lnTo>
                    <a:pt x="4816273" y="2935464"/>
                  </a:lnTo>
                  <a:lnTo>
                    <a:pt x="4767760" y="2918639"/>
                  </a:lnTo>
                  <a:lnTo>
                    <a:pt x="4749405" y="2951982"/>
                  </a:lnTo>
                  <a:lnTo>
                    <a:pt x="4727037" y="2983620"/>
                  </a:lnTo>
                  <a:lnTo>
                    <a:pt x="4700915" y="3013572"/>
                  </a:lnTo>
                  <a:lnTo>
                    <a:pt x="4671296" y="3041853"/>
                  </a:lnTo>
                  <a:lnTo>
                    <a:pt x="4638438" y="3068480"/>
                  </a:lnTo>
                  <a:lnTo>
                    <a:pt x="4602598" y="3093469"/>
                  </a:lnTo>
                  <a:lnTo>
                    <a:pt x="4564035" y="3116836"/>
                  </a:lnTo>
                  <a:lnTo>
                    <a:pt x="4523007" y="3138597"/>
                  </a:lnTo>
                  <a:lnTo>
                    <a:pt x="4479770" y="3158769"/>
                  </a:lnTo>
                  <a:lnTo>
                    <a:pt x="4434584" y="3177368"/>
                  </a:lnTo>
                  <a:lnTo>
                    <a:pt x="4387705" y="3194410"/>
                  </a:lnTo>
                  <a:lnTo>
                    <a:pt x="4339391" y="3209912"/>
                  </a:lnTo>
                  <a:lnTo>
                    <a:pt x="4289901" y="3223890"/>
                  </a:lnTo>
                  <a:lnTo>
                    <a:pt x="4239491" y="3236359"/>
                  </a:lnTo>
                  <a:lnTo>
                    <a:pt x="4188420" y="3247338"/>
                  </a:lnTo>
                  <a:lnTo>
                    <a:pt x="4136946" y="3256841"/>
                  </a:lnTo>
                  <a:lnTo>
                    <a:pt x="4085326" y="3264885"/>
                  </a:lnTo>
                  <a:lnTo>
                    <a:pt x="4033818" y="3271487"/>
                  </a:lnTo>
                  <a:lnTo>
                    <a:pt x="3982680" y="3276662"/>
                  </a:lnTo>
                  <a:lnTo>
                    <a:pt x="3932170" y="3280428"/>
                  </a:lnTo>
                  <a:lnTo>
                    <a:pt x="3882545" y="3282799"/>
                  </a:lnTo>
                  <a:lnTo>
                    <a:pt x="3840223" y="3283859"/>
                  </a:lnTo>
                  <a:lnTo>
                    <a:pt x="3795879" y="3284186"/>
                  </a:lnTo>
                  <a:lnTo>
                    <a:pt x="3749727" y="3283736"/>
                  </a:lnTo>
                  <a:lnTo>
                    <a:pt x="3701976" y="3282465"/>
                  </a:lnTo>
                  <a:lnTo>
                    <a:pt x="3652840" y="3280330"/>
                  </a:lnTo>
                  <a:lnTo>
                    <a:pt x="3602530" y="3277288"/>
                  </a:lnTo>
                  <a:lnTo>
                    <a:pt x="3551258" y="3273295"/>
                  </a:lnTo>
                  <a:lnTo>
                    <a:pt x="3499235" y="3268309"/>
                  </a:lnTo>
                  <a:lnTo>
                    <a:pt x="3446674" y="3262285"/>
                  </a:lnTo>
                  <a:lnTo>
                    <a:pt x="3393785" y="3255180"/>
                  </a:lnTo>
                  <a:lnTo>
                    <a:pt x="3340782" y="3246950"/>
                  </a:lnTo>
                  <a:lnTo>
                    <a:pt x="3287875" y="3237554"/>
                  </a:lnTo>
                  <a:lnTo>
                    <a:pt x="3235277" y="3226946"/>
                  </a:lnTo>
                  <a:lnTo>
                    <a:pt x="3183199" y="3215084"/>
                  </a:lnTo>
                  <a:lnTo>
                    <a:pt x="3131854" y="3201924"/>
                  </a:lnTo>
                  <a:lnTo>
                    <a:pt x="3081452" y="3187423"/>
                  </a:lnTo>
                  <a:lnTo>
                    <a:pt x="3032206" y="3171538"/>
                  </a:lnTo>
                  <a:lnTo>
                    <a:pt x="2984327" y="3154224"/>
                  </a:lnTo>
                  <a:lnTo>
                    <a:pt x="2938027" y="3135439"/>
                  </a:lnTo>
                  <a:lnTo>
                    <a:pt x="2893519" y="3115140"/>
                  </a:lnTo>
                  <a:lnTo>
                    <a:pt x="2851013" y="3093283"/>
                  </a:lnTo>
                  <a:lnTo>
                    <a:pt x="2810722" y="3069824"/>
                  </a:lnTo>
                  <a:lnTo>
                    <a:pt x="2772858" y="3044720"/>
                  </a:lnTo>
                  <a:lnTo>
                    <a:pt x="2737631" y="3017928"/>
                  </a:lnTo>
                  <a:lnTo>
                    <a:pt x="2705255" y="2989404"/>
                  </a:lnTo>
                  <a:lnTo>
                    <a:pt x="2658184" y="3006579"/>
                  </a:lnTo>
                  <a:lnTo>
                    <a:pt x="2610460" y="3022332"/>
                  </a:lnTo>
                  <a:lnTo>
                    <a:pt x="2562144" y="3036672"/>
                  </a:lnTo>
                  <a:lnTo>
                    <a:pt x="2513301" y="3049610"/>
                  </a:lnTo>
                  <a:lnTo>
                    <a:pt x="2463991" y="3061157"/>
                  </a:lnTo>
                  <a:lnTo>
                    <a:pt x="2414278" y="3071322"/>
                  </a:lnTo>
                  <a:lnTo>
                    <a:pt x="2364224" y="3080115"/>
                  </a:lnTo>
                  <a:lnTo>
                    <a:pt x="2313891" y="3087548"/>
                  </a:lnTo>
                  <a:lnTo>
                    <a:pt x="2263342" y="3093631"/>
                  </a:lnTo>
                  <a:lnTo>
                    <a:pt x="2212640" y="3098374"/>
                  </a:lnTo>
                  <a:lnTo>
                    <a:pt x="2161847" y="3101787"/>
                  </a:lnTo>
                  <a:lnTo>
                    <a:pt x="2111025" y="3103881"/>
                  </a:lnTo>
                  <a:lnTo>
                    <a:pt x="2060237" y="3104665"/>
                  </a:lnTo>
                  <a:lnTo>
                    <a:pt x="2009546" y="3104151"/>
                  </a:lnTo>
                  <a:lnTo>
                    <a:pt x="1959014" y="3102349"/>
                  </a:lnTo>
                  <a:lnTo>
                    <a:pt x="1908703" y="3099269"/>
                  </a:lnTo>
                  <a:lnTo>
                    <a:pt x="1858677" y="3094921"/>
                  </a:lnTo>
                  <a:lnTo>
                    <a:pt x="1808996" y="3089316"/>
                  </a:lnTo>
                  <a:lnTo>
                    <a:pt x="1759725" y="3082464"/>
                  </a:lnTo>
                  <a:lnTo>
                    <a:pt x="1710925" y="3074375"/>
                  </a:lnTo>
                  <a:lnTo>
                    <a:pt x="1662659" y="3065061"/>
                  </a:lnTo>
                  <a:lnTo>
                    <a:pt x="1614990" y="3054530"/>
                  </a:lnTo>
                  <a:lnTo>
                    <a:pt x="1567979" y="3042794"/>
                  </a:lnTo>
                  <a:lnTo>
                    <a:pt x="1521690" y="3029863"/>
                  </a:lnTo>
                  <a:lnTo>
                    <a:pt x="1476185" y="3015747"/>
                  </a:lnTo>
                  <a:lnTo>
                    <a:pt x="1431527" y="3000456"/>
                  </a:lnTo>
                  <a:lnTo>
                    <a:pt x="1387777" y="2984002"/>
                  </a:lnTo>
                  <a:lnTo>
                    <a:pt x="1344999" y="2966394"/>
                  </a:lnTo>
                  <a:lnTo>
                    <a:pt x="1303255" y="2947642"/>
                  </a:lnTo>
                  <a:lnTo>
                    <a:pt x="1262607" y="2927757"/>
                  </a:lnTo>
                  <a:lnTo>
                    <a:pt x="1223118" y="2906750"/>
                  </a:lnTo>
                  <a:lnTo>
                    <a:pt x="1184850" y="2884630"/>
                  </a:lnTo>
                  <a:lnTo>
                    <a:pt x="1147867" y="2861408"/>
                  </a:lnTo>
                  <a:lnTo>
                    <a:pt x="1112229" y="2837094"/>
                  </a:lnTo>
                  <a:lnTo>
                    <a:pt x="1078001" y="2811699"/>
                  </a:lnTo>
                  <a:lnTo>
                    <a:pt x="1045244" y="2785233"/>
                  </a:lnTo>
                  <a:lnTo>
                    <a:pt x="1014021" y="2757707"/>
                  </a:lnTo>
                  <a:lnTo>
                    <a:pt x="984395" y="2729130"/>
                  </a:lnTo>
                  <a:lnTo>
                    <a:pt x="956427" y="2699514"/>
                  </a:lnTo>
                  <a:lnTo>
                    <a:pt x="898943" y="2702318"/>
                  </a:lnTo>
                  <a:lnTo>
                    <a:pt x="842063" y="2702208"/>
                  </a:lnTo>
                  <a:lnTo>
                    <a:pt x="785999" y="2699275"/>
                  </a:lnTo>
                  <a:lnTo>
                    <a:pt x="730964" y="2693606"/>
                  </a:lnTo>
                  <a:lnTo>
                    <a:pt x="677170" y="2685292"/>
                  </a:lnTo>
                  <a:lnTo>
                    <a:pt x="624831" y="2674420"/>
                  </a:lnTo>
                  <a:lnTo>
                    <a:pt x="574158" y="2661080"/>
                  </a:lnTo>
                  <a:lnTo>
                    <a:pt x="525363" y="2645361"/>
                  </a:lnTo>
                  <a:lnTo>
                    <a:pt x="478661" y="2627352"/>
                  </a:lnTo>
                  <a:lnTo>
                    <a:pt x="434262" y="2607142"/>
                  </a:lnTo>
                  <a:lnTo>
                    <a:pt x="392380" y="2584821"/>
                  </a:lnTo>
                  <a:lnTo>
                    <a:pt x="353227" y="2560477"/>
                  </a:lnTo>
                  <a:lnTo>
                    <a:pt x="317015" y="2534199"/>
                  </a:lnTo>
                  <a:lnTo>
                    <a:pt x="283957" y="2506076"/>
                  </a:lnTo>
                  <a:lnTo>
                    <a:pt x="254266" y="2476198"/>
                  </a:lnTo>
                  <a:lnTo>
                    <a:pt x="228155" y="2444653"/>
                  </a:lnTo>
                  <a:lnTo>
                    <a:pt x="205834" y="2411531"/>
                  </a:lnTo>
                  <a:lnTo>
                    <a:pt x="187518" y="2376921"/>
                  </a:lnTo>
                  <a:lnTo>
                    <a:pt x="171544" y="2334842"/>
                  </a:lnTo>
                  <a:lnTo>
                    <a:pt x="162062" y="2292437"/>
                  </a:lnTo>
                  <a:lnTo>
                    <a:pt x="158969" y="2249980"/>
                  </a:lnTo>
                  <a:lnTo>
                    <a:pt x="162161" y="2207746"/>
                  </a:lnTo>
                  <a:lnTo>
                    <a:pt x="171536" y="2166010"/>
                  </a:lnTo>
                  <a:lnTo>
                    <a:pt x="186989" y="2125049"/>
                  </a:lnTo>
                  <a:lnTo>
                    <a:pt x="208417" y="2085136"/>
                  </a:lnTo>
                  <a:lnTo>
                    <a:pt x="235718" y="2046547"/>
                  </a:lnTo>
                  <a:lnTo>
                    <a:pt x="268787" y="2009557"/>
                  </a:lnTo>
                  <a:lnTo>
                    <a:pt x="307521" y="1974442"/>
                  </a:lnTo>
                  <a:lnTo>
                    <a:pt x="351818" y="1941476"/>
                  </a:lnTo>
                  <a:lnTo>
                    <a:pt x="297295" y="1918913"/>
                  </a:lnTo>
                  <a:lnTo>
                    <a:pt x="246791" y="1893584"/>
                  </a:lnTo>
                  <a:lnTo>
                    <a:pt x="200475" y="1865708"/>
                  </a:lnTo>
                  <a:lnTo>
                    <a:pt x="158516" y="1835501"/>
                  </a:lnTo>
                  <a:lnTo>
                    <a:pt x="121083" y="1803182"/>
                  </a:lnTo>
                  <a:lnTo>
                    <a:pt x="88346" y="1768968"/>
                  </a:lnTo>
                  <a:lnTo>
                    <a:pt x="60473" y="1733078"/>
                  </a:lnTo>
                  <a:lnTo>
                    <a:pt x="37635" y="1695728"/>
                  </a:lnTo>
                  <a:lnTo>
                    <a:pt x="19999" y="1657137"/>
                  </a:lnTo>
                  <a:lnTo>
                    <a:pt x="7735" y="1617522"/>
                  </a:lnTo>
                  <a:lnTo>
                    <a:pt x="1012" y="1577102"/>
                  </a:lnTo>
                  <a:lnTo>
                    <a:pt x="0" y="1536094"/>
                  </a:lnTo>
                  <a:lnTo>
                    <a:pt x="4867" y="1494715"/>
                  </a:lnTo>
                  <a:lnTo>
                    <a:pt x="27983" y="1422473"/>
                  </a:lnTo>
                  <a:lnTo>
                    <a:pt x="46015" y="1388071"/>
                  </a:lnTo>
                  <a:lnTo>
                    <a:pt x="68108" y="1354973"/>
                  </a:lnTo>
                  <a:lnTo>
                    <a:pt x="94073" y="1323299"/>
                  </a:lnTo>
                  <a:lnTo>
                    <a:pt x="123721" y="1293167"/>
                  </a:lnTo>
                  <a:lnTo>
                    <a:pt x="156859" y="1264698"/>
                  </a:lnTo>
                  <a:lnTo>
                    <a:pt x="193300" y="1238010"/>
                  </a:lnTo>
                  <a:lnTo>
                    <a:pt x="232852" y="1213222"/>
                  </a:lnTo>
                  <a:lnTo>
                    <a:pt x="275326" y="1190453"/>
                  </a:lnTo>
                  <a:lnTo>
                    <a:pt x="320531" y="1169823"/>
                  </a:lnTo>
                  <a:lnTo>
                    <a:pt x="368278" y="1151450"/>
                  </a:lnTo>
                  <a:lnTo>
                    <a:pt x="418376" y="1135455"/>
                  </a:lnTo>
                  <a:lnTo>
                    <a:pt x="470636" y="1121955"/>
                  </a:lnTo>
                  <a:lnTo>
                    <a:pt x="524867" y="1111071"/>
                  </a:lnTo>
                  <a:lnTo>
                    <a:pt x="580879" y="1102921"/>
                  </a:lnTo>
                  <a:lnTo>
                    <a:pt x="638482" y="1097624"/>
                  </a:lnTo>
                  <a:lnTo>
                    <a:pt x="640451" y="1094107"/>
                  </a:lnTo>
                  <a:lnTo>
                    <a:pt x="642572" y="1090678"/>
                  </a:lnTo>
                  <a:lnTo>
                    <a:pt x="644540" y="108716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466685" y="3351658"/>
              <a:ext cx="4246245" cy="2807970"/>
            </a:xfrm>
            <a:custGeom>
              <a:avLst/>
              <a:gdLst/>
              <a:ahLst/>
              <a:cxnLst/>
              <a:rect l="l" t="t" r="r" b="b"/>
              <a:pathLst>
                <a:path w="4246245" h="2807970">
                  <a:moveTo>
                    <a:pt x="2060384" y="2807970"/>
                  </a:moveTo>
                  <a:lnTo>
                    <a:pt x="2028912" y="2776162"/>
                  </a:lnTo>
                  <a:lnTo>
                    <a:pt x="2000143" y="2743360"/>
                  </a:lnTo>
                  <a:lnTo>
                    <a:pt x="1974139" y="2709627"/>
                  </a:lnTo>
                  <a:lnTo>
                    <a:pt x="1950961" y="2675026"/>
                  </a:lnTo>
                </a:path>
                <a:path w="4246245" h="2807970">
                  <a:moveTo>
                    <a:pt x="4124375" y="123164"/>
                  </a:moveTo>
                  <a:lnTo>
                    <a:pt x="4149420" y="90352"/>
                  </a:lnTo>
                  <a:lnTo>
                    <a:pt x="4178077" y="58805"/>
                  </a:lnTo>
                  <a:lnTo>
                    <a:pt x="4210268" y="28647"/>
                  </a:lnTo>
                  <a:lnTo>
                    <a:pt x="4245914" y="0"/>
                  </a:lnTo>
                </a:path>
                <a:path w="4246245" h="2807970">
                  <a:moveTo>
                    <a:pt x="2988030" y="181851"/>
                  </a:moveTo>
                  <a:lnTo>
                    <a:pt x="2998831" y="154456"/>
                  </a:lnTo>
                  <a:lnTo>
                    <a:pt x="3012274" y="127569"/>
                  </a:lnTo>
                  <a:lnTo>
                    <a:pt x="3028299" y="101271"/>
                  </a:lnTo>
                  <a:lnTo>
                    <a:pt x="3046844" y="75641"/>
                  </a:lnTo>
                </a:path>
                <a:path w="4246245" h="2807970">
                  <a:moveTo>
                    <a:pt x="1654467" y="217906"/>
                  </a:moveTo>
                  <a:lnTo>
                    <a:pt x="1700139" y="235848"/>
                  </a:lnTo>
                  <a:lnTo>
                    <a:pt x="1744335" y="255158"/>
                  </a:lnTo>
                  <a:lnTo>
                    <a:pt x="1786989" y="275797"/>
                  </a:lnTo>
                  <a:lnTo>
                    <a:pt x="1828038" y="297725"/>
                  </a:lnTo>
                  <a:lnTo>
                    <a:pt x="1867420" y="320903"/>
                  </a:lnTo>
                </a:path>
                <a:path w="4246245" h="2807970">
                  <a:moveTo>
                    <a:pt x="37185" y="1027595"/>
                  </a:moveTo>
                  <a:lnTo>
                    <a:pt x="25360" y="1000869"/>
                  </a:lnTo>
                  <a:lnTo>
                    <a:pt x="15211" y="973875"/>
                  </a:lnTo>
                  <a:lnTo>
                    <a:pt x="6753" y="946636"/>
                  </a:lnTo>
                  <a:lnTo>
                    <a:pt x="0" y="9191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35938" y="133305"/>
            <a:ext cx="60096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14"/>
              <a:t> </a:t>
            </a:r>
            <a:r>
              <a:rPr dirty="0" spc="-20"/>
              <a:t>Properties</a:t>
            </a:r>
            <a:r>
              <a:rPr dirty="0" spc="-100"/>
              <a:t> </a:t>
            </a:r>
            <a:r>
              <a:rPr dirty="0"/>
              <a:t>–</a:t>
            </a:r>
            <a:r>
              <a:rPr dirty="0" spc="-120"/>
              <a:t> </a:t>
            </a:r>
            <a:r>
              <a:rPr dirty="0"/>
              <a:t>Star</a:t>
            </a:r>
            <a:r>
              <a:rPr dirty="0" spc="-114"/>
              <a:t> </a:t>
            </a:r>
            <a:r>
              <a:rPr dirty="0" spc="-20"/>
              <a:t>(NFA)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7418496" y="1347923"/>
            <a:ext cx="25565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366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94"/>
              </a:spcBef>
              <a:tabLst>
                <a:tab pos="1631950" algn="l"/>
              </a:tabLst>
            </a:pPr>
            <a:r>
              <a:rPr dirty="0" spc="-10"/>
              <a:t>Theorem:</a:t>
            </a:r>
            <a:r>
              <a:rPr dirty="0"/>
              <a:t>	If</a:t>
            </a:r>
            <a:r>
              <a:rPr dirty="0" spc="-80"/>
              <a:t> </a:t>
            </a:r>
            <a:r>
              <a:rPr dirty="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pc="5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/>
              <a:t>is</a:t>
            </a:r>
            <a:r>
              <a:rPr dirty="0" spc="-80"/>
              <a:t> </a:t>
            </a:r>
            <a:r>
              <a:rPr dirty="0" spc="-10"/>
              <a:t>regular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80"/>
              <a:t> </a:t>
            </a:r>
            <a:r>
              <a:rPr dirty="0" spc="-25"/>
              <a:t>language,</a:t>
            </a:r>
            <a:r>
              <a:rPr dirty="0" spc="-50"/>
              <a:t> </a:t>
            </a:r>
            <a:r>
              <a:rPr dirty="0"/>
              <a:t>so</a:t>
            </a:r>
            <a:r>
              <a:rPr dirty="0" spc="-80"/>
              <a:t> </a:t>
            </a:r>
            <a:r>
              <a:rPr dirty="0"/>
              <a:t>is</a:t>
            </a:r>
            <a:r>
              <a:rPr dirty="0" spc="-60"/>
              <a:t> </a:t>
            </a:r>
            <a:r>
              <a:rPr dirty="0" spc="-3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27100" sz="3075" spc="-52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baseline="27100" sz="3075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800"/>
              </a:spcBef>
            </a:pPr>
            <a:r>
              <a:rPr dirty="0" spc="-35"/>
              <a:t>Proof</a:t>
            </a:r>
            <a:r>
              <a:rPr dirty="0" spc="-140"/>
              <a:t> </a:t>
            </a:r>
            <a:r>
              <a:rPr dirty="0" spc="-10"/>
              <a:t>(sketch):</a:t>
            </a:r>
            <a:r>
              <a:rPr dirty="0" spc="-135"/>
              <a:t> </a:t>
            </a:r>
            <a:r>
              <a:rPr dirty="0"/>
              <a:t>by</a:t>
            </a:r>
            <a:r>
              <a:rPr dirty="0" spc="-135"/>
              <a:t> </a:t>
            </a:r>
            <a:r>
              <a:rPr dirty="0" spc="-10"/>
              <a:t>Construction</a:t>
            </a:r>
          </a:p>
          <a:p>
            <a:pPr marL="73025">
              <a:lnSpc>
                <a:spcPct val="100000"/>
              </a:lnSpc>
              <a:spcBef>
                <a:spcPts val="905"/>
              </a:spcBef>
            </a:pPr>
            <a:r>
              <a:rPr dirty="0" sz="2400"/>
              <a:t>Given</a:t>
            </a:r>
            <a:r>
              <a:rPr dirty="0" sz="2400" spc="-110"/>
              <a:t> </a:t>
            </a:r>
            <a:r>
              <a:rPr dirty="0" sz="2400" spc="-105"/>
              <a:t>DFA</a:t>
            </a:r>
            <a:r>
              <a:rPr dirty="0" sz="2400" spc="-45"/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4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/>
              <a:t>that</a:t>
            </a:r>
            <a:r>
              <a:rPr dirty="0" sz="2400" spc="-70"/>
              <a:t> </a:t>
            </a:r>
            <a:r>
              <a:rPr dirty="0" sz="2400" spc="-10"/>
              <a:t>recognizes</a:t>
            </a:r>
            <a:r>
              <a:rPr dirty="0" sz="2400" spc="-80"/>
              <a:t> 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400">
              <a:latin typeface="Cambria Math"/>
              <a:cs typeface="Cambria Math"/>
            </a:endParaRPr>
          </a:p>
          <a:p>
            <a:pPr marL="73025">
              <a:lnSpc>
                <a:spcPct val="100000"/>
              </a:lnSpc>
              <a:spcBef>
                <a:spcPts val="810"/>
              </a:spcBef>
            </a:pPr>
            <a:r>
              <a:rPr dirty="0" sz="2400" spc="-10"/>
              <a:t>Construct</a:t>
            </a:r>
            <a:r>
              <a:rPr dirty="0" sz="2400" spc="-65"/>
              <a:t> </a:t>
            </a:r>
            <a:r>
              <a:rPr dirty="0" sz="2400" spc="-80"/>
              <a:t>NFA</a:t>
            </a:r>
            <a:r>
              <a:rPr dirty="0" sz="2400" spc="-40"/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8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20"/>
              <a:t>recognizing</a:t>
            </a:r>
            <a:r>
              <a:rPr dirty="0" sz="2400" spc="-65"/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28571" sz="2625" spc="-37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baseline="28571" sz="2625">
              <a:latin typeface="Cambria Math"/>
              <a:cs typeface="Cambria Math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22343" y="3617824"/>
            <a:ext cx="3574734" cy="2539660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6942620" y="3724145"/>
            <a:ext cx="242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577840" y="3384803"/>
            <a:ext cx="441959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305"/>
              </a:spcBef>
            </a:pPr>
            <a:r>
              <a:rPr dirty="0" sz="2000" spc="-5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837176" y="4559553"/>
            <a:ext cx="1289685" cy="671195"/>
            <a:chOff x="4837176" y="4559553"/>
            <a:chExt cx="1289685" cy="671195"/>
          </a:xfrm>
        </p:grpSpPr>
        <p:sp>
          <p:nvSpPr>
            <p:cNvPr id="17" name="object 17" descr=""/>
            <p:cNvSpPr/>
            <p:nvPr/>
          </p:nvSpPr>
          <p:spPr>
            <a:xfrm>
              <a:off x="4856226" y="4925591"/>
              <a:ext cx="546100" cy="179705"/>
            </a:xfrm>
            <a:custGeom>
              <a:avLst/>
              <a:gdLst/>
              <a:ahLst/>
              <a:cxnLst/>
              <a:rect l="l" t="t" r="r" b="b"/>
              <a:pathLst>
                <a:path w="546100" h="179704">
                  <a:moveTo>
                    <a:pt x="0" y="179362"/>
                  </a:moveTo>
                  <a:lnTo>
                    <a:pt x="545693" y="0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365973" y="4877251"/>
              <a:ext cx="127000" cy="108585"/>
            </a:xfrm>
            <a:custGeom>
              <a:avLst/>
              <a:gdLst/>
              <a:ahLst/>
              <a:cxnLst/>
              <a:rect l="l" t="t" r="r" b="b"/>
              <a:pathLst>
                <a:path w="127000" h="108585">
                  <a:moveTo>
                    <a:pt x="0" y="0"/>
                  </a:moveTo>
                  <a:lnTo>
                    <a:pt x="35699" y="108585"/>
                  </a:lnTo>
                  <a:lnTo>
                    <a:pt x="126441" y="185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490972" y="4565903"/>
              <a:ext cx="629920" cy="658495"/>
            </a:xfrm>
            <a:custGeom>
              <a:avLst/>
              <a:gdLst/>
              <a:ahLst/>
              <a:cxnLst/>
              <a:rect l="l" t="t" r="r" b="b"/>
              <a:pathLst>
                <a:path w="629920" h="658495">
                  <a:moveTo>
                    <a:pt x="314706" y="0"/>
                  </a:moveTo>
                  <a:lnTo>
                    <a:pt x="268199" y="3569"/>
                  </a:lnTo>
                  <a:lnTo>
                    <a:pt x="223812" y="13937"/>
                  </a:lnTo>
                  <a:lnTo>
                    <a:pt x="182031" y="30595"/>
                  </a:lnTo>
                  <a:lnTo>
                    <a:pt x="143343" y="53034"/>
                  </a:lnTo>
                  <a:lnTo>
                    <a:pt x="108233" y="80744"/>
                  </a:lnTo>
                  <a:lnTo>
                    <a:pt x="77190" y="113216"/>
                  </a:lnTo>
                  <a:lnTo>
                    <a:pt x="50699" y="149941"/>
                  </a:lnTo>
                  <a:lnTo>
                    <a:pt x="29248" y="190409"/>
                  </a:lnTo>
                  <a:lnTo>
                    <a:pt x="13323" y="234112"/>
                  </a:lnTo>
                  <a:lnTo>
                    <a:pt x="3412" y="280540"/>
                  </a:lnTo>
                  <a:lnTo>
                    <a:pt x="0" y="329184"/>
                  </a:lnTo>
                  <a:lnTo>
                    <a:pt x="3412" y="377827"/>
                  </a:lnTo>
                  <a:lnTo>
                    <a:pt x="13323" y="424255"/>
                  </a:lnTo>
                  <a:lnTo>
                    <a:pt x="29248" y="467958"/>
                  </a:lnTo>
                  <a:lnTo>
                    <a:pt x="50699" y="508426"/>
                  </a:lnTo>
                  <a:lnTo>
                    <a:pt x="77190" y="545151"/>
                  </a:lnTo>
                  <a:lnTo>
                    <a:pt x="108233" y="577623"/>
                  </a:lnTo>
                  <a:lnTo>
                    <a:pt x="143343" y="605333"/>
                  </a:lnTo>
                  <a:lnTo>
                    <a:pt x="182031" y="627772"/>
                  </a:lnTo>
                  <a:lnTo>
                    <a:pt x="223812" y="644430"/>
                  </a:lnTo>
                  <a:lnTo>
                    <a:pt x="268199" y="654798"/>
                  </a:lnTo>
                  <a:lnTo>
                    <a:pt x="314706" y="658368"/>
                  </a:lnTo>
                  <a:lnTo>
                    <a:pt x="361212" y="654798"/>
                  </a:lnTo>
                  <a:lnTo>
                    <a:pt x="405599" y="644430"/>
                  </a:lnTo>
                  <a:lnTo>
                    <a:pt x="447380" y="627772"/>
                  </a:lnTo>
                  <a:lnTo>
                    <a:pt x="486068" y="605333"/>
                  </a:lnTo>
                  <a:lnTo>
                    <a:pt x="521178" y="577623"/>
                  </a:lnTo>
                  <a:lnTo>
                    <a:pt x="552221" y="545151"/>
                  </a:lnTo>
                  <a:lnTo>
                    <a:pt x="578712" y="508426"/>
                  </a:lnTo>
                  <a:lnTo>
                    <a:pt x="600163" y="467958"/>
                  </a:lnTo>
                  <a:lnTo>
                    <a:pt x="616088" y="424255"/>
                  </a:lnTo>
                  <a:lnTo>
                    <a:pt x="625999" y="377827"/>
                  </a:lnTo>
                  <a:lnTo>
                    <a:pt x="629412" y="329184"/>
                  </a:lnTo>
                  <a:lnTo>
                    <a:pt x="625999" y="280540"/>
                  </a:lnTo>
                  <a:lnTo>
                    <a:pt x="616088" y="234112"/>
                  </a:lnTo>
                  <a:lnTo>
                    <a:pt x="600163" y="190409"/>
                  </a:lnTo>
                  <a:lnTo>
                    <a:pt x="578712" y="149941"/>
                  </a:lnTo>
                  <a:lnTo>
                    <a:pt x="552221" y="113216"/>
                  </a:lnTo>
                  <a:lnTo>
                    <a:pt x="521178" y="80744"/>
                  </a:lnTo>
                  <a:lnTo>
                    <a:pt x="486068" y="53034"/>
                  </a:lnTo>
                  <a:lnTo>
                    <a:pt x="447380" y="30595"/>
                  </a:lnTo>
                  <a:lnTo>
                    <a:pt x="405599" y="13937"/>
                  </a:lnTo>
                  <a:lnTo>
                    <a:pt x="361212" y="3569"/>
                  </a:lnTo>
                  <a:lnTo>
                    <a:pt x="3147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490972" y="4565903"/>
              <a:ext cx="629920" cy="658495"/>
            </a:xfrm>
            <a:custGeom>
              <a:avLst/>
              <a:gdLst/>
              <a:ahLst/>
              <a:cxnLst/>
              <a:rect l="l" t="t" r="r" b="b"/>
              <a:pathLst>
                <a:path w="629920" h="658495">
                  <a:moveTo>
                    <a:pt x="0" y="329184"/>
                  </a:moveTo>
                  <a:lnTo>
                    <a:pt x="3412" y="280540"/>
                  </a:lnTo>
                  <a:lnTo>
                    <a:pt x="13323" y="234112"/>
                  </a:lnTo>
                  <a:lnTo>
                    <a:pt x="29248" y="190409"/>
                  </a:lnTo>
                  <a:lnTo>
                    <a:pt x="50699" y="149941"/>
                  </a:lnTo>
                  <a:lnTo>
                    <a:pt x="77190" y="113216"/>
                  </a:lnTo>
                  <a:lnTo>
                    <a:pt x="108233" y="80744"/>
                  </a:lnTo>
                  <a:lnTo>
                    <a:pt x="143343" y="53034"/>
                  </a:lnTo>
                  <a:lnTo>
                    <a:pt x="182031" y="30595"/>
                  </a:lnTo>
                  <a:lnTo>
                    <a:pt x="223812" y="13937"/>
                  </a:lnTo>
                  <a:lnTo>
                    <a:pt x="268199" y="3569"/>
                  </a:lnTo>
                  <a:lnTo>
                    <a:pt x="314706" y="0"/>
                  </a:lnTo>
                  <a:lnTo>
                    <a:pt x="361212" y="3569"/>
                  </a:lnTo>
                  <a:lnTo>
                    <a:pt x="405599" y="13937"/>
                  </a:lnTo>
                  <a:lnTo>
                    <a:pt x="447380" y="30595"/>
                  </a:lnTo>
                  <a:lnTo>
                    <a:pt x="486068" y="53034"/>
                  </a:lnTo>
                  <a:lnTo>
                    <a:pt x="521178" y="80744"/>
                  </a:lnTo>
                  <a:lnTo>
                    <a:pt x="552221" y="113216"/>
                  </a:lnTo>
                  <a:lnTo>
                    <a:pt x="578712" y="149941"/>
                  </a:lnTo>
                  <a:lnTo>
                    <a:pt x="600163" y="190409"/>
                  </a:lnTo>
                  <a:lnTo>
                    <a:pt x="616088" y="234112"/>
                  </a:lnTo>
                  <a:lnTo>
                    <a:pt x="625999" y="280540"/>
                  </a:lnTo>
                  <a:lnTo>
                    <a:pt x="629412" y="329184"/>
                  </a:lnTo>
                  <a:lnTo>
                    <a:pt x="625999" y="377827"/>
                  </a:lnTo>
                  <a:lnTo>
                    <a:pt x="616088" y="424255"/>
                  </a:lnTo>
                  <a:lnTo>
                    <a:pt x="600163" y="467958"/>
                  </a:lnTo>
                  <a:lnTo>
                    <a:pt x="578712" y="508426"/>
                  </a:lnTo>
                  <a:lnTo>
                    <a:pt x="552221" y="545151"/>
                  </a:lnTo>
                  <a:lnTo>
                    <a:pt x="521178" y="577623"/>
                  </a:lnTo>
                  <a:lnTo>
                    <a:pt x="486068" y="605333"/>
                  </a:lnTo>
                  <a:lnTo>
                    <a:pt x="447380" y="627772"/>
                  </a:lnTo>
                  <a:lnTo>
                    <a:pt x="405599" y="644430"/>
                  </a:lnTo>
                  <a:lnTo>
                    <a:pt x="361212" y="654798"/>
                  </a:lnTo>
                  <a:lnTo>
                    <a:pt x="314706" y="658368"/>
                  </a:lnTo>
                  <a:lnTo>
                    <a:pt x="268199" y="654798"/>
                  </a:lnTo>
                  <a:lnTo>
                    <a:pt x="223812" y="644430"/>
                  </a:lnTo>
                  <a:lnTo>
                    <a:pt x="182031" y="627772"/>
                  </a:lnTo>
                  <a:lnTo>
                    <a:pt x="143343" y="605333"/>
                  </a:lnTo>
                  <a:lnTo>
                    <a:pt x="108233" y="577623"/>
                  </a:lnTo>
                  <a:lnTo>
                    <a:pt x="77190" y="545151"/>
                  </a:lnTo>
                  <a:lnTo>
                    <a:pt x="50699" y="508426"/>
                  </a:lnTo>
                  <a:lnTo>
                    <a:pt x="29248" y="467958"/>
                  </a:lnTo>
                  <a:lnTo>
                    <a:pt x="13323" y="424255"/>
                  </a:lnTo>
                  <a:lnTo>
                    <a:pt x="3412" y="377827"/>
                  </a:lnTo>
                  <a:lnTo>
                    <a:pt x="0" y="329184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548884" y="4626863"/>
              <a:ext cx="513715" cy="536575"/>
            </a:xfrm>
            <a:custGeom>
              <a:avLst/>
              <a:gdLst/>
              <a:ahLst/>
              <a:cxnLst/>
              <a:rect l="l" t="t" r="r" b="b"/>
              <a:pathLst>
                <a:path w="513714" h="536575">
                  <a:moveTo>
                    <a:pt x="256794" y="0"/>
                  </a:moveTo>
                  <a:lnTo>
                    <a:pt x="210635" y="4321"/>
                  </a:lnTo>
                  <a:lnTo>
                    <a:pt x="167191" y="16781"/>
                  </a:lnTo>
                  <a:lnTo>
                    <a:pt x="127186" y="36621"/>
                  </a:lnTo>
                  <a:lnTo>
                    <a:pt x="91345" y="63083"/>
                  </a:lnTo>
                  <a:lnTo>
                    <a:pt x="60395" y="95412"/>
                  </a:lnTo>
                  <a:lnTo>
                    <a:pt x="35060" y="132847"/>
                  </a:lnTo>
                  <a:lnTo>
                    <a:pt x="16065" y="174633"/>
                  </a:lnTo>
                  <a:lnTo>
                    <a:pt x="4137" y="220011"/>
                  </a:lnTo>
                  <a:lnTo>
                    <a:pt x="0" y="268224"/>
                  </a:lnTo>
                  <a:lnTo>
                    <a:pt x="4137" y="316436"/>
                  </a:lnTo>
                  <a:lnTo>
                    <a:pt x="16065" y="361814"/>
                  </a:lnTo>
                  <a:lnTo>
                    <a:pt x="35060" y="403600"/>
                  </a:lnTo>
                  <a:lnTo>
                    <a:pt x="60395" y="441035"/>
                  </a:lnTo>
                  <a:lnTo>
                    <a:pt x="91345" y="473364"/>
                  </a:lnTo>
                  <a:lnTo>
                    <a:pt x="127186" y="499826"/>
                  </a:lnTo>
                  <a:lnTo>
                    <a:pt x="167191" y="519666"/>
                  </a:lnTo>
                  <a:lnTo>
                    <a:pt x="210635" y="532126"/>
                  </a:lnTo>
                  <a:lnTo>
                    <a:pt x="256794" y="536448"/>
                  </a:lnTo>
                  <a:lnTo>
                    <a:pt x="302952" y="532126"/>
                  </a:lnTo>
                  <a:lnTo>
                    <a:pt x="346396" y="519666"/>
                  </a:lnTo>
                  <a:lnTo>
                    <a:pt x="386401" y="499826"/>
                  </a:lnTo>
                  <a:lnTo>
                    <a:pt x="422242" y="473364"/>
                  </a:lnTo>
                  <a:lnTo>
                    <a:pt x="453192" y="441035"/>
                  </a:lnTo>
                  <a:lnTo>
                    <a:pt x="478527" y="403600"/>
                  </a:lnTo>
                  <a:lnTo>
                    <a:pt x="497522" y="361814"/>
                  </a:lnTo>
                  <a:lnTo>
                    <a:pt x="509450" y="316436"/>
                  </a:lnTo>
                  <a:lnTo>
                    <a:pt x="513588" y="268224"/>
                  </a:lnTo>
                  <a:lnTo>
                    <a:pt x="509450" y="220011"/>
                  </a:lnTo>
                  <a:lnTo>
                    <a:pt x="497522" y="174633"/>
                  </a:lnTo>
                  <a:lnTo>
                    <a:pt x="478527" y="132847"/>
                  </a:lnTo>
                  <a:lnTo>
                    <a:pt x="453192" y="95412"/>
                  </a:lnTo>
                  <a:lnTo>
                    <a:pt x="422242" y="63083"/>
                  </a:lnTo>
                  <a:lnTo>
                    <a:pt x="386401" y="36621"/>
                  </a:lnTo>
                  <a:lnTo>
                    <a:pt x="346396" y="16781"/>
                  </a:lnTo>
                  <a:lnTo>
                    <a:pt x="302952" y="4321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548884" y="4626863"/>
              <a:ext cx="513715" cy="536575"/>
            </a:xfrm>
            <a:custGeom>
              <a:avLst/>
              <a:gdLst/>
              <a:ahLst/>
              <a:cxnLst/>
              <a:rect l="l" t="t" r="r" b="b"/>
              <a:pathLst>
                <a:path w="513714" h="536575">
                  <a:moveTo>
                    <a:pt x="0" y="268224"/>
                  </a:moveTo>
                  <a:lnTo>
                    <a:pt x="4137" y="220011"/>
                  </a:lnTo>
                  <a:lnTo>
                    <a:pt x="16065" y="174633"/>
                  </a:lnTo>
                  <a:lnTo>
                    <a:pt x="35060" y="132847"/>
                  </a:lnTo>
                  <a:lnTo>
                    <a:pt x="60395" y="95412"/>
                  </a:lnTo>
                  <a:lnTo>
                    <a:pt x="91345" y="63083"/>
                  </a:lnTo>
                  <a:lnTo>
                    <a:pt x="127186" y="36621"/>
                  </a:lnTo>
                  <a:lnTo>
                    <a:pt x="167191" y="16781"/>
                  </a:lnTo>
                  <a:lnTo>
                    <a:pt x="210635" y="4321"/>
                  </a:lnTo>
                  <a:lnTo>
                    <a:pt x="256794" y="0"/>
                  </a:lnTo>
                  <a:lnTo>
                    <a:pt x="302952" y="4321"/>
                  </a:lnTo>
                  <a:lnTo>
                    <a:pt x="346396" y="16781"/>
                  </a:lnTo>
                  <a:lnTo>
                    <a:pt x="386401" y="36621"/>
                  </a:lnTo>
                  <a:lnTo>
                    <a:pt x="422242" y="63083"/>
                  </a:lnTo>
                  <a:lnTo>
                    <a:pt x="453192" y="95412"/>
                  </a:lnTo>
                  <a:lnTo>
                    <a:pt x="478527" y="132847"/>
                  </a:lnTo>
                  <a:lnTo>
                    <a:pt x="497522" y="174633"/>
                  </a:lnTo>
                  <a:lnTo>
                    <a:pt x="509450" y="220011"/>
                  </a:lnTo>
                  <a:lnTo>
                    <a:pt x="513588" y="268224"/>
                  </a:lnTo>
                  <a:lnTo>
                    <a:pt x="509450" y="316436"/>
                  </a:lnTo>
                  <a:lnTo>
                    <a:pt x="497522" y="361814"/>
                  </a:lnTo>
                  <a:lnTo>
                    <a:pt x="478527" y="403600"/>
                  </a:lnTo>
                  <a:lnTo>
                    <a:pt x="453192" y="441035"/>
                  </a:lnTo>
                  <a:lnTo>
                    <a:pt x="422242" y="473364"/>
                  </a:lnTo>
                  <a:lnTo>
                    <a:pt x="386401" y="499826"/>
                  </a:lnTo>
                  <a:lnTo>
                    <a:pt x="346396" y="519666"/>
                  </a:lnTo>
                  <a:lnTo>
                    <a:pt x="302952" y="532126"/>
                  </a:lnTo>
                  <a:lnTo>
                    <a:pt x="256794" y="536448"/>
                  </a:lnTo>
                  <a:lnTo>
                    <a:pt x="210635" y="532126"/>
                  </a:lnTo>
                  <a:lnTo>
                    <a:pt x="167191" y="519666"/>
                  </a:lnTo>
                  <a:lnTo>
                    <a:pt x="127186" y="499826"/>
                  </a:lnTo>
                  <a:lnTo>
                    <a:pt x="91345" y="473364"/>
                  </a:lnTo>
                  <a:lnTo>
                    <a:pt x="60395" y="441035"/>
                  </a:lnTo>
                  <a:lnTo>
                    <a:pt x="35060" y="403600"/>
                  </a:lnTo>
                  <a:lnTo>
                    <a:pt x="16065" y="361814"/>
                  </a:lnTo>
                  <a:lnTo>
                    <a:pt x="4137" y="316436"/>
                  </a:lnTo>
                  <a:lnTo>
                    <a:pt x="0" y="268224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7790615" y="3756446"/>
            <a:ext cx="129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986769" y="5702635"/>
            <a:ext cx="129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91750" y="3772743"/>
            <a:ext cx="28460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000" spc="4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should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input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sz="2000" spc="60">
                <a:latin typeface="Cambria Math"/>
                <a:cs typeface="Cambria Math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if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53650" y="4077643"/>
            <a:ext cx="32893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515110" algn="l"/>
                <a:tab pos="1901825" algn="l"/>
              </a:tabLst>
            </a:pP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sz="2000" spc="17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2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𝑥</a:t>
            </a:r>
            <a:r>
              <a:rPr dirty="0" baseline="-15325" sz="2175">
                <a:latin typeface="Cambria Math"/>
                <a:cs typeface="Cambria Math"/>
              </a:rPr>
              <a:t>1</a:t>
            </a:r>
            <a:r>
              <a:rPr dirty="0" sz="2000">
                <a:latin typeface="Cambria Math"/>
                <a:cs typeface="Cambria Math"/>
              </a:rPr>
              <a:t>𝑥</a:t>
            </a:r>
            <a:r>
              <a:rPr dirty="0" baseline="-15325" sz="2175">
                <a:latin typeface="Cambria Math"/>
                <a:cs typeface="Cambria Math"/>
              </a:rPr>
              <a:t>2</a:t>
            </a:r>
            <a:r>
              <a:rPr dirty="0" baseline="-15325" sz="2175" spc="179">
                <a:latin typeface="Cambria Math"/>
                <a:cs typeface="Cambria Math"/>
              </a:rPr>
              <a:t>  </a:t>
            </a:r>
            <a:r>
              <a:rPr dirty="0" sz="2000" spc="-50">
                <a:latin typeface="Cambria Math"/>
                <a:cs typeface="Cambria Math"/>
              </a:rPr>
              <a:t>…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 spc="-25">
                <a:latin typeface="Cambria Math"/>
                <a:cs typeface="Cambria Math"/>
              </a:rPr>
              <a:t>𝑥</a:t>
            </a:r>
            <a:r>
              <a:rPr dirty="0" baseline="-15325" sz="2175" spc="-37">
                <a:latin typeface="Cambria Math"/>
                <a:cs typeface="Cambria Math"/>
              </a:rPr>
              <a:t>𝑘</a:t>
            </a:r>
            <a:r>
              <a:rPr dirty="0" baseline="-15325" sz="2175">
                <a:latin typeface="Cambria Math"/>
                <a:cs typeface="Cambria Math"/>
              </a:rPr>
              <a:t>	</a:t>
            </a:r>
            <a:r>
              <a:rPr dirty="0" sz="2000" spc="-10">
                <a:latin typeface="Franklin Gothic Medium"/>
                <a:cs typeface="Franklin Gothic Medium"/>
              </a:rPr>
              <a:t>where</a:t>
            </a:r>
            <a:r>
              <a:rPr dirty="0" sz="2000" spc="-4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𝑘</a:t>
            </a:r>
            <a:r>
              <a:rPr dirty="0" sz="2000" spc="1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≥</a:t>
            </a:r>
            <a:r>
              <a:rPr dirty="0" sz="2000" spc="90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66209" y="4382443"/>
            <a:ext cx="25177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000" spc="6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accepts</a:t>
            </a:r>
            <a:r>
              <a:rPr dirty="0" sz="2000" spc="-4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each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𝑥</a:t>
            </a:r>
            <a:r>
              <a:rPr dirty="0" baseline="-15325" sz="2175" spc="-37">
                <a:latin typeface="Cambria Math"/>
                <a:cs typeface="Cambria Math"/>
              </a:rPr>
              <a:t>𝑖</a:t>
            </a:r>
            <a:endParaRPr baseline="-15325" sz="2175">
              <a:latin typeface="Cambria Math"/>
              <a:cs typeface="Cambria Math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094232" y="5396293"/>
            <a:ext cx="2710815" cy="191135"/>
            <a:chOff x="1094232" y="5396293"/>
            <a:chExt cx="2710815" cy="191135"/>
          </a:xfrm>
        </p:grpSpPr>
        <p:sp>
          <p:nvSpPr>
            <p:cNvPr id="29" name="object 29" descr=""/>
            <p:cNvSpPr/>
            <p:nvPr/>
          </p:nvSpPr>
          <p:spPr>
            <a:xfrm>
              <a:off x="1094232" y="5492495"/>
              <a:ext cx="2710815" cy="0"/>
            </a:xfrm>
            <a:custGeom>
              <a:avLst/>
              <a:gdLst/>
              <a:ahLst/>
              <a:cxnLst/>
              <a:rect l="l" t="t" r="r" b="b"/>
              <a:pathLst>
                <a:path w="2710815" h="0">
                  <a:moveTo>
                    <a:pt x="0" y="0"/>
                  </a:moveTo>
                  <a:lnTo>
                    <a:pt x="2710548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869945" y="5401055"/>
              <a:ext cx="635" cy="181610"/>
            </a:xfrm>
            <a:custGeom>
              <a:avLst/>
              <a:gdLst/>
              <a:ahLst/>
              <a:cxnLst/>
              <a:rect l="l" t="t" r="r" b="b"/>
              <a:pathLst>
                <a:path w="635" h="181610">
                  <a:moveTo>
                    <a:pt x="342" y="0"/>
                  </a:moveTo>
                  <a:lnTo>
                    <a:pt x="0" y="18111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153409" y="5401055"/>
              <a:ext cx="635" cy="181610"/>
            </a:xfrm>
            <a:custGeom>
              <a:avLst/>
              <a:gdLst/>
              <a:ahLst/>
              <a:cxnLst/>
              <a:rect l="l" t="t" r="r" b="b"/>
              <a:pathLst>
                <a:path w="635" h="181610">
                  <a:moveTo>
                    <a:pt x="342" y="0"/>
                  </a:moveTo>
                  <a:lnTo>
                    <a:pt x="0" y="18111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311649" y="5401055"/>
              <a:ext cx="635" cy="181610"/>
            </a:xfrm>
            <a:custGeom>
              <a:avLst/>
              <a:gdLst/>
              <a:ahLst/>
              <a:cxnLst/>
              <a:rect l="l" t="t" r="r" b="b"/>
              <a:pathLst>
                <a:path w="635" h="181610">
                  <a:moveTo>
                    <a:pt x="342" y="0"/>
                  </a:moveTo>
                  <a:lnTo>
                    <a:pt x="0" y="18111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558190" y="5333302"/>
            <a:ext cx="4356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sz="1800" spc="145">
                <a:latin typeface="Cambria Math"/>
                <a:cs typeface="Cambria Math"/>
              </a:rPr>
              <a:t> </a:t>
            </a:r>
            <a:r>
              <a:rPr dirty="0" sz="1800" spc="-6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301824" y="5463758"/>
            <a:ext cx="90296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33730" algn="l"/>
              </a:tabLst>
            </a:pPr>
            <a:r>
              <a:rPr dirty="0" sz="1800" spc="-25">
                <a:latin typeface="Cambria Math"/>
                <a:cs typeface="Cambria Math"/>
              </a:rPr>
              <a:t>𝑥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sz="1800" spc="-25">
                <a:latin typeface="Cambria Math"/>
                <a:cs typeface="Cambria Math"/>
              </a:rPr>
              <a:t>𝑥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579894" y="5459675"/>
            <a:ext cx="294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𝑥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405713" y="5459675"/>
            <a:ext cx="294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𝑥</a:t>
            </a:r>
            <a:r>
              <a:rPr dirty="0" baseline="-14957" sz="1950" spc="-37">
                <a:latin typeface="Cambria Math"/>
                <a:cs typeface="Cambria Math"/>
              </a:rPr>
              <a:t>4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6290433" y="4562550"/>
            <a:ext cx="129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6102096" y="4855307"/>
            <a:ext cx="605790" cy="114300"/>
            <a:chOff x="6102096" y="4855307"/>
            <a:chExt cx="605790" cy="114300"/>
          </a:xfrm>
        </p:grpSpPr>
        <p:sp>
          <p:nvSpPr>
            <p:cNvPr id="39" name="object 39" descr=""/>
            <p:cNvSpPr/>
            <p:nvPr/>
          </p:nvSpPr>
          <p:spPr>
            <a:xfrm>
              <a:off x="6121146" y="4895850"/>
              <a:ext cx="491490" cy="17780"/>
            </a:xfrm>
            <a:custGeom>
              <a:avLst/>
              <a:gdLst/>
              <a:ahLst/>
              <a:cxnLst/>
              <a:rect l="l" t="t" r="r" b="b"/>
              <a:pathLst>
                <a:path w="491490" h="17779">
                  <a:moveTo>
                    <a:pt x="0" y="0"/>
                  </a:moveTo>
                  <a:lnTo>
                    <a:pt x="491159" y="1724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591258" y="4855307"/>
              <a:ext cx="116839" cy="114300"/>
            </a:xfrm>
            <a:custGeom>
              <a:avLst/>
              <a:gdLst/>
              <a:ahLst/>
              <a:cxnLst/>
              <a:rect l="l" t="t" r="r" b="b"/>
              <a:pathLst>
                <a:path w="116840" h="114300">
                  <a:moveTo>
                    <a:pt x="4013" y="0"/>
                  </a:moveTo>
                  <a:lnTo>
                    <a:pt x="0" y="114223"/>
                  </a:lnTo>
                  <a:lnTo>
                    <a:pt x="116230" y="61125"/>
                  </a:lnTo>
                  <a:lnTo>
                    <a:pt x="40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121146" y="4895850"/>
              <a:ext cx="491490" cy="17780"/>
            </a:xfrm>
            <a:custGeom>
              <a:avLst/>
              <a:gdLst/>
              <a:ahLst/>
              <a:cxnLst/>
              <a:rect l="l" t="t" r="r" b="b"/>
              <a:pathLst>
                <a:path w="491490" h="17779">
                  <a:moveTo>
                    <a:pt x="0" y="0"/>
                  </a:moveTo>
                  <a:lnTo>
                    <a:pt x="491159" y="17246"/>
                  </a:lnTo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591258" y="4855307"/>
              <a:ext cx="116839" cy="114300"/>
            </a:xfrm>
            <a:custGeom>
              <a:avLst/>
              <a:gdLst/>
              <a:ahLst/>
              <a:cxnLst/>
              <a:rect l="l" t="t" r="r" b="b"/>
              <a:pathLst>
                <a:path w="116840" h="114300">
                  <a:moveTo>
                    <a:pt x="4013" y="0"/>
                  </a:moveTo>
                  <a:lnTo>
                    <a:pt x="0" y="114223"/>
                  </a:lnTo>
                  <a:lnTo>
                    <a:pt x="116230" y="61125"/>
                  </a:lnTo>
                  <a:lnTo>
                    <a:pt x="401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815796" y="3177327"/>
            <a:ext cx="7106920" cy="3296920"/>
            <a:chOff x="4815796" y="3177327"/>
            <a:chExt cx="7106920" cy="3296920"/>
          </a:xfrm>
        </p:grpSpPr>
        <p:sp>
          <p:nvSpPr>
            <p:cNvPr id="4" name="object 4" descr=""/>
            <p:cNvSpPr/>
            <p:nvPr/>
          </p:nvSpPr>
          <p:spPr>
            <a:xfrm>
              <a:off x="4822146" y="3183677"/>
              <a:ext cx="7094220" cy="3284220"/>
            </a:xfrm>
            <a:custGeom>
              <a:avLst/>
              <a:gdLst/>
              <a:ahLst/>
              <a:cxnLst/>
              <a:rect l="l" t="t" r="r" b="b"/>
              <a:pathLst>
                <a:path w="7094220" h="3284220">
                  <a:moveTo>
                    <a:pt x="4333082" y="0"/>
                  </a:moveTo>
                  <a:lnTo>
                    <a:pt x="4278449" y="891"/>
                  </a:lnTo>
                  <a:lnTo>
                    <a:pt x="4223591" y="4472"/>
                  </a:lnTo>
                  <a:lnTo>
                    <a:pt x="4166085" y="11175"/>
                  </a:lnTo>
                  <a:lnTo>
                    <a:pt x="4110104" y="20751"/>
                  </a:lnTo>
                  <a:lnTo>
                    <a:pt x="4055875" y="33094"/>
                  </a:lnTo>
                  <a:lnTo>
                    <a:pt x="4003624" y="48100"/>
                  </a:lnTo>
                  <a:lnTo>
                    <a:pt x="3953580" y="65663"/>
                  </a:lnTo>
                  <a:lnTo>
                    <a:pt x="3905970" y="85679"/>
                  </a:lnTo>
                  <a:lnTo>
                    <a:pt x="3861022" y="108043"/>
                  </a:lnTo>
                  <a:lnTo>
                    <a:pt x="3818963" y="132650"/>
                  </a:lnTo>
                  <a:lnTo>
                    <a:pt x="3780021" y="159395"/>
                  </a:lnTo>
                  <a:lnTo>
                    <a:pt x="3744423" y="188173"/>
                  </a:lnTo>
                  <a:lnTo>
                    <a:pt x="3712397" y="218880"/>
                  </a:lnTo>
                  <a:lnTo>
                    <a:pt x="3684171" y="251411"/>
                  </a:lnTo>
                  <a:lnTo>
                    <a:pt x="3644342" y="227945"/>
                  </a:lnTo>
                  <a:lnTo>
                    <a:pt x="3603015" y="206390"/>
                  </a:lnTo>
                  <a:lnTo>
                    <a:pt x="3560317" y="186734"/>
                  </a:lnTo>
                  <a:lnTo>
                    <a:pt x="3516377" y="168965"/>
                  </a:lnTo>
                  <a:lnTo>
                    <a:pt x="3471321" y="153069"/>
                  </a:lnTo>
                  <a:lnTo>
                    <a:pt x="3425277" y="139034"/>
                  </a:lnTo>
                  <a:lnTo>
                    <a:pt x="3378374" y="126849"/>
                  </a:lnTo>
                  <a:lnTo>
                    <a:pt x="3330738" y="116500"/>
                  </a:lnTo>
                  <a:lnTo>
                    <a:pt x="3282498" y="107975"/>
                  </a:lnTo>
                  <a:lnTo>
                    <a:pt x="3233781" y="101261"/>
                  </a:lnTo>
                  <a:lnTo>
                    <a:pt x="3184715" y="96346"/>
                  </a:lnTo>
                  <a:lnTo>
                    <a:pt x="3135428" y="93218"/>
                  </a:lnTo>
                  <a:lnTo>
                    <a:pt x="3086047" y="91865"/>
                  </a:lnTo>
                  <a:lnTo>
                    <a:pt x="3036699" y="92272"/>
                  </a:lnTo>
                  <a:lnTo>
                    <a:pt x="2987514" y="94430"/>
                  </a:lnTo>
                  <a:lnTo>
                    <a:pt x="2938617" y="98323"/>
                  </a:lnTo>
                  <a:lnTo>
                    <a:pt x="2890138" y="103941"/>
                  </a:lnTo>
                  <a:lnTo>
                    <a:pt x="2842204" y="111271"/>
                  </a:lnTo>
                  <a:lnTo>
                    <a:pt x="2794941" y="120301"/>
                  </a:lnTo>
                  <a:lnTo>
                    <a:pt x="2748479" y="131017"/>
                  </a:lnTo>
                  <a:lnTo>
                    <a:pt x="2702945" y="143407"/>
                  </a:lnTo>
                  <a:lnTo>
                    <a:pt x="2658466" y="157460"/>
                  </a:lnTo>
                  <a:lnTo>
                    <a:pt x="2615170" y="173162"/>
                  </a:lnTo>
                  <a:lnTo>
                    <a:pt x="2573186" y="190501"/>
                  </a:lnTo>
                  <a:lnTo>
                    <a:pt x="2532639" y="209465"/>
                  </a:lnTo>
                  <a:lnTo>
                    <a:pt x="2493659" y="230041"/>
                  </a:lnTo>
                  <a:lnTo>
                    <a:pt x="2456373" y="252217"/>
                  </a:lnTo>
                  <a:lnTo>
                    <a:pt x="2420909" y="275979"/>
                  </a:lnTo>
                  <a:lnTo>
                    <a:pt x="2387393" y="301317"/>
                  </a:lnTo>
                  <a:lnTo>
                    <a:pt x="2355955" y="328217"/>
                  </a:lnTo>
                  <a:lnTo>
                    <a:pt x="2326721" y="356666"/>
                  </a:lnTo>
                  <a:lnTo>
                    <a:pt x="2299820" y="386653"/>
                  </a:lnTo>
                  <a:lnTo>
                    <a:pt x="2252949" y="370171"/>
                  </a:lnTo>
                  <a:lnTo>
                    <a:pt x="2205288" y="355258"/>
                  </a:lnTo>
                  <a:lnTo>
                    <a:pt x="2156921" y="341906"/>
                  </a:lnTo>
                  <a:lnTo>
                    <a:pt x="2107932" y="330109"/>
                  </a:lnTo>
                  <a:lnTo>
                    <a:pt x="2058404" y="319857"/>
                  </a:lnTo>
                  <a:lnTo>
                    <a:pt x="2008423" y="311143"/>
                  </a:lnTo>
                  <a:lnTo>
                    <a:pt x="1958071" y="303959"/>
                  </a:lnTo>
                  <a:lnTo>
                    <a:pt x="1907434" y="298297"/>
                  </a:lnTo>
                  <a:lnTo>
                    <a:pt x="1856594" y="294149"/>
                  </a:lnTo>
                  <a:lnTo>
                    <a:pt x="1805637" y="291507"/>
                  </a:lnTo>
                  <a:lnTo>
                    <a:pt x="1754646" y="290363"/>
                  </a:lnTo>
                  <a:lnTo>
                    <a:pt x="1703704" y="290709"/>
                  </a:lnTo>
                  <a:lnTo>
                    <a:pt x="1652897" y="292538"/>
                  </a:lnTo>
                  <a:lnTo>
                    <a:pt x="1602308" y="295842"/>
                  </a:lnTo>
                  <a:lnTo>
                    <a:pt x="1552021" y="300611"/>
                  </a:lnTo>
                  <a:lnTo>
                    <a:pt x="1502121" y="306840"/>
                  </a:lnTo>
                  <a:lnTo>
                    <a:pt x="1452690" y="314518"/>
                  </a:lnTo>
                  <a:lnTo>
                    <a:pt x="1403814" y="323640"/>
                  </a:lnTo>
                  <a:lnTo>
                    <a:pt x="1355576" y="334196"/>
                  </a:lnTo>
                  <a:lnTo>
                    <a:pt x="1308060" y="346180"/>
                  </a:lnTo>
                  <a:lnTo>
                    <a:pt x="1261351" y="359582"/>
                  </a:lnTo>
                  <a:lnTo>
                    <a:pt x="1215532" y="374395"/>
                  </a:lnTo>
                  <a:lnTo>
                    <a:pt x="1170687" y="390611"/>
                  </a:lnTo>
                  <a:lnTo>
                    <a:pt x="1126901" y="408223"/>
                  </a:lnTo>
                  <a:lnTo>
                    <a:pt x="1084257" y="427221"/>
                  </a:lnTo>
                  <a:lnTo>
                    <a:pt x="1042839" y="447599"/>
                  </a:lnTo>
                  <a:lnTo>
                    <a:pt x="1002732" y="469349"/>
                  </a:lnTo>
                  <a:lnTo>
                    <a:pt x="964019" y="492461"/>
                  </a:lnTo>
                  <a:lnTo>
                    <a:pt x="926785" y="516930"/>
                  </a:lnTo>
                  <a:lnTo>
                    <a:pt x="880816" y="550729"/>
                  </a:lnTo>
                  <a:lnTo>
                    <a:pt x="838570" y="586092"/>
                  </a:lnTo>
                  <a:lnTo>
                    <a:pt x="800108" y="622896"/>
                  </a:lnTo>
                  <a:lnTo>
                    <a:pt x="765494" y="661015"/>
                  </a:lnTo>
                  <a:lnTo>
                    <a:pt x="734788" y="700324"/>
                  </a:lnTo>
                  <a:lnTo>
                    <a:pt x="708053" y="740700"/>
                  </a:lnTo>
                  <a:lnTo>
                    <a:pt x="685350" y="782018"/>
                  </a:lnTo>
                  <a:lnTo>
                    <a:pt x="666742" y="824154"/>
                  </a:lnTo>
                  <a:lnTo>
                    <a:pt x="652290" y="866982"/>
                  </a:lnTo>
                  <a:lnTo>
                    <a:pt x="642056" y="910379"/>
                  </a:lnTo>
                  <a:lnTo>
                    <a:pt x="636102" y="954219"/>
                  </a:lnTo>
                  <a:lnTo>
                    <a:pt x="634490" y="998379"/>
                  </a:lnTo>
                  <a:lnTo>
                    <a:pt x="637282" y="1042734"/>
                  </a:lnTo>
                  <a:lnTo>
                    <a:pt x="644540" y="1087160"/>
                  </a:lnTo>
                  <a:lnTo>
                    <a:pt x="638482" y="1097624"/>
                  </a:lnTo>
                  <a:lnTo>
                    <a:pt x="580879" y="1102921"/>
                  </a:lnTo>
                  <a:lnTo>
                    <a:pt x="524867" y="1111071"/>
                  </a:lnTo>
                  <a:lnTo>
                    <a:pt x="470636" y="1121955"/>
                  </a:lnTo>
                  <a:lnTo>
                    <a:pt x="418376" y="1135455"/>
                  </a:lnTo>
                  <a:lnTo>
                    <a:pt x="368278" y="1151450"/>
                  </a:lnTo>
                  <a:lnTo>
                    <a:pt x="320531" y="1169823"/>
                  </a:lnTo>
                  <a:lnTo>
                    <a:pt x="275326" y="1190453"/>
                  </a:lnTo>
                  <a:lnTo>
                    <a:pt x="232852" y="1213222"/>
                  </a:lnTo>
                  <a:lnTo>
                    <a:pt x="193300" y="1238010"/>
                  </a:lnTo>
                  <a:lnTo>
                    <a:pt x="156859" y="1264698"/>
                  </a:lnTo>
                  <a:lnTo>
                    <a:pt x="123721" y="1293167"/>
                  </a:lnTo>
                  <a:lnTo>
                    <a:pt x="94073" y="1323299"/>
                  </a:lnTo>
                  <a:lnTo>
                    <a:pt x="68108" y="1354973"/>
                  </a:lnTo>
                  <a:lnTo>
                    <a:pt x="46015" y="1388071"/>
                  </a:lnTo>
                  <a:lnTo>
                    <a:pt x="27983" y="1422473"/>
                  </a:lnTo>
                  <a:lnTo>
                    <a:pt x="14204" y="1458061"/>
                  </a:lnTo>
                  <a:lnTo>
                    <a:pt x="0" y="1536094"/>
                  </a:lnTo>
                  <a:lnTo>
                    <a:pt x="1012" y="1577102"/>
                  </a:lnTo>
                  <a:lnTo>
                    <a:pt x="7735" y="1617522"/>
                  </a:lnTo>
                  <a:lnTo>
                    <a:pt x="19999" y="1657137"/>
                  </a:lnTo>
                  <a:lnTo>
                    <a:pt x="37635" y="1695728"/>
                  </a:lnTo>
                  <a:lnTo>
                    <a:pt x="60473" y="1733078"/>
                  </a:lnTo>
                  <a:lnTo>
                    <a:pt x="88346" y="1768968"/>
                  </a:lnTo>
                  <a:lnTo>
                    <a:pt x="121083" y="1803182"/>
                  </a:lnTo>
                  <a:lnTo>
                    <a:pt x="158516" y="1835501"/>
                  </a:lnTo>
                  <a:lnTo>
                    <a:pt x="200475" y="1865708"/>
                  </a:lnTo>
                  <a:lnTo>
                    <a:pt x="246791" y="1893584"/>
                  </a:lnTo>
                  <a:lnTo>
                    <a:pt x="297295" y="1918913"/>
                  </a:lnTo>
                  <a:lnTo>
                    <a:pt x="351818" y="1941476"/>
                  </a:lnTo>
                  <a:lnTo>
                    <a:pt x="307521" y="1974442"/>
                  </a:lnTo>
                  <a:lnTo>
                    <a:pt x="268787" y="2009557"/>
                  </a:lnTo>
                  <a:lnTo>
                    <a:pt x="235718" y="2046547"/>
                  </a:lnTo>
                  <a:lnTo>
                    <a:pt x="208417" y="2085136"/>
                  </a:lnTo>
                  <a:lnTo>
                    <a:pt x="186989" y="2125049"/>
                  </a:lnTo>
                  <a:lnTo>
                    <a:pt x="171536" y="2166010"/>
                  </a:lnTo>
                  <a:lnTo>
                    <a:pt x="162161" y="2207746"/>
                  </a:lnTo>
                  <a:lnTo>
                    <a:pt x="158969" y="2249980"/>
                  </a:lnTo>
                  <a:lnTo>
                    <a:pt x="162062" y="2292437"/>
                  </a:lnTo>
                  <a:lnTo>
                    <a:pt x="171544" y="2334842"/>
                  </a:lnTo>
                  <a:lnTo>
                    <a:pt x="187518" y="2376921"/>
                  </a:lnTo>
                  <a:lnTo>
                    <a:pt x="205834" y="2411531"/>
                  </a:lnTo>
                  <a:lnTo>
                    <a:pt x="228155" y="2444653"/>
                  </a:lnTo>
                  <a:lnTo>
                    <a:pt x="254266" y="2476198"/>
                  </a:lnTo>
                  <a:lnTo>
                    <a:pt x="283957" y="2506076"/>
                  </a:lnTo>
                  <a:lnTo>
                    <a:pt x="317015" y="2534199"/>
                  </a:lnTo>
                  <a:lnTo>
                    <a:pt x="353227" y="2560477"/>
                  </a:lnTo>
                  <a:lnTo>
                    <a:pt x="392380" y="2584821"/>
                  </a:lnTo>
                  <a:lnTo>
                    <a:pt x="434262" y="2607142"/>
                  </a:lnTo>
                  <a:lnTo>
                    <a:pt x="478661" y="2627352"/>
                  </a:lnTo>
                  <a:lnTo>
                    <a:pt x="525363" y="2645361"/>
                  </a:lnTo>
                  <a:lnTo>
                    <a:pt x="574158" y="2661080"/>
                  </a:lnTo>
                  <a:lnTo>
                    <a:pt x="624831" y="2674420"/>
                  </a:lnTo>
                  <a:lnTo>
                    <a:pt x="677170" y="2685292"/>
                  </a:lnTo>
                  <a:lnTo>
                    <a:pt x="730964" y="2693606"/>
                  </a:lnTo>
                  <a:lnTo>
                    <a:pt x="785999" y="2699275"/>
                  </a:lnTo>
                  <a:lnTo>
                    <a:pt x="842063" y="2702208"/>
                  </a:lnTo>
                  <a:lnTo>
                    <a:pt x="898943" y="2702318"/>
                  </a:lnTo>
                  <a:lnTo>
                    <a:pt x="956427" y="2699514"/>
                  </a:lnTo>
                  <a:lnTo>
                    <a:pt x="984395" y="2729130"/>
                  </a:lnTo>
                  <a:lnTo>
                    <a:pt x="1014021" y="2757707"/>
                  </a:lnTo>
                  <a:lnTo>
                    <a:pt x="1045244" y="2785233"/>
                  </a:lnTo>
                  <a:lnTo>
                    <a:pt x="1078001" y="2811699"/>
                  </a:lnTo>
                  <a:lnTo>
                    <a:pt x="1112229" y="2837094"/>
                  </a:lnTo>
                  <a:lnTo>
                    <a:pt x="1147867" y="2861408"/>
                  </a:lnTo>
                  <a:lnTo>
                    <a:pt x="1184850" y="2884630"/>
                  </a:lnTo>
                  <a:lnTo>
                    <a:pt x="1223118" y="2906750"/>
                  </a:lnTo>
                  <a:lnTo>
                    <a:pt x="1262607" y="2927757"/>
                  </a:lnTo>
                  <a:lnTo>
                    <a:pt x="1303255" y="2947642"/>
                  </a:lnTo>
                  <a:lnTo>
                    <a:pt x="1344999" y="2966394"/>
                  </a:lnTo>
                  <a:lnTo>
                    <a:pt x="1387777" y="2984002"/>
                  </a:lnTo>
                  <a:lnTo>
                    <a:pt x="1431527" y="3000456"/>
                  </a:lnTo>
                  <a:lnTo>
                    <a:pt x="1476185" y="3015747"/>
                  </a:lnTo>
                  <a:lnTo>
                    <a:pt x="1521690" y="3029863"/>
                  </a:lnTo>
                  <a:lnTo>
                    <a:pt x="1567979" y="3042794"/>
                  </a:lnTo>
                  <a:lnTo>
                    <a:pt x="1614990" y="3054530"/>
                  </a:lnTo>
                  <a:lnTo>
                    <a:pt x="1662659" y="3065061"/>
                  </a:lnTo>
                  <a:lnTo>
                    <a:pt x="1710925" y="3074375"/>
                  </a:lnTo>
                  <a:lnTo>
                    <a:pt x="1759725" y="3082464"/>
                  </a:lnTo>
                  <a:lnTo>
                    <a:pt x="1808996" y="3089316"/>
                  </a:lnTo>
                  <a:lnTo>
                    <a:pt x="1858677" y="3094921"/>
                  </a:lnTo>
                  <a:lnTo>
                    <a:pt x="1908703" y="3099269"/>
                  </a:lnTo>
                  <a:lnTo>
                    <a:pt x="1959014" y="3102349"/>
                  </a:lnTo>
                  <a:lnTo>
                    <a:pt x="2009546" y="3104151"/>
                  </a:lnTo>
                  <a:lnTo>
                    <a:pt x="2060237" y="3104665"/>
                  </a:lnTo>
                  <a:lnTo>
                    <a:pt x="2111025" y="3103881"/>
                  </a:lnTo>
                  <a:lnTo>
                    <a:pt x="2161847" y="3101787"/>
                  </a:lnTo>
                  <a:lnTo>
                    <a:pt x="2212640" y="3098374"/>
                  </a:lnTo>
                  <a:lnTo>
                    <a:pt x="2263342" y="3093631"/>
                  </a:lnTo>
                  <a:lnTo>
                    <a:pt x="2313891" y="3087548"/>
                  </a:lnTo>
                  <a:lnTo>
                    <a:pt x="2364224" y="3080115"/>
                  </a:lnTo>
                  <a:lnTo>
                    <a:pt x="2414278" y="3071322"/>
                  </a:lnTo>
                  <a:lnTo>
                    <a:pt x="2463991" y="3061157"/>
                  </a:lnTo>
                  <a:lnTo>
                    <a:pt x="2513301" y="3049610"/>
                  </a:lnTo>
                  <a:lnTo>
                    <a:pt x="2562144" y="3036672"/>
                  </a:lnTo>
                  <a:lnTo>
                    <a:pt x="2610460" y="3022332"/>
                  </a:lnTo>
                  <a:lnTo>
                    <a:pt x="2658184" y="3006579"/>
                  </a:lnTo>
                  <a:lnTo>
                    <a:pt x="2705255" y="2989404"/>
                  </a:lnTo>
                  <a:lnTo>
                    <a:pt x="2737631" y="3017928"/>
                  </a:lnTo>
                  <a:lnTo>
                    <a:pt x="2772858" y="3044720"/>
                  </a:lnTo>
                  <a:lnTo>
                    <a:pt x="2810722" y="3069824"/>
                  </a:lnTo>
                  <a:lnTo>
                    <a:pt x="2851013" y="3093283"/>
                  </a:lnTo>
                  <a:lnTo>
                    <a:pt x="2893519" y="3115140"/>
                  </a:lnTo>
                  <a:lnTo>
                    <a:pt x="2938027" y="3135439"/>
                  </a:lnTo>
                  <a:lnTo>
                    <a:pt x="2984327" y="3154224"/>
                  </a:lnTo>
                  <a:lnTo>
                    <a:pt x="3032206" y="3171538"/>
                  </a:lnTo>
                  <a:lnTo>
                    <a:pt x="3081452" y="3187423"/>
                  </a:lnTo>
                  <a:lnTo>
                    <a:pt x="3131854" y="3201924"/>
                  </a:lnTo>
                  <a:lnTo>
                    <a:pt x="3183199" y="3215084"/>
                  </a:lnTo>
                  <a:lnTo>
                    <a:pt x="3235277" y="3226946"/>
                  </a:lnTo>
                  <a:lnTo>
                    <a:pt x="3287875" y="3237554"/>
                  </a:lnTo>
                  <a:lnTo>
                    <a:pt x="3340782" y="3246950"/>
                  </a:lnTo>
                  <a:lnTo>
                    <a:pt x="3393785" y="3255180"/>
                  </a:lnTo>
                  <a:lnTo>
                    <a:pt x="3446674" y="3262285"/>
                  </a:lnTo>
                  <a:lnTo>
                    <a:pt x="3499235" y="3268309"/>
                  </a:lnTo>
                  <a:lnTo>
                    <a:pt x="3551258" y="3273295"/>
                  </a:lnTo>
                  <a:lnTo>
                    <a:pt x="3602530" y="3277288"/>
                  </a:lnTo>
                  <a:lnTo>
                    <a:pt x="3652840" y="3280330"/>
                  </a:lnTo>
                  <a:lnTo>
                    <a:pt x="3701976" y="3282465"/>
                  </a:lnTo>
                  <a:lnTo>
                    <a:pt x="3749727" y="3283736"/>
                  </a:lnTo>
                  <a:lnTo>
                    <a:pt x="3795879" y="3284186"/>
                  </a:lnTo>
                  <a:lnTo>
                    <a:pt x="3840223" y="3283859"/>
                  </a:lnTo>
                  <a:lnTo>
                    <a:pt x="3882545" y="3282799"/>
                  </a:lnTo>
                  <a:lnTo>
                    <a:pt x="3932170" y="3280428"/>
                  </a:lnTo>
                  <a:lnTo>
                    <a:pt x="3982680" y="3276662"/>
                  </a:lnTo>
                  <a:lnTo>
                    <a:pt x="4033818" y="3271487"/>
                  </a:lnTo>
                  <a:lnTo>
                    <a:pt x="4085326" y="3264885"/>
                  </a:lnTo>
                  <a:lnTo>
                    <a:pt x="4136946" y="3256841"/>
                  </a:lnTo>
                  <a:lnTo>
                    <a:pt x="4188420" y="3247338"/>
                  </a:lnTo>
                  <a:lnTo>
                    <a:pt x="4239491" y="3236359"/>
                  </a:lnTo>
                  <a:lnTo>
                    <a:pt x="4289901" y="3223890"/>
                  </a:lnTo>
                  <a:lnTo>
                    <a:pt x="4339391" y="3209912"/>
                  </a:lnTo>
                  <a:lnTo>
                    <a:pt x="4387705" y="3194410"/>
                  </a:lnTo>
                  <a:lnTo>
                    <a:pt x="4434584" y="3177368"/>
                  </a:lnTo>
                  <a:lnTo>
                    <a:pt x="4479770" y="3158769"/>
                  </a:lnTo>
                  <a:lnTo>
                    <a:pt x="4523007" y="3138597"/>
                  </a:lnTo>
                  <a:lnTo>
                    <a:pt x="4564035" y="3116836"/>
                  </a:lnTo>
                  <a:lnTo>
                    <a:pt x="4602598" y="3093469"/>
                  </a:lnTo>
                  <a:lnTo>
                    <a:pt x="4638438" y="3068480"/>
                  </a:lnTo>
                  <a:lnTo>
                    <a:pt x="4671296" y="3041853"/>
                  </a:lnTo>
                  <a:lnTo>
                    <a:pt x="4700915" y="3013572"/>
                  </a:lnTo>
                  <a:lnTo>
                    <a:pt x="4727037" y="2983620"/>
                  </a:lnTo>
                  <a:lnTo>
                    <a:pt x="4749405" y="2951982"/>
                  </a:lnTo>
                  <a:lnTo>
                    <a:pt x="4767760" y="2918639"/>
                  </a:lnTo>
                  <a:lnTo>
                    <a:pt x="4816273" y="2935464"/>
                  </a:lnTo>
                  <a:lnTo>
                    <a:pt x="4865699" y="2948112"/>
                  </a:lnTo>
                  <a:lnTo>
                    <a:pt x="4915881" y="2956859"/>
                  </a:lnTo>
                  <a:lnTo>
                    <a:pt x="4966661" y="2961978"/>
                  </a:lnTo>
                  <a:lnTo>
                    <a:pt x="5017881" y="2963747"/>
                  </a:lnTo>
                  <a:lnTo>
                    <a:pt x="5069385" y="2962438"/>
                  </a:lnTo>
                  <a:lnTo>
                    <a:pt x="5121016" y="2958329"/>
                  </a:lnTo>
                  <a:lnTo>
                    <a:pt x="5172616" y="2951693"/>
                  </a:lnTo>
                  <a:lnTo>
                    <a:pt x="5224028" y="2942805"/>
                  </a:lnTo>
                  <a:lnTo>
                    <a:pt x="5275094" y="2931942"/>
                  </a:lnTo>
                  <a:lnTo>
                    <a:pt x="5325657" y="2919378"/>
                  </a:lnTo>
                  <a:lnTo>
                    <a:pt x="5375560" y="2905387"/>
                  </a:lnTo>
                  <a:lnTo>
                    <a:pt x="5424646" y="2890246"/>
                  </a:lnTo>
                  <a:lnTo>
                    <a:pt x="5472758" y="2874228"/>
                  </a:lnTo>
                  <a:lnTo>
                    <a:pt x="5519737" y="2857611"/>
                  </a:lnTo>
                  <a:lnTo>
                    <a:pt x="5565427" y="2840667"/>
                  </a:lnTo>
                  <a:lnTo>
                    <a:pt x="5609671" y="2823673"/>
                  </a:lnTo>
                  <a:lnTo>
                    <a:pt x="5769035" y="2760691"/>
                  </a:lnTo>
                  <a:lnTo>
                    <a:pt x="5859310" y="2726295"/>
                  </a:lnTo>
                  <a:lnTo>
                    <a:pt x="5912605" y="2704243"/>
                  </a:lnTo>
                  <a:lnTo>
                    <a:pt x="5963209" y="2681289"/>
                  </a:lnTo>
                  <a:lnTo>
                    <a:pt x="6010760" y="2657309"/>
                  </a:lnTo>
                  <a:lnTo>
                    <a:pt x="6054896" y="2632176"/>
                  </a:lnTo>
                  <a:lnTo>
                    <a:pt x="6095254" y="2605766"/>
                  </a:lnTo>
                  <a:lnTo>
                    <a:pt x="6131472" y="2577954"/>
                  </a:lnTo>
                  <a:lnTo>
                    <a:pt x="6163188" y="2548614"/>
                  </a:lnTo>
                  <a:lnTo>
                    <a:pt x="6190038" y="2517621"/>
                  </a:lnTo>
                  <a:lnTo>
                    <a:pt x="6211662" y="2484851"/>
                  </a:lnTo>
                  <a:lnTo>
                    <a:pt x="6227695" y="2450178"/>
                  </a:lnTo>
                  <a:lnTo>
                    <a:pt x="6241545" y="2374622"/>
                  </a:lnTo>
                  <a:lnTo>
                    <a:pt x="6301252" y="2367152"/>
                  </a:lnTo>
                  <a:lnTo>
                    <a:pt x="6358689" y="2355965"/>
                  </a:lnTo>
                  <a:lnTo>
                    <a:pt x="6413870" y="2341335"/>
                  </a:lnTo>
                  <a:lnTo>
                    <a:pt x="6466807" y="2323532"/>
                  </a:lnTo>
                  <a:lnTo>
                    <a:pt x="6517516" y="2302830"/>
                  </a:lnTo>
                  <a:lnTo>
                    <a:pt x="6566011" y="2279501"/>
                  </a:lnTo>
                  <a:lnTo>
                    <a:pt x="6612304" y="2253816"/>
                  </a:lnTo>
                  <a:lnTo>
                    <a:pt x="6656411" y="2226050"/>
                  </a:lnTo>
                  <a:lnTo>
                    <a:pt x="6698344" y="2196473"/>
                  </a:lnTo>
                  <a:lnTo>
                    <a:pt x="6738119" y="2165358"/>
                  </a:lnTo>
                  <a:lnTo>
                    <a:pt x="6775748" y="2132978"/>
                  </a:lnTo>
                  <a:lnTo>
                    <a:pt x="6811246" y="2099604"/>
                  </a:lnTo>
                  <a:lnTo>
                    <a:pt x="6844626" y="2065510"/>
                  </a:lnTo>
                  <a:lnTo>
                    <a:pt x="6875904" y="2030967"/>
                  </a:lnTo>
                  <a:lnTo>
                    <a:pt x="6905092" y="1996248"/>
                  </a:lnTo>
                  <a:lnTo>
                    <a:pt x="6932204" y="1961625"/>
                  </a:lnTo>
                  <a:lnTo>
                    <a:pt x="6957255" y="1927370"/>
                  </a:lnTo>
                  <a:lnTo>
                    <a:pt x="6980258" y="1893757"/>
                  </a:lnTo>
                  <a:lnTo>
                    <a:pt x="7001227" y="1861056"/>
                  </a:lnTo>
                  <a:lnTo>
                    <a:pt x="7037120" y="1799483"/>
                  </a:lnTo>
                  <a:lnTo>
                    <a:pt x="7069980" y="1730656"/>
                  </a:lnTo>
                  <a:lnTo>
                    <a:pt x="7082845" y="1689549"/>
                  </a:lnTo>
                  <a:lnTo>
                    <a:pt x="7090809" y="1647991"/>
                  </a:lnTo>
                  <a:lnTo>
                    <a:pt x="7094015" y="1606135"/>
                  </a:lnTo>
                  <a:lnTo>
                    <a:pt x="7092603" y="1564137"/>
                  </a:lnTo>
                  <a:lnTo>
                    <a:pt x="7086717" y="1522152"/>
                  </a:lnTo>
                  <a:lnTo>
                    <a:pt x="7076498" y="1480335"/>
                  </a:lnTo>
                  <a:lnTo>
                    <a:pt x="7062089" y="1438841"/>
                  </a:lnTo>
                  <a:lnTo>
                    <a:pt x="7043631" y="1397825"/>
                  </a:lnTo>
                  <a:lnTo>
                    <a:pt x="7021268" y="1357442"/>
                  </a:lnTo>
                  <a:lnTo>
                    <a:pt x="6995140" y="1317847"/>
                  </a:lnTo>
                  <a:lnTo>
                    <a:pt x="6965390" y="1279195"/>
                  </a:lnTo>
                  <a:lnTo>
                    <a:pt x="6932161" y="1241641"/>
                  </a:lnTo>
                  <a:lnTo>
                    <a:pt x="6895594" y="1205339"/>
                  </a:lnTo>
                  <a:lnTo>
                    <a:pt x="6855831" y="1170446"/>
                  </a:lnTo>
                  <a:lnTo>
                    <a:pt x="6881080" y="1128426"/>
                  </a:lnTo>
                  <a:lnTo>
                    <a:pt x="6900794" y="1085490"/>
                  </a:lnTo>
                  <a:lnTo>
                    <a:pt x="6914961" y="1041857"/>
                  </a:lnTo>
                  <a:lnTo>
                    <a:pt x="6923565" y="997744"/>
                  </a:lnTo>
                  <a:lnTo>
                    <a:pt x="6926595" y="953366"/>
                  </a:lnTo>
                  <a:lnTo>
                    <a:pt x="6924035" y="908942"/>
                  </a:lnTo>
                  <a:lnTo>
                    <a:pt x="6915874" y="864688"/>
                  </a:lnTo>
                  <a:lnTo>
                    <a:pt x="6902097" y="820821"/>
                  </a:lnTo>
                  <a:lnTo>
                    <a:pt x="6882691" y="777559"/>
                  </a:lnTo>
                  <a:lnTo>
                    <a:pt x="6862585" y="742669"/>
                  </a:lnTo>
                  <a:lnTo>
                    <a:pt x="6839050" y="708961"/>
                  </a:lnTo>
                  <a:lnTo>
                    <a:pt x="6812220" y="676516"/>
                  </a:lnTo>
                  <a:lnTo>
                    <a:pt x="6782231" y="645415"/>
                  </a:lnTo>
                  <a:lnTo>
                    <a:pt x="6749219" y="615738"/>
                  </a:lnTo>
                  <a:lnTo>
                    <a:pt x="6713317" y="587569"/>
                  </a:lnTo>
                  <a:lnTo>
                    <a:pt x="6674662" y="560986"/>
                  </a:lnTo>
                  <a:lnTo>
                    <a:pt x="6633388" y="536073"/>
                  </a:lnTo>
                  <a:lnTo>
                    <a:pt x="6589631" y="512910"/>
                  </a:lnTo>
                  <a:lnTo>
                    <a:pt x="6543525" y="491578"/>
                  </a:lnTo>
                  <a:lnTo>
                    <a:pt x="6495206" y="472158"/>
                  </a:lnTo>
                  <a:lnTo>
                    <a:pt x="6444810" y="454732"/>
                  </a:lnTo>
                  <a:lnTo>
                    <a:pt x="6392470" y="439381"/>
                  </a:lnTo>
                  <a:lnTo>
                    <a:pt x="6338322" y="426186"/>
                  </a:lnTo>
                  <a:lnTo>
                    <a:pt x="6282502" y="415228"/>
                  </a:lnTo>
                  <a:lnTo>
                    <a:pt x="6269361" y="377347"/>
                  </a:lnTo>
                  <a:lnTo>
                    <a:pt x="6251823" y="340521"/>
                  </a:lnTo>
                  <a:lnTo>
                    <a:pt x="6230048" y="304880"/>
                  </a:lnTo>
                  <a:lnTo>
                    <a:pt x="6204198" y="270552"/>
                  </a:lnTo>
                  <a:lnTo>
                    <a:pt x="6174435" y="237667"/>
                  </a:lnTo>
                  <a:lnTo>
                    <a:pt x="6140920" y="206351"/>
                  </a:lnTo>
                  <a:lnTo>
                    <a:pt x="6103814" y="176734"/>
                  </a:lnTo>
                  <a:lnTo>
                    <a:pt x="6063280" y="148945"/>
                  </a:lnTo>
                  <a:lnTo>
                    <a:pt x="6019478" y="123112"/>
                  </a:lnTo>
                  <a:lnTo>
                    <a:pt x="5972570" y="99364"/>
                  </a:lnTo>
                  <a:lnTo>
                    <a:pt x="5922717" y="77828"/>
                  </a:lnTo>
                  <a:lnTo>
                    <a:pt x="5870082" y="58635"/>
                  </a:lnTo>
                  <a:lnTo>
                    <a:pt x="5814825" y="41912"/>
                  </a:lnTo>
                  <a:lnTo>
                    <a:pt x="5766244" y="29803"/>
                  </a:lnTo>
                  <a:lnTo>
                    <a:pt x="5717017" y="19823"/>
                  </a:lnTo>
                  <a:lnTo>
                    <a:pt x="5667296" y="11950"/>
                  </a:lnTo>
                  <a:lnTo>
                    <a:pt x="5617232" y="6161"/>
                  </a:lnTo>
                  <a:lnTo>
                    <a:pt x="5566975" y="2434"/>
                  </a:lnTo>
                  <a:lnTo>
                    <a:pt x="5516676" y="746"/>
                  </a:lnTo>
                  <a:lnTo>
                    <a:pt x="5466486" y="1076"/>
                  </a:lnTo>
                  <a:lnTo>
                    <a:pt x="5416555" y="3400"/>
                  </a:lnTo>
                  <a:lnTo>
                    <a:pt x="5367036" y="7697"/>
                  </a:lnTo>
                  <a:lnTo>
                    <a:pt x="5318078" y="13945"/>
                  </a:lnTo>
                  <a:lnTo>
                    <a:pt x="5269833" y="22119"/>
                  </a:lnTo>
                  <a:lnTo>
                    <a:pt x="5222452" y="32200"/>
                  </a:lnTo>
                  <a:lnTo>
                    <a:pt x="5176084" y="44163"/>
                  </a:lnTo>
                  <a:lnTo>
                    <a:pt x="5130882" y="57987"/>
                  </a:lnTo>
                  <a:lnTo>
                    <a:pt x="5086996" y="73649"/>
                  </a:lnTo>
                  <a:lnTo>
                    <a:pt x="5044577" y="91128"/>
                  </a:lnTo>
                  <a:lnTo>
                    <a:pt x="5003776" y="110400"/>
                  </a:lnTo>
                  <a:lnTo>
                    <a:pt x="4964744" y="131443"/>
                  </a:lnTo>
                  <a:lnTo>
                    <a:pt x="4927631" y="154235"/>
                  </a:lnTo>
                  <a:lnTo>
                    <a:pt x="4892589" y="178754"/>
                  </a:lnTo>
                  <a:lnTo>
                    <a:pt x="4857482" y="151730"/>
                  </a:lnTo>
                  <a:lnTo>
                    <a:pt x="4819562" y="126725"/>
                  </a:lnTo>
                  <a:lnTo>
                    <a:pt x="4779044" y="103794"/>
                  </a:lnTo>
                  <a:lnTo>
                    <a:pt x="4736145" y="82994"/>
                  </a:lnTo>
                  <a:lnTo>
                    <a:pt x="4691080" y="64380"/>
                  </a:lnTo>
                  <a:lnTo>
                    <a:pt x="4644064" y="48008"/>
                  </a:lnTo>
                  <a:lnTo>
                    <a:pt x="4595313" y="33934"/>
                  </a:lnTo>
                  <a:lnTo>
                    <a:pt x="4545043" y="22215"/>
                  </a:lnTo>
                  <a:lnTo>
                    <a:pt x="4493470" y="12906"/>
                  </a:lnTo>
                  <a:lnTo>
                    <a:pt x="4440808" y="6063"/>
                  </a:lnTo>
                  <a:lnTo>
                    <a:pt x="4387273" y="1742"/>
                  </a:lnTo>
                  <a:lnTo>
                    <a:pt x="433308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822146" y="3183677"/>
              <a:ext cx="7094220" cy="3284220"/>
            </a:xfrm>
            <a:custGeom>
              <a:avLst/>
              <a:gdLst/>
              <a:ahLst/>
              <a:cxnLst/>
              <a:rect l="l" t="t" r="r" b="b"/>
              <a:pathLst>
                <a:path w="7094220" h="3284220">
                  <a:moveTo>
                    <a:pt x="644540" y="1087160"/>
                  </a:moveTo>
                  <a:lnTo>
                    <a:pt x="637282" y="1042734"/>
                  </a:lnTo>
                  <a:lnTo>
                    <a:pt x="634490" y="998379"/>
                  </a:lnTo>
                  <a:lnTo>
                    <a:pt x="636102" y="954219"/>
                  </a:lnTo>
                  <a:lnTo>
                    <a:pt x="642056" y="910379"/>
                  </a:lnTo>
                  <a:lnTo>
                    <a:pt x="652290" y="866982"/>
                  </a:lnTo>
                  <a:lnTo>
                    <a:pt x="666742" y="824154"/>
                  </a:lnTo>
                  <a:lnTo>
                    <a:pt x="685350" y="782018"/>
                  </a:lnTo>
                  <a:lnTo>
                    <a:pt x="708053" y="740700"/>
                  </a:lnTo>
                  <a:lnTo>
                    <a:pt x="734788" y="700324"/>
                  </a:lnTo>
                  <a:lnTo>
                    <a:pt x="765494" y="661015"/>
                  </a:lnTo>
                  <a:lnTo>
                    <a:pt x="800108" y="622896"/>
                  </a:lnTo>
                  <a:lnTo>
                    <a:pt x="838570" y="586092"/>
                  </a:lnTo>
                  <a:lnTo>
                    <a:pt x="880816" y="550729"/>
                  </a:lnTo>
                  <a:lnTo>
                    <a:pt x="926785" y="516930"/>
                  </a:lnTo>
                  <a:lnTo>
                    <a:pt x="964019" y="492461"/>
                  </a:lnTo>
                  <a:lnTo>
                    <a:pt x="1002732" y="469349"/>
                  </a:lnTo>
                  <a:lnTo>
                    <a:pt x="1042839" y="447599"/>
                  </a:lnTo>
                  <a:lnTo>
                    <a:pt x="1084257" y="427221"/>
                  </a:lnTo>
                  <a:lnTo>
                    <a:pt x="1126901" y="408223"/>
                  </a:lnTo>
                  <a:lnTo>
                    <a:pt x="1170687" y="390611"/>
                  </a:lnTo>
                  <a:lnTo>
                    <a:pt x="1215532" y="374395"/>
                  </a:lnTo>
                  <a:lnTo>
                    <a:pt x="1261351" y="359582"/>
                  </a:lnTo>
                  <a:lnTo>
                    <a:pt x="1308060" y="346180"/>
                  </a:lnTo>
                  <a:lnTo>
                    <a:pt x="1355576" y="334196"/>
                  </a:lnTo>
                  <a:lnTo>
                    <a:pt x="1403814" y="323640"/>
                  </a:lnTo>
                  <a:lnTo>
                    <a:pt x="1452690" y="314518"/>
                  </a:lnTo>
                  <a:lnTo>
                    <a:pt x="1502121" y="306840"/>
                  </a:lnTo>
                  <a:lnTo>
                    <a:pt x="1552021" y="300611"/>
                  </a:lnTo>
                  <a:lnTo>
                    <a:pt x="1602308" y="295842"/>
                  </a:lnTo>
                  <a:lnTo>
                    <a:pt x="1652897" y="292538"/>
                  </a:lnTo>
                  <a:lnTo>
                    <a:pt x="1703704" y="290709"/>
                  </a:lnTo>
                  <a:lnTo>
                    <a:pt x="1754646" y="290363"/>
                  </a:lnTo>
                  <a:lnTo>
                    <a:pt x="1805637" y="291507"/>
                  </a:lnTo>
                  <a:lnTo>
                    <a:pt x="1856594" y="294149"/>
                  </a:lnTo>
                  <a:lnTo>
                    <a:pt x="1907434" y="298297"/>
                  </a:lnTo>
                  <a:lnTo>
                    <a:pt x="1958071" y="303959"/>
                  </a:lnTo>
                  <a:lnTo>
                    <a:pt x="2008423" y="311143"/>
                  </a:lnTo>
                  <a:lnTo>
                    <a:pt x="2058404" y="319857"/>
                  </a:lnTo>
                  <a:lnTo>
                    <a:pt x="2107932" y="330109"/>
                  </a:lnTo>
                  <a:lnTo>
                    <a:pt x="2156921" y="341906"/>
                  </a:lnTo>
                  <a:lnTo>
                    <a:pt x="2205288" y="355258"/>
                  </a:lnTo>
                  <a:lnTo>
                    <a:pt x="2252949" y="370171"/>
                  </a:lnTo>
                  <a:lnTo>
                    <a:pt x="2299820" y="386653"/>
                  </a:lnTo>
                  <a:lnTo>
                    <a:pt x="2326721" y="356666"/>
                  </a:lnTo>
                  <a:lnTo>
                    <a:pt x="2355955" y="328217"/>
                  </a:lnTo>
                  <a:lnTo>
                    <a:pt x="2387393" y="301317"/>
                  </a:lnTo>
                  <a:lnTo>
                    <a:pt x="2420909" y="275979"/>
                  </a:lnTo>
                  <a:lnTo>
                    <a:pt x="2456373" y="252217"/>
                  </a:lnTo>
                  <a:lnTo>
                    <a:pt x="2493659" y="230041"/>
                  </a:lnTo>
                  <a:lnTo>
                    <a:pt x="2532639" y="209465"/>
                  </a:lnTo>
                  <a:lnTo>
                    <a:pt x="2573186" y="190501"/>
                  </a:lnTo>
                  <a:lnTo>
                    <a:pt x="2615170" y="173162"/>
                  </a:lnTo>
                  <a:lnTo>
                    <a:pt x="2658466" y="157460"/>
                  </a:lnTo>
                  <a:lnTo>
                    <a:pt x="2702945" y="143407"/>
                  </a:lnTo>
                  <a:lnTo>
                    <a:pt x="2748479" y="131017"/>
                  </a:lnTo>
                  <a:lnTo>
                    <a:pt x="2794941" y="120301"/>
                  </a:lnTo>
                  <a:lnTo>
                    <a:pt x="2842204" y="111271"/>
                  </a:lnTo>
                  <a:lnTo>
                    <a:pt x="2890138" y="103941"/>
                  </a:lnTo>
                  <a:lnTo>
                    <a:pt x="2938617" y="98323"/>
                  </a:lnTo>
                  <a:lnTo>
                    <a:pt x="2987514" y="94430"/>
                  </a:lnTo>
                  <a:lnTo>
                    <a:pt x="3036699" y="92272"/>
                  </a:lnTo>
                  <a:lnTo>
                    <a:pt x="3086047" y="91865"/>
                  </a:lnTo>
                  <a:lnTo>
                    <a:pt x="3135428" y="93218"/>
                  </a:lnTo>
                  <a:lnTo>
                    <a:pt x="3184715" y="96346"/>
                  </a:lnTo>
                  <a:lnTo>
                    <a:pt x="3233781" y="101261"/>
                  </a:lnTo>
                  <a:lnTo>
                    <a:pt x="3282498" y="107975"/>
                  </a:lnTo>
                  <a:lnTo>
                    <a:pt x="3330738" y="116500"/>
                  </a:lnTo>
                  <a:lnTo>
                    <a:pt x="3378374" y="126849"/>
                  </a:lnTo>
                  <a:lnTo>
                    <a:pt x="3425277" y="139034"/>
                  </a:lnTo>
                  <a:lnTo>
                    <a:pt x="3471321" y="153069"/>
                  </a:lnTo>
                  <a:lnTo>
                    <a:pt x="3516377" y="168965"/>
                  </a:lnTo>
                  <a:lnTo>
                    <a:pt x="3560317" y="186734"/>
                  </a:lnTo>
                  <a:lnTo>
                    <a:pt x="3603015" y="206390"/>
                  </a:lnTo>
                  <a:lnTo>
                    <a:pt x="3644342" y="227945"/>
                  </a:lnTo>
                  <a:lnTo>
                    <a:pt x="3684171" y="251411"/>
                  </a:lnTo>
                  <a:lnTo>
                    <a:pt x="3712397" y="218880"/>
                  </a:lnTo>
                  <a:lnTo>
                    <a:pt x="3744423" y="188173"/>
                  </a:lnTo>
                  <a:lnTo>
                    <a:pt x="3780021" y="159395"/>
                  </a:lnTo>
                  <a:lnTo>
                    <a:pt x="3818963" y="132650"/>
                  </a:lnTo>
                  <a:lnTo>
                    <a:pt x="3861022" y="108043"/>
                  </a:lnTo>
                  <a:lnTo>
                    <a:pt x="3905970" y="85679"/>
                  </a:lnTo>
                  <a:lnTo>
                    <a:pt x="3953580" y="65663"/>
                  </a:lnTo>
                  <a:lnTo>
                    <a:pt x="4003624" y="48100"/>
                  </a:lnTo>
                  <a:lnTo>
                    <a:pt x="4055875" y="33094"/>
                  </a:lnTo>
                  <a:lnTo>
                    <a:pt x="4110104" y="20751"/>
                  </a:lnTo>
                  <a:lnTo>
                    <a:pt x="4166085" y="11175"/>
                  </a:lnTo>
                  <a:lnTo>
                    <a:pt x="4223591" y="4472"/>
                  </a:lnTo>
                  <a:lnTo>
                    <a:pt x="4278449" y="891"/>
                  </a:lnTo>
                  <a:lnTo>
                    <a:pt x="4333082" y="0"/>
                  </a:lnTo>
                  <a:lnTo>
                    <a:pt x="4387273" y="1742"/>
                  </a:lnTo>
                  <a:lnTo>
                    <a:pt x="4440808" y="6063"/>
                  </a:lnTo>
                  <a:lnTo>
                    <a:pt x="4493470" y="12906"/>
                  </a:lnTo>
                  <a:lnTo>
                    <a:pt x="4545043" y="22215"/>
                  </a:lnTo>
                  <a:lnTo>
                    <a:pt x="4595313" y="33934"/>
                  </a:lnTo>
                  <a:lnTo>
                    <a:pt x="4644064" y="48008"/>
                  </a:lnTo>
                  <a:lnTo>
                    <a:pt x="4691080" y="64380"/>
                  </a:lnTo>
                  <a:lnTo>
                    <a:pt x="4736145" y="82994"/>
                  </a:lnTo>
                  <a:lnTo>
                    <a:pt x="4779044" y="103794"/>
                  </a:lnTo>
                  <a:lnTo>
                    <a:pt x="4819562" y="126725"/>
                  </a:lnTo>
                  <a:lnTo>
                    <a:pt x="4857482" y="151730"/>
                  </a:lnTo>
                  <a:lnTo>
                    <a:pt x="4892589" y="178754"/>
                  </a:lnTo>
                  <a:lnTo>
                    <a:pt x="4927631" y="154235"/>
                  </a:lnTo>
                  <a:lnTo>
                    <a:pt x="4964744" y="131443"/>
                  </a:lnTo>
                  <a:lnTo>
                    <a:pt x="5003776" y="110400"/>
                  </a:lnTo>
                  <a:lnTo>
                    <a:pt x="5044577" y="91128"/>
                  </a:lnTo>
                  <a:lnTo>
                    <a:pt x="5086996" y="73649"/>
                  </a:lnTo>
                  <a:lnTo>
                    <a:pt x="5130882" y="57987"/>
                  </a:lnTo>
                  <a:lnTo>
                    <a:pt x="5176084" y="44163"/>
                  </a:lnTo>
                  <a:lnTo>
                    <a:pt x="5222452" y="32200"/>
                  </a:lnTo>
                  <a:lnTo>
                    <a:pt x="5269833" y="22119"/>
                  </a:lnTo>
                  <a:lnTo>
                    <a:pt x="5318078" y="13945"/>
                  </a:lnTo>
                  <a:lnTo>
                    <a:pt x="5367036" y="7697"/>
                  </a:lnTo>
                  <a:lnTo>
                    <a:pt x="5416555" y="3400"/>
                  </a:lnTo>
                  <a:lnTo>
                    <a:pt x="5466486" y="1076"/>
                  </a:lnTo>
                  <a:lnTo>
                    <a:pt x="5516676" y="746"/>
                  </a:lnTo>
                  <a:lnTo>
                    <a:pt x="5566975" y="2434"/>
                  </a:lnTo>
                  <a:lnTo>
                    <a:pt x="5617232" y="6161"/>
                  </a:lnTo>
                  <a:lnTo>
                    <a:pt x="5667296" y="11950"/>
                  </a:lnTo>
                  <a:lnTo>
                    <a:pt x="5717017" y="19823"/>
                  </a:lnTo>
                  <a:lnTo>
                    <a:pt x="5766244" y="29803"/>
                  </a:lnTo>
                  <a:lnTo>
                    <a:pt x="5814825" y="41912"/>
                  </a:lnTo>
                  <a:lnTo>
                    <a:pt x="5870082" y="58635"/>
                  </a:lnTo>
                  <a:lnTo>
                    <a:pt x="5922717" y="77828"/>
                  </a:lnTo>
                  <a:lnTo>
                    <a:pt x="5972570" y="99364"/>
                  </a:lnTo>
                  <a:lnTo>
                    <a:pt x="6019478" y="123112"/>
                  </a:lnTo>
                  <a:lnTo>
                    <a:pt x="6063280" y="148945"/>
                  </a:lnTo>
                  <a:lnTo>
                    <a:pt x="6103814" y="176734"/>
                  </a:lnTo>
                  <a:lnTo>
                    <a:pt x="6140920" y="206351"/>
                  </a:lnTo>
                  <a:lnTo>
                    <a:pt x="6174435" y="237667"/>
                  </a:lnTo>
                  <a:lnTo>
                    <a:pt x="6204198" y="270552"/>
                  </a:lnTo>
                  <a:lnTo>
                    <a:pt x="6230048" y="304880"/>
                  </a:lnTo>
                  <a:lnTo>
                    <a:pt x="6251823" y="340521"/>
                  </a:lnTo>
                  <a:lnTo>
                    <a:pt x="6269361" y="377347"/>
                  </a:lnTo>
                  <a:lnTo>
                    <a:pt x="6282502" y="415228"/>
                  </a:lnTo>
                  <a:lnTo>
                    <a:pt x="6338322" y="426186"/>
                  </a:lnTo>
                  <a:lnTo>
                    <a:pt x="6392470" y="439381"/>
                  </a:lnTo>
                  <a:lnTo>
                    <a:pt x="6444810" y="454732"/>
                  </a:lnTo>
                  <a:lnTo>
                    <a:pt x="6495206" y="472158"/>
                  </a:lnTo>
                  <a:lnTo>
                    <a:pt x="6543525" y="491578"/>
                  </a:lnTo>
                  <a:lnTo>
                    <a:pt x="6589631" y="512910"/>
                  </a:lnTo>
                  <a:lnTo>
                    <a:pt x="6633388" y="536073"/>
                  </a:lnTo>
                  <a:lnTo>
                    <a:pt x="6674662" y="560986"/>
                  </a:lnTo>
                  <a:lnTo>
                    <a:pt x="6713317" y="587569"/>
                  </a:lnTo>
                  <a:lnTo>
                    <a:pt x="6749219" y="615738"/>
                  </a:lnTo>
                  <a:lnTo>
                    <a:pt x="6782231" y="645415"/>
                  </a:lnTo>
                  <a:lnTo>
                    <a:pt x="6812220" y="676516"/>
                  </a:lnTo>
                  <a:lnTo>
                    <a:pt x="6839050" y="708961"/>
                  </a:lnTo>
                  <a:lnTo>
                    <a:pt x="6862585" y="742669"/>
                  </a:lnTo>
                  <a:lnTo>
                    <a:pt x="6882691" y="777559"/>
                  </a:lnTo>
                  <a:lnTo>
                    <a:pt x="6902097" y="820821"/>
                  </a:lnTo>
                  <a:lnTo>
                    <a:pt x="6915874" y="864688"/>
                  </a:lnTo>
                  <a:lnTo>
                    <a:pt x="6924035" y="908942"/>
                  </a:lnTo>
                  <a:lnTo>
                    <a:pt x="6926595" y="953366"/>
                  </a:lnTo>
                  <a:lnTo>
                    <a:pt x="6923565" y="997744"/>
                  </a:lnTo>
                  <a:lnTo>
                    <a:pt x="6914961" y="1041857"/>
                  </a:lnTo>
                  <a:lnTo>
                    <a:pt x="6900794" y="1085490"/>
                  </a:lnTo>
                  <a:lnTo>
                    <a:pt x="6881080" y="1128426"/>
                  </a:lnTo>
                  <a:lnTo>
                    <a:pt x="6855831" y="1170446"/>
                  </a:lnTo>
                  <a:lnTo>
                    <a:pt x="6895594" y="1205339"/>
                  </a:lnTo>
                  <a:lnTo>
                    <a:pt x="6932161" y="1241641"/>
                  </a:lnTo>
                  <a:lnTo>
                    <a:pt x="6965390" y="1279195"/>
                  </a:lnTo>
                  <a:lnTo>
                    <a:pt x="6995140" y="1317847"/>
                  </a:lnTo>
                  <a:lnTo>
                    <a:pt x="7021268" y="1357442"/>
                  </a:lnTo>
                  <a:lnTo>
                    <a:pt x="7043631" y="1397825"/>
                  </a:lnTo>
                  <a:lnTo>
                    <a:pt x="7062089" y="1438841"/>
                  </a:lnTo>
                  <a:lnTo>
                    <a:pt x="7076498" y="1480335"/>
                  </a:lnTo>
                  <a:lnTo>
                    <a:pt x="7086717" y="1522152"/>
                  </a:lnTo>
                  <a:lnTo>
                    <a:pt x="7092603" y="1564137"/>
                  </a:lnTo>
                  <a:lnTo>
                    <a:pt x="7094015" y="1606135"/>
                  </a:lnTo>
                  <a:lnTo>
                    <a:pt x="7090809" y="1647991"/>
                  </a:lnTo>
                  <a:lnTo>
                    <a:pt x="7082845" y="1689549"/>
                  </a:lnTo>
                  <a:lnTo>
                    <a:pt x="7069980" y="1730656"/>
                  </a:lnTo>
                  <a:lnTo>
                    <a:pt x="7052071" y="1771156"/>
                  </a:lnTo>
                  <a:lnTo>
                    <a:pt x="7020176" y="1829541"/>
                  </a:lnTo>
                  <a:lnTo>
                    <a:pt x="6980258" y="1893757"/>
                  </a:lnTo>
                  <a:lnTo>
                    <a:pt x="6957255" y="1927370"/>
                  </a:lnTo>
                  <a:lnTo>
                    <a:pt x="6932204" y="1961625"/>
                  </a:lnTo>
                  <a:lnTo>
                    <a:pt x="6905092" y="1996248"/>
                  </a:lnTo>
                  <a:lnTo>
                    <a:pt x="6875904" y="2030967"/>
                  </a:lnTo>
                  <a:lnTo>
                    <a:pt x="6844626" y="2065510"/>
                  </a:lnTo>
                  <a:lnTo>
                    <a:pt x="6811246" y="2099604"/>
                  </a:lnTo>
                  <a:lnTo>
                    <a:pt x="6775748" y="2132978"/>
                  </a:lnTo>
                  <a:lnTo>
                    <a:pt x="6738119" y="2165358"/>
                  </a:lnTo>
                  <a:lnTo>
                    <a:pt x="6698344" y="2196473"/>
                  </a:lnTo>
                  <a:lnTo>
                    <a:pt x="6656411" y="2226050"/>
                  </a:lnTo>
                  <a:lnTo>
                    <a:pt x="6612304" y="2253816"/>
                  </a:lnTo>
                  <a:lnTo>
                    <a:pt x="6566011" y="2279501"/>
                  </a:lnTo>
                  <a:lnTo>
                    <a:pt x="6517516" y="2302830"/>
                  </a:lnTo>
                  <a:lnTo>
                    <a:pt x="6466807" y="2323532"/>
                  </a:lnTo>
                  <a:lnTo>
                    <a:pt x="6413870" y="2341335"/>
                  </a:lnTo>
                  <a:lnTo>
                    <a:pt x="6358689" y="2355965"/>
                  </a:lnTo>
                  <a:lnTo>
                    <a:pt x="6301252" y="2367152"/>
                  </a:lnTo>
                  <a:lnTo>
                    <a:pt x="6241545" y="2374622"/>
                  </a:lnTo>
                  <a:lnTo>
                    <a:pt x="6237777" y="2413477"/>
                  </a:lnTo>
                  <a:lnTo>
                    <a:pt x="6211662" y="2484851"/>
                  </a:lnTo>
                  <a:lnTo>
                    <a:pt x="6190038" y="2517621"/>
                  </a:lnTo>
                  <a:lnTo>
                    <a:pt x="6163188" y="2548614"/>
                  </a:lnTo>
                  <a:lnTo>
                    <a:pt x="6131472" y="2577954"/>
                  </a:lnTo>
                  <a:lnTo>
                    <a:pt x="6095254" y="2605766"/>
                  </a:lnTo>
                  <a:lnTo>
                    <a:pt x="6054896" y="2632176"/>
                  </a:lnTo>
                  <a:lnTo>
                    <a:pt x="6010760" y="2657309"/>
                  </a:lnTo>
                  <a:lnTo>
                    <a:pt x="5963209" y="2681289"/>
                  </a:lnTo>
                  <a:lnTo>
                    <a:pt x="5912605" y="2704243"/>
                  </a:lnTo>
                  <a:lnTo>
                    <a:pt x="5859310" y="2726295"/>
                  </a:lnTo>
                  <a:lnTo>
                    <a:pt x="5803687" y="2747570"/>
                  </a:lnTo>
                  <a:lnTo>
                    <a:pt x="5769035" y="2760691"/>
                  </a:lnTo>
                  <a:lnTo>
                    <a:pt x="5732150" y="2775137"/>
                  </a:lnTo>
                  <a:lnTo>
                    <a:pt x="5693189" y="2790633"/>
                  </a:lnTo>
                  <a:lnTo>
                    <a:pt x="5652311" y="2806903"/>
                  </a:lnTo>
                  <a:lnTo>
                    <a:pt x="5609671" y="2823673"/>
                  </a:lnTo>
                  <a:lnTo>
                    <a:pt x="5565427" y="2840667"/>
                  </a:lnTo>
                  <a:lnTo>
                    <a:pt x="5519737" y="2857611"/>
                  </a:lnTo>
                  <a:lnTo>
                    <a:pt x="5472758" y="2874228"/>
                  </a:lnTo>
                  <a:lnTo>
                    <a:pt x="5424646" y="2890246"/>
                  </a:lnTo>
                  <a:lnTo>
                    <a:pt x="5375560" y="2905387"/>
                  </a:lnTo>
                  <a:lnTo>
                    <a:pt x="5325657" y="2919378"/>
                  </a:lnTo>
                  <a:lnTo>
                    <a:pt x="5275094" y="2931942"/>
                  </a:lnTo>
                  <a:lnTo>
                    <a:pt x="5224028" y="2942805"/>
                  </a:lnTo>
                  <a:lnTo>
                    <a:pt x="5172616" y="2951693"/>
                  </a:lnTo>
                  <a:lnTo>
                    <a:pt x="5121016" y="2958329"/>
                  </a:lnTo>
                  <a:lnTo>
                    <a:pt x="5069385" y="2962438"/>
                  </a:lnTo>
                  <a:lnTo>
                    <a:pt x="5017881" y="2963747"/>
                  </a:lnTo>
                  <a:lnTo>
                    <a:pt x="4966661" y="2961978"/>
                  </a:lnTo>
                  <a:lnTo>
                    <a:pt x="4915881" y="2956859"/>
                  </a:lnTo>
                  <a:lnTo>
                    <a:pt x="4865699" y="2948112"/>
                  </a:lnTo>
                  <a:lnTo>
                    <a:pt x="4816273" y="2935464"/>
                  </a:lnTo>
                  <a:lnTo>
                    <a:pt x="4767760" y="2918639"/>
                  </a:lnTo>
                  <a:lnTo>
                    <a:pt x="4749405" y="2951982"/>
                  </a:lnTo>
                  <a:lnTo>
                    <a:pt x="4727037" y="2983620"/>
                  </a:lnTo>
                  <a:lnTo>
                    <a:pt x="4700915" y="3013572"/>
                  </a:lnTo>
                  <a:lnTo>
                    <a:pt x="4671296" y="3041853"/>
                  </a:lnTo>
                  <a:lnTo>
                    <a:pt x="4638438" y="3068480"/>
                  </a:lnTo>
                  <a:lnTo>
                    <a:pt x="4602598" y="3093469"/>
                  </a:lnTo>
                  <a:lnTo>
                    <a:pt x="4564035" y="3116836"/>
                  </a:lnTo>
                  <a:lnTo>
                    <a:pt x="4523007" y="3138597"/>
                  </a:lnTo>
                  <a:lnTo>
                    <a:pt x="4479770" y="3158769"/>
                  </a:lnTo>
                  <a:lnTo>
                    <a:pt x="4434584" y="3177368"/>
                  </a:lnTo>
                  <a:lnTo>
                    <a:pt x="4387705" y="3194410"/>
                  </a:lnTo>
                  <a:lnTo>
                    <a:pt x="4339391" y="3209912"/>
                  </a:lnTo>
                  <a:lnTo>
                    <a:pt x="4289901" y="3223890"/>
                  </a:lnTo>
                  <a:lnTo>
                    <a:pt x="4239491" y="3236359"/>
                  </a:lnTo>
                  <a:lnTo>
                    <a:pt x="4188420" y="3247338"/>
                  </a:lnTo>
                  <a:lnTo>
                    <a:pt x="4136946" y="3256841"/>
                  </a:lnTo>
                  <a:lnTo>
                    <a:pt x="4085326" y="3264885"/>
                  </a:lnTo>
                  <a:lnTo>
                    <a:pt x="4033818" y="3271487"/>
                  </a:lnTo>
                  <a:lnTo>
                    <a:pt x="3982680" y="3276662"/>
                  </a:lnTo>
                  <a:lnTo>
                    <a:pt x="3932170" y="3280428"/>
                  </a:lnTo>
                  <a:lnTo>
                    <a:pt x="3882545" y="3282799"/>
                  </a:lnTo>
                  <a:lnTo>
                    <a:pt x="3840223" y="3283859"/>
                  </a:lnTo>
                  <a:lnTo>
                    <a:pt x="3795879" y="3284186"/>
                  </a:lnTo>
                  <a:lnTo>
                    <a:pt x="3749727" y="3283736"/>
                  </a:lnTo>
                  <a:lnTo>
                    <a:pt x="3701976" y="3282465"/>
                  </a:lnTo>
                  <a:lnTo>
                    <a:pt x="3652840" y="3280330"/>
                  </a:lnTo>
                  <a:lnTo>
                    <a:pt x="3602530" y="3277288"/>
                  </a:lnTo>
                  <a:lnTo>
                    <a:pt x="3551258" y="3273295"/>
                  </a:lnTo>
                  <a:lnTo>
                    <a:pt x="3499235" y="3268309"/>
                  </a:lnTo>
                  <a:lnTo>
                    <a:pt x="3446674" y="3262285"/>
                  </a:lnTo>
                  <a:lnTo>
                    <a:pt x="3393785" y="3255180"/>
                  </a:lnTo>
                  <a:lnTo>
                    <a:pt x="3340782" y="3246950"/>
                  </a:lnTo>
                  <a:lnTo>
                    <a:pt x="3287875" y="3237554"/>
                  </a:lnTo>
                  <a:lnTo>
                    <a:pt x="3235277" y="3226946"/>
                  </a:lnTo>
                  <a:lnTo>
                    <a:pt x="3183199" y="3215084"/>
                  </a:lnTo>
                  <a:lnTo>
                    <a:pt x="3131854" y="3201924"/>
                  </a:lnTo>
                  <a:lnTo>
                    <a:pt x="3081452" y="3187423"/>
                  </a:lnTo>
                  <a:lnTo>
                    <a:pt x="3032206" y="3171538"/>
                  </a:lnTo>
                  <a:lnTo>
                    <a:pt x="2984327" y="3154224"/>
                  </a:lnTo>
                  <a:lnTo>
                    <a:pt x="2938027" y="3135439"/>
                  </a:lnTo>
                  <a:lnTo>
                    <a:pt x="2893519" y="3115140"/>
                  </a:lnTo>
                  <a:lnTo>
                    <a:pt x="2851013" y="3093283"/>
                  </a:lnTo>
                  <a:lnTo>
                    <a:pt x="2810722" y="3069824"/>
                  </a:lnTo>
                  <a:lnTo>
                    <a:pt x="2772858" y="3044720"/>
                  </a:lnTo>
                  <a:lnTo>
                    <a:pt x="2737631" y="3017928"/>
                  </a:lnTo>
                  <a:lnTo>
                    <a:pt x="2705255" y="2989404"/>
                  </a:lnTo>
                  <a:lnTo>
                    <a:pt x="2658184" y="3006579"/>
                  </a:lnTo>
                  <a:lnTo>
                    <a:pt x="2610460" y="3022332"/>
                  </a:lnTo>
                  <a:lnTo>
                    <a:pt x="2562144" y="3036672"/>
                  </a:lnTo>
                  <a:lnTo>
                    <a:pt x="2513301" y="3049610"/>
                  </a:lnTo>
                  <a:lnTo>
                    <a:pt x="2463991" y="3061157"/>
                  </a:lnTo>
                  <a:lnTo>
                    <a:pt x="2414278" y="3071322"/>
                  </a:lnTo>
                  <a:lnTo>
                    <a:pt x="2364224" y="3080115"/>
                  </a:lnTo>
                  <a:lnTo>
                    <a:pt x="2313891" y="3087548"/>
                  </a:lnTo>
                  <a:lnTo>
                    <a:pt x="2263342" y="3093631"/>
                  </a:lnTo>
                  <a:lnTo>
                    <a:pt x="2212640" y="3098374"/>
                  </a:lnTo>
                  <a:lnTo>
                    <a:pt x="2161847" y="3101787"/>
                  </a:lnTo>
                  <a:lnTo>
                    <a:pt x="2111025" y="3103881"/>
                  </a:lnTo>
                  <a:lnTo>
                    <a:pt x="2060237" y="3104665"/>
                  </a:lnTo>
                  <a:lnTo>
                    <a:pt x="2009546" y="3104151"/>
                  </a:lnTo>
                  <a:lnTo>
                    <a:pt x="1959014" y="3102349"/>
                  </a:lnTo>
                  <a:lnTo>
                    <a:pt x="1908703" y="3099269"/>
                  </a:lnTo>
                  <a:lnTo>
                    <a:pt x="1858677" y="3094921"/>
                  </a:lnTo>
                  <a:lnTo>
                    <a:pt x="1808996" y="3089316"/>
                  </a:lnTo>
                  <a:lnTo>
                    <a:pt x="1759725" y="3082464"/>
                  </a:lnTo>
                  <a:lnTo>
                    <a:pt x="1710925" y="3074375"/>
                  </a:lnTo>
                  <a:lnTo>
                    <a:pt x="1662659" y="3065061"/>
                  </a:lnTo>
                  <a:lnTo>
                    <a:pt x="1614990" y="3054530"/>
                  </a:lnTo>
                  <a:lnTo>
                    <a:pt x="1567979" y="3042794"/>
                  </a:lnTo>
                  <a:lnTo>
                    <a:pt x="1521690" y="3029863"/>
                  </a:lnTo>
                  <a:lnTo>
                    <a:pt x="1476185" y="3015747"/>
                  </a:lnTo>
                  <a:lnTo>
                    <a:pt x="1431527" y="3000456"/>
                  </a:lnTo>
                  <a:lnTo>
                    <a:pt x="1387777" y="2984002"/>
                  </a:lnTo>
                  <a:lnTo>
                    <a:pt x="1344999" y="2966394"/>
                  </a:lnTo>
                  <a:lnTo>
                    <a:pt x="1303255" y="2947642"/>
                  </a:lnTo>
                  <a:lnTo>
                    <a:pt x="1262607" y="2927757"/>
                  </a:lnTo>
                  <a:lnTo>
                    <a:pt x="1223118" y="2906750"/>
                  </a:lnTo>
                  <a:lnTo>
                    <a:pt x="1184850" y="2884630"/>
                  </a:lnTo>
                  <a:lnTo>
                    <a:pt x="1147867" y="2861408"/>
                  </a:lnTo>
                  <a:lnTo>
                    <a:pt x="1112229" y="2837094"/>
                  </a:lnTo>
                  <a:lnTo>
                    <a:pt x="1078001" y="2811699"/>
                  </a:lnTo>
                  <a:lnTo>
                    <a:pt x="1045244" y="2785233"/>
                  </a:lnTo>
                  <a:lnTo>
                    <a:pt x="1014021" y="2757707"/>
                  </a:lnTo>
                  <a:lnTo>
                    <a:pt x="984395" y="2729130"/>
                  </a:lnTo>
                  <a:lnTo>
                    <a:pt x="956427" y="2699514"/>
                  </a:lnTo>
                  <a:lnTo>
                    <a:pt x="898943" y="2702318"/>
                  </a:lnTo>
                  <a:lnTo>
                    <a:pt x="842063" y="2702208"/>
                  </a:lnTo>
                  <a:lnTo>
                    <a:pt x="785999" y="2699275"/>
                  </a:lnTo>
                  <a:lnTo>
                    <a:pt x="730964" y="2693606"/>
                  </a:lnTo>
                  <a:lnTo>
                    <a:pt x="677170" y="2685292"/>
                  </a:lnTo>
                  <a:lnTo>
                    <a:pt x="624831" y="2674420"/>
                  </a:lnTo>
                  <a:lnTo>
                    <a:pt x="574158" y="2661080"/>
                  </a:lnTo>
                  <a:lnTo>
                    <a:pt x="525363" y="2645361"/>
                  </a:lnTo>
                  <a:lnTo>
                    <a:pt x="478661" y="2627352"/>
                  </a:lnTo>
                  <a:lnTo>
                    <a:pt x="434262" y="2607142"/>
                  </a:lnTo>
                  <a:lnTo>
                    <a:pt x="392380" y="2584821"/>
                  </a:lnTo>
                  <a:lnTo>
                    <a:pt x="353227" y="2560477"/>
                  </a:lnTo>
                  <a:lnTo>
                    <a:pt x="317015" y="2534199"/>
                  </a:lnTo>
                  <a:lnTo>
                    <a:pt x="283957" y="2506076"/>
                  </a:lnTo>
                  <a:lnTo>
                    <a:pt x="254266" y="2476198"/>
                  </a:lnTo>
                  <a:lnTo>
                    <a:pt x="228155" y="2444653"/>
                  </a:lnTo>
                  <a:lnTo>
                    <a:pt x="205834" y="2411531"/>
                  </a:lnTo>
                  <a:lnTo>
                    <a:pt x="187518" y="2376921"/>
                  </a:lnTo>
                  <a:lnTo>
                    <a:pt x="171544" y="2334842"/>
                  </a:lnTo>
                  <a:lnTo>
                    <a:pt x="162062" y="2292437"/>
                  </a:lnTo>
                  <a:lnTo>
                    <a:pt x="158969" y="2249980"/>
                  </a:lnTo>
                  <a:lnTo>
                    <a:pt x="162161" y="2207746"/>
                  </a:lnTo>
                  <a:lnTo>
                    <a:pt x="171536" y="2166010"/>
                  </a:lnTo>
                  <a:lnTo>
                    <a:pt x="186989" y="2125049"/>
                  </a:lnTo>
                  <a:lnTo>
                    <a:pt x="208417" y="2085136"/>
                  </a:lnTo>
                  <a:lnTo>
                    <a:pt x="235718" y="2046547"/>
                  </a:lnTo>
                  <a:lnTo>
                    <a:pt x="268787" y="2009557"/>
                  </a:lnTo>
                  <a:lnTo>
                    <a:pt x="307521" y="1974442"/>
                  </a:lnTo>
                  <a:lnTo>
                    <a:pt x="351818" y="1941476"/>
                  </a:lnTo>
                  <a:lnTo>
                    <a:pt x="297295" y="1918913"/>
                  </a:lnTo>
                  <a:lnTo>
                    <a:pt x="246791" y="1893584"/>
                  </a:lnTo>
                  <a:lnTo>
                    <a:pt x="200475" y="1865708"/>
                  </a:lnTo>
                  <a:lnTo>
                    <a:pt x="158516" y="1835501"/>
                  </a:lnTo>
                  <a:lnTo>
                    <a:pt x="121083" y="1803182"/>
                  </a:lnTo>
                  <a:lnTo>
                    <a:pt x="88346" y="1768968"/>
                  </a:lnTo>
                  <a:lnTo>
                    <a:pt x="60473" y="1733078"/>
                  </a:lnTo>
                  <a:lnTo>
                    <a:pt x="37635" y="1695728"/>
                  </a:lnTo>
                  <a:lnTo>
                    <a:pt x="19999" y="1657137"/>
                  </a:lnTo>
                  <a:lnTo>
                    <a:pt x="7735" y="1617522"/>
                  </a:lnTo>
                  <a:lnTo>
                    <a:pt x="1012" y="1577102"/>
                  </a:lnTo>
                  <a:lnTo>
                    <a:pt x="0" y="1536094"/>
                  </a:lnTo>
                  <a:lnTo>
                    <a:pt x="4867" y="1494715"/>
                  </a:lnTo>
                  <a:lnTo>
                    <a:pt x="27983" y="1422473"/>
                  </a:lnTo>
                  <a:lnTo>
                    <a:pt x="46015" y="1388071"/>
                  </a:lnTo>
                  <a:lnTo>
                    <a:pt x="68108" y="1354973"/>
                  </a:lnTo>
                  <a:lnTo>
                    <a:pt x="94073" y="1323299"/>
                  </a:lnTo>
                  <a:lnTo>
                    <a:pt x="123721" y="1293167"/>
                  </a:lnTo>
                  <a:lnTo>
                    <a:pt x="156859" y="1264698"/>
                  </a:lnTo>
                  <a:lnTo>
                    <a:pt x="193300" y="1238010"/>
                  </a:lnTo>
                  <a:lnTo>
                    <a:pt x="232852" y="1213222"/>
                  </a:lnTo>
                  <a:lnTo>
                    <a:pt x="275326" y="1190453"/>
                  </a:lnTo>
                  <a:lnTo>
                    <a:pt x="320531" y="1169823"/>
                  </a:lnTo>
                  <a:lnTo>
                    <a:pt x="368278" y="1151450"/>
                  </a:lnTo>
                  <a:lnTo>
                    <a:pt x="418376" y="1135455"/>
                  </a:lnTo>
                  <a:lnTo>
                    <a:pt x="470636" y="1121955"/>
                  </a:lnTo>
                  <a:lnTo>
                    <a:pt x="524867" y="1111071"/>
                  </a:lnTo>
                  <a:lnTo>
                    <a:pt x="580879" y="1102921"/>
                  </a:lnTo>
                  <a:lnTo>
                    <a:pt x="638482" y="1097624"/>
                  </a:lnTo>
                  <a:lnTo>
                    <a:pt x="640451" y="1094107"/>
                  </a:lnTo>
                  <a:lnTo>
                    <a:pt x="642572" y="1090678"/>
                  </a:lnTo>
                  <a:lnTo>
                    <a:pt x="644540" y="108716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466685" y="3351658"/>
              <a:ext cx="4246245" cy="2807970"/>
            </a:xfrm>
            <a:custGeom>
              <a:avLst/>
              <a:gdLst/>
              <a:ahLst/>
              <a:cxnLst/>
              <a:rect l="l" t="t" r="r" b="b"/>
              <a:pathLst>
                <a:path w="4246245" h="2807970">
                  <a:moveTo>
                    <a:pt x="2060384" y="2807970"/>
                  </a:moveTo>
                  <a:lnTo>
                    <a:pt x="2028912" y="2776162"/>
                  </a:lnTo>
                  <a:lnTo>
                    <a:pt x="2000143" y="2743360"/>
                  </a:lnTo>
                  <a:lnTo>
                    <a:pt x="1974139" y="2709627"/>
                  </a:lnTo>
                  <a:lnTo>
                    <a:pt x="1950961" y="2675026"/>
                  </a:lnTo>
                </a:path>
                <a:path w="4246245" h="2807970">
                  <a:moveTo>
                    <a:pt x="4124375" y="123164"/>
                  </a:moveTo>
                  <a:lnTo>
                    <a:pt x="4149420" y="90352"/>
                  </a:lnTo>
                  <a:lnTo>
                    <a:pt x="4178077" y="58805"/>
                  </a:lnTo>
                  <a:lnTo>
                    <a:pt x="4210268" y="28647"/>
                  </a:lnTo>
                  <a:lnTo>
                    <a:pt x="4245914" y="0"/>
                  </a:lnTo>
                </a:path>
                <a:path w="4246245" h="2807970">
                  <a:moveTo>
                    <a:pt x="2988030" y="181851"/>
                  </a:moveTo>
                  <a:lnTo>
                    <a:pt x="2998831" y="154456"/>
                  </a:lnTo>
                  <a:lnTo>
                    <a:pt x="3012274" y="127569"/>
                  </a:lnTo>
                  <a:lnTo>
                    <a:pt x="3028299" y="101271"/>
                  </a:lnTo>
                  <a:lnTo>
                    <a:pt x="3046844" y="75641"/>
                  </a:lnTo>
                </a:path>
                <a:path w="4246245" h="2807970">
                  <a:moveTo>
                    <a:pt x="1654467" y="217906"/>
                  </a:moveTo>
                  <a:lnTo>
                    <a:pt x="1700139" y="235848"/>
                  </a:lnTo>
                  <a:lnTo>
                    <a:pt x="1744335" y="255158"/>
                  </a:lnTo>
                  <a:lnTo>
                    <a:pt x="1786989" y="275797"/>
                  </a:lnTo>
                  <a:lnTo>
                    <a:pt x="1828038" y="297725"/>
                  </a:lnTo>
                  <a:lnTo>
                    <a:pt x="1867420" y="320903"/>
                  </a:lnTo>
                </a:path>
                <a:path w="4246245" h="2807970">
                  <a:moveTo>
                    <a:pt x="37185" y="1027595"/>
                  </a:moveTo>
                  <a:lnTo>
                    <a:pt x="25360" y="1000869"/>
                  </a:lnTo>
                  <a:lnTo>
                    <a:pt x="15211" y="973875"/>
                  </a:lnTo>
                  <a:lnTo>
                    <a:pt x="6753" y="946636"/>
                  </a:lnTo>
                  <a:lnTo>
                    <a:pt x="0" y="91917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35938" y="133305"/>
            <a:ext cx="60096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14"/>
              <a:t> </a:t>
            </a:r>
            <a:r>
              <a:rPr dirty="0" spc="-20"/>
              <a:t>Properties</a:t>
            </a:r>
            <a:r>
              <a:rPr dirty="0" spc="-100"/>
              <a:t> </a:t>
            </a:r>
            <a:r>
              <a:rPr dirty="0"/>
              <a:t>–</a:t>
            </a:r>
            <a:r>
              <a:rPr dirty="0" spc="-120"/>
              <a:t> </a:t>
            </a:r>
            <a:r>
              <a:rPr dirty="0"/>
              <a:t>Star</a:t>
            </a:r>
            <a:r>
              <a:rPr dirty="0" spc="-114"/>
              <a:t> </a:t>
            </a:r>
            <a:r>
              <a:rPr dirty="0" spc="-20"/>
              <a:t>(NFA)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7418496" y="1347923"/>
            <a:ext cx="25565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71672" y="1246012"/>
            <a:ext cx="6704330" cy="2031364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94"/>
              </a:spcBef>
              <a:tabLst>
                <a:tab pos="163195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5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language,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27100" sz="3075" spc="-52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baseline="27100" sz="3075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800"/>
              </a:spcBef>
            </a:pPr>
            <a:r>
              <a:rPr dirty="0" sz="2800" spc="-35">
                <a:latin typeface="Franklin Gothic Medium"/>
                <a:cs typeface="Franklin Gothic Medium"/>
              </a:rPr>
              <a:t>Proof</a:t>
            </a:r>
            <a:r>
              <a:rPr dirty="0" sz="2800" spc="-14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(sketch):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Construction</a:t>
            </a:r>
            <a:endParaRPr sz="2800">
              <a:latin typeface="Franklin Gothic Medium"/>
              <a:cs typeface="Franklin Gothic Medium"/>
            </a:endParaRPr>
          </a:p>
          <a:p>
            <a:pPr marL="73025">
              <a:lnSpc>
                <a:spcPct val="100000"/>
              </a:lnSpc>
              <a:spcBef>
                <a:spcPts val="905"/>
              </a:spcBef>
            </a:pPr>
            <a:r>
              <a:rPr dirty="0" sz="2400">
                <a:latin typeface="Franklin Gothic Medium"/>
                <a:cs typeface="Franklin Gothic Medium"/>
              </a:rPr>
              <a:t>Given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5">
                <a:latin typeface="Franklin Gothic Medium"/>
                <a:cs typeface="Franklin Gothic Medium"/>
              </a:rPr>
              <a:t>DFA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4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recognizes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400">
              <a:latin typeface="Cambria Math"/>
              <a:cs typeface="Cambria Math"/>
            </a:endParaRPr>
          </a:p>
          <a:p>
            <a:pPr marL="73025">
              <a:lnSpc>
                <a:spcPct val="100000"/>
              </a:lnSpc>
              <a:spcBef>
                <a:spcPts val="81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Construct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80">
                <a:latin typeface="Franklin Gothic Medium"/>
                <a:cs typeface="Franklin Gothic Medium"/>
              </a:rPr>
              <a:t>NFA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8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28571" sz="2625" spc="-37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baseline="28571" sz="2625">
              <a:latin typeface="Cambria Math"/>
              <a:cs typeface="Cambria Math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37176" y="3617824"/>
            <a:ext cx="5359901" cy="2539660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6942620" y="3724145"/>
            <a:ext cx="242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577840" y="3384803"/>
            <a:ext cx="441959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305"/>
              </a:spcBef>
            </a:pPr>
            <a:r>
              <a:rPr dirty="0" sz="2000" spc="-5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790615" y="3756446"/>
            <a:ext cx="129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986769" y="5702635"/>
            <a:ext cx="129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290433" y="4562550"/>
            <a:ext cx="129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0">
                <a:latin typeface="Cambria Math"/>
                <a:cs typeface="Cambria Math"/>
              </a:rPr>
              <a:t>𝜀𝜀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460248" y="3366515"/>
            <a:ext cx="4217035" cy="2870200"/>
            <a:chOff x="460248" y="3366515"/>
            <a:chExt cx="4217035" cy="2870200"/>
          </a:xfrm>
        </p:grpSpPr>
        <p:sp>
          <p:nvSpPr>
            <p:cNvPr id="20" name="object 20" descr=""/>
            <p:cNvSpPr/>
            <p:nvPr/>
          </p:nvSpPr>
          <p:spPr>
            <a:xfrm>
              <a:off x="479298" y="3385565"/>
              <a:ext cx="4178935" cy="2832100"/>
            </a:xfrm>
            <a:custGeom>
              <a:avLst/>
              <a:gdLst/>
              <a:ahLst/>
              <a:cxnLst/>
              <a:rect l="l" t="t" r="r" b="b"/>
              <a:pathLst>
                <a:path w="4178935" h="2832100">
                  <a:moveTo>
                    <a:pt x="4178808" y="0"/>
                  </a:moveTo>
                  <a:lnTo>
                    <a:pt x="0" y="0"/>
                  </a:lnTo>
                  <a:lnTo>
                    <a:pt x="0" y="2831592"/>
                  </a:lnTo>
                  <a:lnTo>
                    <a:pt x="4178808" y="2831592"/>
                  </a:lnTo>
                  <a:lnTo>
                    <a:pt x="41788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79298" y="3385565"/>
              <a:ext cx="4178935" cy="2832100"/>
            </a:xfrm>
            <a:custGeom>
              <a:avLst/>
              <a:gdLst/>
              <a:ahLst/>
              <a:cxnLst/>
              <a:rect l="l" t="t" r="r" b="b"/>
              <a:pathLst>
                <a:path w="4178935" h="2832100">
                  <a:moveTo>
                    <a:pt x="0" y="0"/>
                  </a:moveTo>
                  <a:lnTo>
                    <a:pt x="4178808" y="0"/>
                  </a:lnTo>
                  <a:lnTo>
                    <a:pt x="4178808" y="2831592"/>
                  </a:lnTo>
                  <a:lnTo>
                    <a:pt x="0" y="2831592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98348" y="3256560"/>
            <a:ext cx="4140835" cy="289052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30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Question</a:t>
            </a:r>
            <a:endParaRPr sz="2400">
              <a:latin typeface="Franklin Gothic Medium"/>
              <a:cs typeface="Franklin Gothic Medium"/>
            </a:endParaRPr>
          </a:p>
          <a:p>
            <a:pPr marL="71120" marR="441959">
              <a:lnSpc>
                <a:spcPct val="100000"/>
              </a:lnSpc>
              <a:spcBef>
                <a:spcPts val="1200"/>
              </a:spcBef>
            </a:pPr>
            <a:r>
              <a:rPr dirty="0" sz="2400">
                <a:latin typeface="Franklin Gothic Medium"/>
                <a:cs typeface="Franklin Gothic Medium"/>
              </a:rPr>
              <a:t>If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5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has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𝑛</a:t>
            </a:r>
            <a:r>
              <a:rPr dirty="0" sz="2400" spc="4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states,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how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latin typeface="Franklin Gothic Medium"/>
                <a:cs typeface="Franklin Gothic Medium"/>
              </a:rPr>
              <a:t>many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does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5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have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by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this </a:t>
            </a:r>
            <a:r>
              <a:rPr dirty="0" sz="2400" spc="-10">
                <a:latin typeface="Franklin Gothic Medium"/>
                <a:cs typeface="Franklin Gothic Medium"/>
              </a:rPr>
              <a:t>construction?</a:t>
            </a:r>
            <a:endParaRPr sz="2400">
              <a:latin typeface="Franklin Gothic Medium"/>
              <a:cs typeface="Franklin Gothic Medium"/>
            </a:endParaRPr>
          </a:p>
          <a:p>
            <a:pPr marL="603885" indent="-532765">
              <a:lnSpc>
                <a:spcPct val="100000"/>
              </a:lnSpc>
              <a:buFont typeface="Franklin Gothic Medium"/>
              <a:buAutoNum type="alphaLcParenBoth"/>
              <a:tabLst>
                <a:tab pos="603885" algn="l"/>
              </a:tabLst>
            </a:pPr>
            <a:r>
              <a:rPr dirty="0" sz="2400" spc="-50">
                <a:latin typeface="Cambria Math"/>
                <a:cs typeface="Cambria Math"/>
              </a:rPr>
              <a:t>𝑛</a:t>
            </a:r>
            <a:endParaRPr sz="2400">
              <a:latin typeface="Cambria Math"/>
              <a:cs typeface="Cambria Math"/>
            </a:endParaRPr>
          </a:p>
          <a:p>
            <a:pPr marL="603885" indent="-532765">
              <a:lnSpc>
                <a:spcPct val="100000"/>
              </a:lnSpc>
              <a:buFont typeface="Franklin Gothic Medium"/>
              <a:buAutoNum type="alphaLcParenBoth"/>
              <a:tabLst>
                <a:tab pos="603885" algn="l"/>
              </a:tabLst>
            </a:pPr>
            <a:r>
              <a:rPr dirty="0" sz="2400">
                <a:latin typeface="Cambria Math"/>
                <a:cs typeface="Cambria Math"/>
              </a:rPr>
              <a:t>𝑛</a:t>
            </a:r>
            <a:r>
              <a:rPr dirty="0" sz="2400" spc="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+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603885" indent="-532765">
              <a:lnSpc>
                <a:spcPct val="100000"/>
              </a:lnSpc>
              <a:buFont typeface="Franklin Gothic Medium"/>
              <a:buAutoNum type="alphaLcParenBoth"/>
              <a:tabLst>
                <a:tab pos="603885" algn="l"/>
              </a:tabLst>
            </a:pPr>
            <a:r>
              <a:rPr dirty="0" sz="2400" spc="-25">
                <a:latin typeface="Cambria Math"/>
                <a:cs typeface="Cambria Math"/>
              </a:rPr>
              <a:t>2𝑛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310896" y="6155435"/>
            <a:ext cx="4442460" cy="702945"/>
            <a:chOff x="310896" y="6155435"/>
            <a:chExt cx="4442460" cy="702945"/>
          </a:xfrm>
        </p:grpSpPr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4048" y="6182867"/>
              <a:ext cx="4369307" cy="606551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0896" y="6155435"/>
              <a:ext cx="4407407" cy="702564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479298" y="6217158"/>
            <a:ext cx="4178935" cy="462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280"/>
              </a:spcBef>
            </a:pPr>
            <a:r>
              <a:rPr dirty="0" sz="2400" spc="-110">
                <a:latin typeface="Franklin Gothic Medium"/>
                <a:cs typeface="Franklin Gothic Medium"/>
              </a:rPr>
              <a:t>We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just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added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1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new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1915135" y="5408252"/>
            <a:ext cx="435609" cy="304800"/>
          </a:xfrm>
          <a:custGeom>
            <a:avLst/>
            <a:gdLst/>
            <a:ahLst/>
            <a:cxnLst/>
            <a:rect l="l" t="t" r="r" b="b"/>
            <a:pathLst>
              <a:path w="435610" h="304800">
                <a:moveTo>
                  <a:pt x="153959" y="304509"/>
                </a:moveTo>
                <a:lnTo>
                  <a:pt x="0" y="146858"/>
                </a:lnTo>
                <a:lnTo>
                  <a:pt x="40020" y="108853"/>
                </a:lnTo>
                <a:lnTo>
                  <a:pt x="155842" y="227091"/>
                </a:lnTo>
                <a:lnTo>
                  <a:pt x="396904" y="0"/>
                </a:lnTo>
                <a:lnTo>
                  <a:pt x="435036" y="39412"/>
                </a:lnTo>
                <a:lnTo>
                  <a:pt x="194450" y="266978"/>
                </a:lnTo>
                <a:lnTo>
                  <a:pt x="153959" y="304509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8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Regular</a:t>
            </a:r>
            <a:r>
              <a:rPr dirty="0" spc="-175"/>
              <a:t> </a:t>
            </a:r>
            <a:r>
              <a:rPr dirty="0"/>
              <a:t>Expressions</a:t>
            </a:r>
            <a:r>
              <a:rPr dirty="0" spc="-160"/>
              <a:t> </a:t>
            </a:r>
            <a:r>
              <a:rPr dirty="0" spc="-10"/>
              <a:t>Equivalence</a:t>
            </a:r>
            <a:r>
              <a:rPr dirty="0" spc="-170"/>
              <a:t> </a:t>
            </a:r>
            <a:r>
              <a:rPr dirty="0" spc="-20"/>
              <a:t>with</a:t>
            </a:r>
            <a:r>
              <a:rPr dirty="0" spc="-160"/>
              <a:t> </a:t>
            </a:r>
            <a:r>
              <a:rPr dirty="0" spc="-10"/>
              <a:t>Finite</a:t>
            </a:r>
            <a:r>
              <a:rPr dirty="0" spc="-175"/>
              <a:t> </a:t>
            </a:r>
            <a:r>
              <a:rPr dirty="0" spc="-50"/>
              <a:t>Automata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56360" y="1222247"/>
            <a:ext cx="9723120" cy="58547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29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dirty="0" sz="3200" spc="-10">
                <a:latin typeface="Franklin Gothic Medium"/>
                <a:cs typeface="Franklin Gothic Medium"/>
              </a:rPr>
              <a:t>Show</a:t>
            </a:r>
            <a:r>
              <a:rPr dirty="0" sz="3200" spc="-180">
                <a:latin typeface="Franklin Gothic Medium"/>
                <a:cs typeface="Franklin Gothic Medium"/>
              </a:rPr>
              <a:t> </a:t>
            </a:r>
            <a:r>
              <a:rPr dirty="0" sz="3200" spc="-25">
                <a:latin typeface="Franklin Gothic Medium"/>
                <a:cs typeface="Franklin Gothic Medium"/>
              </a:rPr>
              <a:t>finite</a:t>
            </a:r>
            <a:r>
              <a:rPr dirty="0" sz="3200" spc="-140">
                <a:latin typeface="Franklin Gothic Medium"/>
                <a:cs typeface="Franklin Gothic Medium"/>
              </a:rPr>
              <a:t> </a:t>
            </a:r>
            <a:r>
              <a:rPr dirty="0" sz="3200" spc="-55">
                <a:latin typeface="Franklin Gothic Medium"/>
                <a:cs typeface="Franklin Gothic Medium"/>
              </a:rPr>
              <a:t>automata</a:t>
            </a:r>
            <a:r>
              <a:rPr dirty="0" sz="3200" spc="-145">
                <a:latin typeface="Franklin Gothic Medium"/>
                <a:cs typeface="Franklin Gothic Medium"/>
              </a:rPr>
              <a:t> </a:t>
            </a:r>
            <a:r>
              <a:rPr dirty="0" sz="3200" spc="-25">
                <a:latin typeface="Franklin Gothic Medium"/>
                <a:cs typeface="Franklin Gothic Medium"/>
              </a:rPr>
              <a:t>equivalent</a:t>
            </a:r>
            <a:r>
              <a:rPr dirty="0" sz="3200" spc="-145">
                <a:latin typeface="Franklin Gothic Medium"/>
                <a:cs typeface="Franklin Gothic Medium"/>
              </a:rPr>
              <a:t> </a:t>
            </a:r>
            <a:r>
              <a:rPr dirty="0" sz="3200">
                <a:latin typeface="Franklin Gothic Medium"/>
                <a:cs typeface="Franklin Gothic Medium"/>
              </a:rPr>
              <a:t>to</a:t>
            </a:r>
            <a:r>
              <a:rPr dirty="0" sz="3200" spc="-150">
                <a:latin typeface="Franklin Gothic Medium"/>
                <a:cs typeface="Franklin Gothic Medium"/>
              </a:rPr>
              <a:t> </a:t>
            </a:r>
            <a:r>
              <a:rPr dirty="0" sz="3200" spc="-20">
                <a:latin typeface="Franklin Gothic Medium"/>
                <a:cs typeface="Franklin Gothic Medium"/>
              </a:rPr>
              <a:t>regular</a:t>
            </a:r>
            <a:r>
              <a:rPr dirty="0" sz="3200" spc="-160">
                <a:latin typeface="Franklin Gothic Medium"/>
                <a:cs typeface="Franklin Gothic Medium"/>
              </a:rPr>
              <a:t> </a:t>
            </a:r>
            <a:r>
              <a:rPr dirty="0" sz="3200" spc="-10">
                <a:latin typeface="Franklin Gothic Medium"/>
                <a:cs typeface="Franklin Gothic Medium"/>
              </a:rPr>
              <a:t>expressions</a:t>
            </a:r>
            <a:endParaRPr sz="32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857755" y="3557015"/>
            <a:ext cx="3249295" cy="125285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401955" rIns="0" bIns="0" rtlCol="0" vert="horz">
            <a:spAutoFit/>
          </a:bodyPr>
          <a:lstStyle/>
          <a:p>
            <a:pPr marL="192405">
              <a:lnSpc>
                <a:spcPct val="100000"/>
              </a:lnSpc>
              <a:spcBef>
                <a:spcPts val="3165"/>
              </a:spcBef>
            </a:pP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85076" y="3557015"/>
            <a:ext cx="3249295" cy="125285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401955" rIns="0" bIns="0" rtlCol="0" vert="horz">
            <a:spAutoFit/>
          </a:bodyPr>
          <a:lstStyle/>
          <a:p>
            <a:pPr marL="448309">
              <a:lnSpc>
                <a:spcPct val="100000"/>
              </a:lnSpc>
              <a:spcBef>
                <a:spcPts val="316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Finite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Automata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600446" y="3622294"/>
            <a:ext cx="991235" cy="497840"/>
            <a:chOff x="5600446" y="3622294"/>
            <a:chExt cx="991235" cy="497840"/>
          </a:xfrm>
        </p:grpSpPr>
        <p:sp>
          <p:nvSpPr>
            <p:cNvPr id="7" name="object 7" descr=""/>
            <p:cNvSpPr/>
            <p:nvPr/>
          </p:nvSpPr>
          <p:spPr>
            <a:xfrm>
              <a:off x="5606796" y="3628644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4" h="485139">
                  <a:moveTo>
                    <a:pt x="736092" y="0"/>
                  </a:moveTo>
                  <a:lnTo>
                    <a:pt x="736092" y="121157"/>
                  </a:lnTo>
                  <a:lnTo>
                    <a:pt x="0" y="121157"/>
                  </a:lnTo>
                  <a:lnTo>
                    <a:pt x="0" y="363473"/>
                  </a:lnTo>
                  <a:lnTo>
                    <a:pt x="736092" y="363473"/>
                  </a:lnTo>
                  <a:lnTo>
                    <a:pt x="736092" y="484631"/>
                  </a:lnTo>
                  <a:lnTo>
                    <a:pt x="978408" y="242315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606796" y="3628644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4" h="485139">
                  <a:moveTo>
                    <a:pt x="0" y="121157"/>
                  </a:moveTo>
                  <a:lnTo>
                    <a:pt x="736092" y="121157"/>
                  </a:lnTo>
                  <a:lnTo>
                    <a:pt x="736092" y="0"/>
                  </a:lnTo>
                  <a:lnTo>
                    <a:pt x="978408" y="242315"/>
                  </a:lnTo>
                  <a:lnTo>
                    <a:pt x="736092" y="484631"/>
                  </a:lnTo>
                  <a:lnTo>
                    <a:pt x="736092" y="363473"/>
                  </a:lnTo>
                  <a:lnTo>
                    <a:pt x="0" y="363473"/>
                  </a:lnTo>
                  <a:lnTo>
                    <a:pt x="0" y="121157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5591302" y="4177029"/>
            <a:ext cx="991235" cy="497840"/>
            <a:chOff x="5591302" y="4177029"/>
            <a:chExt cx="991235" cy="497840"/>
          </a:xfrm>
        </p:grpSpPr>
        <p:sp>
          <p:nvSpPr>
            <p:cNvPr id="10" name="object 10" descr=""/>
            <p:cNvSpPr/>
            <p:nvPr/>
          </p:nvSpPr>
          <p:spPr>
            <a:xfrm>
              <a:off x="5597652" y="4183379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4" h="485139">
                  <a:moveTo>
                    <a:pt x="242316" y="0"/>
                  </a:moveTo>
                  <a:lnTo>
                    <a:pt x="0" y="242316"/>
                  </a:lnTo>
                  <a:lnTo>
                    <a:pt x="242316" y="484632"/>
                  </a:lnTo>
                  <a:lnTo>
                    <a:pt x="242316" y="363474"/>
                  </a:lnTo>
                  <a:lnTo>
                    <a:pt x="978408" y="363474"/>
                  </a:lnTo>
                  <a:lnTo>
                    <a:pt x="978408" y="121158"/>
                  </a:lnTo>
                  <a:lnTo>
                    <a:pt x="242316" y="121158"/>
                  </a:lnTo>
                  <a:lnTo>
                    <a:pt x="2423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597652" y="4183379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4" h="485139">
                  <a:moveTo>
                    <a:pt x="978408" y="363474"/>
                  </a:moveTo>
                  <a:lnTo>
                    <a:pt x="242316" y="363474"/>
                  </a:lnTo>
                  <a:lnTo>
                    <a:pt x="242316" y="484632"/>
                  </a:lnTo>
                  <a:lnTo>
                    <a:pt x="0" y="242316"/>
                  </a:lnTo>
                  <a:lnTo>
                    <a:pt x="242316" y="0"/>
                  </a:lnTo>
                  <a:lnTo>
                    <a:pt x="242316" y="121158"/>
                  </a:lnTo>
                  <a:lnTo>
                    <a:pt x="978408" y="121158"/>
                  </a:lnTo>
                  <a:lnTo>
                    <a:pt x="978408" y="3634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593335" y="2811779"/>
            <a:ext cx="3249295" cy="58547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867410" marR="175895" indent="-68580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latin typeface="Franklin Gothic Medium"/>
                <a:cs typeface="Franklin Gothic Medium"/>
              </a:rPr>
              <a:t>Convert</a:t>
            </a:r>
            <a:r>
              <a:rPr dirty="0" sz="1800" spc="-105">
                <a:latin typeface="Franklin Gothic Medium"/>
                <a:cs typeface="Franklin Gothic Medium"/>
              </a:rPr>
              <a:t> </a:t>
            </a:r>
            <a:r>
              <a:rPr dirty="0" sz="1800" spc="-30">
                <a:latin typeface="Franklin Gothic Medium"/>
                <a:cs typeface="Franklin Gothic Medium"/>
              </a:rPr>
              <a:t>Regular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Expression</a:t>
            </a:r>
            <a:r>
              <a:rPr dirty="0" sz="1800" spc="-85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to </a:t>
            </a: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r>
              <a:rPr dirty="0" sz="1800" spc="-9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593335" y="5161788"/>
            <a:ext cx="3249295" cy="58547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702310" marR="340995" indent="-35560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latin typeface="Franklin Gothic Medium"/>
                <a:cs typeface="Franklin Gothic Medium"/>
              </a:rPr>
              <a:t>Convert</a:t>
            </a:r>
            <a:r>
              <a:rPr dirty="0" sz="1800" spc="-10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50">
                <a:latin typeface="Franklin Gothic Medium"/>
                <a:cs typeface="Franklin Gothic Medium"/>
              </a:rPr>
              <a:t>Automata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to </a:t>
            </a:r>
            <a:r>
              <a:rPr dirty="0" sz="1800" spc="-35">
                <a:latin typeface="Franklin Gothic Medium"/>
                <a:cs typeface="Franklin Gothic Medium"/>
              </a:rPr>
              <a:t>Regular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Expression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8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Regular</a:t>
            </a:r>
            <a:r>
              <a:rPr dirty="0" spc="-175"/>
              <a:t> </a:t>
            </a:r>
            <a:r>
              <a:rPr dirty="0"/>
              <a:t>Expressions</a:t>
            </a:r>
            <a:r>
              <a:rPr dirty="0" spc="-160"/>
              <a:t> </a:t>
            </a:r>
            <a:r>
              <a:rPr dirty="0" spc="-10"/>
              <a:t>Equivalence</a:t>
            </a:r>
            <a:r>
              <a:rPr dirty="0" spc="-170"/>
              <a:t> </a:t>
            </a:r>
            <a:r>
              <a:rPr dirty="0" spc="-20"/>
              <a:t>with</a:t>
            </a:r>
            <a:r>
              <a:rPr dirty="0" spc="-160"/>
              <a:t> </a:t>
            </a:r>
            <a:r>
              <a:rPr dirty="0" spc="-10"/>
              <a:t>Finite</a:t>
            </a:r>
            <a:r>
              <a:rPr dirty="0" spc="-175"/>
              <a:t> </a:t>
            </a:r>
            <a:r>
              <a:rPr dirty="0" spc="-50"/>
              <a:t>Automata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56360" y="1222247"/>
            <a:ext cx="9723120" cy="58547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29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dirty="0" sz="3200" spc="-10">
                <a:latin typeface="Franklin Gothic Medium"/>
                <a:cs typeface="Franklin Gothic Medium"/>
              </a:rPr>
              <a:t>Show</a:t>
            </a:r>
            <a:r>
              <a:rPr dirty="0" sz="3200" spc="-180">
                <a:latin typeface="Franklin Gothic Medium"/>
                <a:cs typeface="Franklin Gothic Medium"/>
              </a:rPr>
              <a:t> </a:t>
            </a:r>
            <a:r>
              <a:rPr dirty="0" sz="3200" spc="-25">
                <a:latin typeface="Franklin Gothic Medium"/>
                <a:cs typeface="Franklin Gothic Medium"/>
              </a:rPr>
              <a:t>finite</a:t>
            </a:r>
            <a:r>
              <a:rPr dirty="0" sz="3200" spc="-140">
                <a:latin typeface="Franklin Gothic Medium"/>
                <a:cs typeface="Franklin Gothic Medium"/>
              </a:rPr>
              <a:t> </a:t>
            </a:r>
            <a:r>
              <a:rPr dirty="0" sz="3200" spc="-55">
                <a:latin typeface="Franklin Gothic Medium"/>
                <a:cs typeface="Franklin Gothic Medium"/>
              </a:rPr>
              <a:t>automata</a:t>
            </a:r>
            <a:r>
              <a:rPr dirty="0" sz="3200" spc="-145">
                <a:latin typeface="Franklin Gothic Medium"/>
                <a:cs typeface="Franklin Gothic Medium"/>
              </a:rPr>
              <a:t> </a:t>
            </a:r>
            <a:r>
              <a:rPr dirty="0" sz="3200" spc="-25">
                <a:latin typeface="Franklin Gothic Medium"/>
                <a:cs typeface="Franklin Gothic Medium"/>
              </a:rPr>
              <a:t>equivalent</a:t>
            </a:r>
            <a:r>
              <a:rPr dirty="0" sz="3200" spc="-145">
                <a:latin typeface="Franklin Gothic Medium"/>
                <a:cs typeface="Franklin Gothic Medium"/>
              </a:rPr>
              <a:t> </a:t>
            </a:r>
            <a:r>
              <a:rPr dirty="0" sz="3200">
                <a:latin typeface="Franklin Gothic Medium"/>
                <a:cs typeface="Franklin Gothic Medium"/>
              </a:rPr>
              <a:t>to</a:t>
            </a:r>
            <a:r>
              <a:rPr dirty="0" sz="3200" spc="-150">
                <a:latin typeface="Franklin Gothic Medium"/>
                <a:cs typeface="Franklin Gothic Medium"/>
              </a:rPr>
              <a:t> </a:t>
            </a:r>
            <a:r>
              <a:rPr dirty="0" sz="3200" spc="-20">
                <a:latin typeface="Franklin Gothic Medium"/>
                <a:cs typeface="Franklin Gothic Medium"/>
              </a:rPr>
              <a:t>regular</a:t>
            </a:r>
            <a:r>
              <a:rPr dirty="0" sz="3200" spc="-160">
                <a:latin typeface="Franklin Gothic Medium"/>
                <a:cs typeface="Franklin Gothic Medium"/>
              </a:rPr>
              <a:t> </a:t>
            </a:r>
            <a:r>
              <a:rPr dirty="0" sz="3200" spc="-10">
                <a:latin typeface="Franklin Gothic Medium"/>
                <a:cs typeface="Franklin Gothic Medium"/>
              </a:rPr>
              <a:t>expressions</a:t>
            </a:r>
            <a:endParaRPr sz="32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857755" y="3557015"/>
            <a:ext cx="3249295" cy="125285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401955" rIns="0" bIns="0" rtlCol="0" vert="horz">
            <a:spAutoFit/>
          </a:bodyPr>
          <a:lstStyle/>
          <a:p>
            <a:pPr marL="192405">
              <a:lnSpc>
                <a:spcPct val="100000"/>
              </a:lnSpc>
              <a:spcBef>
                <a:spcPts val="3165"/>
              </a:spcBef>
            </a:pP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85076" y="3557015"/>
            <a:ext cx="3249295" cy="125285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401955" rIns="0" bIns="0" rtlCol="0" vert="horz">
            <a:spAutoFit/>
          </a:bodyPr>
          <a:lstStyle/>
          <a:p>
            <a:pPr marL="448309">
              <a:lnSpc>
                <a:spcPct val="100000"/>
              </a:lnSpc>
              <a:spcBef>
                <a:spcPts val="316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Finite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Automata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93335" y="2811779"/>
            <a:ext cx="3249295" cy="58547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867410" marR="175895" indent="-685800">
              <a:lnSpc>
                <a:spcPct val="100000"/>
              </a:lnSpc>
              <a:spcBef>
                <a:spcPts val="95"/>
              </a:spcBef>
            </a:pPr>
            <a:r>
              <a:rPr dirty="0" sz="1800">
                <a:latin typeface="Franklin Gothic Medium"/>
                <a:cs typeface="Franklin Gothic Medium"/>
              </a:rPr>
              <a:t>Convert</a:t>
            </a:r>
            <a:r>
              <a:rPr dirty="0" sz="1800" spc="-105">
                <a:latin typeface="Franklin Gothic Medium"/>
                <a:cs typeface="Franklin Gothic Medium"/>
              </a:rPr>
              <a:t> </a:t>
            </a:r>
            <a:r>
              <a:rPr dirty="0" sz="1800" spc="-30">
                <a:latin typeface="Franklin Gothic Medium"/>
                <a:cs typeface="Franklin Gothic Medium"/>
              </a:rPr>
              <a:t>Regular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Expression</a:t>
            </a:r>
            <a:r>
              <a:rPr dirty="0" sz="1800" spc="-85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to </a:t>
            </a: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r>
              <a:rPr dirty="0" sz="1800" spc="-9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600446" y="3910329"/>
            <a:ext cx="991235" cy="497840"/>
            <a:chOff x="5600446" y="3910329"/>
            <a:chExt cx="991235" cy="497840"/>
          </a:xfrm>
        </p:grpSpPr>
        <p:sp>
          <p:nvSpPr>
            <p:cNvPr id="8" name="object 8" descr=""/>
            <p:cNvSpPr/>
            <p:nvPr/>
          </p:nvSpPr>
          <p:spPr>
            <a:xfrm>
              <a:off x="5606796" y="3916679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4" h="485139">
                  <a:moveTo>
                    <a:pt x="736092" y="0"/>
                  </a:moveTo>
                  <a:lnTo>
                    <a:pt x="736092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736092" y="363474"/>
                  </a:lnTo>
                  <a:lnTo>
                    <a:pt x="736092" y="484632"/>
                  </a:lnTo>
                  <a:lnTo>
                    <a:pt x="978408" y="242316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606796" y="3916679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4" h="485139">
                  <a:moveTo>
                    <a:pt x="0" y="121158"/>
                  </a:moveTo>
                  <a:lnTo>
                    <a:pt x="736092" y="121158"/>
                  </a:lnTo>
                  <a:lnTo>
                    <a:pt x="736092" y="0"/>
                  </a:lnTo>
                  <a:lnTo>
                    <a:pt x="978408" y="242316"/>
                  </a:lnTo>
                  <a:lnTo>
                    <a:pt x="736092" y="484632"/>
                  </a:lnTo>
                  <a:lnTo>
                    <a:pt x="736092" y="363474"/>
                  </a:lnTo>
                  <a:lnTo>
                    <a:pt x="0" y="363474"/>
                  </a:lnTo>
                  <a:lnTo>
                    <a:pt x="0" y="12115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8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Regular</a:t>
            </a:r>
            <a:r>
              <a:rPr dirty="0" spc="-175"/>
              <a:t> </a:t>
            </a:r>
            <a:r>
              <a:rPr dirty="0"/>
              <a:t>Expressions</a:t>
            </a:r>
            <a:r>
              <a:rPr dirty="0" spc="-160"/>
              <a:t> </a:t>
            </a:r>
            <a:r>
              <a:rPr dirty="0" spc="-10"/>
              <a:t>Equivalence</a:t>
            </a:r>
            <a:r>
              <a:rPr dirty="0" spc="-170"/>
              <a:t> </a:t>
            </a:r>
            <a:r>
              <a:rPr dirty="0" spc="-20"/>
              <a:t>with</a:t>
            </a:r>
            <a:r>
              <a:rPr dirty="0" spc="-160"/>
              <a:t> </a:t>
            </a:r>
            <a:r>
              <a:rPr dirty="0" spc="-10"/>
              <a:t>Finite</a:t>
            </a:r>
            <a:r>
              <a:rPr dirty="0" spc="-175"/>
              <a:t> </a:t>
            </a:r>
            <a:r>
              <a:rPr dirty="0" spc="-50"/>
              <a:t>Automata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23216" y="1567300"/>
            <a:ext cx="469265" cy="328930"/>
          </a:xfrm>
          <a:custGeom>
            <a:avLst/>
            <a:gdLst/>
            <a:ahLst/>
            <a:cxnLst/>
            <a:rect l="l" t="t" r="r" b="b"/>
            <a:pathLst>
              <a:path w="469265" h="328930">
                <a:moveTo>
                  <a:pt x="364108" y="0"/>
                </a:moveTo>
                <a:lnTo>
                  <a:pt x="359422" y="13347"/>
                </a:lnTo>
                <a:lnTo>
                  <a:pt x="378463" y="21612"/>
                </a:lnTo>
                <a:lnTo>
                  <a:pt x="394838" y="33053"/>
                </a:lnTo>
                <a:lnTo>
                  <a:pt x="419595" y="65455"/>
                </a:lnTo>
                <a:lnTo>
                  <a:pt x="434157" y="109167"/>
                </a:lnTo>
                <a:lnTo>
                  <a:pt x="437747" y="134387"/>
                </a:lnTo>
                <a:lnTo>
                  <a:pt x="437799" y="134748"/>
                </a:lnTo>
                <a:lnTo>
                  <a:pt x="437794" y="191819"/>
                </a:lnTo>
                <a:lnTo>
                  <a:pt x="428040" y="241839"/>
                </a:lnTo>
                <a:lnTo>
                  <a:pt x="408469" y="280904"/>
                </a:lnTo>
                <a:lnTo>
                  <a:pt x="378688" y="307255"/>
                </a:lnTo>
                <a:lnTo>
                  <a:pt x="359943" y="315556"/>
                </a:lnTo>
                <a:lnTo>
                  <a:pt x="364108" y="328904"/>
                </a:lnTo>
                <a:lnTo>
                  <a:pt x="408973" y="307867"/>
                </a:lnTo>
                <a:lnTo>
                  <a:pt x="441959" y="271437"/>
                </a:lnTo>
                <a:lnTo>
                  <a:pt x="462248" y="222646"/>
                </a:lnTo>
                <a:lnTo>
                  <a:pt x="469010" y="164541"/>
                </a:lnTo>
                <a:lnTo>
                  <a:pt x="467333" y="134748"/>
                </a:lnTo>
                <a:lnTo>
                  <a:pt x="453741" y="80941"/>
                </a:lnTo>
                <a:lnTo>
                  <a:pt x="426838" y="37433"/>
                </a:lnTo>
                <a:lnTo>
                  <a:pt x="387957" y="8610"/>
                </a:lnTo>
                <a:lnTo>
                  <a:pt x="364108" y="0"/>
                </a:lnTo>
                <a:close/>
              </a:path>
              <a:path w="469265" h="328930">
                <a:moveTo>
                  <a:pt x="104901" y="0"/>
                </a:moveTo>
                <a:lnTo>
                  <a:pt x="60144" y="21088"/>
                </a:lnTo>
                <a:lnTo>
                  <a:pt x="27139" y="57645"/>
                </a:lnTo>
                <a:lnTo>
                  <a:pt x="6783" y="106521"/>
                </a:lnTo>
                <a:lnTo>
                  <a:pt x="97" y="162814"/>
                </a:lnTo>
                <a:lnTo>
                  <a:pt x="0" y="164541"/>
                </a:lnTo>
                <a:lnTo>
                  <a:pt x="6762" y="222646"/>
                </a:lnTo>
                <a:lnTo>
                  <a:pt x="27050" y="271437"/>
                </a:lnTo>
                <a:lnTo>
                  <a:pt x="60037" y="307867"/>
                </a:lnTo>
                <a:lnTo>
                  <a:pt x="104901" y="328904"/>
                </a:lnTo>
                <a:lnTo>
                  <a:pt x="109054" y="315556"/>
                </a:lnTo>
                <a:lnTo>
                  <a:pt x="90316" y="307255"/>
                </a:lnTo>
                <a:lnTo>
                  <a:pt x="74145" y="295705"/>
                </a:lnTo>
                <a:lnTo>
                  <a:pt x="49504" y="262851"/>
                </a:lnTo>
                <a:lnTo>
                  <a:pt x="34874" y="218162"/>
                </a:lnTo>
                <a:lnTo>
                  <a:pt x="30069" y="164541"/>
                </a:lnTo>
                <a:lnTo>
                  <a:pt x="29997" y="162814"/>
                </a:lnTo>
                <a:lnTo>
                  <a:pt x="31216" y="134748"/>
                </a:lnTo>
                <a:lnTo>
                  <a:pt x="40970" y="86070"/>
                </a:lnTo>
                <a:lnTo>
                  <a:pt x="60573" y="47668"/>
                </a:lnTo>
                <a:lnTo>
                  <a:pt x="90606" y="21612"/>
                </a:lnTo>
                <a:lnTo>
                  <a:pt x="109575" y="13347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69263" y="1465290"/>
            <a:ext cx="76098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06550" algn="l"/>
                <a:tab pos="737044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10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114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85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𝐿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5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301183" y="1465290"/>
            <a:ext cx="25012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then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7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69263" y="1951660"/>
            <a:ext cx="91313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90" i="1">
                <a:latin typeface="Franklin Gothic Medium"/>
                <a:cs typeface="Franklin Gothic Medium"/>
              </a:rPr>
              <a:t>Proof:</a:t>
            </a:r>
            <a:endParaRPr sz="295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19883" y="1970868"/>
            <a:ext cx="46577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7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equivalent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90">
                <a:latin typeface="Franklin Gothic Medium"/>
                <a:cs typeface="Franklin Gothic Medium"/>
              </a:rPr>
              <a:t>NFA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69263" y="2827020"/>
            <a:ext cx="2745105" cy="248602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2400" spc="-80">
                <a:latin typeface="Franklin Gothic Medium"/>
                <a:cs typeface="Franklin Gothic Medium"/>
              </a:rPr>
              <a:t>Atomic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Elements:</a:t>
            </a:r>
            <a:endParaRPr sz="2400">
              <a:latin typeface="Franklin Gothic Medium"/>
              <a:cs typeface="Franklin Gothic Medium"/>
            </a:endParaRPr>
          </a:p>
          <a:p>
            <a:pPr marL="298450">
              <a:lnSpc>
                <a:spcPct val="100000"/>
              </a:lnSpc>
              <a:spcBef>
                <a:spcPts val="755"/>
              </a:spcBef>
              <a:tabLst>
                <a:tab pos="1226185" algn="l"/>
                <a:tab pos="1722755" algn="l"/>
              </a:tabLst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25">
                <a:latin typeface="Franklin Gothic Medium"/>
                <a:cs typeface="Franklin Gothic Medium"/>
              </a:rPr>
              <a:t>for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𝑎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Σ</a:t>
            </a:r>
            <a:endParaRPr sz="2400">
              <a:latin typeface="Cambria Math"/>
              <a:cs typeface="Cambria Math"/>
            </a:endParaRPr>
          </a:p>
          <a:p>
            <a:pPr marL="298450">
              <a:lnSpc>
                <a:spcPct val="100000"/>
              </a:lnSpc>
              <a:spcBef>
                <a:spcPts val="1015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ε</a:t>
            </a:r>
            <a:endParaRPr sz="2400">
              <a:latin typeface="Cambria Math"/>
              <a:cs typeface="Cambria Math"/>
            </a:endParaRPr>
          </a:p>
          <a:p>
            <a:pPr marL="314960">
              <a:lnSpc>
                <a:spcPct val="100000"/>
              </a:lnSpc>
              <a:spcBef>
                <a:spcPts val="105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400" spc="-35">
                <a:latin typeface="Franklin Gothic Medium"/>
                <a:cs typeface="Franklin Gothic Medium"/>
              </a:rPr>
              <a:t>Composite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Elements: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28512" y="5392879"/>
            <a:ext cx="1659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8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22416" y="5864368"/>
            <a:ext cx="1586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8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∘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28106" y="6476909"/>
            <a:ext cx="15430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50"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22418" y="6326034"/>
            <a:ext cx="98551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9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28571" sz="2625" spc="-37">
                <a:latin typeface="Cambria Math"/>
                <a:cs typeface="Cambria Math"/>
              </a:rPr>
              <a:t>∗</a:t>
            </a:r>
            <a:endParaRPr baseline="28571" sz="2625">
              <a:latin typeface="Cambria Math"/>
              <a:cs typeface="Cambria Math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994784" y="3461384"/>
            <a:ext cx="1108710" cy="273685"/>
            <a:chOff x="3994784" y="3461384"/>
            <a:chExt cx="1108710" cy="273685"/>
          </a:xfrm>
        </p:grpSpPr>
        <p:sp>
          <p:nvSpPr>
            <p:cNvPr id="14" name="object 14" descr=""/>
            <p:cNvSpPr/>
            <p:nvPr/>
          </p:nvSpPr>
          <p:spPr>
            <a:xfrm>
              <a:off x="4862321" y="3470909"/>
              <a:ext cx="231775" cy="254635"/>
            </a:xfrm>
            <a:custGeom>
              <a:avLst/>
              <a:gdLst/>
              <a:ahLst/>
              <a:cxnLst/>
              <a:rect l="l" t="t" r="r" b="b"/>
              <a:pathLst>
                <a:path w="231775" h="254635">
                  <a:moveTo>
                    <a:pt x="0" y="127253"/>
                  </a:moveTo>
                  <a:lnTo>
                    <a:pt x="9101" y="77720"/>
                  </a:lnTo>
                  <a:lnTo>
                    <a:pt x="33923" y="37271"/>
                  </a:lnTo>
                  <a:lnTo>
                    <a:pt x="70739" y="10000"/>
                  </a:lnTo>
                  <a:lnTo>
                    <a:pt x="115823" y="0"/>
                  </a:lnTo>
                  <a:lnTo>
                    <a:pt x="160908" y="10000"/>
                  </a:lnTo>
                  <a:lnTo>
                    <a:pt x="197724" y="37271"/>
                  </a:lnTo>
                  <a:lnTo>
                    <a:pt x="222546" y="77720"/>
                  </a:lnTo>
                  <a:lnTo>
                    <a:pt x="231647" y="127253"/>
                  </a:lnTo>
                  <a:lnTo>
                    <a:pt x="222546" y="176787"/>
                  </a:lnTo>
                  <a:lnTo>
                    <a:pt x="197724" y="217236"/>
                  </a:lnTo>
                  <a:lnTo>
                    <a:pt x="160908" y="244507"/>
                  </a:lnTo>
                  <a:lnTo>
                    <a:pt x="115823" y="254507"/>
                  </a:lnTo>
                  <a:lnTo>
                    <a:pt x="70739" y="244507"/>
                  </a:lnTo>
                  <a:lnTo>
                    <a:pt x="33923" y="217236"/>
                  </a:lnTo>
                  <a:lnTo>
                    <a:pt x="9101" y="176787"/>
                  </a:lnTo>
                  <a:lnTo>
                    <a:pt x="0" y="12725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2232" y="3526916"/>
              <a:ext cx="131825" cy="14554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004309" y="3470909"/>
              <a:ext cx="231775" cy="254635"/>
            </a:xfrm>
            <a:custGeom>
              <a:avLst/>
              <a:gdLst/>
              <a:ahLst/>
              <a:cxnLst/>
              <a:rect l="l" t="t" r="r" b="b"/>
              <a:pathLst>
                <a:path w="231775" h="254635">
                  <a:moveTo>
                    <a:pt x="0" y="127253"/>
                  </a:moveTo>
                  <a:lnTo>
                    <a:pt x="9101" y="77720"/>
                  </a:lnTo>
                  <a:lnTo>
                    <a:pt x="33923" y="37271"/>
                  </a:lnTo>
                  <a:lnTo>
                    <a:pt x="70739" y="10000"/>
                  </a:lnTo>
                  <a:lnTo>
                    <a:pt x="115823" y="0"/>
                  </a:lnTo>
                  <a:lnTo>
                    <a:pt x="160908" y="10000"/>
                  </a:lnTo>
                  <a:lnTo>
                    <a:pt x="197724" y="37271"/>
                  </a:lnTo>
                  <a:lnTo>
                    <a:pt x="222546" y="77720"/>
                  </a:lnTo>
                  <a:lnTo>
                    <a:pt x="231647" y="127253"/>
                  </a:lnTo>
                  <a:lnTo>
                    <a:pt x="222546" y="176787"/>
                  </a:lnTo>
                  <a:lnTo>
                    <a:pt x="197724" y="217236"/>
                  </a:lnTo>
                  <a:lnTo>
                    <a:pt x="160908" y="244507"/>
                  </a:lnTo>
                  <a:lnTo>
                    <a:pt x="115823" y="254507"/>
                  </a:lnTo>
                  <a:lnTo>
                    <a:pt x="70739" y="244507"/>
                  </a:lnTo>
                  <a:lnTo>
                    <a:pt x="33923" y="217236"/>
                  </a:lnTo>
                  <a:lnTo>
                    <a:pt x="9101" y="176787"/>
                  </a:lnTo>
                  <a:lnTo>
                    <a:pt x="0" y="12725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235195" y="3598163"/>
              <a:ext cx="563245" cy="0"/>
            </a:xfrm>
            <a:custGeom>
              <a:avLst/>
              <a:gdLst/>
              <a:ahLst/>
              <a:cxnLst/>
              <a:rect l="l" t="t" r="r" b="b"/>
              <a:pathLst>
                <a:path w="563245" h="0">
                  <a:moveTo>
                    <a:pt x="0" y="0"/>
                  </a:moveTo>
                  <a:lnTo>
                    <a:pt x="56296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785458" y="356006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3561715" y="2891654"/>
            <a:ext cx="2044064" cy="601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50"/>
              </a:lnSpc>
              <a:spcBef>
                <a:spcPts val="10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Equivalent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5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is:</a:t>
            </a:r>
            <a:endParaRPr sz="2400">
              <a:latin typeface="Franklin Gothic Medium"/>
              <a:cs typeface="Franklin Gothic Medium"/>
            </a:endParaRPr>
          </a:p>
          <a:p>
            <a:pPr algn="ctr" marR="156845">
              <a:lnSpc>
                <a:spcPts val="1789"/>
              </a:lnSpc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641597" y="3556060"/>
            <a:ext cx="363220" cy="85725"/>
            <a:chOff x="3641597" y="3556060"/>
            <a:chExt cx="363220" cy="85725"/>
          </a:xfrm>
        </p:grpSpPr>
        <p:sp>
          <p:nvSpPr>
            <p:cNvPr id="21" name="object 21" descr=""/>
            <p:cNvSpPr/>
            <p:nvPr/>
          </p:nvSpPr>
          <p:spPr>
            <a:xfrm>
              <a:off x="3641597" y="3598925"/>
              <a:ext cx="292100" cy="0"/>
            </a:xfrm>
            <a:custGeom>
              <a:avLst/>
              <a:gdLst/>
              <a:ahLst/>
              <a:cxnLst/>
              <a:rect l="l" t="t" r="r" b="b"/>
              <a:pathLst>
                <a:path w="292100" h="0">
                  <a:moveTo>
                    <a:pt x="0" y="0"/>
                  </a:moveTo>
                  <a:lnTo>
                    <a:pt x="291528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918841" y="3556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3641597" y="3959733"/>
            <a:ext cx="603885" cy="306070"/>
            <a:chOff x="3641597" y="3959733"/>
            <a:chExt cx="603885" cy="306070"/>
          </a:xfrm>
        </p:grpSpPr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2884" y="4026789"/>
              <a:ext cx="145541" cy="162305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3975353" y="3969258"/>
              <a:ext cx="260985" cy="287020"/>
            </a:xfrm>
            <a:custGeom>
              <a:avLst/>
              <a:gdLst/>
              <a:ahLst/>
              <a:cxnLst/>
              <a:rect l="l" t="t" r="r" b="b"/>
              <a:pathLst>
                <a:path w="260985" h="287020">
                  <a:moveTo>
                    <a:pt x="0" y="143256"/>
                  </a:moveTo>
                  <a:lnTo>
                    <a:pt x="6643" y="97974"/>
                  </a:lnTo>
                  <a:lnTo>
                    <a:pt x="25142" y="58649"/>
                  </a:lnTo>
                  <a:lnTo>
                    <a:pt x="53349" y="27639"/>
                  </a:lnTo>
                  <a:lnTo>
                    <a:pt x="89118" y="7303"/>
                  </a:lnTo>
                  <a:lnTo>
                    <a:pt x="130302" y="0"/>
                  </a:lnTo>
                  <a:lnTo>
                    <a:pt x="171485" y="7303"/>
                  </a:lnTo>
                  <a:lnTo>
                    <a:pt x="207254" y="27639"/>
                  </a:lnTo>
                  <a:lnTo>
                    <a:pt x="235461" y="58649"/>
                  </a:lnTo>
                  <a:lnTo>
                    <a:pt x="253960" y="97974"/>
                  </a:lnTo>
                  <a:lnTo>
                    <a:pt x="260604" y="143256"/>
                  </a:lnTo>
                  <a:lnTo>
                    <a:pt x="253960" y="188537"/>
                  </a:lnTo>
                  <a:lnTo>
                    <a:pt x="235461" y="227862"/>
                  </a:lnTo>
                  <a:lnTo>
                    <a:pt x="207254" y="258872"/>
                  </a:lnTo>
                  <a:lnTo>
                    <a:pt x="171485" y="279208"/>
                  </a:lnTo>
                  <a:lnTo>
                    <a:pt x="130302" y="286512"/>
                  </a:lnTo>
                  <a:lnTo>
                    <a:pt x="89118" y="279208"/>
                  </a:lnTo>
                  <a:lnTo>
                    <a:pt x="53349" y="258872"/>
                  </a:lnTo>
                  <a:lnTo>
                    <a:pt x="25142" y="227862"/>
                  </a:lnTo>
                  <a:lnTo>
                    <a:pt x="6643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641597" y="4112515"/>
              <a:ext cx="262890" cy="0"/>
            </a:xfrm>
            <a:custGeom>
              <a:avLst/>
              <a:gdLst/>
              <a:ahLst/>
              <a:cxnLst/>
              <a:rect l="l" t="t" r="r" b="b"/>
              <a:pathLst>
                <a:path w="262889" h="0">
                  <a:moveTo>
                    <a:pt x="0" y="0"/>
                  </a:moveTo>
                  <a:lnTo>
                    <a:pt x="262547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889858" y="406965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3641597" y="4439792"/>
            <a:ext cx="603885" cy="283210"/>
            <a:chOff x="3641597" y="4439792"/>
            <a:chExt cx="603885" cy="283210"/>
          </a:xfrm>
        </p:grpSpPr>
        <p:sp>
          <p:nvSpPr>
            <p:cNvPr id="29" name="object 29" descr=""/>
            <p:cNvSpPr/>
            <p:nvPr/>
          </p:nvSpPr>
          <p:spPr>
            <a:xfrm>
              <a:off x="3996689" y="4449317"/>
              <a:ext cx="239395" cy="264160"/>
            </a:xfrm>
            <a:custGeom>
              <a:avLst/>
              <a:gdLst/>
              <a:ahLst/>
              <a:cxnLst/>
              <a:rect l="l" t="t" r="r" b="b"/>
              <a:pathLst>
                <a:path w="239395" h="264160">
                  <a:moveTo>
                    <a:pt x="0" y="131825"/>
                  </a:moveTo>
                  <a:lnTo>
                    <a:pt x="9400" y="80511"/>
                  </a:lnTo>
                  <a:lnTo>
                    <a:pt x="35037" y="38609"/>
                  </a:lnTo>
                  <a:lnTo>
                    <a:pt x="73064" y="10359"/>
                  </a:lnTo>
                  <a:lnTo>
                    <a:pt x="119634" y="0"/>
                  </a:lnTo>
                  <a:lnTo>
                    <a:pt x="166203" y="10359"/>
                  </a:lnTo>
                  <a:lnTo>
                    <a:pt x="204230" y="38609"/>
                  </a:lnTo>
                  <a:lnTo>
                    <a:pt x="229867" y="80511"/>
                  </a:lnTo>
                  <a:lnTo>
                    <a:pt x="239268" y="131825"/>
                  </a:lnTo>
                  <a:lnTo>
                    <a:pt x="229867" y="183140"/>
                  </a:lnTo>
                  <a:lnTo>
                    <a:pt x="204230" y="225042"/>
                  </a:lnTo>
                  <a:lnTo>
                    <a:pt x="166203" y="253292"/>
                  </a:lnTo>
                  <a:lnTo>
                    <a:pt x="119634" y="263651"/>
                  </a:lnTo>
                  <a:lnTo>
                    <a:pt x="73064" y="253292"/>
                  </a:lnTo>
                  <a:lnTo>
                    <a:pt x="35037" y="225042"/>
                  </a:lnTo>
                  <a:lnTo>
                    <a:pt x="9400" y="183140"/>
                  </a:lnTo>
                  <a:lnTo>
                    <a:pt x="0" y="131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641597" y="4594097"/>
              <a:ext cx="283210" cy="0"/>
            </a:xfrm>
            <a:custGeom>
              <a:avLst/>
              <a:gdLst/>
              <a:ahLst/>
              <a:cxnLst/>
              <a:rect l="l" t="t" r="r" b="b"/>
              <a:pathLst>
                <a:path w="283210" h="0">
                  <a:moveTo>
                    <a:pt x="0" y="0"/>
                  </a:moveTo>
                  <a:lnTo>
                    <a:pt x="2828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910163" y="455123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5928359" y="2575560"/>
            <a:ext cx="1367155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8484155" y="2703380"/>
            <a:ext cx="1030605" cy="282575"/>
          </a:xfrm>
          <a:custGeom>
            <a:avLst/>
            <a:gdLst/>
            <a:ahLst/>
            <a:cxnLst/>
            <a:rect l="l" t="t" r="r" b="b"/>
            <a:pathLst>
              <a:path w="1030604" h="282575">
                <a:moveTo>
                  <a:pt x="939952" y="0"/>
                </a:moveTo>
                <a:lnTo>
                  <a:pt x="935939" y="11455"/>
                </a:lnTo>
                <a:lnTo>
                  <a:pt x="952281" y="18551"/>
                </a:lnTo>
                <a:lnTo>
                  <a:pt x="966335" y="28371"/>
                </a:lnTo>
                <a:lnTo>
                  <a:pt x="994868" y="73880"/>
                </a:lnTo>
                <a:lnTo>
                  <a:pt x="1003155" y="115357"/>
                </a:lnTo>
                <a:lnTo>
                  <a:pt x="1003198" y="115661"/>
                </a:lnTo>
                <a:lnTo>
                  <a:pt x="1003194" y="164649"/>
                </a:lnTo>
                <a:lnTo>
                  <a:pt x="994826" y="207587"/>
                </a:lnTo>
                <a:lnTo>
                  <a:pt x="966347" y="253828"/>
                </a:lnTo>
                <a:lnTo>
                  <a:pt x="936383" y="270865"/>
                </a:lnTo>
                <a:lnTo>
                  <a:pt x="939952" y="282321"/>
                </a:lnTo>
                <a:lnTo>
                  <a:pt x="978461" y="264263"/>
                </a:lnTo>
                <a:lnTo>
                  <a:pt x="1006779" y="232994"/>
                </a:lnTo>
                <a:lnTo>
                  <a:pt x="1024188" y="191111"/>
                </a:lnTo>
                <a:lnTo>
                  <a:pt x="1029995" y="141236"/>
                </a:lnTo>
                <a:lnTo>
                  <a:pt x="1028557" y="115661"/>
                </a:lnTo>
                <a:lnTo>
                  <a:pt x="1016895" y="69479"/>
                </a:lnTo>
                <a:lnTo>
                  <a:pt x="993794" y="32129"/>
                </a:lnTo>
                <a:lnTo>
                  <a:pt x="960419" y="7391"/>
                </a:lnTo>
                <a:lnTo>
                  <a:pt x="939952" y="0"/>
                </a:lnTo>
                <a:close/>
              </a:path>
              <a:path w="1030604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7279309" y="2613129"/>
            <a:ext cx="47390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30429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Convert</a:t>
            </a:r>
            <a:r>
              <a:rPr dirty="0" sz="2400">
                <a:latin typeface="Franklin Gothic Medium"/>
                <a:cs typeface="Franklin Gothic Medium"/>
              </a:rPr>
              <a:t>	a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ab</a:t>
            </a:r>
            <a:r>
              <a:rPr dirty="0" sz="2400" spc="305">
                <a:latin typeface="Franklin Gothic Medium"/>
                <a:cs typeface="Franklin Gothic Medium"/>
              </a:rPr>
              <a:t> </a:t>
            </a:r>
            <a:r>
              <a:rPr dirty="0" baseline="28571" sz="262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8571" sz="2625" spc="38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equivalent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NFA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7386066" y="3209925"/>
            <a:ext cx="1570355" cy="292100"/>
            <a:chOff x="7386066" y="3209925"/>
            <a:chExt cx="1570355" cy="292100"/>
          </a:xfrm>
        </p:grpSpPr>
        <p:sp>
          <p:nvSpPr>
            <p:cNvPr id="36" name="object 36" descr=""/>
            <p:cNvSpPr/>
            <p:nvPr/>
          </p:nvSpPr>
          <p:spPr>
            <a:xfrm>
              <a:off x="8698230" y="321945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8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6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52713" y="3278505"/>
              <a:ext cx="139446" cy="156209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7776210" y="321945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8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6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8023860" y="3355847"/>
              <a:ext cx="610235" cy="0"/>
            </a:xfrm>
            <a:custGeom>
              <a:avLst/>
              <a:gdLst/>
              <a:ahLst/>
              <a:cxnLst/>
              <a:rect l="l" t="t" r="r" b="b"/>
              <a:pathLst>
                <a:path w="610234" h="0">
                  <a:moveTo>
                    <a:pt x="0" y="0"/>
                  </a:moveTo>
                  <a:lnTo>
                    <a:pt x="61001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621184" y="331774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386066" y="3356610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879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7690575" y="3313743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8218398" y="301269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6962257" y="2953575"/>
            <a:ext cx="202565" cy="1103630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  <a:p>
            <a:pPr marL="24765">
              <a:lnSpc>
                <a:spcPct val="100000"/>
              </a:lnSpc>
              <a:spcBef>
                <a:spcPts val="1365"/>
              </a:spcBef>
            </a:pPr>
            <a:r>
              <a:rPr dirty="0" sz="2400" spc="-50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2221124" y="5103733"/>
            <a:ext cx="864235" cy="17024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0" spc="-50">
                <a:latin typeface="Courier New"/>
                <a:cs typeface="Courier New"/>
              </a:rPr>
              <a:t>}</a:t>
            </a:r>
            <a:endParaRPr sz="11000">
              <a:latin typeface="Courier New"/>
              <a:cs typeface="Courier New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2959143" y="5991325"/>
            <a:ext cx="27857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Franklin Gothic Medium"/>
                <a:cs typeface="Franklin Gothic Medium"/>
              </a:rPr>
              <a:t>Use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closure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constructions</a:t>
            </a:r>
            <a:endParaRPr sz="2000">
              <a:latin typeface="Franklin Gothic Medium"/>
              <a:cs typeface="Franklin Gothic Medium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7386066" y="3801236"/>
            <a:ext cx="1570355" cy="293370"/>
            <a:chOff x="7386066" y="3801236"/>
            <a:chExt cx="1570355" cy="293370"/>
          </a:xfrm>
        </p:grpSpPr>
        <p:sp>
          <p:nvSpPr>
            <p:cNvPr id="48" name="object 48" descr=""/>
            <p:cNvSpPr/>
            <p:nvPr/>
          </p:nvSpPr>
          <p:spPr>
            <a:xfrm>
              <a:off x="8698230" y="3810761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60"/>
                  </a:moveTo>
                  <a:lnTo>
                    <a:pt x="9761" y="83769"/>
                  </a:lnTo>
                  <a:lnTo>
                    <a:pt x="36380" y="40171"/>
                  </a:lnTo>
                  <a:lnTo>
                    <a:pt x="75861" y="10778"/>
                  </a:lnTo>
                  <a:lnTo>
                    <a:pt x="124205" y="0"/>
                  </a:lnTo>
                  <a:lnTo>
                    <a:pt x="172550" y="10778"/>
                  </a:lnTo>
                  <a:lnTo>
                    <a:pt x="212031" y="40171"/>
                  </a:lnTo>
                  <a:lnTo>
                    <a:pt x="238650" y="83769"/>
                  </a:lnTo>
                  <a:lnTo>
                    <a:pt x="248411" y="137160"/>
                  </a:lnTo>
                  <a:lnTo>
                    <a:pt x="238650" y="190550"/>
                  </a:lnTo>
                  <a:lnTo>
                    <a:pt x="212031" y="234148"/>
                  </a:lnTo>
                  <a:lnTo>
                    <a:pt x="172550" y="263541"/>
                  </a:lnTo>
                  <a:lnTo>
                    <a:pt x="124205" y="274320"/>
                  </a:lnTo>
                  <a:lnTo>
                    <a:pt x="75861" y="263541"/>
                  </a:lnTo>
                  <a:lnTo>
                    <a:pt x="36380" y="234148"/>
                  </a:lnTo>
                  <a:lnTo>
                    <a:pt x="9761" y="190550"/>
                  </a:lnTo>
                  <a:lnTo>
                    <a:pt x="0" y="1371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52713" y="3871340"/>
              <a:ext cx="139446" cy="156210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7776210" y="3810761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60"/>
                  </a:moveTo>
                  <a:lnTo>
                    <a:pt x="9761" y="83769"/>
                  </a:lnTo>
                  <a:lnTo>
                    <a:pt x="36380" y="40171"/>
                  </a:lnTo>
                  <a:lnTo>
                    <a:pt x="75861" y="10778"/>
                  </a:lnTo>
                  <a:lnTo>
                    <a:pt x="124205" y="0"/>
                  </a:lnTo>
                  <a:lnTo>
                    <a:pt x="172550" y="10778"/>
                  </a:lnTo>
                  <a:lnTo>
                    <a:pt x="212031" y="40171"/>
                  </a:lnTo>
                  <a:lnTo>
                    <a:pt x="238650" y="83769"/>
                  </a:lnTo>
                  <a:lnTo>
                    <a:pt x="248411" y="137160"/>
                  </a:lnTo>
                  <a:lnTo>
                    <a:pt x="238650" y="190550"/>
                  </a:lnTo>
                  <a:lnTo>
                    <a:pt x="212031" y="234148"/>
                  </a:lnTo>
                  <a:lnTo>
                    <a:pt x="172550" y="263541"/>
                  </a:lnTo>
                  <a:lnTo>
                    <a:pt x="124205" y="274320"/>
                  </a:lnTo>
                  <a:lnTo>
                    <a:pt x="75861" y="263541"/>
                  </a:lnTo>
                  <a:lnTo>
                    <a:pt x="36380" y="234148"/>
                  </a:lnTo>
                  <a:lnTo>
                    <a:pt x="9761" y="190550"/>
                  </a:lnTo>
                  <a:lnTo>
                    <a:pt x="0" y="1371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8023860" y="3947159"/>
              <a:ext cx="610235" cy="0"/>
            </a:xfrm>
            <a:custGeom>
              <a:avLst/>
              <a:gdLst/>
              <a:ahLst/>
              <a:cxnLst/>
              <a:rect l="l" t="t" r="r" b="b"/>
              <a:pathLst>
                <a:path w="610234" h="0">
                  <a:moveTo>
                    <a:pt x="0" y="0"/>
                  </a:moveTo>
                  <a:lnTo>
                    <a:pt x="61001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8621185" y="390905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386066" y="3947921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879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7690576" y="3905056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8251391" y="3635275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263525" marR="256540" indent="1536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 Expression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325120" marR="315595" indent="19812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 </a:t>
            </a:r>
            <a:r>
              <a:rPr dirty="0" sz="1800" spc="-6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59" name="object 59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355092" y="0"/>
                  </a:moveTo>
                  <a:lnTo>
                    <a:pt x="355092" y="58674"/>
                  </a:lnTo>
                  <a:lnTo>
                    <a:pt x="0" y="58674"/>
                  </a:lnTo>
                  <a:lnTo>
                    <a:pt x="0" y="176022"/>
                  </a:lnTo>
                  <a:lnTo>
                    <a:pt x="355092" y="176022"/>
                  </a:lnTo>
                  <a:lnTo>
                    <a:pt x="355092" y="234696"/>
                  </a:lnTo>
                  <a:lnTo>
                    <a:pt x="472440" y="117348"/>
                  </a:lnTo>
                  <a:lnTo>
                    <a:pt x="355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0" y="58674"/>
                  </a:moveTo>
                  <a:lnTo>
                    <a:pt x="355092" y="58674"/>
                  </a:lnTo>
                  <a:lnTo>
                    <a:pt x="355092" y="0"/>
                  </a:lnTo>
                  <a:lnTo>
                    <a:pt x="472440" y="117348"/>
                  </a:lnTo>
                  <a:lnTo>
                    <a:pt x="355092" y="234696"/>
                  </a:lnTo>
                  <a:lnTo>
                    <a:pt x="355092" y="176022"/>
                  </a:lnTo>
                  <a:lnTo>
                    <a:pt x="0" y="176022"/>
                  </a:lnTo>
                  <a:lnTo>
                    <a:pt x="0" y="58674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9182100" y="3189732"/>
            <a:ext cx="731520" cy="3079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00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315"/>
              </a:spcBef>
            </a:pPr>
            <a:r>
              <a:rPr dirty="0" sz="1400" spc="-10">
                <a:latin typeface="Franklin Gothic Medium"/>
                <a:cs typeface="Franklin Gothic Medium"/>
              </a:rPr>
              <a:t>atomic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9182100" y="3742944"/>
            <a:ext cx="731520" cy="3079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00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315"/>
              </a:spcBef>
            </a:pPr>
            <a:r>
              <a:rPr dirty="0" sz="1400" spc="-10">
                <a:latin typeface="Franklin Gothic Medium"/>
                <a:cs typeface="Franklin Gothic Medium"/>
              </a:rPr>
              <a:t>atomic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361169" y="4468935"/>
            <a:ext cx="390525" cy="85725"/>
            <a:chOff x="9361169" y="4468935"/>
            <a:chExt cx="390525" cy="85725"/>
          </a:xfrm>
        </p:grpSpPr>
        <p:sp>
          <p:nvSpPr>
            <p:cNvPr id="4" name="object 4" descr=""/>
            <p:cNvSpPr/>
            <p:nvPr/>
          </p:nvSpPr>
          <p:spPr>
            <a:xfrm>
              <a:off x="9361169" y="4511802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879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665678" y="446893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8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Regular</a:t>
            </a:r>
            <a:r>
              <a:rPr dirty="0" spc="-175"/>
              <a:t> </a:t>
            </a:r>
            <a:r>
              <a:rPr dirty="0"/>
              <a:t>Expressions</a:t>
            </a:r>
            <a:r>
              <a:rPr dirty="0" spc="-160"/>
              <a:t> </a:t>
            </a:r>
            <a:r>
              <a:rPr dirty="0" spc="-10"/>
              <a:t>Equivalence</a:t>
            </a:r>
            <a:r>
              <a:rPr dirty="0" spc="-170"/>
              <a:t> </a:t>
            </a:r>
            <a:r>
              <a:rPr dirty="0" spc="-20"/>
              <a:t>with</a:t>
            </a:r>
            <a:r>
              <a:rPr dirty="0" spc="-160"/>
              <a:t> </a:t>
            </a:r>
            <a:r>
              <a:rPr dirty="0" spc="-10"/>
              <a:t>Finite</a:t>
            </a:r>
            <a:r>
              <a:rPr dirty="0" spc="-175"/>
              <a:t> </a:t>
            </a:r>
            <a:r>
              <a:rPr dirty="0" spc="-50"/>
              <a:t>Automata</a:t>
            </a:r>
          </a:p>
        </p:txBody>
      </p:sp>
      <p:sp>
        <p:nvSpPr>
          <p:cNvPr id="10" name="object 10" descr=""/>
          <p:cNvSpPr/>
          <p:nvPr/>
        </p:nvSpPr>
        <p:spPr>
          <a:xfrm>
            <a:off x="7723216" y="1567300"/>
            <a:ext cx="469265" cy="328930"/>
          </a:xfrm>
          <a:custGeom>
            <a:avLst/>
            <a:gdLst/>
            <a:ahLst/>
            <a:cxnLst/>
            <a:rect l="l" t="t" r="r" b="b"/>
            <a:pathLst>
              <a:path w="469265" h="328930">
                <a:moveTo>
                  <a:pt x="364108" y="0"/>
                </a:moveTo>
                <a:lnTo>
                  <a:pt x="359422" y="13347"/>
                </a:lnTo>
                <a:lnTo>
                  <a:pt x="378463" y="21612"/>
                </a:lnTo>
                <a:lnTo>
                  <a:pt x="394838" y="33053"/>
                </a:lnTo>
                <a:lnTo>
                  <a:pt x="419595" y="65455"/>
                </a:lnTo>
                <a:lnTo>
                  <a:pt x="434157" y="109167"/>
                </a:lnTo>
                <a:lnTo>
                  <a:pt x="437747" y="134387"/>
                </a:lnTo>
                <a:lnTo>
                  <a:pt x="437799" y="134748"/>
                </a:lnTo>
                <a:lnTo>
                  <a:pt x="437794" y="191819"/>
                </a:lnTo>
                <a:lnTo>
                  <a:pt x="428040" y="241839"/>
                </a:lnTo>
                <a:lnTo>
                  <a:pt x="408469" y="280904"/>
                </a:lnTo>
                <a:lnTo>
                  <a:pt x="378688" y="307255"/>
                </a:lnTo>
                <a:lnTo>
                  <a:pt x="359943" y="315556"/>
                </a:lnTo>
                <a:lnTo>
                  <a:pt x="364108" y="328904"/>
                </a:lnTo>
                <a:lnTo>
                  <a:pt x="408973" y="307867"/>
                </a:lnTo>
                <a:lnTo>
                  <a:pt x="441959" y="271437"/>
                </a:lnTo>
                <a:lnTo>
                  <a:pt x="462248" y="222646"/>
                </a:lnTo>
                <a:lnTo>
                  <a:pt x="469010" y="164541"/>
                </a:lnTo>
                <a:lnTo>
                  <a:pt x="467333" y="134748"/>
                </a:lnTo>
                <a:lnTo>
                  <a:pt x="453741" y="80941"/>
                </a:lnTo>
                <a:lnTo>
                  <a:pt x="426838" y="37433"/>
                </a:lnTo>
                <a:lnTo>
                  <a:pt x="387957" y="8610"/>
                </a:lnTo>
                <a:lnTo>
                  <a:pt x="364108" y="0"/>
                </a:lnTo>
                <a:close/>
              </a:path>
              <a:path w="469265" h="328930">
                <a:moveTo>
                  <a:pt x="104901" y="0"/>
                </a:moveTo>
                <a:lnTo>
                  <a:pt x="60144" y="21088"/>
                </a:lnTo>
                <a:lnTo>
                  <a:pt x="27139" y="57645"/>
                </a:lnTo>
                <a:lnTo>
                  <a:pt x="6783" y="106521"/>
                </a:lnTo>
                <a:lnTo>
                  <a:pt x="97" y="162814"/>
                </a:lnTo>
                <a:lnTo>
                  <a:pt x="0" y="164541"/>
                </a:lnTo>
                <a:lnTo>
                  <a:pt x="6762" y="222646"/>
                </a:lnTo>
                <a:lnTo>
                  <a:pt x="27050" y="271437"/>
                </a:lnTo>
                <a:lnTo>
                  <a:pt x="60037" y="307867"/>
                </a:lnTo>
                <a:lnTo>
                  <a:pt x="104901" y="328904"/>
                </a:lnTo>
                <a:lnTo>
                  <a:pt x="109054" y="315556"/>
                </a:lnTo>
                <a:lnTo>
                  <a:pt x="90316" y="307255"/>
                </a:lnTo>
                <a:lnTo>
                  <a:pt x="74145" y="295705"/>
                </a:lnTo>
                <a:lnTo>
                  <a:pt x="49504" y="262851"/>
                </a:lnTo>
                <a:lnTo>
                  <a:pt x="34874" y="218162"/>
                </a:lnTo>
                <a:lnTo>
                  <a:pt x="30069" y="164541"/>
                </a:lnTo>
                <a:lnTo>
                  <a:pt x="29997" y="162814"/>
                </a:lnTo>
                <a:lnTo>
                  <a:pt x="31216" y="134748"/>
                </a:lnTo>
                <a:lnTo>
                  <a:pt x="40970" y="86070"/>
                </a:lnTo>
                <a:lnTo>
                  <a:pt x="60573" y="47668"/>
                </a:lnTo>
                <a:lnTo>
                  <a:pt x="90606" y="21612"/>
                </a:lnTo>
                <a:lnTo>
                  <a:pt x="109575" y="13347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469263" y="1465290"/>
            <a:ext cx="76098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06550" algn="l"/>
                <a:tab pos="737044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10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114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85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𝐿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5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301183" y="1465290"/>
            <a:ext cx="25012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then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7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69263" y="1951660"/>
            <a:ext cx="91313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80" i="1">
                <a:latin typeface="Franklin Gothic Medium"/>
                <a:cs typeface="Franklin Gothic Medium"/>
              </a:rPr>
              <a:t>Proof</a:t>
            </a:r>
            <a:r>
              <a:rPr dirty="0" sz="2800" spc="-80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19883" y="1970868"/>
            <a:ext cx="46577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7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equivalent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90">
                <a:latin typeface="Franklin Gothic Medium"/>
                <a:cs typeface="Franklin Gothic Medium"/>
              </a:rPr>
              <a:t>NFA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69263" y="2827020"/>
            <a:ext cx="2745105" cy="248602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2400" spc="-80">
                <a:latin typeface="Franklin Gothic Medium"/>
                <a:cs typeface="Franklin Gothic Medium"/>
              </a:rPr>
              <a:t>Atomic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Elements:</a:t>
            </a:r>
            <a:endParaRPr sz="2400">
              <a:latin typeface="Franklin Gothic Medium"/>
              <a:cs typeface="Franklin Gothic Medium"/>
            </a:endParaRPr>
          </a:p>
          <a:p>
            <a:pPr marL="298450">
              <a:lnSpc>
                <a:spcPct val="100000"/>
              </a:lnSpc>
              <a:spcBef>
                <a:spcPts val="755"/>
              </a:spcBef>
              <a:tabLst>
                <a:tab pos="1226185" algn="l"/>
                <a:tab pos="1722755" algn="l"/>
              </a:tabLst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25">
                <a:latin typeface="Franklin Gothic Medium"/>
                <a:cs typeface="Franklin Gothic Medium"/>
              </a:rPr>
              <a:t>for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𝑎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Σ</a:t>
            </a:r>
            <a:endParaRPr sz="2400">
              <a:latin typeface="Cambria Math"/>
              <a:cs typeface="Cambria Math"/>
            </a:endParaRPr>
          </a:p>
          <a:p>
            <a:pPr marL="298450">
              <a:lnSpc>
                <a:spcPct val="100000"/>
              </a:lnSpc>
              <a:spcBef>
                <a:spcPts val="1015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ε</a:t>
            </a:r>
            <a:endParaRPr sz="2400">
              <a:latin typeface="Cambria Math"/>
              <a:cs typeface="Cambria Math"/>
            </a:endParaRPr>
          </a:p>
          <a:p>
            <a:pPr marL="314960">
              <a:lnSpc>
                <a:spcPct val="100000"/>
              </a:lnSpc>
              <a:spcBef>
                <a:spcPts val="105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400" spc="-35">
                <a:latin typeface="Franklin Gothic Medium"/>
                <a:cs typeface="Franklin Gothic Medium"/>
              </a:rPr>
              <a:t>Composite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Elements: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28512" y="5392879"/>
            <a:ext cx="1659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8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22416" y="5864368"/>
            <a:ext cx="1586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8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∘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428106" y="6476909"/>
            <a:ext cx="15430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50"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22418" y="6326034"/>
            <a:ext cx="98551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9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28571" sz="2625" spc="-37">
                <a:latin typeface="Cambria Math"/>
                <a:cs typeface="Cambria Math"/>
              </a:rPr>
              <a:t>∗</a:t>
            </a:r>
            <a:endParaRPr baseline="28571" sz="2625">
              <a:latin typeface="Cambria Math"/>
              <a:cs typeface="Cambria Math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994784" y="3461384"/>
            <a:ext cx="1108710" cy="273685"/>
            <a:chOff x="3994784" y="3461384"/>
            <a:chExt cx="1108710" cy="273685"/>
          </a:xfrm>
        </p:grpSpPr>
        <p:sp>
          <p:nvSpPr>
            <p:cNvPr id="21" name="object 21" descr=""/>
            <p:cNvSpPr/>
            <p:nvPr/>
          </p:nvSpPr>
          <p:spPr>
            <a:xfrm>
              <a:off x="4862321" y="3470909"/>
              <a:ext cx="231775" cy="254635"/>
            </a:xfrm>
            <a:custGeom>
              <a:avLst/>
              <a:gdLst/>
              <a:ahLst/>
              <a:cxnLst/>
              <a:rect l="l" t="t" r="r" b="b"/>
              <a:pathLst>
                <a:path w="231775" h="254635">
                  <a:moveTo>
                    <a:pt x="0" y="127253"/>
                  </a:moveTo>
                  <a:lnTo>
                    <a:pt x="9101" y="77720"/>
                  </a:lnTo>
                  <a:lnTo>
                    <a:pt x="33923" y="37271"/>
                  </a:lnTo>
                  <a:lnTo>
                    <a:pt x="70739" y="10000"/>
                  </a:lnTo>
                  <a:lnTo>
                    <a:pt x="115823" y="0"/>
                  </a:lnTo>
                  <a:lnTo>
                    <a:pt x="160908" y="10000"/>
                  </a:lnTo>
                  <a:lnTo>
                    <a:pt x="197724" y="37271"/>
                  </a:lnTo>
                  <a:lnTo>
                    <a:pt x="222546" y="77720"/>
                  </a:lnTo>
                  <a:lnTo>
                    <a:pt x="231647" y="127253"/>
                  </a:lnTo>
                  <a:lnTo>
                    <a:pt x="222546" y="176787"/>
                  </a:lnTo>
                  <a:lnTo>
                    <a:pt x="197724" y="217236"/>
                  </a:lnTo>
                  <a:lnTo>
                    <a:pt x="160908" y="244507"/>
                  </a:lnTo>
                  <a:lnTo>
                    <a:pt x="115823" y="254507"/>
                  </a:lnTo>
                  <a:lnTo>
                    <a:pt x="70739" y="244507"/>
                  </a:lnTo>
                  <a:lnTo>
                    <a:pt x="33923" y="217236"/>
                  </a:lnTo>
                  <a:lnTo>
                    <a:pt x="9101" y="176787"/>
                  </a:lnTo>
                  <a:lnTo>
                    <a:pt x="0" y="12725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2232" y="3526916"/>
              <a:ext cx="131825" cy="145542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4004309" y="3470909"/>
              <a:ext cx="231775" cy="254635"/>
            </a:xfrm>
            <a:custGeom>
              <a:avLst/>
              <a:gdLst/>
              <a:ahLst/>
              <a:cxnLst/>
              <a:rect l="l" t="t" r="r" b="b"/>
              <a:pathLst>
                <a:path w="231775" h="254635">
                  <a:moveTo>
                    <a:pt x="0" y="127253"/>
                  </a:moveTo>
                  <a:lnTo>
                    <a:pt x="9101" y="77720"/>
                  </a:lnTo>
                  <a:lnTo>
                    <a:pt x="33923" y="37271"/>
                  </a:lnTo>
                  <a:lnTo>
                    <a:pt x="70739" y="10000"/>
                  </a:lnTo>
                  <a:lnTo>
                    <a:pt x="115823" y="0"/>
                  </a:lnTo>
                  <a:lnTo>
                    <a:pt x="160908" y="10000"/>
                  </a:lnTo>
                  <a:lnTo>
                    <a:pt x="197724" y="37271"/>
                  </a:lnTo>
                  <a:lnTo>
                    <a:pt x="222546" y="77720"/>
                  </a:lnTo>
                  <a:lnTo>
                    <a:pt x="231647" y="127253"/>
                  </a:lnTo>
                  <a:lnTo>
                    <a:pt x="222546" y="176787"/>
                  </a:lnTo>
                  <a:lnTo>
                    <a:pt x="197724" y="217236"/>
                  </a:lnTo>
                  <a:lnTo>
                    <a:pt x="160908" y="244507"/>
                  </a:lnTo>
                  <a:lnTo>
                    <a:pt x="115823" y="254507"/>
                  </a:lnTo>
                  <a:lnTo>
                    <a:pt x="70739" y="244507"/>
                  </a:lnTo>
                  <a:lnTo>
                    <a:pt x="33923" y="217236"/>
                  </a:lnTo>
                  <a:lnTo>
                    <a:pt x="9101" y="176787"/>
                  </a:lnTo>
                  <a:lnTo>
                    <a:pt x="0" y="12725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235195" y="3598163"/>
              <a:ext cx="563245" cy="0"/>
            </a:xfrm>
            <a:custGeom>
              <a:avLst/>
              <a:gdLst/>
              <a:ahLst/>
              <a:cxnLst/>
              <a:rect l="l" t="t" r="r" b="b"/>
              <a:pathLst>
                <a:path w="563245" h="0">
                  <a:moveTo>
                    <a:pt x="0" y="0"/>
                  </a:moveTo>
                  <a:lnTo>
                    <a:pt x="56296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785458" y="356006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3561715" y="2891654"/>
            <a:ext cx="2044064" cy="601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50"/>
              </a:lnSpc>
              <a:spcBef>
                <a:spcPts val="10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Equivalent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5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is:</a:t>
            </a:r>
            <a:endParaRPr sz="2400">
              <a:latin typeface="Franklin Gothic Medium"/>
              <a:cs typeface="Franklin Gothic Medium"/>
            </a:endParaRPr>
          </a:p>
          <a:p>
            <a:pPr algn="ctr" marR="156845">
              <a:lnSpc>
                <a:spcPts val="1789"/>
              </a:lnSpc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3641597" y="3556060"/>
            <a:ext cx="363220" cy="85725"/>
            <a:chOff x="3641597" y="3556060"/>
            <a:chExt cx="363220" cy="85725"/>
          </a:xfrm>
        </p:grpSpPr>
        <p:sp>
          <p:nvSpPr>
            <p:cNvPr id="28" name="object 28" descr=""/>
            <p:cNvSpPr/>
            <p:nvPr/>
          </p:nvSpPr>
          <p:spPr>
            <a:xfrm>
              <a:off x="3641597" y="3598925"/>
              <a:ext cx="292100" cy="0"/>
            </a:xfrm>
            <a:custGeom>
              <a:avLst/>
              <a:gdLst/>
              <a:ahLst/>
              <a:cxnLst/>
              <a:rect l="l" t="t" r="r" b="b"/>
              <a:pathLst>
                <a:path w="292100" h="0">
                  <a:moveTo>
                    <a:pt x="0" y="0"/>
                  </a:moveTo>
                  <a:lnTo>
                    <a:pt x="291528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918841" y="3556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3641597" y="3959733"/>
            <a:ext cx="603885" cy="306070"/>
            <a:chOff x="3641597" y="3959733"/>
            <a:chExt cx="603885" cy="306070"/>
          </a:xfrm>
        </p:grpSpPr>
        <p:pic>
          <p:nvPicPr>
            <p:cNvPr id="31" name="object 3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2884" y="4026789"/>
              <a:ext cx="145541" cy="162305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3975353" y="3969258"/>
              <a:ext cx="260985" cy="287020"/>
            </a:xfrm>
            <a:custGeom>
              <a:avLst/>
              <a:gdLst/>
              <a:ahLst/>
              <a:cxnLst/>
              <a:rect l="l" t="t" r="r" b="b"/>
              <a:pathLst>
                <a:path w="260985" h="287020">
                  <a:moveTo>
                    <a:pt x="0" y="143256"/>
                  </a:moveTo>
                  <a:lnTo>
                    <a:pt x="6643" y="97974"/>
                  </a:lnTo>
                  <a:lnTo>
                    <a:pt x="25142" y="58649"/>
                  </a:lnTo>
                  <a:lnTo>
                    <a:pt x="53349" y="27639"/>
                  </a:lnTo>
                  <a:lnTo>
                    <a:pt x="89118" y="7303"/>
                  </a:lnTo>
                  <a:lnTo>
                    <a:pt x="130302" y="0"/>
                  </a:lnTo>
                  <a:lnTo>
                    <a:pt x="171485" y="7303"/>
                  </a:lnTo>
                  <a:lnTo>
                    <a:pt x="207254" y="27639"/>
                  </a:lnTo>
                  <a:lnTo>
                    <a:pt x="235461" y="58649"/>
                  </a:lnTo>
                  <a:lnTo>
                    <a:pt x="253960" y="97974"/>
                  </a:lnTo>
                  <a:lnTo>
                    <a:pt x="260604" y="143256"/>
                  </a:lnTo>
                  <a:lnTo>
                    <a:pt x="253960" y="188537"/>
                  </a:lnTo>
                  <a:lnTo>
                    <a:pt x="235461" y="227862"/>
                  </a:lnTo>
                  <a:lnTo>
                    <a:pt x="207254" y="258872"/>
                  </a:lnTo>
                  <a:lnTo>
                    <a:pt x="171485" y="279208"/>
                  </a:lnTo>
                  <a:lnTo>
                    <a:pt x="130302" y="286512"/>
                  </a:lnTo>
                  <a:lnTo>
                    <a:pt x="89118" y="279208"/>
                  </a:lnTo>
                  <a:lnTo>
                    <a:pt x="53349" y="258872"/>
                  </a:lnTo>
                  <a:lnTo>
                    <a:pt x="25142" y="227862"/>
                  </a:lnTo>
                  <a:lnTo>
                    <a:pt x="6643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641597" y="4112515"/>
              <a:ext cx="262890" cy="0"/>
            </a:xfrm>
            <a:custGeom>
              <a:avLst/>
              <a:gdLst/>
              <a:ahLst/>
              <a:cxnLst/>
              <a:rect l="l" t="t" r="r" b="b"/>
              <a:pathLst>
                <a:path w="262889" h="0">
                  <a:moveTo>
                    <a:pt x="0" y="0"/>
                  </a:moveTo>
                  <a:lnTo>
                    <a:pt x="262547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889858" y="406965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3641597" y="4439792"/>
            <a:ext cx="603885" cy="283210"/>
            <a:chOff x="3641597" y="4439792"/>
            <a:chExt cx="603885" cy="283210"/>
          </a:xfrm>
        </p:grpSpPr>
        <p:sp>
          <p:nvSpPr>
            <p:cNvPr id="36" name="object 36" descr=""/>
            <p:cNvSpPr/>
            <p:nvPr/>
          </p:nvSpPr>
          <p:spPr>
            <a:xfrm>
              <a:off x="3996689" y="4449317"/>
              <a:ext cx="239395" cy="264160"/>
            </a:xfrm>
            <a:custGeom>
              <a:avLst/>
              <a:gdLst/>
              <a:ahLst/>
              <a:cxnLst/>
              <a:rect l="l" t="t" r="r" b="b"/>
              <a:pathLst>
                <a:path w="239395" h="264160">
                  <a:moveTo>
                    <a:pt x="0" y="131825"/>
                  </a:moveTo>
                  <a:lnTo>
                    <a:pt x="9400" y="80511"/>
                  </a:lnTo>
                  <a:lnTo>
                    <a:pt x="35037" y="38609"/>
                  </a:lnTo>
                  <a:lnTo>
                    <a:pt x="73064" y="10359"/>
                  </a:lnTo>
                  <a:lnTo>
                    <a:pt x="119634" y="0"/>
                  </a:lnTo>
                  <a:lnTo>
                    <a:pt x="166203" y="10359"/>
                  </a:lnTo>
                  <a:lnTo>
                    <a:pt x="204230" y="38609"/>
                  </a:lnTo>
                  <a:lnTo>
                    <a:pt x="229867" y="80511"/>
                  </a:lnTo>
                  <a:lnTo>
                    <a:pt x="239268" y="131825"/>
                  </a:lnTo>
                  <a:lnTo>
                    <a:pt x="229867" y="183140"/>
                  </a:lnTo>
                  <a:lnTo>
                    <a:pt x="204230" y="225042"/>
                  </a:lnTo>
                  <a:lnTo>
                    <a:pt x="166203" y="253292"/>
                  </a:lnTo>
                  <a:lnTo>
                    <a:pt x="119634" y="263651"/>
                  </a:lnTo>
                  <a:lnTo>
                    <a:pt x="73064" y="253292"/>
                  </a:lnTo>
                  <a:lnTo>
                    <a:pt x="35037" y="225042"/>
                  </a:lnTo>
                  <a:lnTo>
                    <a:pt x="9400" y="183140"/>
                  </a:lnTo>
                  <a:lnTo>
                    <a:pt x="0" y="131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641597" y="4594097"/>
              <a:ext cx="283210" cy="0"/>
            </a:xfrm>
            <a:custGeom>
              <a:avLst/>
              <a:gdLst/>
              <a:ahLst/>
              <a:cxnLst/>
              <a:rect l="l" t="t" r="r" b="b"/>
              <a:pathLst>
                <a:path w="283210" h="0">
                  <a:moveTo>
                    <a:pt x="0" y="0"/>
                  </a:moveTo>
                  <a:lnTo>
                    <a:pt x="2828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910163" y="455123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5928359" y="2575560"/>
            <a:ext cx="1367155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8484155" y="2703380"/>
            <a:ext cx="1030605" cy="282575"/>
          </a:xfrm>
          <a:custGeom>
            <a:avLst/>
            <a:gdLst/>
            <a:ahLst/>
            <a:cxnLst/>
            <a:rect l="l" t="t" r="r" b="b"/>
            <a:pathLst>
              <a:path w="1030604" h="282575">
                <a:moveTo>
                  <a:pt x="939952" y="0"/>
                </a:moveTo>
                <a:lnTo>
                  <a:pt x="935939" y="11455"/>
                </a:lnTo>
                <a:lnTo>
                  <a:pt x="952281" y="18551"/>
                </a:lnTo>
                <a:lnTo>
                  <a:pt x="966335" y="28371"/>
                </a:lnTo>
                <a:lnTo>
                  <a:pt x="994868" y="73880"/>
                </a:lnTo>
                <a:lnTo>
                  <a:pt x="1003155" y="115357"/>
                </a:lnTo>
                <a:lnTo>
                  <a:pt x="1003198" y="115661"/>
                </a:lnTo>
                <a:lnTo>
                  <a:pt x="1003194" y="164649"/>
                </a:lnTo>
                <a:lnTo>
                  <a:pt x="994826" y="207587"/>
                </a:lnTo>
                <a:lnTo>
                  <a:pt x="966347" y="253828"/>
                </a:lnTo>
                <a:lnTo>
                  <a:pt x="936383" y="270865"/>
                </a:lnTo>
                <a:lnTo>
                  <a:pt x="939952" y="282321"/>
                </a:lnTo>
                <a:lnTo>
                  <a:pt x="978461" y="264263"/>
                </a:lnTo>
                <a:lnTo>
                  <a:pt x="1006779" y="232994"/>
                </a:lnTo>
                <a:lnTo>
                  <a:pt x="1024188" y="191111"/>
                </a:lnTo>
                <a:lnTo>
                  <a:pt x="1029995" y="141236"/>
                </a:lnTo>
                <a:lnTo>
                  <a:pt x="1028557" y="115661"/>
                </a:lnTo>
                <a:lnTo>
                  <a:pt x="1016895" y="69479"/>
                </a:lnTo>
                <a:lnTo>
                  <a:pt x="993794" y="32129"/>
                </a:lnTo>
                <a:lnTo>
                  <a:pt x="960419" y="7391"/>
                </a:lnTo>
                <a:lnTo>
                  <a:pt x="939952" y="0"/>
                </a:lnTo>
                <a:close/>
              </a:path>
              <a:path w="1030604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8545752" y="2613129"/>
            <a:ext cx="347217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ab</a:t>
            </a:r>
            <a:r>
              <a:rPr dirty="0" sz="2400" spc="305">
                <a:latin typeface="Franklin Gothic Medium"/>
                <a:cs typeface="Franklin Gothic Medium"/>
              </a:rPr>
              <a:t> </a:t>
            </a:r>
            <a:r>
              <a:rPr dirty="0" baseline="28571" sz="262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8571" sz="2625" spc="38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equivalent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NFA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7386066" y="3209925"/>
            <a:ext cx="1570355" cy="292100"/>
            <a:chOff x="7386066" y="3209925"/>
            <a:chExt cx="1570355" cy="292100"/>
          </a:xfrm>
        </p:grpSpPr>
        <p:sp>
          <p:nvSpPr>
            <p:cNvPr id="43" name="object 43" descr=""/>
            <p:cNvSpPr/>
            <p:nvPr/>
          </p:nvSpPr>
          <p:spPr>
            <a:xfrm>
              <a:off x="8698230" y="321945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8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6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52713" y="3278505"/>
              <a:ext cx="139446" cy="156209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7776210" y="321945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8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6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8023860" y="3355847"/>
              <a:ext cx="610235" cy="0"/>
            </a:xfrm>
            <a:custGeom>
              <a:avLst/>
              <a:gdLst/>
              <a:ahLst/>
              <a:cxnLst/>
              <a:rect l="l" t="t" r="r" b="b"/>
              <a:pathLst>
                <a:path w="610234" h="0">
                  <a:moveTo>
                    <a:pt x="0" y="0"/>
                  </a:moveTo>
                  <a:lnTo>
                    <a:pt x="61001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8621184" y="331774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386066" y="3356610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879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690575" y="3313743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7304709" y="2568057"/>
            <a:ext cx="1066800" cy="74485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Convert</a:t>
            </a:r>
            <a:endParaRPr sz="2400">
              <a:latin typeface="Franklin Gothic Medium"/>
              <a:cs typeface="Franklin Gothic Medium"/>
            </a:endParaRPr>
          </a:p>
          <a:p>
            <a:pPr algn="r" marR="5080">
              <a:lnSpc>
                <a:spcPct val="100000"/>
              </a:lnSpc>
              <a:spcBef>
                <a:spcPts val="265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6962257" y="2953575"/>
            <a:ext cx="202565" cy="1103630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  <a:p>
            <a:pPr marL="24765">
              <a:lnSpc>
                <a:spcPct val="100000"/>
              </a:lnSpc>
              <a:spcBef>
                <a:spcPts val="1365"/>
              </a:spcBef>
            </a:pPr>
            <a:r>
              <a:rPr dirty="0" sz="2400" spc="-50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7439406" y="4355972"/>
            <a:ext cx="3474085" cy="292100"/>
            <a:chOff x="7439406" y="4355972"/>
            <a:chExt cx="3474085" cy="292100"/>
          </a:xfrm>
        </p:grpSpPr>
        <p:sp>
          <p:nvSpPr>
            <p:cNvPr id="53" name="object 53" descr=""/>
            <p:cNvSpPr/>
            <p:nvPr/>
          </p:nvSpPr>
          <p:spPr>
            <a:xfrm>
              <a:off x="10655046" y="436549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09529" y="4424552"/>
              <a:ext cx="139446" cy="156210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9733026" y="436549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9980676" y="4500371"/>
              <a:ext cx="610235" cy="0"/>
            </a:xfrm>
            <a:custGeom>
              <a:avLst/>
              <a:gdLst/>
              <a:ahLst/>
              <a:cxnLst/>
              <a:rect l="l" t="t" r="r" b="b"/>
              <a:pathLst>
                <a:path w="610234" h="0">
                  <a:moveTo>
                    <a:pt x="0" y="0"/>
                  </a:moveTo>
                  <a:lnTo>
                    <a:pt x="61001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0578001" y="446226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9018270" y="4510321"/>
              <a:ext cx="661035" cy="635"/>
            </a:xfrm>
            <a:custGeom>
              <a:avLst/>
              <a:gdLst/>
              <a:ahLst/>
              <a:cxnLst/>
              <a:rect l="l" t="t" r="r" b="b"/>
              <a:pathLst>
                <a:path w="661034" h="635">
                  <a:moveTo>
                    <a:pt x="0" y="393"/>
                  </a:moveTo>
                  <a:lnTo>
                    <a:pt x="660590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9664544" y="4467469"/>
              <a:ext cx="86360" cy="85725"/>
            </a:xfrm>
            <a:custGeom>
              <a:avLst/>
              <a:gdLst/>
              <a:ahLst/>
              <a:cxnLst/>
              <a:rect l="l" t="t" r="r" b="b"/>
              <a:pathLst>
                <a:path w="86359" h="85725">
                  <a:moveTo>
                    <a:pt x="0" y="0"/>
                  </a:moveTo>
                  <a:lnTo>
                    <a:pt x="50" y="85725"/>
                  </a:lnTo>
                  <a:lnTo>
                    <a:pt x="85750" y="428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8753094" y="436549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829550" y="4365497"/>
              <a:ext cx="250190" cy="273050"/>
            </a:xfrm>
            <a:custGeom>
              <a:avLst/>
              <a:gdLst/>
              <a:ahLst/>
              <a:cxnLst/>
              <a:rect l="l" t="t" r="r" b="b"/>
              <a:pathLst>
                <a:path w="250190" h="273050">
                  <a:moveTo>
                    <a:pt x="0" y="136397"/>
                  </a:moveTo>
                  <a:lnTo>
                    <a:pt x="9821" y="83303"/>
                  </a:lnTo>
                  <a:lnTo>
                    <a:pt x="36604" y="39947"/>
                  </a:lnTo>
                  <a:lnTo>
                    <a:pt x="76327" y="10718"/>
                  </a:lnTo>
                  <a:lnTo>
                    <a:pt x="124968" y="0"/>
                  </a:lnTo>
                  <a:lnTo>
                    <a:pt x="173608" y="10718"/>
                  </a:lnTo>
                  <a:lnTo>
                    <a:pt x="213331" y="39947"/>
                  </a:lnTo>
                  <a:lnTo>
                    <a:pt x="240114" y="83303"/>
                  </a:lnTo>
                  <a:lnTo>
                    <a:pt x="249936" y="136397"/>
                  </a:lnTo>
                  <a:lnTo>
                    <a:pt x="240114" y="189492"/>
                  </a:lnTo>
                  <a:lnTo>
                    <a:pt x="213331" y="232848"/>
                  </a:lnTo>
                  <a:lnTo>
                    <a:pt x="173608" y="262077"/>
                  </a:lnTo>
                  <a:lnTo>
                    <a:pt x="124968" y="272795"/>
                  </a:lnTo>
                  <a:lnTo>
                    <a:pt x="76327" y="262077"/>
                  </a:lnTo>
                  <a:lnTo>
                    <a:pt x="36604" y="232848"/>
                  </a:lnTo>
                  <a:lnTo>
                    <a:pt x="982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8078724" y="4501895"/>
              <a:ext cx="610235" cy="0"/>
            </a:xfrm>
            <a:custGeom>
              <a:avLst/>
              <a:gdLst/>
              <a:ahLst/>
              <a:cxnLst/>
              <a:rect l="l" t="t" r="r" b="b"/>
              <a:pathLst>
                <a:path w="610234" h="0">
                  <a:moveTo>
                    <a:pt x="0" y="0"/>
                  </a:moveTo>
                  <a:lnTo>
                    <a:pt x="61001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8676049" y="446379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439406" y="4502657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879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7743915" y="445979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9266726" y="4130428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6924963" y="4241481"/>
            <a:ext cx="3594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𝑎𝑏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2221124" y="5103733"/>
            <a:ext cx="864235" cy="17024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0" spc="-50">
                <a:latin typeface="Courier New"/>
                <a:cs typeface="Courier New"/>
              </a:rPr>
              <a:t>}</a:t>
            </a:r>
            <a:endParaRPr sz="11000">
              <a:latin typeface="Courier New"/>
              <a:cs typeface="Courier New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2959143" y="5991325"/>
            <a:ext cx="27857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Franklin Gothic Medium"/>
                <a:cs typeface="Franklin Gothic Medium"/>
              </a:rPr>
              <a:t>Use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closure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constructions</a:t>
            </a:r>
            <a:endParaRPr sz="2000">
              <a:latin typeface="Franklin Gothic Medium"/>
              <a:cs typeface="Franklin Gothic Medium"/>
            </a:endParaRPr>
          </a:p>
        </p:txBody>
      </p:sp>
      <p:grpSp>
        <p:nvGrpSpPr>
          <p:cNvPr id="70" name="object 70" descr=""/>
          <p:cNvGrpSpPr/>
          <p:nvPr/>
        </p:nvGrpSpPr>
        <p:grpSpPr>
          <a:xfrm>
            <a:off x="7386066" y="3801236"/>
            <a:ext cx="1570355" cy="293370"/>
            <a:chOff x="7386066" y="3801236"/>
            <a:chExt cx="1570355" cy="293370"/>
          </a:xfrm>
        </p:grpSpPr>
        <p:sp>
          <p:nvSpPr>
            <p:cNvPr id="71" name="object 71" descr=""/>
            <p:cNvSpPr/>
            <p:nvPr/>
          </p:nvSpPr>
          <p:spPr>
            <a:xfrm>
              <a:off x="8698230" y="3810761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60"/>
                  </a:moveTo>
                  <a:lnTo>
                    <a:pt x="9761" y="83769"/>
                  </a:lnTo>
                  <a:lnTo>
                    <a:pt x="36380" y="40171"/>
                  </a:lnTo>
                  <a:lnTo>
                    <a:pt x="75861" y="10778"/>
                  </a:lnTo>
                  <a:lnTo>
                    <a:pt x="124205" y="0"/>
                  </a:lnTo>
                  <a:lnTo>
                    <a:pt x="172550" y="10778"/>
                  </a:lnTo>
                  <a:lnTo>
                    <a:pt x="212031" y="40171"/>
                  </a:lnTo>
                  <a:lnTo>
                    <a:pt x="238650" y="83769"/>
                  </a:lnTo>
                  <a:lnTo>
                    <a:pt x="248411" y="137160"/>
                  </a:lnTo>
                  <a:lnTo>
                    <a:pt x="238650" y="190550"/>
                  </a:lnTo>
                  <a:lnTo>
                    <a:pt x="212031" y="234148"/>
                  </a:lnTo>
                  <a:lnTo>
                    <a:pt x="172550" y="263541"/>
                  </a:lnTo>
                  <a:lnTo>
                    <a:pt x="124205" y="274320"/>
                  </a:lnTo>
                  <a:lnTo>
                    <a:pt x="75861" y="263541"/>
                  </a:lnTo>
                  <a:lnTo>
                    <a:pt x="36380" y="234148"/>
                  </a:lnTo>
                  <a:lnTo>
                    <a:pt x="9761" y="190550"/>
                  </a:lnTo>
                  <a:lnTo>
                    <a:pt x="0" y="1371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52713" y="3871340"/>
              <a:ext cx="139446" cy="156210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7776210" y="3810761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60"/>
                  </a:moveTo>
                  <a:lnTo>
                    <a:pt x="9761" y="83769"/>
                  </a:lnTo>
                  <a:lnTo>
                    <a:pt x="36380" y="40171"/>
                  </a:lnTo>
                  <a:lnTo>
                    <a:pt x="75861" y="10778"/>
                  </a:lnTo>
                  <a:lnTo>
                    <a:pt x="124205" y="0"/>
                  </a:lnTo>
                  <a:lnTo>
                    <a:pt x="172550" y="10778"/>
                  </a:lnTo>
                  <a:lnTo>
                    <a:pt x="212031" y="40171"/>
                  </a:lnTo>
                  <a:lnTo>
                    <a:pt x="238650" y="83769"/>
                  </a:lnTo>
                  <a:lnTo>
                    <a:pt x="248411" y="137160"/>
                  </a:lnTo>
                  <a:lnTo>
                    <a:pt x="238650" y="190550"/>
                  </a:lnTo>
                  <a:lnTo>
                    <a:pt x="212031" y="234148"/>
                  </a:lnTo>
                  <a:lnTo>
                    <a:pt x="172550" y="263541"/>
                  </a:lnTo>
                  <a:lnTo>
                    <a:pt x="124205" y="274320"/>
                  </a:lnTo>
                  <a:lnTo>
                    <a:pt x="75861" y="263541"/>
                  </a:lnTo>
                  <a:lnTo>
                    <a:pt x="36380" y="234148"/>
                  </a:lnTo>
                  <a:lnTo>
                    <a:pt x="9761" y="190550"/>
                  </a:lnTo>
                  <a:lnTo>
                    <a:pt x="0" y="1371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8023860" y="3947159"/>
              <a:ext cx="610235" cy="0"/>
            </a:xfrm>
            <a:custGeom>
              <a:avLst/>
              <a:gdLst/>
              <a:ahLst/>
              <a:cxnLst/>
              <a:rect l="l" t="t" r="r" b="b"/>
              <a:pathLst>
                <a:path w="610234" h="0">
                  <a:moveTo>
                    <a:pt x="0" y="0"/>
                  </a:moveTo>
                  <a:lnTo>
                    <a:pt x="61001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8621185" y="390905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7386066" y="3947921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879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7690576" y="3905056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 descr=""/>
          <p:cNvSpPr txBox="1"/>
          <p:nvPr/>
        </p:nvSpPr>
        <p:spPr>
          <a:xfrm>
            <a:off x="8251391" y="3635275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8289376" y="414913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10212785" y="4180592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263525" marR="256540" indent="1536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 Expression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325120" marR="315595" indent="19812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 </a:t>
            </a:r>
            <a:r>
              <a:rPr dirty="0" sz="1800" spc="-6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84" name="object 84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355092" y="0"/>
                  </a:moveTo>
                  <a:lnTo>
                    <a:pt x="355092" y="58674"/>
                  </a:lnTo>
                  <a:lnTo>
                    <a:pt x="0" y="58674"/>
                  </a:lnTo>
                  <a:lnTo>
                    <a:pt x="0" y="176022"/>
                  </a:lnTo>
                  <a:lnTo>
                    <a:pt x="355092" y="176022"/>
                  </a:lnTo>
                  <a:lnTo>
                    <a:pt x="355092" y="234696"/>
                  </a:lnTo>
                  <a:lnTo>
                    <a:pt x="472440" y="117348"/>
                  </a:lnTo>
                  <a:lnTo>
                    <a:pt x="355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0" y="58674"/>
                  </a:moveTo>
                  <a:lnTo>
                    <a:pt x="355092" y="58674"/>
                  </a:lnTo>
                  <a:lnTo>
                    <a:pt x="355092" y="0"/>
                  </a:lnTo>
                  <a:lnTo>
                    <a:pt x="472440" y="117348"/>
                  </a:lnTo>
                  <a:lnTo>
                    <a:pt x="355092" y="234696"/>
                  </a:lnTo>
                  <a:lnTo>
                    <a:pt x="355092" y="176022"/>
                  </a:lnTo>
                  <a:lnTo>
                    <a:pt x="0" y="176022"/>
                  </a:lnTo>
                  <a:lnTo>
                    <a:pt x="0" y="58674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 descr=""/>
          <p:cNvSpPr txBox="1"/>
          <p:nvPr/>
        </p:nvSpPr>
        <p:spPr>
          <a:xfrm>
            <a:off x="9182100" y="3189732"/>
            <a:ext cx="731520" cy="3079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00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315"/>
              </a:spcBef>
            </a:pPr>
            <a:r>
              <a:rPr dirty="0" sz="1400" spc="-10">
                <a:latin typeface="Franklin Gothic Medium"/>
                <a:cs typeface="Franklin Gothic Medium"/>
              </a:rPr>
              <a:t>atomic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9182100" y="3742944"/>
            <a:ext cx="731520" cy="3079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00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315"/>
              </a:spcBef>
            </a:pPr>
            <a:r>
              <a:rPr dirty="0" sz="1400" spc="-10">
                <a:latin typeface="Franklin Gothic Medium"/>
                <a:cs typeface="Franklin Gothic Medium"/>
              </a:rPr>
              <a:t>atomic</a:t>
            </a:r>
            <a:endParaRPr sz="1400">
              <a:latin typeface="Franklin Gothic Medium"/>
              <a:cs typeface="Franklin Gothic Medium"/>
            </a:endParaRPr>
          </a:p>
        </p:txBody>
      </p:sp>
      <p:grpSp>
        <p:nvGrpSpPr>
          <p:cNvPr id="88" name="object 88" descr=""/>
          <p:cNvGrpSpPr/>
          <p:nvPr/>
        </p:nvGrpSpPr>
        <p:grpSpPr>
          <a:xfrm>
            <a:off x="7075931" y="4721352"/>
            <a:ext cx="3703320" cy="2136775"/>
            <a:chOff x="7075931" y="4721352"/>
            <a:chExt cx="3703320" cy="2136775"/>
          </a:xfrm>
        </p:grpSpPr>
        <p:pic>
          <p:nvPicPr>
            <p:cNvPr id="89" name="object 8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75931" y="4721352"/>
              <a:ext cx="3703319" cy="2136648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71003" y="4916424"/>
              <a:ext cx="3115055" cy="1612391"/>
            </a:xfrm>
            <a:prstGeom prst="rect">
              <a:avLst/>
            </a:prstGeom>
          </p:spPr>
        </p:pic>
      </p:grpSp>
      <p:sp>
        <p:nvSpPr>
          <p:cNvPr id="91" name="object 91" descr=""/>
          <p:cNvSpPr txBox="1"/>
          <p:nvPr/>
        </p:nvSpPr>
        <p:spPr>
          <a:xfrm>
            <a:off x="9096756" y="4913376"/>
            <a:ext cx="1289685" cy="3079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00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dirty="0" sz="1400" spc="-10">
                <a:latin typeface="Franklin Gothic Medium"/>
                <a:cs typeface="Franklin Gothic Medium"/>
              </a:rPr>
              <a:t>Concatenation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8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Regular</a:t>
            </a:r>
            <a:r>
              <a:rPr dirty="0" spc="-175"/>
              <a:t> </a:t>
            </a:r>
            <a:r>
              <a:rPr dirty="0"/>
              <a:t>Expressions</a:t>
            </a:r>
            <a:r>
              <a:rPr dirty="0" spc="-160"/>
              <a:t> </a:t>
            </a:r>
            <a:r>
              <a:rPr dirty="0" spc="-10"/>
              <a:t>Equivalence</a:t>
            </a:r>
            <a:r>
              <a:rPr dirty="0" spc="-170"/>
              <a:t> </a:t>
            </a:r>
            <a:r>
              <a:rPr dirty="0" spc="-20"/>
              <a:t>with</a:t>
            </a:r>
            <a:r>
              <a:rPr dirty="0" spc="-160"/>
              <a:t> </a:t>
            </a:r>
            <a:r>
              <a:rPr dirty="0" spc="-10"/>
              <a:t>Finite</a:t>
            </a:r>
            <a:r>
              <a:rPr dirty="0" spc="-175"/>
              <a:t> </a:t>
            </a:r>
            <a:r>
              <a:rPr dirty="0" spc="-50"/>
              <a:t>Automata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23216" y="1567300"/>
            <a:ext cx="469265" cy="328930"/>
          </a:xfrm>
          <a:custGeom>
            <a:avLst/>
            <a:gdLst/>
            <a:ahLst/>
            <a:cxnLst/>
            <a:rect l="l" t="t" r="r" b="b"/>
            <a:pathLst>
              <a:path w="469265" h="328930">
                <a:moveTo>
                  <a:pt x="364108" y="0"/>
                </a:moveTo>
                <a:lnTo>
                  <a:pt x="359422" y="13347"/>
                </a:lnTo>
                <a:lnTo>
                  <a:pt x="378463" y="21612"/>
                </a:lnTo>
                <a:lnTo>
                  <a:pt x="394838" y="33053"/>
                </a:lnTo>
                <a:lnTo>
                  <a:pt x="419595" y="65455"/>
                </a:lnTo>
                <a:lnTo>
                  <a:pt x="434157" y="109167"/>
                </a:lnTo>
                <a:lnTo>
                  <a:pt x="437747" y="134387"/>
                </a:lnTo>
                <a:lnTo>
                  <a:pt x="437799" y="134748"/>
                </a:lnTo>
                <a:lnTo>
                  <a:pt x="437794" y="191819"/>
                </a:lnTo>
                <a:lnTo>
                  <a:pt x="428040" y="241839"/>
                </a:lnTo>
                <a:lnTo>
                  <a:pt x="408469" y="280904"/>
                </a:lnTo>
                <a:lnTo>
                  <a:pt x="378688" y="307255"/>
                </a:lnTo>
                <a:lnTo>
                  <a:pt x="359943" y="315556"/>
                </a:lnTo>
                <a:lnTo>
                  <a:pt x="364108" y="328904"/>
                </a:lnTo>
                <a:lnTo>
                  <a:pt x="408973" y="307867"/>
                </a:lnTo>
                <a:lnTo>
                  <a:pt x="441959" y="271437"/>
                </a:lnTo>
                <a:lnTo>
                  <a:pt x="462248" y="222646"/>
                </a:lnTo>
                <a:lnTo>
                  <a:pt x="469010" y="164541"/>
                </a:lnTo>
                <a:lnTo>
                  <a:pt x="467333" y="134748"/>
                </a:lnTo>
                <a:lnTo>
                  <a:pt x="453741" y="80941"/>
                </a:lnTo>
                <a:lnTo>
                  <a:pt x="426838" y="37433"/>
                </a:lnTo>
                <a:lnTo>
                  <a:pt x="387957" y="8610"/>
                </a:lnTo>
                <a:lnTo>
                  <a:pt x="364108" y="0"/>
                </a:lnTo>
                <a:close/>
              </a:path>
              <a:path w="469265" h="328930">
                <a:moveTo>
                  <a:pt x="104901" y="0"/>
                </a:moveTo>
                <a:lnTo>
                  <a:pt x="60144" y="21088"/>
                </a:lnTo>
                <a:lnTo>
                  <a:pt x="27139" y="57645"/>
                </a:lnTo>
                <a:lnTo>
                  <a:pt x="6783" y="106521"/>
                </a:lnTo>
                <a:lnTo>
                  <a:pt x="97" y="162814"/>
                </a:lnTo>
                <a:lnTo>
                  <a:pt x="0" y="164541"/>
                </a:lnTo>
                <a:lnTo>
                  <a:pt x="6762" y="222646"/>
                </a:lnTo>
                <a:lnTo>
                  <a:pt x="27050" y="271437"/>
                </a:lnTo>
                <a:lnTo>
                  <a:pt x="60037" y="307867"/>
                </a:lnTo>
                <a:lnTo>
                  <a:pt x="104901" y="328904"/>
                </a:lnTo>
                <a:lnTo>
                  <a:pt x="109054" y="315556"/>
                </a:lnTo>
                <a:lnTo>
                  <a:pt x="90316" y="307255"/>
                </a:lnTo>
                <a:lnTo>
                  <a:pt x="74145" y="295705"/>
                </a:lnTo>
                <a:lnTo>
                  <a:pt x="49504" y="262851"/>
                </a:lnTo>
                <a:lnTo>
                  <a:pt x="34874" y="218162"/>
                </a:lnTo>
                <a:lnTo>
                  <a:pt x="30069" y="164541"/>
                </a:lnTo>
                <a:lnTo>
                  <a:pt x="29997" y="162814"/>
                </a:lnTo>
                <a:lnTo>
                  <a:pt x="31216" y="134748"/>
                </a:lnTo>
                <a:lnTo>
                  <a:pt x="40970" y="86070"/>
                </a:lnTo>
                <a:lnTo>
                  <a:pt x="60573" y="47668"/>
                </a:lnTo>
                <a:lnTo>
                  <a:pt x="90606" y="21612"/>
                </a:lnTo>
                <a:lnTo>
                  <a:pt x="109575" y="13347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69263" y="1465290"/>
            <a:ext cx="76098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06550" algn="l"/>
                <a:tab pos="737044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10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114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85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𝐿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5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301183" y="1465290"/>
            <a:ext cx="25012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then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7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69263" y="1951660"/>
            <a:ext cx="91313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80" i="1">
                <a:latin typeface="Franklin Gothic Medium"/>
                <a:cs typeface="Franklin Gothic Medium"/>
              </a:rPr>
              <a:t>Proof</a:t>
            </a:r>
            <a:r>
              <a:rPr dirty="0" sz="2800" spc="-80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19883" y="1970868"/>
            <a:ext cx="46577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7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equivalent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90">
                <a:latin typeface="Franklin Gothic Medium"/>
                <a:cs typeface="Franklin Gothic Medium"/>
              </a:rPr>
              <a:t>NFA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69263" y="2827020"/>
            <a:ext cx="2745105" cy="248602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2400" spc="-80">
                <a:latin typeface="Franklin Gothic Medium"/>
                <a:cs typeface="Franklin Gothic Medium"/>
              </a:rPr>
              <a:t>Atomic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Elements:</a:t>
            </a:r>
            <a:endParaRPr sz="2400">
              <a:latin typeface="Franklin Gothic Medium"/>
              <a:cs typeface="Franklin Gothic Medium"/>
            </a:endParaRPr>
          </a:p>
          <a:p>
            <a:pPr marL="298450">
              <a:lnSpc>
                <a:spcPct val="100000"/>
              </a:lnSpc>
              <a:spcBef>
                <a:spcPts val="755"/>
              </a:spcBef>
              <a:tabLst>
                <a:tab pos="1226185" algn="l"/>
                <a:tab pos="1722755" algn="l"/>
              </a:tabLst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25">
                <a:latin typeface="Franklin Gothic Medium"/>
                <a:cs typeface="Franklin Gothic Medium"/>
              </a:rPr>
              <a:t>for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𝑎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Σ</a:t>
            </a:r>
            <a:endParaRPr sz="2400">
              <a:latin typeface="Cambria Math"/>
              <a:cs typeface="Cambria Math"/>
            </a:endParaRPr>
          </a:p>
          <a:p>
            <a:pPr marL="298450">
              <a:lnSpc>
                <a:spcPct val="100000"/>
              </a:lnSpc>
              <a:spcBef>
                <a:spcPts val="1015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ε</a:t>
            </a:r>
            <a:endParaRPr sz="2400">
              <a:latin typeface="Cambria Math"/>
              <a:cs typeface="Cambria Math"/>
            </a:endParaRPr>
          </a:p>
          <a:p>
            <a:pPr marL="314960">
              <a:lnSpc>
                <a:spcPct val="100000"/>
              </a:lnSpc>
              <a:spcBef>
                <a:spcPts val="105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400" spc="-35">
                <a:latin typeface="Franklin Gothic Medium"/>
                <a:cs typeface="Franklin Gothic Medium"/>
              </a:rPr>
              <a:t>Composite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Elements: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28512" y="5392879"/>
            <a:ext cx="1659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8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22416" y="5864368"/>
            <a:ext cx="1586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8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∘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28106" y="6476909"/>
            <a:ext cx="15430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50"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22418" y="6326034"/>
            <a:ext cx="98551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9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28571" sz="2625" spc="-37">
                <a:latin typeface="Cambria Math"/>
                <a:cs typeface="Cambria Math"/>
              </a:rPr>
              <a:t>∗</a:t>
            </a:r>
            <a:endParaRPr baseline="28571" sz="2625">
              <a:latin typeface="Cambria Math"/>
              <a:cs typeface="Cambria Math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994784" y="3461384"/>
            <a:ext cx="1108710" cy="273685"/>
            <a:chOff x="3994784" y="3461384"/>
            <a:chExt cx="1108710" cy="273685"/>
          </a:xfrm>
        </p:grpSpPr>
        <p:sp>
          <p:nvSpPr>
            <p:cNvPr id="14" name="object 14" descr=""/>
            <p:cNvSpPr/>
            <p:nvPr/>
          </p:nvSpPr>
          <p:spPr>
            <a:xfrm>
              <a:off x="4862321" y="3470909"/>
              <a:ext cx="231775" cy="254635"/>
            </a:xfrm>
            <a:custGeom>
              <a:avLst/>
              <a:gdLst/>
              <a:ahLst/>
              <a:cxnLst/>
              <a:rect l="l" t="t" r="r" b="b"/>
              <a:pathLst>
                <a:path w="231775" h="254635">
                  <a:moveTo>
                    <a:pt x="0" y="127253"/>
                  </a:moveTo>
                  <a:lnTo>
                    <a:pt x="9101" y="77720"/>
                  </a:lnTo>
                  <a:lnTo>
                    <a:pt x="33923" y="37271"/>
                  </a:lnTo>
                  <a:lnTo>
                    <a:pt x="70739" y="10000"/>
                  </a:lnTo>
                  <a:lnTo>
                    <a:pt x="115823" y="0"/>
                  </a:lnTo>
                  <a:lnTo>
                    <a:pt x="160908" y="10000"/>
                  </a:lnTo>
                  <a:lnTo>
                    <a:pt x="197724" y="37271"/>
                  </a:lnTo>
                  <a:lnTo>
                    <a:pt x="222546" y="77720"/>
                  </a:lnTo>
                  <a:lnTo>
                    <a:pt x="231647" y="127253"/>
                  </a:lnTo>
                  <a:lnTo>
                    <a:pt x="222546" y="176787"/>
                  </a:lnTo>
                  <a:lnTo>
                    <a:pt x="197724" y="217236"/>
                  </a:lnTo>
                  <a:lnTo>
                    <a:pt x="160908" y="244507"/>
                  </a:lnTo>
                  <a:lnTo>
                    <a:pt x="115823" y="254507"/>
                  </a:lnTo>
                  <a:lnTo>
                    <a:pt x="70739" y="244507"/>
                  </a:lnTo>
                  <a:lnTo>
                    <a:pt x="33923" y="217236"/>
                  </a:lnTo>
                  <a:lnTo>
                    <a:pt x="9101" y="176787"/>
                  </a:lnTo>
                  <a:lnTo>
                    <a:pt x="0" y="12725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2232" y="3526916"/>
              <a:ext cx="131825" cy="14554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004309" y="3470909"/>
              <a:ext cx="231775" cy="254635"/>
            </a:xfrm>
            <a:custGeom>
              <a:avLst/>
              <a:gdLst/>
              <a:ahLst/>
              <a:cxnLst/>
              <a:rect l="l" t="t" r="r" b="b"/>
              <a:pathLst>
                <a:path w="231775" h="254635">
                  <a:moveTo>
                    <a:pt x="0" y="127253"/>
                  </a:moveTo>
                  <a:lnTo>
                    <a:pt x="9101" y="77720"/>
                  </a:lnTo>
                  <a:lnTo>
                    <a:pt x="33923" y="37271"/>
                  </a:lnTo>
                  <a:lnTo>
                    <a:pt x="70739" y="10000"/>
                  </a:lnTo>
                  <a:lnTo>
                    <a:pt x="115823" y="0"/>
                  </a:lnTo>
                  <a:lnTo>
                    <a:pt x="160908" y="10000"/>
                  </a:lnTo>
                  <a:lnTo>
                    <a:pt x="197724" y="37271"/>
                  </a:lnTo>
                  <a:lnTo>
                    <a:pt x="222546" y="77720"/>
                  </a:lnTo>
                  <a:lnTo>
                    <a:pt x="231647" y="127253"/>
                  </a:lnTo>
                  <a:lnTo>
                    <a:pt x="222546" y="176787"/>
                  </a:lnTo>
                  <a:lnTo>
                    <a:pt x="197724" y="217236"/>
                  </a:lnTo>
                  <a:lnTo>
                    <a:pt x="160908" y="244507"/>
                  </a:lnTo>
                  <a:lnTo>
                    <a:pt x="115823" y="254507"/>
                  </a:lnTo>
                  <a:lnTo>
                    <a:pt x="70739" y="244507"/>
                  </a:lnTo>
                  <a:lnTo>
                    <a:pt x="33923" y="217236"/>
                  </a:lnTo>
                  <a:lnTo>
                    <a:pt x="9101" y="176787"/>
                  </a:lnTo>
                  <a:lnTo>
                    <a:pt x="0" y="12725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235195" y="3598163"/>
              <a:ext cx="563245" cy="0"/>
            </a:xfrm>
            <a:custGeom>
              <a:avLst/>
              <a:gdLst/>
              <a:ahLst/>
              <a:cxnLst/>
              <a:rect l="l" t="t" r="r" b="b"/>
              <a:pathLst>
                <a:path w="563245" h="0">
                  <a:moveTo>
                    <a:pt x="0" y="0"/>
                  </a:moveTo>
                  <a:lnTo>
                    <a:pt x="56296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785458" y="356006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3561715" y="2891654"/>
            <a:ext cx="2044064" cy="601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50"/>
              </a:lnSpc>
              <a:spcBef>
                <a:spcPts val="10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Equivalent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5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is:</a:t>
            </a:r>
            <a:endParaRPr sz="2400">
              <a:latin typeface="Franklin Gothic Medium"/>
              <a:cs typeface="Franklin Gothic Medium"/>
            </a:endParaRPr>
          </a:p>
          <a:p>
            <a:pPr algn="ctr" marR="156845">
              <a:lnSpc>
                <a:spcPts val="1789"/>
              </a:lnSpc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641597" y="3556060"/>
            <a:ext cx="363220" cy="85725"/>
            <a:chOff x="3641597" y="3556060"/>
            <a:chExt cx="363220" cy="85725"/>
          </a:xfrm>
        </p:grpSpPr>
        <p:sp>
          <p:nvSpPr>
            <p:cNvPr id="21" name="object 21" descr=""/>
            <p:cNvSpPr/>
            <p:nvPr/>
          </p:nvSpPr>
          <p:spPr>
            <a:xfrm>
              <a:off x="3641597" y="3598925"/>
              <a:ext cx="292100" cy="0"/>
            </a:xfrm>
            <a:custGeom>
              <a:avLst/>
              <a:gdLst/>
              <a:ahLst/>
              <a:cxnLst/>
              <a:rect l="l" t="t" r="r" b="b"/>
              <a:pathLst>
                <a:path w="292100" h="0">
                  <a:moveTo>
                    <a:pt x="0" y="0"/>
                  </a:moveTo>
                  <a:lnTo>
                    <a:pt x="291528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918841" y="3556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3627310" y="3959733"/>
            <a:ext cx="618490" cy="763270"/>
            <a:chOff x="3627310" y="3959733"/>
            <a:chExt cx="618490" cy="763270"/>
          </a:xfrm>
        </p:grpSpPr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2884" y="4026789"/>
              <a:ext cx="145541" cy="162305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3975353" y="3969258"/>
              <a:ext cx="260985" cy="287020"/>
            </a:xfrm>
            <a:custGeom>
              <a:avLst/>
              <a:gdLst/>
              <a:ahLst/>
              <a:cxnLst/>
              <a:rect l="l" t="t" r="r" b="b"/>
              <a:pathLst>
                <a:path w="260985" h="287020">
                  <a:moveTo>
                    <a:pt x="0" y="143256"/>
                  </a:moveTo>
                  <a:lnTo>
                    <a:pt x="6643" y="97974"/>
                  </a:lnTo>
                  <a:lnTo>
                    <a:pt x="25142" y="58649"/>
                  </a:lnTo>
                  <a:lnTo>
                    <a:pt x="53349" y="27639"/>
                  </a:lnTo>
                  <a:lnTo>
                    <a:pt x="89118" y="7303"/>
                  </a:lnTo>
                  <a:lnTo>
                    <a:pt x="130302" y="0"/>
                  </a:lnTo>
                  <a:lnTo>
                    <a:pt x="171485" y="7303"/>
                  </a:lnTo>
                  <a:lnTo>
                    <a:pt x="207254" y="27639"/>
                  </a:lnTo>
                  <a:lnTo>
                    <a:pt x="235461" y="58649"/>
                  </a:lnTo>
                  <a:lnTo>
                    <a:pt x="253960" y="97974"/>
                  </a:lnTo>
                  <a:lnTo>
                    <a:pt x="260604" y="143256"/>
                  </a:lnTo>
                  <a:lnTo>
                    <a:pt x="253960" y="188537"/>
                  </a:lnTo>
                  <a:lnTo>
                    <a:pt x="235461" y="227862"/>
                  </a:lnTo>
                  <a:lnTo>
                    <a:pt x="207254" y="258872"/>
                  </a:lnTo>
                  <a:lnTo>
                    <a:pt x="171485" y="279208"/>
                  </a:lnTo>
                  <a:lnTo>
                    <a:pt x="130302" y="286512"/>
                  </a:lnTo>
                  <a:lnTo>
                    <a:pt x="89118" y="279208"/>
                  </a:lnTo>
                  <a:lnTo>
                    <a:pt x="53349" y="258872"/>
                  </a:lnTo>
                  <a:lnTo>
                    <a:pt x="25142" y="227862"/>
                  </a:lnTo>
                  <a:lnTo>
                    <a:pt x="6643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641597" y="4112515"/>
              <a:ext cx="262890" cy="0"/>
            </a:xfrm>
            <a:custGeom>
              <a:avLst/>
              <a:gdLst/>
              <a:ahLst/>
              <a:cxnLst/>
              <a:rect l="l" t="t" r="r" b="b"/>
              <a:pathLst>
                <a:path w="262889" h="0">
                  <a:moveTo>
                    <a:pt x="0" y="0"/>
                  </a:moveTo>
                  <a:lnTo>
                    <a:pt x="262547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889858" y="406965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996689" y="4449318"/>
              <a:ext cx="239395" cy="264160"/>
            </a:xfrm>
            <a:custGeom>
              <a:avLst/>
              <a:gdLst/>
              <a:ahLst/>
              <a:cxnLst/>
              <a:rect l="l" t="t" r="r" b="b"/>
              <a:pathLst>
                <a:path w="239395" h="264160">
                  <a:moveTo>
                    <a:pt x="0" y="131825"/>
                  </a:moveTo>
                  <a:lnTo>
                    <a:pt x="9400" y="80511"/>
                  </a:lnTo>
                  <a:lnTo>
                    <a:pt x="35037" y="38609"/>
                  </a:lnTo>
                  <a:lnTo>
                    <a:pt x="73064" y="10359"/>
                  </a:lnTo>
                  <a:lnTo>
                    <a:pt x="119634" y="0"/>
                  </a:lnTo>
                  <a:lnTo>
                    <a:pt x="166203" y="10359"/>
                  </a:lnTo>
                  <a:lnTo>
                    <a:pt x="204230" y="38609"/>
                  </a:lnTo>
                  <a:lnTo>
                    <a:pt x="229867" y="80511"/>
                  </a:lnTo>
                  <a:lnTo>
                    <a:pt x="239268" y="131825"/>
                  </a:lnTo>
                  <a:lnTo>
                    <a:pt x="229867" y="183140"/>
                  </a:lnTo>
                  <a:lnTo>
                    <a:pt x="204230" y="225042"/>
                  </a:lnTo>
                  <a:lnTo>
                    <a:pt x="166203" y="253292"/>
                  </a:lnTo>
                  <a:lnTo>
                    <a:pt x="119634" y="263651"/>
                  </a:lnTo>
                  <a:lnTo>
                    <a:pt x="73064" y="253292"/>
                  </a:lnTo>
                  <a:lnTo>
                    <a:pt x="35037" y="225042"/>
                  </a:lnTo>
                  <a:lnTo>
                    <a:pt x="9400" y="183140"/>
                  </a:lnTo>
                  <a:lnTo>
                    <a:pt x="0" y="131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641597" y="4594098"/>
              <a:ext cx="283210" cy="0"/>
            </a:xfrm>
            <a:custGeom>
              <a:avLst/>
              <a:gdLst/>
              <a:ahLst/>
              <a:cxnLst/>
              <a:rect l="l" t="t" r="r" b="b"/>
              <a:pathLst>
                <a:path w="283210" h="0">
                  <a:moveTo>
                    <a:pt x="0" y="0"/>
                  </a:moveTo>
                  <a:lnTo>
                    <a:pt x="2828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910163" y="455123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5928359" y="2575560"/>
            <a:ext cx="1367155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8484155" y="2703380"/>
            <a:ext cx="1030605" cy="282575"/>
          </a:xfrm>
          <a:custGeom>
            <a:avLst/>
            <a:gdLst/>
            <a:ahLst/>
            <a:cxnLst/>
            <a:rect l="l" t="t" r="r" b="b"/>
            <a:pathLst>
              <a:path w="1030604" h="282575">
                <a:moveTo>
                  <a:pt x="939952" y="0"/>
                </a:moveTo>
                <a:lnTo>
                  <a:pt x="935939" y="11455"/>
                </a:lnTo>
                <a:lnTo>
                  <a:pt x="952281" y="18551"/>
                </a:lnTo>
                <a:lnTo>
                  <a:pt x="966335" y="28371"/>
                </a:lnTo>
                <a:lnTo>
                  <a:pt x="994868" y="73880"/>
                </a:lnTo>
                <a:lnTo>
                  <a:pt x="1003155" y="115357"/>
                </a:lnTo>
                <a:lnTo>
                  <a:pt x="1003198" y="115661"/>
                </a:lnTo>
                <a:lnTo>
                  <a:pt x="1003194" y="164649"/>
                </a:lnTo>
                <a:lnTo>
                  <a:pt x="994826" y="207587"/>
                </a:lnTo>
                <a:lnTo>
                  <a:pt x="966347" y="253828"/>
                </a:lnTo>
                <a:lnTo>
                  <a:pt x="936383" y="270865"/>
                </a:lnTo>
                <a:lnTo>
                  <a:pt x="939952" y="282321"/>
                </a:lnTo>
                <a:lnTo>
                  <a:pt x="978461" y="264263"/>
                </a:lnTo>
                <a:lnTo>
                  <a:pt x="1006779" y="232994"/>
                </a:lnTo>
                <a:lnTo>
                  <a:pt x="1024188" y="191111"/>
                </a:lnTo>
                <a:lnTo>
                  <a:pt x="1029995" y="141236"/>
                </a:lnTo>
                <a:lnTo>
                  <a:pt x="1028557" y="115661"/>
                </a:lnTo>
                <a:lnTo>
                  <a:pt x="1016895" y="69479"/>
                </a:lnTo>
                <a:lnTo>
                  <a:pt x="993794" y="32129"/>
                </a:lnTo>
                <a:lnTo>
                  <a:pt x="960419" y="7391"/>
                </a:lnTo>
                <a:lnTo>
                  <a:pt x="939952" y="0"/>
                </a:lnTo>
                <a:close/>
              </a:path>
              <a:path w="1030604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8545752" y="2613129"/>
            <a:ext cx="347217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ab</a:t>
            </a:r>
            <a:r>
              <a:rPr dirty="0" sz="2400" spc="305">
                <a:latin typeface="Franklin Gothic Medium"/>
                <a:cs typeface="Franklin Gothic Medium"/>
              </a:rPr>
              <a:t> </a:t>
            </a:r>
            <a:r>
              <a:rPr dirty="0" baseline="28571" sz="262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8571" sz="2625" spc="38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equivalent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NFA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7386066" y="3209925"/>
            <a:ext cx="1570355" cy="292100"/>
            <a:chOff x="7386066" y="3209925"/>
            <a:chExt cx="1570355" cy="292100"/>
          </a:xfrm>
        </p:grpSpPr>
        <p:sp>
          <p:nvSpPr>
            <p:cNvPr id="35" name="object 35" descr=""/>
            <p:cNvSpPr/>
            <p:nvPr/>
          </p:nvSpPr>
          <p:spPr>
            <a:xfrm>
              <a:off x="8698230" y="321945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8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6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52713" y="3278505"/>
              <a:ext cx="139446" cy="156209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7776210" y="321945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8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6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023860" y="3355847"/>
              <a:ext cx="610235" cy="0"/>
            </a:xfrm>
            <a:custGeom>
              <a:avLst/>
              <a:gdLst/>
              <a:ahLst/>
              <a:cxnLst/>
              <a:rect l="l" t="t" r="r" b="b"/>
              <a:pathLst>
                <a:path w="610234" h="0">
                  <a:moveTo>
                    <a:pt x="0" y="0"/>
                  </a:moveTo>
                  <a:lnTo>
                    <a:pt x="61001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8621184" y="331774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386066" y="3356610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879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690575" y="3313743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7304709" y="2568057"/>
            <a:ext cx="1066800" cy="74485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Convert</a:t>
            </a:r>
            <a:endParaRPr sz="2400">
              <a:latin typeface="Franklin Gothic Medium"/>
              <a:cs typeface="Franklin Gothic Medium"/>
            </a:endParaRPr>
          </a:p>
          <a:p>
            <a:pPr algn="r" marR="5080">
              <a:lnSpc>
                <a:spcPct val="100000"/>
              </a:lnSpc>
              <a:spcBef>
                <a:spcPts val="265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7739062" y="4861940"/>
            <a:ext cx="2038985" cy="638810"/>
            <a:chOff x="7739062" y="4861940"/>
            <a:chExt cx="2038985" cy="638810"/>
          </a:xfrm>
        </p:grpSpPr>
        <p:sp>
          <p:nvSpPr>
            <p:cNvPr id="44" name="object 44" descr=""/>
            <p:cNvSpPr/>
            <p:nvPr/>
          </p:nvSpPr>
          <p:spPr>
            <a:xfrm>
              <a:off x="9519666" y="4871465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8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6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74148" y="4930520"/>
              <a:ext cx="139446" cy="156210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8775953" y="4871465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8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6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9023603" y="5006339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 h="0">
                  <a:moveTo>
                    <a:pt x="0" y="0"/>
                  </a:moveTo>
                  <a:lnTo>
                    <a:pt x="4325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9443497" y="496823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753350" y="5275325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879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8057859" y="5232459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8172450" y="515035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8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6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8384286" y="5383529"/>
              <a:ext cx="333375" cy="78740"/>
            </a:xfrm>
            <a:custGeom>
              <a:avLst/>
              <a:gdLst/>
              <a:ahLst/>
              <a:cxnLst/>
              <a:rect l="l" t="t" r="r" b="b"/>
              <a:pathLst>
                <a:path w="333375" h="78739">
                  <a:moveTo>
                    <a:pt x="0" y="0"/>
                  </a:moveTo>
                  <a:lnTo>
                    <a:pt x="332879" y="78244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8693450" y="5416779"/>
              <a:ext cx="93345" cy="83820"/>
            </a:xfrm>
            <a:custGeom>
              <a:avLst/>
              <a:gdLst/>
              <a:ahLst/>
              <a:cxnLst/>
              <a:rect l="l" t="t" r="r" b="b"/>
              <a:pathLst>
                <a:path w="93345" h="83820">
                  <a:moveTo>
                    <a:pt x="19621" y="0"/>
                  </a:moveTo>
                  <a:lnTo>
                    <a:pt x="0" y="83451"/>
                  </a:lnTo>
                  <a:lnTo>
                    <a:pt x="93256" y="61341"/>
                  </a:lnTo>
                  <a:lnTo>
                    <a:pt x="1962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8384286" y="5068729"/>
              <a:ext cx="323850" cy="121285"/>
            </a:xfrm>
            <a:custGeom>
              <a:avLst/>
              <a:gdLst/>
              <a:ahLst/>
              <a:cxnLst/>
              <a:rect l="l" t="t" r="r" b="b"/>
              <a:pathLst>
                <a:path w="323850" h="121285">
                  <a:moveTo>
                    <a:pt x="0" y="121031"/>
                  </a:moveTo>
                  <a:lnTo>
                    <a:pt x="323316" y="0"/>
                  </a:lnTo>
                </a:path>
              </a:pathLst>
            </a:custGeom>
            <a:ln w="2857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8679187" y="5033600"/>
              <a:ext cx="95885" cy="80645"/>
            </a:xfrm>
            <a:custGeom>
              <a:avLst/>
              <a:gdLst/>
              <a:ahLst/>
              <a:cxnLst/>
              <a:rect l="l" t="t" r="r" b="b"/>
              <a:pathLst>
                <a:path w="95884" h="80645">
                  <a:moveTo>
                    <a:pt x="0" y="0"/>
                  </a:moveTo>
                  <a:lnTo>
                    <a:pt x="30060" y="80276"/>
                  </a:lnTo>
                  <a:lnTo>
                    <a:pt x="95313" y="100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9156358" y="459620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8441620" y="4843112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8444955" y="5339567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6962257" y="2953575"/>
            <a:ext cx="202565" cy="1103630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  <a:p>
            <a:pPr marL="24765">
              <a:lnSpc>
                <a:spcPct val="100000"/>
              </a:lnSpc>
              <a:spcBef>
                <a:spcPts val="1365"/>
              </a:spcBef>
            </a:pPr>
            <a:r>
              <a:rPr dirty="0" sz="2400" spc="-50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6554086" y="5080779"/>
            <a:ext cx="8788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𝑎</a:t>
            </a:r>
            <a:r>
              <a:rPr dirty="0" sz="2400" spc="-2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5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𝑎𝑏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2221124" y="5103733"/>
            <a:ext cx="864235" cy="17024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0" spc="-50">
                <a:latin typeface="Courier New"/>
                <a:cs typeface="Courier New"/>
              </a:rPr>
              <a:t>}</a:t>
            </a:r>
            <a:endParaRPr sz="11000">
              <a:latin typeface="Courier New"/>
              <a:cs typeface="Courier New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2959143" y="5991325"/>
            <a:ext cx="27857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Franklin Gothic Medium"/>
                <a:cs typeface="Franklin Gothic Medium"/>
              </a:rPr>
              <a:t>Use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closure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constructions</a:t>
            </a:r>
            <a:endParaRPr sz="2000">
              <a:latin typeface="Franklin Gothic Medium"/>
              <a:cs typeface="Franklin Gothic Medium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7386066" y="3801236"/>
            <a:ext cx="1570355" cy="293370"/>
            <a:chOff x="7386066" y="3801236"/>
            <a:chExt cx="1570355" cy="293370"/>
          </a:xfrm>
        </p:grpSpPr>
        <p:sp>
          <p:nvSpPr>
            <p:cNvPr id="64" name="object 64" descr=""/>
            <p:cNvSpPr/>
            <p:nvPr/>
          </p:nvSpPr>
          <p:spPr>
            <a:xfrm>
              <a:off x="8698230" y="3810761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60"/>
                  </a:moveTo>
                  <a:lnTo>
                    <a:pt x="9761" y="83769"/>
                  </a:lnTo>
                  <a:lnTo>
                    <a:pt x="36380" y="40171"/>
                  </a:lnTo>
                  <a:lnTo>
                    <a:pt x="75861" y="10778"/>
                  </a:lnTo>
                  <a:lnTo>
                    <a:pt x="124205" y="0"/>
                  </a:lnTo>
                  <a:lnTo>
                    <a:pt x="172550" y="10778"/>
                  </a:lnTo>
                  <a:lnTo>
                    <a:pt x="212031" y="40171"/>
                  </a:lnTo>
                  <a:lnTo>
                    <a:pt x="238650" y="83769"/>
                  </a:lnTo>
                  <a:lnTo>
                    <a:pt x="248411" y="137160"/>
                  </a:lnTo>
                  <a:lnTo>
                    <a:pt x="238650" y="190550"/>
                  </a:lnTo>
                  <a:lnTo>
                    <a:pt x="212031" y="234148"/>
                  </a:lnTo>
                  <a:lnTo>
                    <a:pt x="172550" y="263541"/>
                  </a:lnTo>
                  <a:lnTo>
                    <a:pt x="124205" y="274320"/>
                  </a:lnTo>
                  <a:lnTo>
                    <a:pt x="75861" y="263541"/>
                  </a:lnTo>
                  <a:lnTo>
                    <a:pt x="36380" y="234148"/>
                  </a:lnTo>
                  <a:lnTo>
                    <a:pt x="9761" y="190550"/>
                  </a:lnTo>
                  <a:lnTo>
                    <a:pt x="0" y="1371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52713" y="3871340"/>
              <a:ext cx="139446" cy="156210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7776210" y="3810761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60"/>
                  </a:moveTo>
                  <a:lnTo>
                    <a:pt x="9761" y="83769"/>
                  </a:lnTo>
                  <a:lnTo>
                    <a:pt x="36380" y="40171"/>
                  </a:lnTo>
                  <a:lnTo>
                    <a:pt x="75861" y="10778"/>
                  </a:lnTo>
                  <a:lnTo>
                    <a:pt x="124205" y="0"/>
                  </a:lnTo>
                  <a:lnTo>
                    <a:pt x="172550" y="10778"/>
                  </a:lnTo>
                  <a:lnTo>
                    <a:pt x="212031" y="40171"/>
                  </a:lnTo>
                  <a:lnTo>
                    <a:pt x="238650" y="83769"/>
                  </a:lnTo>
                  <a:lnTo>
                    <a:pt x="248411" y="137160"/>
                  </a:lnTo>
                  <a:lnTo>
                    <a:pt x="238650" y="190550"/>
                  </a:lnTo>
                  <a:lnTo>
                    <a:pt x="212031" y="234148"/>
                  </a:lnTo>
                  <a:lnTo>
                    <a:pt x="172550" y="263541"/>
                  </a:lnTo>
                  <a:lnTo>
                    <a:pt x="124205" y="274320"/>
                  </a:lnTo>
                  <a:lnTo>
                    <a:pt x="75861" y="263541"/>
                  </a:lnTo>
                  <a:lnTo>
                    <a:pt x="36380" y="234148"/>
                  </a:lnTo>
                  <a:lnTo>
                    <a:pt x="9761" y="190550"/>
                  </a:lnTo>
                  <a:lnTo>
                    <a:pt x="0" y="1371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8023860" y="3947159"/>
              <a:ext cx="610235" cy="0"/>
            </a:xfrm>
            <a:custGeom>
              <a:avLst/>
              <a:gdLst/>
              <a:ahLst/>
              <a:cxnLst/>
              <a:rect l="l" t="t" r="r" b="b"/>
              <a:pathLst>
                <a:path w="610234" h="0">
                  <a:moveTo>
                    <a:pt x="0" y="0"/>
                  </a:moveTo>
                  <a:lnTo>
                    <a:pt x="61001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8621185" y="390905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7386066" y="3947921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879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7690576" y="3905056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 txBox="1"/>
          <p:nvPr/>
        </p:nvSpPr>
        <p:spPr>
          <a:xfrm>
            <a:off x="8251391" y="3635275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263525" marR="256540" indent="1536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 Expression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325120" marR="315595" indent="19812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 </a:t>
            </a:r>
            <a:r>
              <a:rPr dirty="0" sz="1800" spc="-6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74" name="object 74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75" name="object 75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355092" y="0"/>
                  </a:moveTo>
                  <a:lnTo>
                    <a:pt x="355092" y="58674"/>
                  </a:lnTo>
                  <a:lnTo>
                    <a:pt x="0" y="58674"/>
                  </a:lnTo>
                  <a:lnTo>
                    <a:pt x="0" y="176022"/>
                  </a:lnTo>
                  <a:lnTo>
                    <a:pt x="355092" y="176022"/>
                  </a:lnTo>
                  <a:lnTo>
                    <a:pt x="355092" y="234696"/>
                  </a:lnTo>
                  <a:lnTo>
                    <a:pt x="472440" y="117348"/>
                  </a:lnTo>
                  <a:lnTo>
                    <a:pt x="355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0" y="58674"/>
                  </a:moveTo>
                  <a:lnTo>
                    <a:pt x="355092" y="58674"/>
                  </a:lnTo>
                  <a:lnTo>
                    <a:pt x="355092" y="0"/>
                  </a:lnTo>
                  <a:lnTo>
                    <a:pt x="472440" y="117348"/>
                  </a:lnTo>
                  <a:lnTo>
                    <a:pt x="355092" y="234696"/>
                  </a:lnTo>
                  <a:lnTo>
                    <a:pt x="355092" y="176022"/>
                  </a:lnTo>
                  <a:lnTo>
                    <a:pt x="0" y="176022"/>
                  </a:lnTo>
                  <a:lnTo>
                    <a:pt x="0" y="58674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7" name="object 77" descr=""/>
          <p:cNvGrpSpPr/>
          <p:nvPr/>
        </p:nvGrpSpPr>
        <p:grpSpPr>
          <a:xfrm>
            <a:off x="4230623" y="4201667"/>
            <a:ext cx="2543810" cy="1990725"/>
            <a:chOff x="4230623" y="4201667"/>
            <a:chExt cx="2543810" cy="1990725"/>
          </a:xfrm>
        </p:grpSpPr>
        <p:pic>
          <p:nvPicPr>
            <p:cNvPr id="78" name="object 7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30623" y="4201667"/>
              <a:ext cx="2543555" cy="1990343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25695" y="4396739"/>
              <a:ext cx="1955291" cy="1402067"/>
            </a:xfrm>
            <a:prstGeom prst="rect">
              <a:avLst/>
            </a:prstGeom>
          </p:spPr>
        </p:pic>
      </p:grpSp>
      <p:sp>
        <p:nvSpPr>
          <p:cNvPr id="80" name="object 80" descr=""/>
          <p:cNvSpPr txBox="1"/>
          <p:nvPr/>
        </p:nvSpPr>
        <p:spPr>
          <a:xfrm>
            <a:off x="5748528" y="4098035"/>
            <a:ext cx="646430" cy="3079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dirty="0" sz="1400" spc="-10">
                <a:latin typeface="Franklin Gothic Medium"/>
                <a:cs typeface="Franklin Gothic Medium"/>
              </a:rPr>
              <a:t>Union</a:t>
            </a:r>
            <a:endParaRPr sz="1400">
              <a:latin typeface="Franklin Gothic Medium"/>
              <a:cs typeface="Franklin Gothic Medium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7439406" y="4355972"/>
            <a:ext cx="3474085" cy="292100"/>
            <a:chOff x="7439406" y="4355972"/>
            <a:chExt cx="3474085" cy="292100"/>
          </a:xfrm>
        </p:grpSpPr>
        <p:sp>
          <p:nvSpPr>
            <p:cNvPr id="82" name="object 82" descr=""/>
            <p:cNvSpPr/>
            <p:nvPr/>
          </p:nvSpPr>
          <p:spPr>
            <a:xfrm>
              <a:off x="10655046" y="436549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09529" y="4424552"/>
              <a:ext cx="139446" cy="156210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9733026" y="436549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9980676" y="4500371"/>
              <a:ext cx="610235" cy="0"/>
            </a:xfrm>
            <a:custGeom>
              <a:avLst/>
              <a:gdLst/>
              <a:ahLst/>
              <a:cxnLst/>
              <a:rect l="l" t="t" r="r" b="b"/>
              <a:pathLst>
                <a:path w="610234" h="0">
                  <a:moveTo>
                    <a:pt x="0" y="0"/>
                  </a:moveTo>
                  <a:lnTo>
                    <a:pt x="61001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0578001" y="446226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9017508" y="4509559"/>
              <a:ext cx="668655" cy="635"/>
            </a:xfrm>
            <a:custGeom>
              <a:avLst/>
              <a:gdLst/>
              <a:ahLst/>
              <a:cxnLst/>
              <a:rect l="l" t="t" r="r" b="b"/>
              <a:pathLst>
                <a:path w="668654" h="635">
                  <a:moveTo>
                    <a:pt x="0" y="393"/>
                  </a:moveTo>
                  <a:lnTo>
                    <a:pt x="66852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9673304" y="4471465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0" y="0"/>
                  </a:moveTo>
                  <a:lnTo>
                    <a:pt x="50" y="76200"/>
                  </a:lnTo>
                  <a:lnTo>
                    <a:pt x="76225" y="38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8753094" y="436549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7829550" y="4365497"/>
              <a:ext cx="250190" cy="273050"/>
            </a:xfrm>
            <a:custGeom>
              <a:avLst/>
              <a:gdLst/>
              <a:ahLst/>
              <a:cxnLst/>
              <a:rect l="l" t="t" r="r" b="b"/>
              <a:pathLst>
                <a:path w="250190" h="273050">
                  <a:moveTo>
                    <a:pt x="0" y="136397"/>
                  </a:moveTo>
                  <a:lnTo>
                    <a:pt x="9821" y="83303"/>
                  </a:lnTo>
                  <a:lnTo>
                    <a:pt x="36604" y="39947"/>
                  </a:lnTo>
                  <a:lnTo>
                    <a:pt x="76327" y="10718"/>
                  </a:lnTo>
                  <a:lnTo>
                    <a:pt x="124968" y="0"/>
                  </a:lnTo>
                  <a:lnTo>
                    <a:pt x="173608" y="10718"/>
                  </a:lnTo>
                  <a:lnTo>
                    <a:pt x="213331" y="39947"/>
                  </a:lnTo>
                  <a:lnTo>
                    <a:pt x="240114" y="83303"/>
                  </a:lnTo>
                  <a:lnTo>
                    <a:pt x="249936" y="136397"/>
                  </a:lnTo>
                  <a:lnTo>
                    <a:pt x="240114" y="189492"/>
                  </a:lnTo>
                  <a:lnTo>
                    <a:pt x="213331" y="232848"/>
                  </a:lnTo>
                  <a:lnTo>
                    <a:pt x="173608" y="262077"/>
                  </a:lnTo>
                  <a:lnTo>
                    <a:pt x="124968" y="272795"/>
                  </a:lnTo>
                  <a:lnTo>
                    <a:pt x="76327" y="262077"/>
                  </a:lnTo>
                  <a:lnTo>
                    <a:pt x="36604" y="232848"/>
                  </a:lnTo>
                  <a:lnTo>
                    <a:pt x="982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8078724" y="4501895"/>
              <a:ext cx="610235" cy="0"/>
            </a:xfrm>
            <a:custGeom>
              <a:avLst/>
              <a:gdLst/>
              <a:ahLst/>
              <a:cxnLst/>
              <a:rect l="l" t="t" r="r" b="b"/>
              <a:pathLst>
                <a:path w="610234" h="0">
                  <a:moveTo>
                    <a:pt x="0" y="0"/>
                  </a:moveTo>
                  <a:lnTo>
                    <a:pt x="61001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8676049" y="446379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7439406" y="4502657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879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7743915" y="445979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 txBox="1"/>
          <p:nvPr/>
        </p:nvSpPr>
        <p:spPr>
          <a:xfrm>
            <a:off x="9235931" y="4061249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6924963" y="4241481"/>
            <a:ext cx="3594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𝑎𝑏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8289376" y="414913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10212785" y="4180592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99" name="object 99" descr=""/>
          <p:cNvGrpSpPr/>
          <p:nvPr/>
        </p:nvGrpSpPr>
        <p:grpSpPr>
          <a:xfrm>
            <a:off x="8778620" y="5331333"/>
            <a:ext cx="2363470" cy="293370"/>
            <a:chOff x="8778620" y="5331333"/>
            <a:chExt cx="2363470" cy="293370"/>
          </a:xfrm>
        </p:grpSpPr>
        <p:sp>
          <p:nvSpPr>
            <p:cNvPr id="100" name="object 100" descr=""/>
            <p:cNvSpPr/>
            <p:nvPr/>
          </p:nvSpPr>
          <p:spPr>
            <a:xfrm>
              <a:off x="9531857" y="5342382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8788145" y="5342382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9035795" y="5477256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 h="0">
                  <a:moveTo>
                    <a:pt x="0" y="0"/>
                  </a:moveTo>
                  <a:lnTo>
                    <a:pt x="4325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9455688" y="543915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0883645" y="5340858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59"/>
                  </a:moveTo>
                  <a:lnTo>
                    <a:pt x="9761" y="83769"/>
                  </a:lnTo>
                  <a:lnTo>
                    <a:pt x="36380" y="40171"/>
                  </a:lnTo>
                  <a:lnTo>
                    <a:pt x="75861" y="10778"/>
                  </a:lnTo>
                  <a:lnTo>
                    <a:pt x="124205" y="0"/>
                  </a:lnTo>
                  <a:lnTo>
                    <a:pt x="172550" y="10778"/>
                  </a:lnTo>
                  <a:lnTo>
                    <a:pt x="212031" y="40171"/>
                  </a:lnTo>
                  <a:lnTo>
                    <a:pt x="238650" y="83769"/>
                  </a:lnTo>
                  <a:lnTo>
                    <a:pt x="248411" y="137159"/>
                  </a:lnTo>
                  <a:lnTo>
                    <a:pt x="238650" y="190550"/>
                  </a:lnTo>
                  <a:lnTo>
                    <a:pt x="212031" y="234148"/>
                  </a:lnTo>
                  <a:lnTo>
                    <a:pt x="172550" y="263541"/>
                  </a:lnTo>
                  <a:lnTo>
                    <a:pt x="124205" y="274319"/>
                  </a:lnTo>
                  <a:lnTo>
                    <a:pt x="75861" y="263541"/>
                  </a:lnTo>
                  <a:lnTo>
                    <a:pt x="36380" y="234148"/>
                  </a:lnTo>
                  <a:lnTo>
                    <a:pt x="9761" y="190550"/>
                  </a:lnTo>
                  <a:lnTo>
                    <a:pt x="0" y="13715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38128" y="5399913"/>
              <a:ext cx="139446" cy="157733"/>
            </a:xfrm>
            <a:prstGeom prst="rect">
              <a:avLst/>
            </a:prstGeom>
          </p:spPr>
        </p:pic>
        <p:sp>
          <p:nvSpPr>
            <p:cNvPr id="106" name="object 106" descr=""/>
            <p:cNvSpPr/>
            <p:nvPr/>
          </p:nvSpPr>
          <p:spPr>
            <a:xfrm>
              <a:off x="10254233" y="5340858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59"/>
                  </a:moveTo>
                  <a:lnTo>
                    <a:pt x="9761" y="83769"/>
                  </a:lnTo>
                  <a:lnTo>
                    <a:pt x="36380" y="40171"/>
                  </a:lnTo>
                  <a:lnTo>
                    <a:pt x="75861" y="10778"/>
                  </a:lnTo>
                  <a:lnTo>
                    <a:pt x="124205" y="0"/>
                  </a:lnTo>
                  <a:lnTo>
                    <a:pt x="172550" y="10778"/>
                  </a:lnTo>
                  <a:lnTo>
                    <a:pt x="212031" y="40171"/>
                  </a:lnTo>
                  <a:lnTo>
                    <a:pt x="238650" y="83769"/>
                  </a:lnTo>
                  <a:lnTo>
                    <a:pt x="248411" y="137159"/>
                  </a:lnTo>
                  <a:lnTo>
                    <a:pt x="238650" y="190550"/>
                  </a:lnTo>
                  <a:lnTo>
                    <a:pt x="212031" y="234148"/>
                  </a:lnTo>
                  <a:lnTo>
                    <a:pt x="172550" y="263541"/>
                  </a:lnTo>
                  <a:lnTo>
                    <a:pt x="124205" y="274319"/>
                  </a:lnTo>
                  <a:lnTo>
                    <a:pt x="75861" y="263541"/>
                  </a:lnTo>
                  <a:lnTo>
                    <a:pt x="36380" y="234148"/>
                  </a:lnTo>
                  <a:lnTo>
                    <a:pt x="9761" y="190550"/>
                  </a:lnTo>
                  <a:lnTo>
                    <a:pt x="0" y="13715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0501883" y="5477256"/>
              <a:ext cx="316865" cy="0"/>
            </a:xfrm>
            <a:custGeom>
              <a:avLst/>
              <a:gdLst/>
              <a:ahLst/>
              <a:cxnLst/>
              <a:rect l="l" t="t" r="r" b="b"/>
              <a:pathLst>
                <a:path w="316865" h="0">
                  <a:moveTo>
                    <a:pt x="0" y="0"/>
                  </a:moveTo>
                  <a:lnTo>
                    <a:pt x="316293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0805482" y="543915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09" descr=""/>
          <p:cNvSpPr txBox="1"/>
          <p:nvPr/>
        </p:nvSpPr>
        <p:spPr>
          <a:xfrm>
            <a:off x="10600537" y="5154905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10" name="object 110" descr=""/>
          <p:cNvGrpSpPr/>
          <p:nvPr/>
        </p:nvGrpSpPr>
        <p:grpSpPr>
          <a:xfrm>
            <a:off x="9773157" y="5439229"/>
            <a:ext cx="480059" cy="76200"/>
            <a:chOff x="9773157" y="5439229"/>
            <a:chExt cx="480059" cy="76200"/>
          </a:xfrm>
        </p:grpSpPr>
        <p:sp>
          <p:nvSpPr>
            <p:cNvPr id="111" name="object 111" descr=""/>
            <p:cNvSpPr/>
            <p:nvPr/>
          </p:nvSpPr>
          <p:spPr>
            <a:xfrm>
              <a:off x="9779507" y="5477313"/>
              <a:ext cx="410209" cy="635"/>
            </a:xfrm>
            <a:custGeom>
              <a:avLst/>
              <a:gdLst/>
              <a:ahLst/>
              <a:cxnLst/>
              <a:rect l="l" t="t" r="r" b="b"/>
              <a:pathLst>
                <a:path w="410209" h="635">
                  <a:moveTo>
                    <a:pt x="0" y="381"/>
                  </a:moveTo>
                  <a:lnTo>
                    <a:pt x="410083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0176853" y="5439229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0" y="0"/>
                  </a:moveTo>
                  <a:lnTo>
                    <a:pt x="76" y="76200"/>
                  </a:lnTo>
                  <a:lnTo>
                    <a:pt x="76238" y="38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 descr=""/>
          <p:cNvSpPr txBox="1"/>
          <p:nvPr/>
        </p:nvSpPr>
        <p:spPr>
          <a:xfrm>
            <a:off x="10015808" y="5037312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4" name="object 114" descr=""/>
          <p:cNvSpPr txBox="1"/>
          <p:nvPr/>
        </p:nvSpPr>
        <p:spPr>
          <a:xfrm>
            <a:off x="9156358" y="510377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8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Regular</a:t>
            </a:r>
            <a:r>
              <a:rPr dirty="0" spc="-175"/>
              <a:t> </a:t>
            </a:r>
            <a:r>
              <a:rPr dirty="0"/>
              <a:t>Expressions</a:t>
            </a:r>
            <a:r>
              <a:rPr dirty="0" spc="-160"/>
              <a:t> </a:t>
            </a:r>
            <a:r>
              <a:rPr dirty="0" spc="-10"/>
              <a:t>Equivalence</a:t>
            </a:r>
            <a:r>
              <a:rPr dirty="0" spc="-170"/>
              <a:t> </a:t>
            </a:r>
            <a:r>
              <a:rPr dirty="0" spc="-20"/>
              <a:t>with</a:t>
            </a:r>
            <a:r>
              <a:rPr dirty="0" spc="-160"/>
              <a:t> </a:t>
            </a:r>
            <a:r>
              <a:rPr dirty="0" spc="-10"/>
              <a:t>Finite</a:t>
            </a:r>
            <a:r>
              <a:rPr dirty="0" spc="-175"/>
              <a:t> </a:t>
            </a:r>
            <a:r>
              <a:rPr dirty="0" spc="-50"/>
              <a:t>Automata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23216" y="1567300"/>
            <a:ext cx="469265" cy="328930"/>
          </a:xfrm>
          <a:custGeom>
            <a:avLst/>
            <a:gdLst/>
            <a:ahLst/>
            <a:cxnLst/>
            <a:rect l="l" t="t" r="r" b="b"/>
            <a:pathLst>
              <a:path w="469265" h="328930">
                <a:moveTo>
                  <a:pt x="364108" y="0"/>
                </a:moveTo>
                <a:lnTo>
                  <a:pt x="359422" y="13347"/>
                </a:lnTo>
                <a:lnTo>
                  <a:pt x="378463" y="21612"/>
                </a:lnTo>
                <a:lnTo>
                  <a:pt x="394838" y="33053"/>
                </a:lnTo>
                <a:lnTo>
                  <a:pt x="419595" y="65455"/>
                </a:lnTo>
                <a:lnTo>
                  <a:pt x="434157" y="109167"/>
                </a:lnTo>
                <a:lnTo>
                  <a:pt x="437747" y="134387"/>
                </a:lnTo>
                <a:lnTo>
                  <a:pt x="437799" y="134748"/>
                </a:lnTo>
                <a:lnTo>
                  <a:pt x="437794" y="191819"/>
                </a:lnTo>
                <a:lnTo>
                  <a:pt x="428040" y="241839"/>
                </a:lnTo>
                <a:lnTo>
                  <a:pt x="408469" y="280904"/>
                </a:lnTo>
                <a:lnTo>
                  <a:pt x="378688" y="307255"/>
                </a:lnTo>
                <a:lnTo>
                  <a:pt x="359943" y="315556"/>
                </a:lnTo>
                <a:lnTo>
                  <a:pt x="364108" y="328904"/>
                </a:lnTo>
                <a:lnTo>
                  <a:pt x="408973" y="307867"/>
                </a:lnTo>
                <a:lnTo>
                  <a:pt x="441959" y="271437"/>
                </a:lnTo>
                <a:lnTo>
                  <a:pt x="462248" y="222646"/>
                </a:lnTo>
                <a:lnTo>
                  <a:pt x="469010" y="164541"/>
                </a:lnTo>
                <a:lnTo>
                  <a:pt x="467333" y="134748"/>
                </a:lnTo>
                <a:lnTo>
                  <a:pt x="453741" y="80941"/>
                </a:lnTo>
                <a:lnTo>
                  <a:pt x="426838" y="37433"/>
                </a:lnTo>
                <a:lnTo>
                  <a:pt x="387957" y="8610"/>
                </a:lnTo>
                <a:lnTo>
                  <a:pt x="364108" y="0"/>
                </a:lnTo>
                <a:close/>
              </a:path>
              <a:path w="469265" h="328930">
                <a:moveTo>
                  <a:pt x="104901" y="0"/>
                </a:moveTo>
                <a:lnTo>
                  <a:pt x="60144" y="21088"/>
                </a:lnTo>
                <a:lnTo>
                  <a:pt x="27139" y="57645"/>
                </a:lnTo>
                <a:lnTo>
                  <a:pt x="6783" y="106521"/>
                </a:lnTo>
                <a:lnTo>
                  <a:pt x="97" y="162814"/>
                </a:lnTo>
                <a:lnTo>
                  <a:pt x="0" y="164541"/>
                </a:lnTo>
                <a:lnTo>
                  <a:pt x="6762" y="222646"/>
                </a:lnTo>
                <a:lnTo>
                  <a:pt x="27050" y="271437"/>
                </a:lnTo>
                <a:lnTo>
                  <a:pt x="60037" y="307867"/>
                </a:lnTo>
                <a:lnTo>
                  <a:pt x="104901" y="328904"/>
                </a:lnTo>
                <a:lnTo>
                  <a:pt x="109054" y="315556"/>
                </a:lnTo>
                <a:lnTo>
                  <a:pt x="90316" y="307255"/>
                </a:lnTo>
                <a:lnTo>
                  <a:pt x="74145" y="295705"/>
                </a:lnTo>
                <a:lnTo>
                  <a:pt x="49504" y="262851"/>
                </a:lnTo>
                <a:lnTo>
                  <a:pt x="34874" y="218162"/>
                </a:lnTo>
                <a:lnTo>
                  <a:pt x="30069" y="164541"/>
                </a:lnTo>
                <a:lnTo>
                  <a:pt x="29997" y="162814"/>
                </a:lnTo>
                <a:lnTo>
                  <a:pt x="31216" y="134748"/>
                </a:lnTo>
                <a:lnTo>
                  <a:pt x="40970" y="86070"/>
                </a:lnTo>
                <a:lnTo>
                  <a:pt x="60573" y="47668"/>
                </a:lnTo>
                <a:lnTo>
                  <a:pt x="90606" y="21612"/>
                </a:lnTo>
                <a:lnTo>
                  <a:pt x="109575" y="13347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69263" y="1465290"/>
            <a:ext cx="76098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06550" algn="l"/>
                <a:tab pos="737044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10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114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85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𝐿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5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301183" y="1465290"/>
            <a:ext cx="25012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then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7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69263" y="1951660"/>
            <a:ext cx="91313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80" i="1">
                <a:latin typeface="Franklin Gothic Medium"/>
                <a:cs typeface="Franklin Gothic Medium"/>
              </a:rPr>
              <a:t>Proof</a:t>
            </a:r>
            <a:r>
              <a:rPr dirty="0" sz="2800" spc="-80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19883" y="1970868"/>
            <a:ext cx="46577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7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equivalent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90">
                <a:latin typeface="Franklin Gothic Medium"/>
                <a:cs typeface="Franklin Gothic Medium"/>
              </a:rPr>
              <a:t>NFA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69263" y="2827020"/>
            <a:ext cx="2745105" cy="248602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2400" spc="-80">
                <a:latin typeface="Franklin Gothic Medium"/>
                <a:cs typeface="Franklin Gothic Medium"/>
              </a:rPr>
              <a:t>Atomic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Elements:</a:t>
            </a:r>
            <a:endParaRPr sz="2400">
              <a:latin typeface="Franklin Gothic Medium"/>
              <a:cs typeface="Franklin Gothic Medium"/>
            </a:endParaRPr>
          </a:p>
          <a:p>
            <a:pPr marL="298450">
              <a:lnSpc>
                <a:spcPct val="100000"/>
              </a:lnSpc>
              <a:spcBef>
                <a:spcPts val="755"/>
              </a:spcBef>
              <a:tabLst>
                <a:tab pos="1226185" algn="l"/>
                <a:tab pos="1722755" algn="l"/>
              </a:tabLst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25">
                <a:latin typeface="Franklin Gothic Medium"/>
                <a:cs typeface="Franklin Gothic Medium"/>
              </a:rPr>
              <a:t>for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𝑎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Σ</a:t>
            </a:r>
            <a:endParaRPr sz="2400">
              <a:latin typeface="Cambria Math"/>
              <a:cs typeface="Cambria Math"/>
            </a:endParaRPr>
          </a:p>
          <a:p>
            <a:pPr marL="298450">
              <a:lnSpc>
                <a:spcPct val="100000"/>
              </a:lnSpc>
              <a:spcBef>
                <a:spcPts val="1015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ε</a:t>
            </a:r>
            <a:endParaRPr sz="2400">
              <a:latin typeface="Cambria Math"/>
              <a:cs typeface="Cambria Math"/>
            </a:endParaRPr>
          </a:p>
          <a:p>
            <a:pPr marL="314960">
              <a:lnSpc>
                <a:spcPct val="100000"/>
              </a:lnSpc>
              <a:spcBef>
                <a:spcPts val="105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400" spc="-35">
                <a:latin typeface="Franklin Gothic Medium"/>
                <a:cs typeface="Franklin Gothic Medium"/>
              </a:rPr>
              <a:t>Composite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Elements: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28512" y="5392879"/>
            <a:ext cx="1659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8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22416" y="5864368"/>
            <a:ext cx="1586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8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∘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28106" y="6476909"/>
            <a:ext cx="15430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50"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22418" y="6326034"/>
            <a:ext cx="98551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9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28571" sz="2625" spc="-37">
                <a:latin typeface="Cambria Math"/>
                <a:cs typeface="Cambria Math"/>
              </a:rPr>
              <a:t>∗</a:t>
            </a:r>
            <a:endParaRPr baseline="28571" sz="2625">
              <a:latin typeface="Cambria Math"/>
              <a:cs typeface="Cambria Math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994784" y="3461384"/>
            <a:ext cx="1108710" cy="273685"/>
            <a:chOff x="3994784" y="3461384"/>
            <a:chExt cx="1108710" cy="273685"/>
          </a:xfrm>
        </p:grpSpPr>
        <p:sp>
          <p:nvSpPr>
            <p:cNvPr id="14" name="object 14" descr=""/>
            <p:cNvSpPr/>
            <p:nvPr/>
          </p:nvSpPr>
          <p:spPr>
            <a:xfrm>
              <a:off x="4862321" y="3470909"/>
              <a:ext cx="231775" cy="254635"/>
            </a:xfrm>
            <a:custGeom>
              <a:avLst/>
              <a:gdLst/>
              <a:ahLst/>
              <a:cxnLst/>
              <a:rect l="l" t="t" r="r" b="b"/>
              <a:pathLst>
                <a:path w="231775" h="254635">
                  <a:moveTo>
                    <a:pt x="0" y="127253"/>
                  </a:moveTo>
                  <a:lnTo>
                    <a:pt x="9101" y="77720"/>
                  </a:lnTo>
                  <a:lnTo>
                    <a:pt x="33923" y="37271"/>
                  </a:lnTo>
                  <a:lnTo>
                    <a:pt x="70739" y="10000"/>
                  </a:lnTo>
                  <a:lnTo>
                    <a:pt x="115823" y="0"/>
                  </a:lnTo>
                  <a:lnTo>
                    <a:pt x="160908" y="10000"/>
                  </a:lnTo>
                  <a:lnTo>
                    <a:pt x="197724" y="37271"/>
                  </a:lnTo>
                  <a:lnTo>
                    <a:pt x="222546" y="77720"/>
                  </a:lnTo>
                  <a:lnTo>
                    <a:pt x="231647" y="127253"/>
                  </a:lnTo>
                  <a:lnTo>
                    <a:pt x="222546" y="176787"/>
                  </a:lnTo>
                  <a:lnTo>
                    <a:pt x="197724" y="217236"/>
                  </a:lnTo>
                  <a:lnTo>
                    <a:pt x="160908" y="244507"/>
                  </a:lnTo>
                  <a:lnTo>
                    <a:pt x="115823" y="254507"/>
                  </a:lnTo>
                  <a:lnTo>
                    <a:pt x="70739" y="244507"/>
                  </a:lnTo>
                  <a:lnTo>
                    <a:pt x="33923" y="217236"/>
                  </a:lnTo>
                  <a:lnTo>
                    <a:pt x="9101" y="176787"/>
                  </a:lnTo>
                  <a:lnTo>
                    <a:pt x="0" y="12725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2232" y="3526916"/>
              <a:ext cx="131825" cy="14554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004309" y="3470909"/>
              <a:ext cx="231775" cy="254635"/>
            </a:xfrm>
            <a:custGeom>
              <a:avLst/>
              <a:gdLst/>
              <a:ahLst/>
              <a:cxnLst/>
              <a:rect l="l" t="t" r="r" b="b"/>
              <a:pathLst>
                <a:path w="231775" h="254635">
                  <a:moveTo>
                    <a:pt x="0" y="127253"/>
                  </a:moveTo>
                  <a:lnTo>
                    <a:pt x="9101" y="77720"/>
                  </a:lnTo>
                  <a:lnTo>
                    <a:pt x="33923" y="37271"/>
                  </a:lnTo>
                  <a:lnTo>
                    <a:pt x="70739" y="10000"/>
                  </a:lnTo>
                  <a:lnTo>
                    <a:pt x="115823" y="0"/>
                  </a:lnTo>
                  <a:lnTo>
                    <a:pt x="160908" y="10000"/>
                  </a:lnTo>
                  <a:lnTo>
                    <a:pt x="197724" y="37271"/>
                  </a:lnTo>
                  <a:lnTo>
                    <a:pt x="222546" y="77720"/>
                  </a:lnTo>
                  <a:lnTo>
                    <a:pt x="231647" y="127253"/>
                  </a:lnTo>
                  <a:lnTo>
                    <a:pt x="222546" y="176787"/>
                  </a:lnTo>
                  <a:lnTo>
                    <a:pt x="197724" y="217236"/>
                  </a:lnTo>
                  <a:lnTo>
                    <a:pt x="160908" y="244507"/>
                  </a:lnTo>
                  <a:lnTo>
                    <a:pt x="115823" y="254507"/>
                  </a:lnTo>
                  <a:lnTo>
                    <a:pt x="70739" y="244507"/>
                  </a:lnTo>
                  <a:lnTo>
                    <a:pt x="33923" y="217236"/>
                  </a:lnTo>
                  <a:lnTo>
                    <a:pt x="9101" y="176787"/>
                  </a:lnTo>
                  <a:lnTo>
                    <a:pt x="0" y="12725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235195" y="3598163"/>
              <a:ext cx="563245" cy="0"/>
            </a:xfrm>
            <a:custGeom>
              <a:avLst/>
              <a:gdLst/>
              <a:ahLst/>
              <a:cxnLst/>
              <a:rect l="l" t="t" r="r" b="b"/>
              <a:pathLst>
                <a:path w="563245" h="0">
                  <a:moveTo>
                    <a:pt x="0" y="0"/>
                  </a:moveTo>
                  <a:lnTo>
                    <a:pt x="56296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785458" y="356006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444706" y="3282343"/>
            <a:ext cx="113030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60"/>
              </a:lnSpc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627310" y="3556060"/>
            <a:ext cx="618490" cy="1166495"/>
            <a:chOff x="3627310" y="3556060"/>
            <a:chExt cx="618490" cy="1166495"/>
          </a:xfrm>
        </p:grpSpPr>
        <p:sp>
          <p:nvSpPr>
            <p:cNvPr id="21" name="object 21" descr=""/>
            <p:cNvSpPr/>
            <p:nvPr/>
          </p:nvSpPr>
          <p:spPr>
            <a:xfrm>
              <a:off x="3641597" y="3598925"/>
              <a:ext cx="292100" cy="0"/>
            </a:xfrm>
            <a:custGeom>
              <a:avLst/>
              <a:gdLst/>
              <a:ahLst/>
              <a:cxnLst/>
              <a:rect l="l" t="t" r="r" b="b"/>
              <a:pathLst>
                <a:path w="292100" h="0">
                  <a:moveTo>
                    <a:pt x="0" y="0"/>
                  </a:moveTo>
                  <a:lnTo>
                    <a:pt x="291528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918841" y="3556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2884" y="4026788"/>
              <a:ext cx="145541" cy="162305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3975353" y="3969257"/>
              <a:ext cx="260985" cy="287020"/>
            </a:xfrm>
            <a:custGeom>
              <a:avLst/>
              <a:gdLst/>
              <a:ahLst/>
              <a:cxnLst/>
              <a:rect l="l" t="t" r="r" b="b"/>
              <a:pathLst>
                <a:path w="260985" h="287020">
                  <a:moveTo>
                    <a:pt x="0" y="143256"/>
                  </a:moveTo>
                  <a:lnTo>
                    <a:pt x="6643" y="97974"/>
                  </a:lnTo>
                  <a:lnTo>
                    <a:pt x="25142" y="58649"/>
                  </a:lnTo>
                  <a:lnTo>
                    <a:pt x="53349" y="27639"/>
                  </a:lnTo>
                  <a:lnTo>
                    <a:pt x="89118" y="7303"/>
                  </a:lnTo>
                  <a:lnTo>
                    <a:pt x="130302" y="0"/>
                  </a:lnTo>
                  <a:lnTo>
                    <a:pt x="171485" y="7303"/>
                  </a:lnTo>
                  <a:lnTo>
                    <a:pt x="207254" y="27639"/>
                  </a:lnTo>
                  <a:lnTo>
                    <a:pt x="235461" y="58649"/>
                  </a:lnTo>
                  <a:lnTo>
                    <a:pt x="253960" y="97974"/>
                  </a:lnTo>
                  <a:lnTo>
                    <a:pt x="260604" y="143256"/>
                  </a:lnTo>
                  <a:lnTo>
                    <a:pt x="253960" y="188537"/>
                  </a:lnTo>
                  <a:lnTo>
                    <a:pt x="235461" y="227862"/>
                  </a:lnTo>
                  <a:lnTo>
                    <a:pt x="207254" y="258872"/>
                  </a:lnTo>
                  <a:lnTo>
                    <a:pt x="171485" y="279208"/>
                  </a:lnTo>
                  <a:lnTo>
                    <a:pt x="130302" y="286512"/>
                  </a:lnTo>
                  <a:lnTo>
                    <a:pt x="89118" y="279208"/>
                  </a:lnTo>
                  <a:lnTo>
                    <a:pt x="53349" y="258872"/>
                  </a:lnTo>
                  <a:lnTo>
                    <a:pt x="25142" y="227862"/>
                  </a:lnTo>
                  <a:lnTo>
                    <a:pt x="6643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641597" y="4112515"/>
              <a:ext cx="262890" cy="0"/>
            </a:xfrm>
            <a:custGeom>
              <a:avLst/>
              <a:gdLst/>
              <a:ahLst/>
              <a:cxnLst/>
              <a:rect l="l" t="t" r="r" b="b"/>
              <a:pathLst>
                <a:path w="262889" h="0">
                  <a:moveTo>
                    <a:pt x="0" y="0"/>
                  </a:moveTo>
                  <a:lnTo>
                    <a:pt x="262547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889858" y="406965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996689" y="4449317"/>
              <a:ext cx="239395" cy="264160"/>
            </a:xfrm>
            <a:custGeom>
              <a:avLst/>
              <a:gdLst/>
              <a:ahLst/>
              <a:cxnLst/>
              <a:rect l="l" t="t" r="r" b="b"/>
              <a:pathLst>
                <a:path w="239395" h="264160">
                  <a:moveTo>
                    <a:pt x="0" y="131825"/>
                  </a:moveTo>
                  <a:lnTo>
                    <a:pt x="9400" y="80511"/>
                  </a:lnTo>
                  <a:lnTo>
                    <a:pt x="35037" y="38609"/>
                  </a:lnTo>
                  <a:lnTo>
                    <a:pt x="73064" y="10359"/>
                  </a:lnTo>
                  <a:lnTo>
                    <a:pt x="119634" y="0"/>
                  </a:lnTo>
                  <a:lnTo>
                    <a:pt x="166203" y="10359"/>
                  </a:lnTo>
                  <a:lnTo>
                    <a:pt x="204230" y="38609"/>
                  </a:lnTo>
                  <a:lnTo>
                    <a:pt x="229867" y="80511"/>
                  </a:lnTo>
                  <a:lnTo>
                    <a:pt x="239268" y="131825"/>
                  </a:lnTo>
                  <a:lnTo>
                    <a:pt x="229867" y="183140"/>
                  </a:lnTo>
                  <a:lnTo>
                    <a:pt x="204230" y="225042"/>
                  </a:lnTo>
                  <a:lnTo>
                    <a:pt x="166203" y="253292"/>
                  </a:lnTo>
                  <a:lnTo>
                    <a:pt x="119634" y="263651"/>
                  </a:lnTo>
                  <a:lnTo>
                    <a:pt x="73064" y="253292"/>
                  </a:lnTo>
                  <a:lnTo>
                    <a:pt x="35037" y="225042"/>
                  </a:lnTo>
                  <a:lnTo>
                    <a:pt x="9400" y="183140"/>
                  </a:lnTo>
                  <a:lnTo>
                    <a:pt x="0" y="131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641597" y="4594097"/>
              <a:ext cx="283210" cy="0"/>
            </a:xfrm>
            <a:custGeom>
              <a:avLst/>
              <a:gdLst/>
              <a:ahLst/>
              <a:cxnLst/>
              <a:rect l="l" t="t" r="r" b="b"/>
              <a:pathLst>
                <a:path w="283210" h="0">
                  <a:moveTo>
                    <a:pt x="0" y="0"/>
                  </a:moveTo>
                  <a:lnTo>
                    <a:pt x="2828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910163" y="455123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5928359" y="2575560"/>
            <a:ext cx="1367155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8484155" y="2703380"/>
            <a:ext cx="1030605" cy="282575"/>
          </a:xfrm>
          <a:custGeom>
            <a:avLst/>
            <a:gdLst/>
            <a:ahLst/>
            <a:cxnLst/>
            <a:rect l="l" t="t" r="r" b="b"/>
            <a:pathLst>
              <a:path w="1030604" h="282575">
                <a:moveTo>
                  <a:pt x="939952" y="0"/>
                </a:moveTo>
                <a:lnTo>
                  <a:pt x="935939" y="11455"/>
                </a:lnTo>
                <a:lnTo>
                  <a:pt x="952281" y="18551"/>
                </a:lnTo>
                <a:lnTo>
                  <a:pt x="966335" y="28371"/>
                </a:lnTo>
                <a:lnTo>
                  <a:pt x="994868" y="73880"/>
                </a:lnTo>
                <a:lnTo>
                  <a:pt x="1003155" y="115357"/>
                </a:lnTo>
                <a:lnTo>
                  <a:pt x="1003198" y="115661"/>
                </a:lnTo>
                <a:lnTo>
                  <a:pt x="1003194" y="164649"/>
                </a:lnTo>
                <a:lnTo>
                  <a:pt x="994826" y="207587"/>
                </a:lnTo>
                <a:lnTo>
                  <a:pt x="966347" y="253828"/>
                </a:lnTo>
                <a:lnTo>
                  <a:pt x="936383" y="270865"/>
                </a:lnTo>
                <a:lnTo>
                  <a:pt x="939952" y="282321"/>
                </a:lnTo>
                <a:lnTo>
                  <a:pt x="978461" y="264263"/>
                </a:lnTo>
                <a:lnTo>
                  <a:pt x="1006779" y="232994"/>
                </a:lnTo>
                <a:lnTo>
                  <a:pt x="1024188" y="191111"/>
                </a:lnTo>
                <a:lnTo>
                  <a:pt x="1029995" y="141236"/>
                </a:lnTo>
                <a:lnTo>
                  <a:pt x="1028557" y="115661"/>
                </a:lnTo>
                <a:lnTo>
                  <a:pt x="1016895" y="69479"/>
                </a:lnTo>
                <a:lnTo>
                  <a:pt x="993794" y="32129"/>
                </a:lnTo>
                <a:lnTo>
                  <a:pt x="960419" y="7391"/>
                </a:lnTo>
                <a:lnTo>
                  <a:pt x="939952" y="0"/>
                </a:lnTo>
                <a:close/>
              </a:path>
              <a:path w="1030604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8545752" y="2613129"/>
            <a:ext cx="347217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ab</a:t>
            </a:r>
            <a:r>
              <a:rPr dirty="0" sz="2400" spc="305">
                <a:latin typeface="Franklin Gothic Medium"/>
                <a:cs typeface="Franklin Gothic Medium"/>
              </a:rPr>
              <a:t> </a:t>
            </a:r>
            <a:r>
              <a:rPr dirty="0" baseline="28571" sz="262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8571" sz="2625" spc="38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equivalent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NFA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7386066" y="3209925"/>
            <a:ext cx="1570355" cy="292100"/>
            <a:chOff x="7386066" y="3209925"/>
            <a:chExt cx="1570355" cy="292100"/>
          </a:xfrm>
        </p:grpSpPr>
        <p:sp>
          <p:nvSpPr>
            <p:cNvPr id="34" name="object 34" descr=""/>
            <p:cNvSpPr/>
            <p:nvPr/>
          </p:nvSpPr>
          <p:spPr>
            <a:xfrm>
              <a:off x="8698230" y="321945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8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6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52713" y="3278505"/>
              <a:ext cx="139446" cy="156209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7776210" y="321945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8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6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023860" y="3355847"/>
              <a:ext cx="610235" cy="0"/>
            </a:xfrm>
            <a:custGeom>
              <a:avLst/>
              <a:gdLst/>
              <a:ahLst/>
              <a:cxnLst/>
              <a:rect l="l" t="t" r="r" b="b"/>
              <a:pathLst>
                <a:path w="610234" h="0">
                  <a:moveTo>
                    <a:pt x="0" y="0"/>
                  </a:moveTo>
                  <a:lnTo>
                    <a:pt x="61001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621184" y="331774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386066" y="3356610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879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690575" y="3313743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7304709" y="2568057"/>
            <a:ext cx="1066800" cy="74485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Convert</a:t>
            </a:r>
            <a:endParaRPr sz="2400">
              <a:latin typeface="Franklin Gothic Medium"/>
              <a:cs typeface="Franklin Gothic Medium"/>
            </a:endParaRPr>
          </a:p>
          <a:p>
            <a:pPr algn="r" marR="5080">
              <a:lnSpc>
                <a:spcPct val="100000"/>
              </a:lnSpc>
              <a:spcBef>
                <a:spcPts val="265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8766429" y="4861940"/>
            <a:ext cx="2375535" cy="763270"/>
            <a:chOff x="8766429" y="4861940"/>
            <a:chExt cx="2375535" cy="763270"/>
          </a:xfrm>
        </p:grpSpPr>
        <p:sp>
          <p:nvSpPr>
            <p:cNvPr id="43" name="object 43" descr=""/>
            <p:cNvSpPr/>
            <p:nvPr/>
          </p:nvSpPr>
          <p:spPr>
            <a:xfrm>
              <a:off x="9519666" y="4871465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8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6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74149" y="4930520"/>
              <a:ext cx="139446" cy="156210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8775954" y="4871465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8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6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9023604" y="5006339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 h="0">
                  <a:moveTo>
                    <a:pt x="0" y="0"/>
                  </a:moveTo>
                  <a:lnTo>
                    <a:pt x="4325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9443497" y="496823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9531858" y="5342381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8788146" y="5342381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9035796" y="5477255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 h="0">
                  <a:moveTo>
                    <a:pt x="0" y="0"/>
                  </a:moveTo>
                  <a:lnTo>
                    <a:pt x="4325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9455688" y="543915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0883646" y="5340857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59"/>
                  </a:moveTo>
                  <a:lnTo>
                    <a:pt x="9761" y="83769"/>
                  </a:lnTo>
                  <a:lnTo>
                    <a:pt x="36380" y="40171"/>
                  </a:lnTo>
                  <a:lnTo>
                    <a:pt x="75861" y="10778"/>
                  </a:lnTo>
                  <a:lnTo>
                    <a:pt x="124205" y="0"/>
                  </a:lnTo>
                  <a:lnTo>
                    <a:pt x="172550" y="10778"/>
                  </a:lnTo>
                  <a:lnTo>
                    <a:pt x="212031" y="40171"/>
                  </a:lnTo>
                  <a:lnTo>
                    <a:pt x="238650" y="83769"/>
                  </a:lnTo>
                  <a:lnTo>
                    <a:pt x="248411" y="137159"/>
                  </a:lnTo>
                  <a:lnTo>
                    <a:pt x="238650" y="190550"/>
                  </a:lnTo>
                  <a:lnTo>
                    <a:pt x="212031" y="234148"/>
                  </a:lnTo>
                  <a:lnTo>
                    <a:pt x="172550" y="263541"/>
                  </a:lnTo>
                  <a:lnTo>
                    <a:pt x="124205" y="274319"/>
                  </a:lnTo>
                  <a:lnTo>
                    <a:pt x="75861" y="263541"/>
                  </a:lnTo>
                  <a:lnTo>
                    <a:pt x="36380" y="234148"/>
                  </a:lnTo>
                  <a:lnTo>
                    <a:pt x="9761" y="190550"/>
                  </a:lnTo>
                  <a:lnTo>
                    <a:pt x="0" y="13715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38129" y="5399912"/>
              <a:ext cx="139446" cy="157733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10254234" y="5340857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59"/>
                  </a:moveTo>
                  <a:lnTo>
                    <a:pt x="9761" y="83769"/>
                  </a:lnTo>
                  <a:lnTo>
                    <a:pt x="36380" y="40171"/>
                  </a:lnTo>
                  <a:lnTo>
                    <a:pt x="75861" y="10778"/>
                  </a:lnTo>
                  <a:lnTo>
                    <a:pt x="124205" y="0"/>
                  </a:lnTo>
                  <a:lnTo>
                    <a:pt x="172550" y="10778"/>
                  </a:lnTo>
                  <a:lnTo>
                    <a:pt x="212031" y="40171"/>
                  </a:lnTo>
                  <a:lnTo>
                    <a:pt x="238650" y="83769"/>
                  </a:lnTo>
                  <a:lnTo>
                    <a:pt x="248411" y="137159"/>
                  </a:lnTo>
                  <a:lnTo>
                    <a:pt x="238650" y="190550"/>
                  </a:lnTo>
                  <a:lnTo>
                    <a:pt x="212031" y="234148"/>
                  </a:lnTo>
                  <a:lnTo>
                    <a:pt x="172550" y="263541"/>
                  </a:lnTo>
                  <a:lnTo>
                    <a:pt x="124205" y="274319"/>
                  </a:lnTo>
                  <a:lnTo>
                    <a:pt x="75861" y="263541"/>
                  </a:lnTo>
                  <a:lnTo>
                    <a:pt x="36380" y="234148"/>
                  </a:lnTo>
                  <a:lnTo>
                    <a:pt x="9761" y="190550"/>
                  </a:lnTo>
                  <a:lnTo>
                    <a:pt x="0" y="13715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0501884" y="5477255"/>
              <a:ext cx="316865" cy="0"/>
            </a:xfrm>
            <a:custGeom>
              <a:avLst/>
              <a:gdLst/>
              <a:ahLst/>
              <a:cxnLst/>
              <a:rect l="l" t="t" r="r" b="b"/>
              <a:pathLst>
                <a:path w="316865" h="0">
                  <a:moveTo>
                    <a:pt x="0" y="0"/>
                  </a:moveTo>
                  <a:lnTo>
                    <a:pt x="316293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0805482" y="543915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9156358" y="45962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9156358" y="510377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0600537" y="5154905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7739062" y="5033954"/>
            <a:ext cx="2514600" cy="481965"/>
            <a:chOff x="7739062" y="5033954"/>
            <a:chExt cx="2514600" cy="481965"/>
          </a:xfrm>
        </p:grpSpPr>
        <p:sp>
          <p:nvSpPr>
            <p:cNvPr id="61" name="object 61" descr=""/>
            <p:cNvSpPr/>
            <p:nvPr/>
          </p:nvSpPr>
          <p:spPr>
            <a:xfrm>
              <a:off x="9779507" y="5477313"/>
              <a:ext cx="410209" cy="635"/>
            </a:xfrm>
            <a:custGeom>
              <a:avLst/>
              <a:gdLst/>
              <a:ahLst/>
              <a:cxnLst/>
              <a:rect l="l" t="t" r="r" b="b"/>
              <a:pathLst>
                <a:path w="410209" h="635">
                  <a:moveTo>
                    <a:pt x="0" y="381"/>
                  </a:moveTo>
                  <a:lnTo>
                    <a:pt x="410083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0176854" y="5439229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0" y="0"/>
                  </a:moveTo>
                  <a:lnTo>
                    <a:pt x="76" y="76200"/>
                  </a:lnTo>
                  <a:lnTo>
                    <a:pt x="76238" y="38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753350" y="5276849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879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8057859" y="5233983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8172450" y="515035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8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6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8383523" y="5382767"/>
              <a:ext cx="340995" cy="80645"/>
            </a:xfrm>
            <a:custGeom>
              <a:avLst/>
              <a:gdLst/>
              <a:ahLst/>
              <a:cxnLst/>
              <a:rect l="l" t="t" r="r" b="b"/>
              <a:pathLst>
                <a:path w="340995" h="80645">
                  <a:moveTo>
                    <a:pt x="0" y="0"/>
                  </a:moveTo>
                  <a:lnTo>
                    <a:pt x="340614" y="8006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8703055" y="5422833"/>
              <a:ext cx="83185" cy="74295"/>
            </a:xfrm>
            <a:custGeom>
              <a:avLst/>
              <a:gdLst/>
              <a:ahLst/>
              <a:cxnLst/>
              <a:rect l="l" t="t" r="r" b="b"/>
              <a:pathLst>
                <a:path w="83184" h="74295">
                  <a:moveTo>
                    <a:pt x="17437" y="0"/>
                  </a:moveTo>
                  <a:lnTo>
                    <a:pt x="0" y="74180"/>
                  </a:lnTo>
                  <a:lnTo>
                    <a:pt x="82892" y="54533"/>
                  </a:lnTo>
                  <a:lnTo>
                    <a:pt x="174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8383523" y="5065173"/>
              <a:ext cx="330835" cy="123825"/>
            </a:xfrm>
            <a:custGeom>
              <a:avLst/>
              <a:gdLst/>
              <a:ahLst/>
              <a:cxnLst/>
              <a:rect l="l" t="t" r="r" b="b"/>
              <a:pathLst>
                <a:path w="330834" h="123825">
                  <a:moveTo>
                    <a:pt x="0" y="123825"/>
                  </a:moveTo>
                  <a:lnTo>
                    <a:pt x="33074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8689017" y="5033954"/>
              <a:ext cx="85090" cy="71755"/>
            </a:xfrm>
            <a:custGeom>
              <a:avLst/>
              <a:gdLst/>
              <a:ahLst/>
              <a:cxnLst/>
              <a:rect l="l" t="t" r="r" b="b"/>
              <a:pathLst>
                <a:path w="85090" h="71754">
                  <a:moveTo>
                    <a:pt x="0" y="0"/>
                  </a:moveTo>
                  <a:lnTo>
                    <a:pt x="26720" y="71361"/>
                  </a:lnTo>
                  <a:lnTo>
                    <a:pt x="84721" y="89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 txBox="1"/>
          <p:nvPr/>
        </p:nvSpPr>
        <p:spPr>
          <a:xfrm>
            <a:off x="10015808" y="5037312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8452709" y="4734645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8456566" y="5346900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7761922" y="6163436"/>
            <a:ext cx="1094740" cy="292100"/>
            <a:chOff x="7761922" y="6163436"/>
            <a:chExt cx="1094740" cy="292100"/>
          </a:xfrm>
        </p:grpSpPr>
        <p:sp>
          <p:nvSpPr>
            <p:cNvPr id="74" name="object 74" descr=""/>
            <p:cNvSpPr/>
            <p:nvPr/>
          </p:nvSpPr>
          <p:spPr>
            <a:xfrm>
              <a:off x="7776209" y="6310121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8795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8080720" y="626725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8178545" y="6172961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33028" y="6232016"/>
              <a:ext cx="139446" cy="156209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8426957" y="6310121"/>
              <a:ext cx="358140" cy="1270"/>
            </a:xfrm>
            <a:custGeom>
              <a:avLst/>
              <a:gdLst/>
              <a:ahLst/>
              <a:cxnLst/>
              <a:rect l="l" t="t" r="r" b="b"/>
              <a:pathLst>
                <a:path w="358140" h="1270">
                  <a:moveTo>
                    <a:pt x="0" y="0"/>
                  </a:moveTo>
                  <a:lnTo>
                    <a:pt x="357708" y="1079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8770243" y="6268286"/>
              <a:ext cx="86360" cy="85725"/>
            </a:xfrm>
            <a:custGeom>
              <a:avLst/>
              <a:gdLst/>
              <a:ahLst/>
              <a:cxnLst/>
              <a:rect l="l" t="t" r="r" b="b"/>
              <a:pathLst>
                <a:path w="86359" h="85725">
                  <a:moveTo>
                    <a:pt x="266" y="0"/>
                  </a:moveTo>
                  <a:lnTo>
                    <a:pt x="0" y="85725"/>
                  </a:lnTo>
                  <a:lnTo>
                    <a:pt x="85864" y="43129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8441328" y="5978197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9449181" y="5922645"/>
            <a:ext cx="996315" cy="292100"/>
            <a:chOff x="9449181" y="5922645"/>
            <a:chExt cx="996315" cy="292100"/>
          </a:xfrm>
        </p:grpSpPr>
        <p:sp>
          <p:nvSpPr>
            <p:cNvPr id="82" name="object 82" descr=""/>
            <p:cNvSpPr/>
            <p:nvPr/>
          </p:nvSpPr>
          <p:spPr>
            <a:xfrm>
              <a:off x="10187178" y="593217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1661" y="5991225"/>
              <a:ext cx="139446" cy="156209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9458706" y="593217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9706356" y="6067044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59" h="0">
                  <a:moveTo>
                    <a:pt x="0" y="0"/>
                  </a:moveTo>
                  <a:lnTo>
                    <a:pt x="41616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0109820" y="60289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 descr=""/>
          <p:cNvSpPr txBox="1"/>
          <p:nvPr/>
        </p:nvSpPr>
        <p:spPr>
          <a:xfrm>
            <a:off x="9749301" y="571094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88" name="object 88" descr=""/>
          <p:cNvGrpSpPr/>
          <p:nvPr/>
        </p:nvGrpSpPr>
        <p:grpSpPr>
          <a:xfrm>
            <a:off x="9461372" y="6355460"/>
            <a:ext cx="996315" cy="293370"/>
            <a:chOff x="9461372" y="6355460"/>
            <a:chExt cx="996315" cy="293370"/>
          </a:xfrm>
        </p:grpSpPr>
        <p:sp>
          <p:nvSpPr>
            <p:cNvPr id="89" name="object 89" descr=""/>
            <p:cNvSpPr/>
            <p:nvPr/>
          </p:nvSpPr>
          <p:spPr>
            <a:xfrm>
              <a:off x="10199369" y="6364985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59"/>
                  </a:moveTo>
                  <a:lnTo>
                    <a:pt x="9761" y="83769"/>
                  </a:lnTo>
                  <a:lnTo>
                    <a:pt x="36380" y="40171"/>
                  </a:lnTo>
                  <a:lnTo>
                    <a:pt x="75861" y="10778"/>
                  </a:lnTo>
                  <a:lnTo>
                    <a:pt x="124205" y="0"/>
                  </a:lnTo>
                  <a:lnTo>
                    <a:pt x="172550" y="10778"/>
                  </a:lnTo>
                  <a:lnTo>
                    <a:pt x="212031" y="40171"/>
                  </a:lnTo>
                  <a:lnTo>
                    <a:pt x="238650" y="83769"/>
                  </a:lnTo>
                  <a:lnTo>
                    <a:pt x="248411" y="137159"/>
                  </a:lnTo>
                  <a:lnTo>
                    <a:pt x="238650" y="190550"/>
                  </a:lnTo>
                  <a:lnTo>
                    <a:pt x="212031" y="234148"/>
                  </a:lnTo>
                  <a:lnTo>
                    <a:pt x="172550" y="263541"/>
                  </a:lnTo>
                  <a:lnTo>
                    <a:pt x="124205" y="274319"/>
                  </a:lnTo>
                  <a:lnTo>
                    <a:pt x="75861" y="263541"/>
                  </a:lnTo>
                  <a:lnTo>
                    <a:pt x="36380" y="234148"/>
                  </a:lnTo>
                  <a:lnTo>
                    <a:pt x="9761" y="190550"/>
                  </a:lnTo>
                  <a:lnTo>
                    <a:pt x="0" y="13715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9470897" y="6364985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59"/>
                  </a:moveTo>
                  <a:lnTo>
                    <a:pt x="9761" y="83769"/>
                  </a:lnTo>
                  <a:lnTo>
                    <a:pt x="36380" y="40171"/>
                  </a:lnTo>
                  <a:lnTo>
                    <a:pt x="75861" y="10778"/>
                  </a:lnTo>
                  <a:lnTo>
                    <a:pt x="124205" y="0"/>
                  </a:lnTo>
                  <a:lnTo>
                    <a:pt x="172550" y="10778"/>
                  </a:lnTo>
                  <a:lnTo>
                    <a:pt x="212031" y="40171"/>
                  </a:lnTo>
                  <a:lnTo>
                    <a:pt x="238650" y="83769"/>
                  </a:lnTo>
                  <a:lnTo>
                    <a:pt x="248411" y="137159"/>
                  </a:lnTo>
                  <a:lnTo>
                    <a:pt x="238650" y="190550"/>
                  </a:lnTo>
                  <a:lnTo>
                    <a:pt x="212031" y="234148"/>
                  </a:lnTo>
                  <a:lnTo>
                    <a:pt x="172550" y="263541"/>
                  </a:lnTo>
                  <a:lnTo>
                    <a:pt x="124205" y="274319"/>
                  </a:lnTo>
                  <a:lnTo>
                    <a:pt x="75861" y="263541"/>
                  </a:lnTo>
                  <a:lnTo>
                    <a:pt x="36380" y="234148"/>
                  </a:lnTo>
                  <a:lnTo>
                    <a:pt x="9761" y="190550"/>
                  </a:lnTo>
                  <a:lnTo>
                    <a:pt x="0" y="13715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9718547" y="6501383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59" h="0">
                  <a:moveTo>
                    <a:pt x="0" y="0"/>
                  </a:moveTo>
                  <a:lnTo>
                    <a:pt x="416153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0122010" y="646328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3" name="object 93" descr=""/>
          <p:cNvSpPr txBox="1"/>
          <p:nvPr/>
        </p:nvSpPr>
        <p:spPr>
          <a:xfrm>
            <a:off x="9769978" y="616395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94" name="object 94" descr=""/>
          <p:cNvGrpSpPr/>
          <p:nvPr/>
        </p:nvGrpSpPr>
        <p:grpSpPr>
          <a:xfrm>
            <a:off x="10822305" y="6355460"/>
            <a:ext cx="868044" cy="293370"/>
            <a:chOff x="10822305" y="6355460"/>
            <a:chExt cx="868044" cy="293370"/>
          </a:xfrm>
        </p:grpSpPr>
        <p:sp>
          <p:nvSpPr>
            <p:cNvPr id="95" name="object 95" descr=""/>
            <p:cNvSpPr/>
            <p:nvPr/>
          </p:nvSpPr>
          <p:spPr>
            <a:xfrm>
              <a:off x="11432286" y="6364985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59"/>
                  </a:moveTo>
                  <a:lnTo>
                    <a:pt x="9761" y="83769"/>
                  </a:lnTo>
                  <a:lnTo>
                    <a:pt x="36380" y="40171"/>
                  </a:lnTo>
                  <a:lnTo>
                    <a:pt x="75861" y="10778"/>
                  </a:lnTo>
                  <a:lnTo>
                    <a:pt x="124205" y="0"/>
                  </a:lnTo>
                  <a:lnTo>
                    <a:pt x="172550" y="10778"/>
                  </a:lnTo>
                  <a:lnTo>
                    <a:pt x="212031" y="40171"/>
                  </a:lnTo>
                  <a:lnTo>
                    <a:pt x="238650" y="83769"/>
                  </a:lnTo>
                  <a:lnTo>
                    <a:pt x="248411" y="137159"/>
                  </a:lnTo>
                  <a:lnTo>
                    <a:pt x="238650" y="190550"/>
                  </a:lnTo>
                  <a:lnTo>
                    <a:pt x="212031" y="234148"/>
                  </a:lnTo>
                  <a:lnTo>
                    <a:pt x="172550" y="263541"/>
                  </a:lnTo>
                  <a:lnTo>
                    <a:pt x="124205" y="274319"/>
                  </a:lnTo>
                  <a:lnTo>
                    <a:pt x="75861" y="263541"/>
                  </a:lnTo>
                  <a:lnTo>
                    <a:pt x="36380" y="234148"/>
                  </a:lnTo>
                  <a:lnTo>
                    <a:pt x="9761" y="190550"/>
                  </a:lnTo>
                  <a:lnTo>
                    <a:pt x="0" y="13715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86769" y="6424040"/>
              <a:ext cx="139446" cy="156210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10831830" y="6364985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59"/>
                  </a:moveTo>
                  <a:lnTo>
                    <a:pt x="9761" y="83769"/>
                  </a:lnTo>
                  <a:lnTo>
                    <a:pt x="36380" y="40171"/>
                  </a:lnTo>
                  <a:lnTo>
                    <a:pt x="75861" y="10778"/>
                  </a:lnTo>
                  <a:lnTo>
                    <a:pt x="124205" y="0"/>
                  </a:lnTo>
                  <a:lnTo>
                    <a:pt x="172550" y="10778"/>
                  </a:lnTo>
                  <a:lnTo>
                    <a:pt x="212031" y="40171"/>
                  </a:lnTo>
                  <a:lnTo>
                    <a:pt x="238650" y="83769"/>
                  </a:lnTo>
                  <a:lnTo>
                    <a:pt x="248411" y="137159"/>
                  </a:lnTo>
                  <a:lnTo>
                    <a:pt x="238650" y="190550"/>
                  </a:lnTo>
                  <a:lnTo>
                    <a:pt x="212031" y="234148"/>
                  </a:lnTo>
                  <a:lnTo>
                    <a:pt x="172550" y="263541"/>
                  </a:lnTo>
                  <a:lnTo>
                    <a:pt x="124205" y="274319"/>
                  </a:lnTo>
                  <a:lnTo>
                    <a:pt x="75861" y="263541"/>
                  </a:lnTo>
                  <a:lnTo>
                    <a:pt x="36380" y="234148"/>
                  </a:lnTo>
                  <a:lnTo>
                    <a:pt x="9761" y="190550"/>
                  </a:lnTo>
                  <a:lnTo>
                    <a:pt x="0" y="13715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1079480" y="6501383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90" h="0">
                  <a:moveTo>
                    <a:pt x="0" y="0"/>
                  </a:moveTo>
                  <a:lnTo>
                    <a:pt x="28808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1354872" y="646328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 descr=""/>
          <p:cNvSpPr txBox="1"/>
          <p:nvPr/>
        </p:nvSpPr>
        <p:spPr>
          <a:xfrm>
            <a:off x="11147329" y="6163953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01" name="object 101" descr=""/>
          <p:cNvGrpSpPr/>
          <p:nvPr/>
        </p:nvGrpSpPr>
        <p:grpSpPr>
          <a:xfrm>
            <a:off x="8847201" y="6058082"/>
            <a:ext cx="1983739" cy="481965"/>
            <a:chOff x="8847201" y="6058082"/>
            <a:chExt cx="1983739" cy="481965"/>
          </a:xfrm>
        </p:grpSpPr>
        <p:sp>
          <p:nvSpPr>
            <p:cNvPr id="102" name="object 102" descr=""/>
            <p:cNvSpPr/>
            <p:nvPr/>
          </p:nvSpPr>
          <p:spPr>
            <a:xfrm>
              <a:off x="10447020" y="6501453"/>
              <a:ext cx="320040" cy="635"/>
            </a:xfrm>
            <a:custGeom>
              <a:avLst/>
              <a:gdLst/>
              <a:ahLst/>
              <a:cxnLst/>
              <a:rect l="l" t="t" r="r" b="b"/>
              <a:pathLst>
                <a:path w="320040" h="635">
                  <a:moveTo>
                    <a:pt x="0" y="368"/>
                  </a:moveTo>
                  <a:lnTo>
                    <a:pt x="32000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0754273" y="6463374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0" y="0"/>
                  </a:moveTo>
                  <a:lnTo>
                    <a:pt x="88" y="76200"/>
                  </a:lnTo>
                  <a:lnTo>
                    <a:pt x="76238" y="380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8856726" y="6174486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9067800" y="6406896"/>
              <a:ext cx="340995" cy="80645"/>
            </a:xfrm>
            <a:custGeom>
              <a:avLst/>
              <a:gdLst/>
              <a:ahLst/>
              <a:cxnLst/>
              <a:rect l="l" t="t" r="r" b="b"/>
              <a:pathLst>
                <a:path w="340995" h="80645">
                  <a:moveTo>
                    <a:pt x="0" y="0"/>
                  </a:moveTo>
                  <a:lnTo>
                    <a:pt x="340614" y="8006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9387332" y="6446962"/>
              <a:ext cx="83185" cy="74295"/>
            </a:xfrm>
            <a:custGeom>
              <a:avLst/>
              <a:gdLst/>
              <a:ahLst/>
              <a:cxnLst/>
              <a:rect l="l" t="t" r="r" b="b"/>
              <a:pathLst>
                <a:path w="83184" h="74295">
                  <a:moveTo>
                    <a:pt x="17437" y="0"/>
                  </a:moveTo>
                  <a:lnTo>
                    <a:pt x="0" y="74180"/>
                  </a:lnTo>
                  <a:lnTo>
                    <a:pt x="82892" y="54533"/>
                  </a:lnTo>
                  <a:lnTo>
                    <a:pt x="174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9067800" y="6089302"/>
              <a:ext cx="330835" cy="123825"/>
            </a:xfrm>
            <a:custGeom>
              <a:avLst/>
              <a:gdLst/>
              <a:ahLst/>
              <a:cxnLst/>
              <a:rect l="l" t="t" r="r" b="b"/>
              <a:pathLst>
                <a:path w="330834" h="123825">
                  <a:moveTo>
                    <a:pt x="0" y="123825"/>
                  </a:moveTo>
                  <a:lnTo>
                    <a:pt x="33074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9373293" y="6058082"/>
              <a:ext cx="85090" cy="71755"/>
            </a:xfrm>
            <a:custGeom>
              <a:avLst/>
              <a:gdLst/>
              <a:ahLst/>
              <a:cxnLst/>
              <a:rect l="l" t="t" r="r" b="b"/>
              <a:pathLst>
                <a:path w="85090" h="71754">
                  <a:moveTo>
                    <a:pt x="0" y="0"/>
                  </a:moveTo>
                  <a:lnTo>
                    <a:pt x="26720" y="71361"/>
                  </a:lnTo>
                  <a:lnTo>
                    <a:pt x="84721" y="89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09" descr=""/>
          <p:cNvSpPr txBox="1"/>
          <p:nvPr/>
        </p:nvSpPr>
        <p:spPr>
          <a:xfrm>
            <a:off x="10542929" y="6140375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9187356" y="5885907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1" name="object 111" descr=""/>
          <p:cNvSpPr txBox="1"/>
          <p:nvPr/>
        </p:nvSpPr>
        <p:spPr>
          <a:xfrm>
            <a:off x="9180850" y="6362599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2" name="object 112" descr=""/>
          <p:cNvSpPr txBox="1"/>
          <p:nvPr/>
        </p:nvSpPr>
        <p:spPr>
          <a:xfrm>
            <a:off x="6962257" y="2953575"/>
            <a:ext cx="202565" cy="1103630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  <a:p>
            <a:pPr marL="24765">
              <a:lnSpc>
                <a:spcPct val="100000"/>
              </a:lnSpc>
              <a:spcBef>
                <a:spcPts val="1365"/>
              </a:spcBef>
            </a:pPr>
            <a:r>
              <a:rPr dirty="0" sz="2400" spc="-50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13" name="object 113" descr=""/>
          <p:cNvGrpSpPr/>
          <p:nvPr/>
        </p:nvGrpSpPr>
        <p:grpSpPr>
          <a:xfrm>
            <a:off x="7439406" y="4355972"/>
            <a:ext cx="3474085" cy="292100"/>
            <a:chOff x="7439406" y="4355972"/>
            <a:chExt cx="3474085" cy="292100"/>
          </a:xfrm>
        </p:grpSpPr>
        <p:sp>
          <p:nvSpPr>
            <p:cNvPr id="114" name="object 114" descr=""/>
            <p:cNvSpPr/>
            <p:nvPr/>
          </p:nvSpPr>
          <p:spPr>
            <a:xfrm>
              <a:off x="10655046" y="436549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09529" y="4424552"/>
              <a:ext cx="139446" cy="156210"/>
            </a:xfrm>
            <a:prstGeom prst="rect">
              <a:avLst/>
            </a:prstGeom>
          </p:spPr>
        </p:pic>
        <p:sp>
          <p:nvSpPr>
            <p:cNvPr id="116" name="object 116" descr=""/>
            <p:cNvSpPr/>
            <p:nvPr/>
          </p:nvSpPr>
          <p:spPr>
            <a:xfrm>
              <a:off x="9733026" y="436549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9980676" y="4500371"/>
              <a:ext cx="610235" cy="0"/>
            </a:xfrm>
            <a:custGeom>
              <a:avLst/>
              <a:gdLst/>
              <a:ahLst/>
              <a:cxnLst/>
              <a:rect l="l" t="t" r="r" b="b"/>
              <a:pathLst>
                <a:path w="610234" h="0">
                  <a:moveTo>
                    <a:pt x="0" y="0"/>
                  </a:moveTo>
                  <a:lnTo>
                    <a:pt x="61001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0578001" y="446226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9017508" y="4509559"/>
              <a:ext cx="668655" cy="635"/>
            </a:xfrm>
            <a:custGeom>
              <a:avLst/>
              <a:gdLst/>
              <a:ahLst/>
              <a:cxnLst/>
              <a:rect l="l" t="t" r="r" b="b"/>
              <a:pathLst>
                <a:path w="668654" h="635">
                  <a:moveTo>
                    <a:pt x="0" y="393"/>
                  </a:moveTo>
                  <a:lnTo>
                    <a:pt x="66852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9673304" y="4471465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0" y="0"/>
                  </a:moveTo>
                  <a:lnTo>
                    <a:pt x="50" y="76200"/>
                  </a:lnTo>
                  <a:lnTo>
                    <a:pt x="76225" y="38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8753094" y="436549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1" y="83303"/>
                  </a:lnTo>
                  <a:lnTo>
                    <a:pt x="36380" y="39947"/>
                  </a:lnTo>
                  <a:lnTo>
                    <a:pt x="75861" y="10718"/>
                  </a:lnTo>
                  <a:lnTo>
                    <a:pt x="124205" y="0"/>
                  </a:lnTo>
                  <a:lnTo>
                    <a:pt x="172550" y="10718"/>
                  </a:lnTo>
                  <a:lnTo>
                    <a:pt x="212031" y="39947"/>
                  </a:lnTo>
                  <a:lnTo>
                    <a:pt x="238650" y="83303"/>
                  </a:lnTo>
                  <a:lnTo>
                    <a:pt x="248411" y="136397"/>
                  </a:lnTo>
                  <a:lnTo>
                    <a:pt x="238650" y="189492"/>
                  </a:lnTo>
                  <a:lnTo>
                    <a:pt x="212031" y="232848"/>
                  </a:lnTo>
                  <a:lnTo>
                    <a:pt x="172550" y="262077"/>
                  </a:lnTo>
                  <a:lnTo>
                    <a:pt x="124205" y="272795"/>
                  </a:lnTo>
                  <a:lnTo>
                    <a:pt x="75861" y="262077"/>
                  </a:lnTo>
                  <a:lnTo>
                    <a:pt x="36380" y="232848"/>
                  </a:lnTo>
                  <a:lnTo>
                    <a:pt x="976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7829550" y="4365497"/>
              <a:ext cx="250190" cy="273050"/>
            </a:xfrm>
            <a:custGeom>
              <a:avLst/>
              <a:gdLst/>
              <a:ahLst/>
              <a:cxnLst/>
              <a:rect l="l" t="t" r="r" b="b"/>
              <a:pathLst>
                <a:path w="250190" h="273050">
                  <a:moveTo>
                    <a:pt x="0" y="136397"/>
                  </a:moveTo>
                  <a:lnTo>
                    <a:pt x="9821" y="83303"/>
                  </a:lnTo>
                  <a:lnTo>
                    <a:pt x="36604" y="39947"/>
                  </a:lnTo>
                  <a:lnTo>
                    <a:pt x="76327" y="10718"/>
                  </a:lnTo>
                  <a:lnTo>
                    <a:pt x="124968" y="0"/>
                  </a:lnTo>
                  <a:lnTo>
                    <a:pt x="173608" y="10718"/>
                  </a:lnTo>
                  <a:lnTo>
                    <a:pt x="213331" y="39947"/>
                  </a:lnTo>
                  <a:lnTo>
                    <a:pt x="240114" y="83303"/>
                  </a:lnTo>
                  <a:lnTo>
                    <a:pt x="249936" y="136397"/>
                  </a:lnTo>
                  <a:lnTo>
                    <a:pt x="240114" y="189492"/>
                  </a:lnTo>
                  <a:lnTo>
                    <a:pt x="213331" y="232848"/>
                  </a:lnTo>
                  <a:lnTo>
                    <a:pt x="173608" y="262077"/>
                  </a:lnTo>
                  <a:lnTo>
                    <a:pt x="124968" y="272795"/>
                  </a:lnTo>
                  <a:lnTo>
                    <a:pt x="76327" y="262077"/>
                  </a:lnTo>
                  <a:lnTo>
                    <a:pt x="36604" y="232848"/>
                  </a:lnTo>
                  <a:lnTo>
                    <a:pt x="9821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8078724" y="4501895"/>
              <a:ext cx="610235" cy="0"/>
            </a:xfrm>
            <a:custGeom>
              <a:avLst/>
              <a:gdLst/>
              <a:ahLst/>
              <a:cxnLst/>
              <a:rect l="l" t="t" r="r" b="b"/>
              <a:pathLst>
                <a:path w="610234" h="0">
                  <a:moveTo>
                    <a:pt x="0" y="0"/>
                  </a:moveTo>
                  <a:lnTo>
                    <a:pt x="61001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8676049" y="446379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7439406" y="4502657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879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7743915" y="445979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 descr=""/>
          <p:cNvSpPr txBox="1"/>
          <p:nvPr/>
        </p:nvSpPr>
        <p:spPr>
          <a:xfrm>
            <a:off x="9235931" y="4061249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8" name="object 128" descr=""/>
          <p:cNvSpPr txBox="1"/>
          <p:nvPr/>
        </p:nvSpPr>
        <p:spPr>
          <a:xfrm>
            <a:off x="6924963" y="4241481"/>
            <a:ext cx="3594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𝑎𝑏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9" name="object 129" descr=""/>
          <p:cNvSpPr txBox="1"/>
          <p:nvPr/>
        </p:nvSpPr>
        <p:spPr>
          <a:xfrm>
            <a:off x="6554086" y="5080779"/>
            <a:ext cx="8788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𝑎</a:t>
            </a:r>
            <a:r>
              <a:rPr dirty="0" sz="2400" spc="-2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5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𝑎𝑏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0" name="object 130" descr=""/>
          <p:cNvSpPr/>
          <p:nvPr/>
        </p:nvSpPr>
        <p:spPr>
          <a:xfrm>
            <a:off x="6371145" y="6194244"/>
            <a:ext cx="1061085" cy="282575"/>
          </a:xfrm>
          <a:custGeom>
            <a:avLst/>
            <a:gdLst/>
            <a:ahLst/>
            <a:cxnLst/>
            <a:rect l="l" t="t" r="r" b="b"/>
            <a:pathLst>
              <a:path w="1061084" h="282575">
                <a:moveTo>
                  <a:pt x="970432" y="0"/>
                </a:moveTo>
                <a:lnTo>
                  <a:pt x="966419" y="11455"/>
                </a:lnTo>
                <a:lnTo>
                  <a:pt x="982761" y="18551"/>
                </a:lnTo>
                <a:lnTo>
                  <a:pt x="996815" y="28371"/>
                </a:lnTo>
                <a:lnTo>
                  <a:pt x="1025348" y="73880"/>
                </a:lnTo>
                <a:lnTo>
                  <a:pt x="1033635" y="115357"/>
                </a:lnTo>
                <a:lnTo>
                  <a:pt x="1033678" y="115661"/>
                </a:lnTo>
                <a:lnTo>
                  <a:pt x="1033674" y="164649"/>
                </a:lnTo>
                <a:lnTo>
                  <a:pt x="1025306" y="207587"/>
                </a:lnTo>
                <a:lnTo>
                  <a:pt x="996827" y="253828"/>
                </a:lnTo>
                <a:lnTo>
                  <a:pt x="966863" y="270865"/>
                </a:lnTo>
                <a:lnTo>
                  <a:pt x="970432" y="282321"/>
                </a:lnTo>
                <a:lnTo>
                  <a:pt x="1008941" y="264263"/>
                </a:lnTo>
                <a:lnTo>
                  <a:pt x="1037259" y="232994"/>
                </a:lnTo>
                <a:lnTo>
                  <a:pt x="1054668" y="191111"/>
                </a:lnTo>
                <a:lnTo>
                  <a:pt x="1060475" y="141236"/>
                </a:lnTo>
                <a:lnTo>
                  <a:pt x="1059037" y="115661"/>
                </a:lnTo>
                <a:lnTo>
                  <a:pt x="1047375" y="69479"/>
                </a:lnTo>
                <a:lnTo>
                  <a:pt x="1024274" y="32129"/>
                </a:lnTo>
                <a:lnTo>
                  <a:pt x="990899" y="7391"/>
                </a:lnTo>
                <a:lnTo>
                  <a:pt x="970432" y="0"/>
                </a:lnTo>
                <a:close/>
              </a:path>
              <a:path w="1061084" h="282575">
                <a:moveTo>
                  <a:pt x="90030" y="0"/>
                </a:moveTo>
                <a:lnTo>
                  <a:pt x="51617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7" y="264263"/>
                </a:lnTo>
                <a:lnTo>
                  <a:pt x="90030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 descr=""/>
          <p:cNvSpPr txBox="1"/>
          <p:nvPr/>
        </p:nvSpPr>
        <p:spPr>
          <a:xfrm>
            <a:off x="6458143" y="6103993"/>
            <a:ext cx="8788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𝑎</a:t>
            </a:r>
            <a:r>
              <a:rPr dirty="0" sz="2400" spc="-2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5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𝑎𝑏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2" name="object 132" descr=""/>
          <p:cNvSpPr txBox="1"/>
          <p:nvPr/>
        </p:nvSpPr>
        <p:spPr>
          <a:xfrm>
            <a:off x="7447220" y="6075037"/>
            <a:ext cx="13335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5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33" name="object 133" descr=""/>
          <p:cNvSpPr txBox="1"/>
          <p:nvPr/>
        </p:nvSpPr>
        <p:spPr>
          <a:xfrm>
            <a:off x="2221124" y="5103733"/>
            <a:ext cx="864235" cy="17024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0" spc="-50">
                <a:latin typeface="Courier New"/>
                <a:cs typeface="Courier New"/>
              </a:rPr>
              <a:t>}</a:t>
            </a:r>
            <a:endParaRPr sz="11000">
              <a:latin typeface="Courier New"/>
              <a:cs typeface="Courier New"/>
            </a:endParaRPr>
          </a:p>
        </p:txBody>
      </p:sp>
      <p:sp>
        <p:nvSpPr>
          <p:cNvPr id="134" name="object 134" descr=""/>
          <p:cNvSpPr txBox="1"/>
          <p:nvPr/>
        </p:nvSpPr>
        <p:spPr>
          <a:xfrm>
            <a:off x="2959143" y="5991325"/>
            <a:ext cx="27857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Franklin Gothic Medium"/>
                <a:cs typeface="Franklin Gothic Medium"/>
              </a:rPr>
              <a:t>Use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closure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constructions</a:t>
            </a:r>
            <a:endParaRPr sz="2000">
              <a:latin typeface="Franklin Gothic Medium"/>
              <a:cs typeface="Franklin Gothic Medium"/>
            </a:endParaRPr>
          </a:p>
        </p:txBody>
      </p:sp>
      <p:grpSp>
        <p:nvGrpSpPr>
          <p:cNvPr id="135" name="object 135" descr=""/>
          <p:cNvGrpSpPr/>
          <p:nvPr/>
        </p:nvGrpSpPr>
        <p:grpSpPr>
          <a:xfrm>
            <a:off x="7386066" y="3801236"/>
            <a:ext cx="1570355" cy="293370"/>
            <a:chOff x="7386066" y="3801236"/>
            <a:chExt cx="1570355" cy="293370"/>
          </a:xfrm>
        </p:grpSpPr>
        <p:sp>
          <p:nvSpPr>
            <p:cNvPr id="136" name="object 136" descr=""/>
            <p:cNvSpPr/>
            <p:nvPr/>
          </p:nvSpPr>
          <p:spPr>
            <a:xfrm>
              <a:off x="8698230" y="3810761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60"/>
                  </a:moveTo>
                  <a:lnTo>
                    <a:pt x="9761" y="83769"/>
                  </a:lnTo>
                  <a:lnTo>
                    <a:pt x="36380" y="40171"/>
                  </a:lnTo>
                  <a:lnTo>
                    <a:pt x="75861" y="10778"/>
                  </a:lnTo>
                  <a:lnTo>
                    <a:pt x="124205" y="0"/>
                  </a:lnTo>
                  <a:lnTo>
                    <a:pt x="172550" y="10778"/>
                  </a:lnTo>
                  <a:lnTo>
                    <a:pt x="212031" y="40171"/>
                  </a:lnTo>
                  <a:lnTo>
                    <a:pt x="238650" y="83769"/>
                  </a:lnTo>
                  <a:lnTo>
                    <a:pt x="248411" y="137160"/>
                  </a:lnTo>
                  <a:lnTo>
                    <a:pt x="238650" y="190550"/>
                  </a:lnTo>
                  <a:lnTo>
                    <a:pt x="212031" y="234148"/>
                  </a:lnTo>
                  <a:lnTo>
                    <a:pt x="172550" y="263541"/>
                  </a:lnTo>
                  <a:lnTo>
                    <a:pt x="124205" y="274320"/>
                  </a:lnTo>
                  <a:lnTo>
                    <a:pt x="75861" y="263541"/>
                  </a:lnTo>
                  <a:lnTo>
                    <a:pt x="36380" y="234148"/>
                  </a:lnTo>
                  <a:lnTo>
                    <a:pt x="9761" y="190550"/>
                  </a:lnTo>
                  <a:lnTo>
                    <a:pt x="0" y="1371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52713" y="3871340"/>
              <a:ext cx="139446" cy="156210"/>
            </a:xfrm>
            <a:prstGeom prst="rect">
              <a:avLst/>
            </a:prstGeom>
          </p:spPr>
        </p:pic>
        <p:sp>
          <p:nvSpPr>
            <p:cNvPr id="138" name="object 138" descr=""/>
            <p:cNvSpPr/>
            <p:nvPr/>
          </p:nvSpPr>
          <p:spPr>
            <a:xfrm>
              <a:off x="7776210" y="3810761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60"/>
                  </a:moveTo>
                  <a:lnTo>
                    <a:pt x="9761" y="83769"/>
                  </a:lnTo>
                  <a:lnTo>
                    <a:pt x="36380" y="40171"/>
                  </a:lnTo>
                  <a:lnTo>
                    <a:pt x="75861" y="10778"/>
                  </a:lnTo>
                  <a:lnTo>
                    <a:pt x="124205" y="0"/>
                  </a:lnTo>
                  <a:lnTo>
                    <a:pt x="172550" y="10778"/>
                  </a:lnTo>
                  <a:lnTo>
                    <a:pt x="212031" y="40171"/>
                  </a:lnTo>
                  <a:lnTo>
                    <a:pt x="238650" y="83769"/>
                  </a:lnTo>
                  <a:lnTo>
                    <a:pt x="248411" y="137160"/>
                  </a:lnTo>
                  <a:lnTo>
                    <a:pt x="238650" y="190550"/>
                  </a:lnTo>
                  <a:lnTo>
                    <a:pt x="212031" y="234148"/>
                  </a:lnTo>
                  <a:lnTo>
                    <a:pt x="172550" y="263541"/>
                  </a:lnTo>
                  <a:lnTo>
                    <a:pt x="124205" y="274320"/>
                  </a:lnTo>
                  <a:lnTo>
                    <a:pt x="75861" y="263541"/>
                  </a:lnTo>
                  <a:lnTo>
                    <a:pt x="36380" y="234148"/>
                  </a:lnTo>
                  <a:lnTo>
                    <a:pt x="9761" y="190550"/>
                  </a:lnTo>
                  <a:lnTo>
                    <a:pt x="0" y="1371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8023860" y="3947159"/>
              <a:ext cx="610235" cy="0"/>
            </a:xfrm>
            <a:custGeom>
              <a:avLst/>
              <a:gdLst/>
              <a:ahLst/>
              <a:cxnLst/>
              <a:rect l="l" t="t" r="r" b="b"/>
              <a:pathLst>
                <a:path w="610234" h="0">
                  <a:moveTo>
                    <a:pt x="0" y="0"/>
                  </a:moveTo>
                  <a:lnTo>
                    <a:pt x="61001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8621185" y="390905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7386066" y="3947921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879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7690576" y="3905056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3" name="object 143" descr=""/>
          <p:cNvSpPr txBox="1"/>
          <p:nvPr/>
        </p:nvSpPr>
        <p:spPr>
          <a:xfrm>
            <a:off x="8251391" y="3635275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4" name="object 144" descr=""/>
          <p:cNvSpPr txBox="1"/>
          <p:nvPr/>
        </p:nvSpPr>
        <p:spPr>
          <a:xfrm>
            <a:off x="8289376" y="414913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5" name="object 145" descr=""/>
          <p:cNvSpPr txBox="1"/>
          <p:nvPr/>
        </p:nvSpPr>
        <p:spPr>
          <a:xfrm>
            <a:off x="10212785" y="4180592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6" name="object 146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263525" marR="256540" indent="1536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 Expression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47" name="object 147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325120" marR="315595" indent="19812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 </a:t>
            </a:r>
            <a:r>
              <a:rPr dirty="0" sz="1800" spc="-6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148" name="object 148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149" name="object 149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355092" y="0"/>
                  </a:moveTo>
                  <a:lnTo>
                    <a:pt x="355092" y="58674"/>
                  </a:lnTo>
                  <a:lnTo>
                    <a:pt x="0" y="58674"/>
                  </a:lnTo>
                  <a:lnTo>
                    <a:pt x="0" y="176022"/>
                  </a:lnTo>
                  <a:lnTo>
                    <a:pt x="355092" y="176022"/>
                  </a:lnTo>
                  <a:lnTo>
                    <a:pt x="355092" y="234696"/>
                  </a:lnTo>
                  <a:lnTo>
                    <a:pt x="472440" y="117348"/>
                  </a:lnTo>
                  <a:lnTo>
                    <a:pt x="355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0" y="58674"/>
                  </a:moveTo>
                  <a:lnTo>
                    <a:pt x="355092" y="58674"/>
                  </a:lnTo>
                  <a:lnTo>
                    <a:pt x="355092" y="0"/>
                  </a:lnTo>
                  <a:lnTo>
                    <a:pt x="472440" y="117348"/>
                  </a:lnTo>
                  <a:lnTo>
                    <a:pt x="355092" y="234696"/>
                  </a:lnTo>
                  <a:lnTo>
                    <a:pt x="355092" y="176022"/>
                  </a:lnTo>
                  <a:lnTo>
                    <a:pt x="0" y="176022"/>
                  </a:lnTo>
                  <a:lnTo>
                    <a:pt x="0" y="58674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1" name="object 151" descr=""/>
          <p:cNvGrpSpPr/>
          <p:nvPr/>
        </p:nvGrpSpPr>
        <p:grpSpPr>
          <a:xfrm>
            <a:off x="3136392" y="3104388"/>
            <a:ext cx="4038600" cy="2316480"/>
            <a:chOff x="3136392" y="3104388"/>
            <a:chExt cx="4038600" cy="2316480"/>
          </a:xfrm>
        </p:grpSpPr>
        <p:pic>
          <p:nvPicPr>
            <p:cNvPr id="152" name="object 15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6392" y="3104388"/>
              <a:ext cx="4038599" cy="2316479"/>
            </a:xfrm>
            <a:prstGeom prst="rect">
              <a:avLst/>
            </a:prstGeom>
          </p:spPr>
        </p:pic>
        <p:pic>
          <p:nvPicPr>
            <p:cNvPr id="153" name="object 15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31464" y="3299460"/>
              <a:ext cx="3450323" cy="1728215"/>
            </a:xfrm>
            <a:prstGeom prst="rect">
              <a:avLst/>
            </a:prstGeom>
          </p:spPr>
        </p:pic>
      </p:grpSp>
      <p:sp>
        <p:nvSpPr>
          <p:cNvPr id="154" name="object 154" descr=""/>
          <p:cNvSpPr txBox="1"/>
          <p:nvPr/>
        </p:nvSpPr>
        <p:spPr>
          <a:xfrm>
            <a:off x="6204203" y="3290315"/>
            <a:ext cx="577850" cy="3079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00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dirty="0" sz="1400" spc="-20">
                <a:latin typeface="Franklin Gothic Medium"/>
                <a:cs typeface="Franklin Gothic Medium"/>
              </a:rPr>
              <a:t>Star</a:t>
            </a:r>
            <a:endParaRPr sz="1400">
              <a:latin typeface="Franklin Gothic Medium"/>
              <a:cs typeface="Franklin Gothic Medium"/>
            </a:endParaRPr>
          </a:p>
        </p:txBody>
      </p:sp>
      <p:grpSp>
        <p:nvGrpSpPr>
          <p:cNvPr id="155" name="object 155" descr=""/>
          <p:cNvGrpSpPr/>
          <p:nvPr/>
        </p:nvGrpSpPr>
        <p:grpSpPr>
          <a:xfrm>
            <a:off x="8980507" y="5629684"/>
            <a:ext cx="1353185" cy="537845"/>
            <a:chOff x="8980507" y="5629684"/>
            <a:chExt cx="1353185" cy="537845"/>
          </a:xfrm>
        </p:grpSpPr>
        <p:sp>
          <p:nvSpPr>
            <p:cNvPr id="156" name="object 156" descr=""/>
            <p:cNvSpPr/>
            <p:nvPr/>
          </p:nvSpPr>
          <p:spPr>
            <a:xfrm>
              <a:off x="9016132" y="5639209"/>
              <a:ext cx="1308100" cy="465455"/>
            </a:xfrm>
            <a:custGeom>
              <a:avLst/>
              <a:gdLst/>
              <a:ahLst/>
              <a:cxnLst/>
              <a:rect l="l" t="t" r="r" b="b"/>
              <a:pathLst>
                <a:path w="1308100" h="465454">
                  <a:moveTo>
                    <a:pt x="1307858" y="274526"/>
                  </a:moveTo>
                  <a:lnTo>
                    <a:pt x="1275447" y="205995"/>
                  </a:lnTo>
                  <a:lnTo>
                    <a:pt x="1252902" y="175002"/>
                  </a:lnTo>
                  <a:lnTo>
                    <a:pt x="1226446" y="146286"/>
                  </a:lnTo>
                  <a:lnTo>
                    <a:pt x="1196314" y="119917"/>
                  </a:lnTo>
                  <a:lnTo>
                    <a:pt x="1162743" y="95966"/>
                  </a:lnTo>
                  <a:lnTo>
                    <a:pt x="1125970" y="74507"/>
                  </a:lnTo>
                  <a:lnTo>
                    <a:pt x="1086230" y="55608"/>
                  </a:lnTo>
                  <a:lnTo>
                    <a:pt x="1043760" y="39343"/>
                  </a:lnTo>
                  <a:lnTo>
                    <a:pt x="998796" y="25781"/>
                  </a:lnTo>
                  <a:lnTo>
                    <a:pt x="951574" y="14995"/>
                  </a:lnTo>
                  <a:lnTo>
                    <a:pt x="902330" y="7055"/>
                  </a:lnTo>
                  <a:lnTo>
                    <a:pt x="851301" y="2033"/>
                  </a:lnTo>
                  <a:lnTo>
                    <a:pt x="798723" y="0"/>
                  </a:lnTo>
                  <a:lnTo>
                    <a:pt x="744832" y="1027"/>
                  </a:lnTo>
                  <a:lnTo>
                    <a:pt x="689865" y="5185"/>
                  </a:lnTo>
                  <a:lnTo>
                    <a:pt x="634057" y="12547"/>
                  </a:lnTo>
                  <a:lnTo>
                    <a:pt x="577645" y="23182"/>
                  </a:lnTo>
                  <a:lnTo>
                    <a:pt x="520865" y="37163"/>
                  </a:lnTo>
                  <a:lnTo>
                    <a:pt x="464219" y="54508"/>
                  </a:lnTo>
                  <a:lnTo>
                    <a:pt x="409766" y="74630"/>
                  </a:lnTo>
                  <a:lnTo>
                    <a:pt x="357705" y="97344"/>
                  </a:lnTo>
                  <a:lnTo>
                    <a:pt x="308236" y="122465"/>
                  </a:lnTo>
                  <a:lnTo>
                    <a:pt x="261558" y="149808"/>
                  </a:lnTo>
                  <a:lnTo>
                    <a:pt x="217871" y="179189"/>
                  </a:lnTo>
                  <a:lnTo>
                    <a:pt x="177374" y="210424"/>
                  </a:lnTo>
                  <a:lnTo>
                    <a:pt x="140268" y="243328"/>
                  </a:lnTo>
                  <a:lnTo>
                    <a:pt x="106751" y="277716"/>
                  </a:lnTo>
                  <a:lnTo>
                    <a:pt x="77023" y="313403"/>
                  </a:lnTo>
                  <a:lnTo>
                    <a:pt x="51285" y="350206"/>
                  </a:lnTo>
                  <a:lnTo>
                    <a:pt x="29735" y="387939"/>
                  </a:lnTo>
                  <a:lnTo>
                    <a:pt x="12573" y="426418"/>
                  </a:lnTo>
                  <a:lnTo>
                    <a:pt x="0" y="465458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8980507" y="6086180"/>
              <a:ext cx="75565" cy="81280"/>
            </a:xfrm>
            <a:custGeom>
              <a:avLst/>
              <a:gdLst/>
              <a:ahLst/>
              <a:cxnLst/>
              <a:rect l="l" t="t" r="r" b="b"/>
              <a:pathLst>
                <a:path w="75565" h="81279">
                  <a:moveTo>
                    <a:pt x="0" y="0"/>
                  </a:moveTo>
                  <a:lnTo>
                    <a:pt x="25577" y="81267"/>
                  </a:lnTo>
                  <a:lnTo>
                    <a:pt x="75247" y="12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8" name="object 158" descr=""/>
          <p:cNvSpPr txBox="1"/>
          <p:nvPr/>
        </p:nvSpPr>
        <p:spPr>
          <a:xfrm>
            <a:off x="8900298" y="5785276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59" name="object 159" descr=""/>
          <p:cNvGrpSpPr/>
          <p:nvPr/>
        </p:nvGrpSpPr>
        <p:grpSpPr>
          <a:xfrm>
            <a:off x="8912693" y="6442066"/>
            <a:ext cx="2559685" cy="381000"/>
            <a:chOff x="8912693" y="6442066"/>
            <a:chExt cx="2559685" cy="381000"/>
          </a:xfrm>
        </p:grpSpPr>
        <p:sp>
          <p:nvSpPr>
            <p:cNvPr id="160" name="object 160" descr=""/>
            <p:cNvSpPr/>
            <p:nvPr/>
          </p:nvSpPr>
          <p:spPr>
            <a:xfrm>
              <a:off x="8945832" y="6503134"/>
              <a:ext cx="2517140" cy="310515"/>
            </a:xfrm>
            <a:custGeom>
              <a:avLst/>
              <a:gdLst/>
              <a:ahLst/>
              <a:cxnLst/>
              <a:rect l="l" t="t" r="r" b="b"/>
              <a:pathLst>
                <a:path w="2517140" h="310515">
                  <a:moveTo>
                    <a:pt x="2516924" y="69964"/>
                  </a:moveTo>
                  <a:lnTo>
                    <a:pt x="2468491" y="101839"/>
                  </a:lnTo>
                  <a:lnTo>
                    <a:pt x="2410903" y="131778"/>
                  </a:lnTo>
                  <a:lnTo>
                    <a:pt x="2344807" y="159697"/>
                  </a:lnTo>
                  <a:lnTo>
                    <a:pt x="2308770" y="172873"/>
                  </a:lnTo>
                  <a:lnTo>
                    <a:pt x="2270850" y="185512"/>
                  </a:lnTo>
                  <a:lnTo>
                    <a:pt x="2231127" y="197606"/>
                  </a:lnTo>
                  <a:lnTo>
                    <a:pt x="2189681" y="209142"/>
                  </a:lnTo>
                  <a:lnTo>
                    <a:pt x="2146594" y="220112"/>
                  </a:lnTo>
                  <a:lnTo>
                    <a:pt x="2101948" y="230503"/>
                  </a:lnTo>
                  <a:lnTo>
                    <a:pt x="2055822" y="240307"/>
                  </a:lnTo>
                  <a:lnTo>
                    <a:pt x="2008297" y="249512"/>
                  </a:lnTo>
                  <a:lnTo>
                    <a:pt x="1959456" y="258108"/>
                  </a:lnTo>
                  <a:lnTo>
                    <a:pt x="1909378" y="266085"/>
                  </a:lnTo>
                  <a:lnTo>
                    <a:pt x="1858145" y="273433"/>
                  </a:lnTo>
                  <a:lnTo>
                    <a:pt x="1805838" y="280141"/>
                  </a:lnTo>
                  <a:lnTo>
                    <a:pt x="1752537" y="286198"/>
                  </a:lnTo>
                  <a:lnTo>
                    <a:pt x="1698324" y="291594"/>
                  </a:lnTo>
                  <a:lnTo>
                    <a:pt x="1643279" y="296320"/>
                  </a:lnTo>
                  <a:lnTo>
                    <a:pt x="1587484" y="300364"/>
                  </a:lnTo>
                  <a:lnTo>
                    <a:pt x="1531020" y="303716"/>
                  </a:lnTo>
                  <a:lnTo>
                    <a:pt x="1473967" y="306366"/>
                  </a:lnTo>
                  <a:lnTo>
                    <a:pt x="1416407" y="308303"/>
                  </a:lnTo>
                  <a:lnTo>
                    <a:pt x="1358420" y="309517"/>
                  </a:lnTo>
                  <a:lnTo>
                    <a:pt x="1300088" y="309998"/>
                  </a:lnTo>
                  <a:lnTo>
                    <a:pt x="1241491" y="309735"/>
                  </a:lnTo>
                  <a:lnTo>
                    <a:pt x="1182710" y="308717"/>
                  </a:lnTo>
                  <a:lnTo>
                    <a:pt x="1123827" y="306935"/>
                  </a:lnTo>
                  <a:lnTo>
                    <a:pt x="1064922" y="304379"/>
                  </a:lnTo>
                  <a:lnTo>
                    <a:pt x="1006077" y="301036"/>
                  </a:lnTo>
                  <a:lnTo>
                    <a:pt x="947372" y="296898"/>
                  </a:lnTo>
                  <a:lnTo>
                    <a:pt x="888888" y="291954"/>
                  </a:lnTo>
                  <a:lnTo>
                    <a:pt x="830707" y="286194"/>
                  </a:lnTo>
                  <a:lnTo>
                    <a:pt x="758163" y="277767"/>
                  </a:lnTo>
                  <a:lnTo>
                    <a:pt x="688132" y="268220"/>
                  </a:lnTo>
                  <a:lnTo>
                    <a:pt x="620726" y="257596"/>
                  </a:lnTo>
                  <a:lnTo>
                    <a:pt x="556056" y="245941"/>
                  </a:lnTo>
                  <a:lnTo>
                    <a:pt x="494232" y="233302"/>
                  </a:lnTo>
                  <a:lnTo>
                    <a:pt x="435365" y="219723"/>
                  </a:lnTo>
                  <a:lnTo>
                    <a:pt x="379566" y="205249"/>
                  </a:lnTo>
                  <a:lnTo>
                    <a:pt x="326946" y="189927"/>
                  </a:lnTo>
                  <a:lnTo>
                    <a:pt x="277617" y="173801"/>
                  </a:lnTo>
                  <a:lnTo>
                    <a:pt x="231688" y="156916"/>
                  </a:lnTo>
                  <a:lnTo>
                    <a:pt x="189271" y="139320"/>
                  </a:lnTo>
                  <a:lnTo>
                    <a:pt x="150477" y="121055"/>
                  </a:lnTo>
                  <a:lnTo>
                    <a:pt x="115416" y="102169"/>
                  </a:lnTo>
                  <a:lnTo>
                    <a:pt x="56939" y="62713"/>
                  </a:lnTo>
                  <a:lnTo>
                    <a:pt x="14728" y="21314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8912693" y="6442066"/>
              <a:ext cx="73660" cy="83820"/>
            </a:xfrm>
            <a:custGeom>
              <a:avLst/>
              <a:gdLst/>
              <a:ahLst/>
              <a:cxnLst/>
              <a:rect l="l" t="t" r="r" b="b"/>
              <a:pathLst>
                <a:path w="73659" h="83820">
                  <a:moveTo>
                    <a:pt x="15659" y="0"/>
                  </a:moveTo>
                  <a:lnTo>
                    <a:pt x="0" y="83743"/>
                  </a:lnTo>
                  <a:lnTo>
                    <a:pt x="73253" y="62776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2" name="object 162" descr=""/>
          <p:cNvSpPr txBox="1"/>
          <p:nvPr/>
        </p:nvSpPr>
        <p:spPr>
          <a:xfrm>
            <a:off x="8864830" y="6455177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43515" y="1214526"/>
            <a:ext cx="8376920" cy="207073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0">
                <a:latin typeface="Franklin Gothic Medium"/>
                <a:cs typeface="Franklin Gothic Medium"/>
              </a:rPr>
              <a:t>Nondeterministic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finite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automata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(NFA)</a:t>
            </a:r>
            <a:endParaRPr sz="2800">
              <a:latin typeface="Franklin Gothic Medium"/>
              <a:cs typeface="Franklin Gothic Medium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Proved: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90">
                <a:latin typeface="Franklin Gothic Medium"/>
                <a:cs typeface="Franklin Gothic Medium"/>
              </a:rPr>
              <a:t>NFA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equivalent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in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power</a:t>
            </a:r>
            <a:endParaRPr sz="2800">
              <a:latin typeface="Franklin Gothic Medium"/>
              <a:cs typeface="Franklin Gothic Medium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Proved: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Class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languages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closed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∘</a:t>
            </a:r>
            <a:r>
              <a:rPr dirty="0" sz="2800">
                <a:latin typeface="Franklin Gothic Medium"/>
                <a:cs typeface="Franklin Gothic Medium"/>
              </a:rPr>
              <a:t>,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∗</a:t>
            </a:r>
            <a:endParaRPr sz="2800">
              <a:latin typeface="Cambria Math"/>
              <a:cs typeface="Cambria Math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Conversion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4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NFA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38" y="133305"/>
            <a:ext cx="40900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Quick</a:t>
            </a:r>
            <a:r>
              <a:rPr dirty="0" spc="-165"/>
              <a:t> </a:t>
            </a:r>
            <a:r>
              <a:rPr dirty="0" spc="-30"/>
              <a:t>review</a:t>
            </a:r>
            <a:r>
              <a:rPr dirty="0" spc="-160"/>
              <a:t> </a:t>
            </a:r>
            <a:r>
              <a:rPr dirty="0"/>
              <a:t>of</a:t>
            </a:r>
            <a:r>
              <a:rPr dirty="0" spc="-155"/>
              <a:t> </a:t>
            </a:r>
            <a:r>
              <a:rPr dirty="0" spc="-40"/>
              <a:t>today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43515" y="1214526"/>
            <a:ext cx="9650730" cy="10496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Equivalence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between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Finite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80">
                <a:latin typeface="Franklin Gothic Medium"/>
                <a:cs typeface="Franklin Gothic Medium"/>
              </a:rPr>
              <a:t>Automata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endParaRPr sz="2800">
              <a:latin typeface="Franklin Gothic Medium"/>
              <a:cs typeface="Franklin Gothic Medium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55">
                <a:latin typeface="Franklin Gothic Medium"/>
                <a:cs typeface="Franklin Gothic Medium"/>
              </a:rPr>
              <a:t>Textbook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Section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1.3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-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RegEx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8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dirty="0" spc="-190"/>
              <a:t> </a:t>
            </a:r>
            <a:r>
              <a:rPr dirty="0" spc="-10"/>
              <a:t>Class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Jeronimo Grandi</dc:creator>
  <dc:title>PowerPoint Presentation</dc:title>
  <dcterms:created xsi:type="dcterms:W3CDTF">2025-02-25T15:01:38Z</dcterms:created>
  <dcterms:modified xsi:type="dcterms:W3CDTF">2025-02-25T15:01:38Z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2023-01-26T00:00:00Z</vt:filetime>
  </property>
  <property fmtid="{D5CDD505-2E9C-101B-9397-08002B2CF9AE}" pid="3" name="Creator">
    <vt:lpwstr>Acrobat PDFMaker 22 for PowerPoint</vt:lpwstr>
  </property>
  <property fmtid="{D5CDD505-2E9C-101B-9397-08002B2CF9AE}" pid="4" name="LastSaved">
    <vt:filetime>2025-02-25T00:00:00Z</vt:filetime>
  </property>
  <property fmtid="{D5CDD505-2E9C-101B-9397-08002B2CF9AE}" pid="5" name="Producer">
    <vt:lpwstr>Adobe PDF Library 22.3.90</vt:lpwstr>
  </property>
</Properties>
</file>